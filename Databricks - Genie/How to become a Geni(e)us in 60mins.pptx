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94" r:id="rId2"/>
    <p:sldMasterId id="2147483714" r:id="rId3"/>
  </p:sldMasterIdLst>
  <p:notesMasterIdLst>
    <p:notesMasterId r:id="rId24"/>
  </p:notesMasterIdLst>
  <p:sldIdLst>
    <p:sldId id="300" r:id="rId4"/>
    <p:sldId id="259" r:id="rId5"/>
    <p:sldId id="301" r:id="rId6"/>
    <p:sldId id="305" r:id="rId7"/>
    <p:sldId id="304" r:id="rId8"/>
    <p:sldId id="367" r:id="rId9"/>
    <p:sldId id="359" r:id="rId10"/>
    <p:sldId id="309" r:id="rId11"/>
    <p:sldId id="363" r:id="rId12"/>
    <p:sldId id="361" r:id="rId13"/>
    <p:sldId id="364" r:id="rId14"/>
    <p:sldId id="362" r:id="rId15"/>
    <p:sldId id="365" r:id="rId16"/>
    <p:sldId id="310" r:id="rId17"/>
    <p:sldId id="392" r:id="rId18"/>
    <p:sldId id="1793" r:id="rId19"/>
    <p:sldId id="1791" r:id="rId20"/>
    <p:sldId id="311" r:id="rId21"/>
    <p:sldId id="366" r:id="rId22"/>
    <p:sldId id="313"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and Agenda" id="{35AE4CC3-8630-4B04-B0BD-D74E7A38C26E}">
          <p14:sldIdLst>
            <p14:sldId id="300"/>
            <p14:sldId id="259"/>
            <p14:sldId id="301"/>
            <p14:sldId id="305"/>
          </p14:sldIdLst>
        </p14:section>
        <p14:section name="Which Genie" id="{C340F62E-95A3-497D-968D-77A7F984543F}">
          <p14:sldIdLst>
            <p14:sldId id="304"/>
            <p14:sldId id="367"/>
            <p14:sldId id="359"/>
          </p14:sldIdLst>
        </p14:section>
        <p14:section name="Demo" id="{C4020CE2-746F-4A71-9338-C200EF60041C}">
          <p14:sldIdLst>
            <p14:sldId id="309"/>
            <p14:sldId id="363"/>
            <p14:sldId id="361"/>
            <p14:sldId id="364"/>
            <p14:sldId id="362"/>
            <p14:sldId id="365"/>
          </p14:sldIdLst>
        </p14:section>
        <p14:section name="Genie Governance" id="{75356804-11B1-4C87-850B-0B35D762BB8D}">
          <p14:sldIdLst>
            <p14:sldId id="310"/>
            <p14:sldId id="392"/>
            <p14:sldId id="1793"/>
            <p14:sldId id="1791"/>
          </p14:sldIdLst>
        </p14:section>
        <p14:section name="Summary" id="{70303DC9-C77B-41C9-B5D3-7FDC181BE18D}">
          <p14:sldIdLst>
            <p14:sldId id="311"/>
            <p14:sldId id="366"/>
          </p14:sldIdLst>
        </p14:section>
        <p14:section name="Q&amp;A / Outro" id="{0CA0457B-F7E2-424F-BEFC-788263227704}">
          <p14:sldIdLst>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9C9F2"/>
    <a:srgbClr val="FFFFFF"/>
    <a:srgbClr val="1D5FD0"/>
    <a:srgbClr val="EAF2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455273-444F-46B9-A5B0-F796BDDB1F0C}" v="219" dt="2026-10-07T16:20:08.5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494" autoAdjust="0"/>
  </p:normalViewPr>
  <p:slideViewPr>
    <p:cSldViewPr snapToGrid="0" snapToObjects="1">
      <p:cViewPr varScale="1">
        <p:scale>
          <a:sx n="93" d="100"/>
          <a:sy n="93" d="100"/>
        </p:scale>
        <p:origin x="132" y="6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ley Warren" userId="d10fd33e-1b6e-46b9-9a62-07bf763cb9b8" providerId="ADAL" clId="{D123E33D-052B-4988-AC2D-F11A208BA2BB}"/>
    <pc:docChg chg="undo custSel addSld delSld modSld sldOrd modMainMaster addSection delSection modSection">
      <pc:chgData name="Ashley Warren" userId="d10fd33e-1b6e-46b9-9a62-07bf763cb9b8" providerId="ADAL" clId="{D123E33D-052B-4988-AC2D-F11A208BA2BB}" dt="2026-10-07T16:52:44.990" v="5147" actId="20577"/>
      <pc:docMkLst>
        <pc:docMk/>
      </pc:docMkLst>
      <pc:sldChg chg="add del ord">
        <pc:chgData name="Ashley Warren" userId="d10fd33e-1b6e-46b9-9a62-07bf763cb9b8" providerId="ADAL" clId="{D123E33D-052B-4988-AC2D-F11A208BA2BB}" dt="2026-10-07T16:20:02.292" v="5099"/>
        <pc:sldMkLst>
          <pc:docMk/>
          <pc:sldMk cId="0" sldId="259"/>
        </pc:sldMkLst>
      </pc:sldChg>
      <pc:sldChg chg="add del">
        <pc:chgData name="Ashley Warren" userId="d10fd33e-1b6e-46b9-9a62-07bf763cb9b8" providerId="ADAL" clId="{D123E33D-052B-4988-AC2D-F11A208BA2BB}" dt="2026-10-07T16:20:05.341" v="5100" actId="2696"/>
        <pc:sldMkLst>
          <pc:docMk/>
          <pc:sldMk cId="0" sldId="261"/>
        </pc:sldMkLst>
      </pc:sldChg>
      <pc:sldChg chg="add del">
        <pc:chgData name="Ashley Warren" userId="d10fd33e-1b6e-46b9-9a62-07bf763cb9b8" providerId="ADAL" clId="{D123E33D-052B-4988-AC2D-F11A208BA2BB}" dt="2026-10-07T16:20:18.632" v="5104" actId="2696"/>
        <pc:sldMkLst>
          <pc:docMk/>
          <pc:sldMk cId="3793353204" sldId="261"/>
        </pc:sldMkLst>
      </pc:sldChg>
      <pc:sldChg chg="modSp mod">
        <pc:chgData name="Ashley Warren" userId="d10fd33e-1b6e-46b9-9a62-07bf763cb9b8" providerId="ADAL" clId="{D123E33D-052B-4988-AC2D-F11A208BA2BB}" dt="2026-10-05T12:45:37.324" v="43" actId="20577"/>
        <pc:sldMkLst>
          <pc:docMk/>
          <pc:sldMk cId="3915827520" sldId="300"/>
        </pc:sldMkLst>
        <pc:spChg chg="mod">
          <ac:chgData name="Ashley Warren" userId="d10fd33e-1b6e-46b9-9a62-07bf763cb9b8" providerId="ADAL" clId="{D123E33D-052B-4988-AC2D-F11A208BA2BB}" dt="2026-10-05T12:45:37.324" v="43" actId="20577"/>
          <ac:spMkLst>
            <pc:docMk/>
            <pc:sldMk cId="3915827520" sldId="300"/>
            <ac:spMk id="6" creationId="{B1857E7F-3D25-69E1-D56B-CD04718DE242}"/>
          </ac:spMkLst>
        </pc:spChg>
        <pc:spChg chg="mod">
          <ac:chgData name="Ashley Warren" userId="d10fd33e-1b6e-46b9-9a62-07bf763cb9b8" providerId="ADAL" clId="{D123E33D-052B-4988-AC2D-F11A208BA2BB}" dt="2026-10-05T12:45:12.961" v="1" actId="404"/>
          <ac:spMkLst>
            <pc:docMk/>
            <pc:sldMk cId="3915827520" sldId="300"/>
            <ac:spMk id="7" creationId="{5DECFFFE-AD1B-5EEF-14B5-E7412B578E21}"/>
          </ac:spMkLst>
        </pc:spChg>
        <pc:spChg chg="mod">
          <ac:chgData name="Ashley Warren" userId="d10fd33e-1b6e-46b9-9a62-07bf763cb9b8" providerId="ADAL" clId="{D123E33D-052B-4988-AC2D-F11A208BA2BB}" dt="2026-10-05T12:45:17.799" v="2" actId="1076"/>
          <ac:spMkLst>
            <pc:docMk/>
            <pc:sldMk cId="3915827520" sldId="300"/>
            <ac:spMk id="8" creationId="{B121D659-B010-38FC-A5F0-1A8941527437}"/>
          </ac:spMkLst>
        </pc:spChg>
      </pc:sldChg>
      <pc:sldChg chg="modSp add mod ord">
        <pc:chgData name="Ashley Warren" userId="d10fd33e-1b6e-46b9-9a62-07bf763cb9b8" providerId="ADAL" clId="{D123E33D-052B-4988-AC2D-F11A208BA2BB}" dt="2026-10-06T16:44:23.954" v="4032" actId="242"/>
        <pc:sldMkLst>
          <pc:docMk/>
          <pc:sldMk cId="364209130" sldId="304"/>
        </pc:sldMkLst>
        <pc:spChg chg="mod">
          <ac:chgData name="Ashley Warren" userId="d10fd33e-1b6e-46b9-9a62-07bf763cb9b8" providerId="ADAL" clId="{D123E33D-052B-4988-AC2D-F11A208BA2BB}" dt="2026-10-06T16:44:23.954" v="4032" actId="242"/>
          <ac:spMkLst>
            <pc:docMk/>
            <pc:sldMk cId="364209130" sldId="304"/>
            <ac:spMk id="7" creationId="{051DA1FF-91B4-0CA9-92E2-6C46A7BE940A}"/>
          </ac:spMkLst>
        </pc:spChg>
        <pc:spChg chg="mod">
          <ac:chgData name="Ashley Warren" userId="d10fd33e-1b6e-46b9-9a62-07bf763cb9b8" providerId="ADAL" clId="{D123E33D-052B-4988-AC2D-F11A208BA2BB}" dt="2026-10-05T16:33:29.268" v="2507" actId="255"/>
          <ac:spMkLst>
            <pc:docMk/>
            <pc:sldMk cId="364209130" sldId="304"/>
            <ac:spMk id="8" creationId="{F01D77B6-2C80-D376-82FD-4AF465F5F7FD}"/>
          </ac:spMkLst>
        </pc:spChg>
      </pc:sldChg>
      <pc:sldChg chg="modSp add mod">
        <pc:chgData name="Ashley Warren" userId="d10fd33e-1b6e-46b9-9a62-07bf763cb9b8" providerId="ADAL" clId="{D123E33D-052B-4988-AC2D-F11A208BA2BB}" dt="2026-10-05T12:58:17.331" v="253" actId="6549"/>
        <pc:sldMkLst>
          <pc:docMk/>
          <pc:sldMk cId="2168968647" sldId="305"/>
        </pc:sldMkLst>
        <pc:spChg chg="mod">
          <ac:chgData name="Ashley Warren" userId="d10fd33e-1b6e-46b9-9a62-07bf763cb9b8" providerId="ADAL" clId="{D123E33D-052B-4988-AC2D-F11A208BA2BB}" dt="2026-10-05T12:47:56.782" v="55"/>
          <ac:spMkLst>
            <pc:docMk/>
            <pc:sldMk cId="2168968647" sldId="305"/>
            <ac:spMk id="5" creationId="{F470BEF4-F1DB-FDBD-9EC7-2FB710A4AD1E}"/>
          </ac:spMkLst>
        </pc:spChg>
        <pc:spChg chg="mod">
          <ac:chgData name="Ashley Warren" userId="d10fd33e-1b6e-46b9-9a62-07bf763cb9b8" providerId="ADAL" clId="{D123E33D-052B-4988-AC2D-F11A208BA2BB}" dt="2026-10-05T12:49:45.198" v="87" actId="20577"/>
          <ac:spMkLst>
            <pc:docMk/>
            <pc:sldMk cId="2168968647" sldId="305"/>
            <ac:spMk id="8" creationId="{54038FF0-F2B8-B5A6-619C-3F9338D18933}"/>
          </ac:spMkLst>
        </pc:spChg>
        <pc:spChg chg="mod">
          <ac:chgData name="Ashley Warren" userId="d10fd33e-1b6e-46b9-9a62-07bf763cb9b8" providerId="ADAL" clId="{D123E33D-052B-4988-AC2D-F11A208BA2BB}" dt="2026-10-05T12:54:06.437" v="212" actId="6549"/>
          <ac:spMkLst>
            <pc:docMk/>
            <pc:sldMk cId="2168968647" sldId="305"/>
            <ac:spMk id="9" creationId="{B3F03BEA-94A5-F753-9670-2FAF4FE5AF9F}"/>
          </ac:spMkLst>
        </pc:spChg>
        <pc:spChg chg="mod">
          <ac:chgData name="Ashley Warren" userId="d10fd33e-1b6e-46b9-9a62-07bf763cb9b8" providerId="ADAL" clId="{D123E33D-052B-4988-AC2D-F11A208BA2BB}" dt="2026-10-05T12:54:23.701" v="235" actId="20577"/>
          <ac:spMkLst>
            <pc:docMk/>
            <pc:sldMk cId="2168968647" sldId="305"/>
            <ac:spMk id="11" creationId="{628ECEE9-38C3-049E-1B86-10B4CF86A503}"/>
          </ac:spMkLst>
        </pc:spChg>
        <pc:spChg chg="mod">
          <ac:chgData name="Ashley Warren" userId="d10fd33e-1b6e-46b9-9a62-07bf763cb9b8" providerId="ADAL" clId="{D123E33D-052B-4988-AC2D-F11A208BA2BB}" dt="2026-10-05T12:53:32.580" v="179" actId="6549"/>
          <ac:spMkLst>
            <pc:docMk/>
            <pc:sldMk cId="2168968647" sldId="305"/>
            <ac:spMk id="12" creationId="{4D39DB94-23EA-05FA-ADAA-F90DE499CB74}"/>
          </ac:spMkLst>
        </pc:spChg>
        <pc:spChg chg="mod">
          <ac:chgData name="Ashley Warren" userId="d10fd33e-1b6e-46b9-9a62-07bf763cb9b8" providerId="ADAL" clId="{D123E33D-052B-4988-AC2D-F11A208BA2BB}" dt="2026-10-05T12:53:57.947" v="211" actId="20577"/>
          <ac:spMkLst>
            <pc:docMk/>
            <pc:sldMk cId="2168968647" sldId="305"/>
            <ac:spMk id="14" creationId="{7DC352B5-E564-1311-39B0-A1763023EC8C}"/>
          </ac:spMkLst>
        </pc:spChg>
        <pc:spChg chg="mod">
          <ac:chgData name="Ashley Warren" userId="d10fd33e-1b6e-46b9-9a62-07bf763cb9b8" providerId="ADAL" clId="{D123E33D-052B-4988-AC2D-F11A208BA2BB}" dt="2026-10-05T12:53:36.068" v="181" actId="6549"/>
          <ac:spMkLst>
            <pc:docMk/>
            <pc:sldMk cId="2168968647" sldId="305"/>
            <ac:spMk id="15" creationId="{EDE8F0BB-1A2F-84EE-21CA-46CDA51F34AE}"/>
          </ac:spMkLst>
        </pc:spChg>
        <pc:spChg chg="mod">
          <ac:chgData name="Ashley Warren" userId="d10fd33e-1b6e-46b9-9a62-07bf763cb9b8" providerId="ADAL" clId="{D123E33D-052B-4988-AC2D-F11A208BA2BB}" dt="2026-10-05T12:57:17.296" v="242" actId="20577"/>
          <ac:spMkLst>
            <pc:docMk/>
            <pc:sldMk cId="2168968647" sldId="305"/>
            <ac:spMk id="17" creationId="{21D58B62-D94C-B8FC-283D-7802055EEA27}"/>
          </ac:spMkLst>
        </pc:spChg>
        <pc:spChg chg="mod">
          <ac:chgData name="Ashley Warren" userId="d10fd33e-1b6e-46b9-9a62-07bf763cb9b8" providerId="ADAL" clId="{D123E33D-052B-4988-AC2D-F11A208BA2BB}" dt="2026-10-05T12:53:39.251" v="183" actId="6549"/>
          <ac:spMkLst>
            <pc:docMk/>
            <pc:sldMk cId="2168968647" sldId="305"/>
            <ac:spMk id="18" creationId="{E07FDDE5-DECB-AFFD-3CB9-718862B68BDA}"/>
          </ac:spMkLst>
        </pc:spChg>
        <pc:spChg chg="mod">
          <ac:chgData name="Ashley Warren" userId="d10fd33e-1b6e-46b9-9a62-07bf763cb9b8" providerId="ADAL" clId="{D123E33D-052B-4988-AC2D-F11A208BA2BB}" dt="2026-10-05T12:58:17.331" v="253" actId="6549"/>
          <ac:spMkLst>
            <pc:docMk/>
            <pc:sldMk cId="2168968647" sldId="305"/>
            <ac:spMk id="21" creationId="{4FFEC940-0BEA-255E-F03B-36D3B027C59A}"/>
          </ac:spMkLst>
        </pc:spChg>
      </pc:sldChg>
      <pc:sldChg chg="modSp add mod ord">
        <pc:chgData name="Ashley Warren" userId="d10fd33e-1b6e-46b9-9a62-07bf763cb9b8" providerId="ADAL" clId="{D123E33D-052B-4988-AC2D-F11A208BA2BB}" dt="2026-10-06T16:44:28.076" v="4033" actId="242"/>
        <pc:sldMkLst>
          <pc:docMk/>
          <pc:sldMk cId="2727379196" sldId="309"/>
        </pc:sldMkLst>
        <pc:spChg chg="mod">
          <ac:chgData name="Ashley Warren" userId="d10fd33e-1b6e-46b9-9a62-07bf763cb9b8" providerId="ADAL" clId="{D123E33D-052B-4988-AC2D-F11A208BA2BB}" dt="2026-10-06T16:44:28.076" v="4033" actId="242"/>
          <ac:spMkLst>
            <pc:docMk/>
            <pc:sldMk cId="2727379196" sldId="309"/>
            <ac:spMk id="7" creationId="{B120A9C8-B01B-6B6D-0F76-C3402E309165}"/>
          </ac:spMkLst>
        </pc:spChg>
        <pc:spChg chg="mod">
          <ac:chgData name="Ashley Warren" userId="d10fd33e-1b6e-46b9-9a62-07bf763cb9b8" providerId="ADAL" clId="{D123E33D-052B-4988-AC2D-F11A208BA2BB}" dt="2026-10-05T16:33:22.469" v="2506" actId="403"/>
          <ac:spMkLst>
            <pc:docMk/>
            <pc:sldMk cId="2727379196" sldId="309"/>
            <ac:spMk id="8" creationId="{E5EF116C-3B43-37B1-DBDD-B1A9B96C5F3C}"/>
          </ac:spMkLst>
        </pc:spChg>
      </pc:sldChg>
      <pc:sldChg chg="modSp add mod ord">
        <pc:chgData name="Ashley Warren" userId="d10fd33e-1b6e-46b9-9a62-07bf763cb9b8" providerId="ADAL" clId="{D123E33D-052B-4988-AC2D-F11A208BA2BB}" dt="2026-10-06T16:57:10.875" v="4204" actId="1076"/>
        <pc:sldMkLst>
          <pc:docMk/>
          <pc:sldMk cId="1633512090" sldId="310"/>
        </pc:sldMkLst>
        <pc:spChg chg="mod">
          <ac:chgData name="Ashley Warren" userId="d10fd33e-1b6e-46b9-9a62-07bf763cb9b8" providerId="ADAL" clId="{D123E33D-052B-4988-AC2D-F11A208BA2BB}" dt="2026-10-06T16:57:10.875" v="4204" actId="1076"/>
          <ac:spMkLst>
            <pc:docMk/>
            <pc:sldMk cId="1633512090" sldId="310"/>
            <ac:spMk id="7" creationId="{415CD14D-A3D9-0BE6-1FCE-7B3FB9C27476}"/>
          </ac:spMkLst>
        </pc:spChg>
        <pc:spChg chg="mod">
          <ac:chgData name="Ashley Warren" userId="d10fd33e-1b6e-46b9-9a62-07bf763cb9b8" providerId="ADAL" clId="{D123E33D-052B-4988-AC2D-F11A208BA2BB}" dt="2026-10-05T16:33:34.704" v="2508" actId="255"/>
          <ac:spMkLst>
            <pc:docMk/>
            <pc:sldMk cId="1633512090" sldId="310"/>
            <ac:spMk id="8" creationId="{5A5980B3-CC95-D6E7-DF7B-0ED0F6CE145F}"/>
          </ac:spMkLst>
        </pc:spChg>
      </pc:sldChg>
      <pc:sldChg chg="modSp add mod ord">
        <pc:chgData name="Ashley Warren" userId="d10fd33e-1b6e-46b9-9a62-07bf763cb9b8" providerId="ADAL" clId="{D123E33D-052B-4988-AC2D-F11A208BA2BB}" dt="2026-10-06T16:45:13.680" v="4097" actId="5793"/>
        <pc:sldMkLst>
          <pc:docMk/>
          <pc:sldMk cId="3692260310" sldId="311"/>
        </pc:sldMkLst>
        <pc:spChg chg="mod">
          <ac:chgData name="Ashley Warren" userId="d10fd33e-1b6e-46b9-9a62-07bf763cb9b8" providerId="ADAL" clId="{D123E33D-052B-4988-AC2D-F11A208BA2BB}" dt="2026-10-06T16:44:51.935" v="4043" actId="20577"/>
          <ac:spMkLst>
            <pc:docMk/>
            <pc:sldMk cId="3692260310" sldId="311"/>
            <ac:spMk id="7" creationId="{FAE2389D-F6C6-F078-29A6-F3CB9A26D451}"/>
          </ac:spMkLst>
        </pc:spChg>
        <pc:spChg chg="mod">
          <ac:chgData name="Ashley Warren" userId="d10fd33e-1b6e-46b9-9a62-07bf763cb9b8" providerId="ADAL" clId="{D123E33D-052B-4988-AC2D-F11A208BA2BB}" dt="2026-10-06T16:45:13.680" v="4097" actId="5793"/>
          <ac:spMkLst>
            <pc:docMk/>
            <pc:sldMk cId="3692260310" sldId="311"/>
            <ac:spMk id="8" creationId="{1E73969E-1E5A-5947-89C5-76577C040863}"/>
          </ac:spMkLst>
        </pc:spChg>
      </pc:sldChg>
      <pc:sldChg chg="addSp delSp modSp mod">
        <pc:chgData name="Ashley Warren" userId="d10fd33e-1b6e-46b9-9a62-07bf763cb9b8" providerId="ADAL" clId="{D123E33D-052B-4988-AC2D-F11A208BA2BB}" dt="2026-10-07T16:20:15.452" v="5103" actId="21"/>
        <pc:sldMkLst>
          <pc:docMk/>
          <pc:sldMk cId="599500723" sldId="313"/>
        </pc:sldMkLst>
        <pc:picChg chg="add del mod">
          <ac:chgData name="Ashley Warren" userId="d10fd33e-1b6e-46b9-9a62-07bf763cb9b8" providerId="ADAL" clId="{D123E33D-052B-4988-AC2D-F11A208BA2BB}" dt="2026-10-07T16:20:15.452" v="5103" actId="21"/>
          <ac:picMkLst>
            <pc:docMk/>
            <pc:sldMk cId="599500723" sldId="313"/>
            <ac:picMk id="13" creationId="{AA92C381-6F64-ACAC-F629-06763C11DABA}"/>
          </ac:picMkLst>
        </pc:picChg>
      </pc:sldChg>
      <pc:sldChg chg="addSp modSp add mod modClrScheme chgLayout">
        <pc:chgData name="Ashley Warren" userId="d10fd33e-1b6e-46b9-9a62-07bf763cb9b8" providerId="ADAL" clId="{D123E33D-052B-4988-AC2D-F11A208BA2BB}" dt="2026-10-07T16:52:44.990" v="5147" actId="20577"/>
        <pc:sldMkLst>
          <pc:docMk/>
          <pc:sldMk cId="1958094109" sldId="359"/>
        </pc:sldMkLst>
        <pc:spChg chg="add mod ord">
          <ac:chgData name="Ashley Warren" userId="d10fd33e-1b6e-46b9-9a62-07bf763cb9b8" providerId="ADAL" clId="{D123E33D-052B-4988-AC2D-F11A208BA2BB}" dt="2026-10-06T16:43:55.405" v="4013" actId="20577"/>
          <ac:spMkLst>
            <pc:docMk/>
            <pc:sldMk cId="1958094109" sldId="359"/>
            <ac:spMk id="2" creationId="{D45D259B-D83A-EDD6-1A09-83CF722D4BE2}"/>
          </ac:spMkLst>
        </pc:spChg>
        <pc:spChg chg="add mod ord">
          <ac:chgData name="Ashley Warren" userId="d10fd33e-1b6e-46b9-9a62-07bf763cb9b8" providerId="ADAL" clId="{D123E33D-052B-4988-AC2D-F11A208BA2BB}" dt="2026-10-06T16:50:55.865" v="4132" actId="20577"/>
          <ac:spMkLst>
            <pc:docMk/>
            <pc:sldMk cId="1958094109" sldId="359"/>
            <ac:spMk id="3" creationId="{F6DA954B-649A-7E5A-198E-9F19C3B118F5}"/>
          </ac:spMkLst>
        </pc:spChg>
        <pc:spChg chg="add mod ord">
          <ac:chgData name="Ashley Warren" userId="d10fd33e-1b6e-46b9-9a62-07bf763cb9b8" providerId="ADAL" clId="{D123E33D-052B-4988-AC2D-F11A208BA2BB}" dt="2026-10-06T16:44:05.486" v="4031" actId="20577"/>
          <ac:spMkLst>
            <pc:docMk/>
            <pc:sldMk cId="1958094109" sldId="359"/>
            <ac:spMk id="4" creationId="{67924A21-20EF-73AF-D1B2-031B10F27862}"/>
          </ac:spMkLst>
        </pc:spChg>
        <pc:spChg chg="add mod">
          <ac:chgData name="Ashley Warren" userId="d10fd33e-1b6e-46b9-9a62-07bf763cb9b8" providerId="ADAL" clId="{D123E33D-052B-4988-AC2D-F11A208BA2BB}" dt="2026-10-05T13:11:02.110" v="716" actId="207"/>
          <ac:spMkLst>
            <pc:docMk/>
            <pc:sldMk cId="1958094109" sldId="359"/>
            <ac:spMk id="5" creationId="{CEA4D1C5-E819-7675-087A-05EE76F59941}"/>
          </ac:spMkLst>
        </pc:spChg>
        <pc:spChg chg="add mod">
          <ac:chgData name="Ashley Warren" userId="d10fd33e-1b6e-46b9-9a62-07bf763cb9b8" providerId="ADAL" clId="{D123E33D-052B-4988-AC2D-F11A208BA2BB}" dt="2026-10-05T13:11:00.510" v="715" actId="207"/>
          <ac:spMkLst>
            <pc:docMk/>
            <pc:sldMk cId="1958094109" sldId="359"/>
            <ac:spMk id="7" creationId="{7AA4E12F-EB87-EC37-C558-D484F5575C01}"/>
          </ac:spMkLst>
        </pc:spChg>
        <pc:spChg chg="mod ord">
          <ac:chgData name="Ashley Warren" userId="d10fd33e-1b6e-46b9-9a62-07bf763cb9b8" providerId="ADAL" clId="{D123E33D-052B-4988-AC2D-F11A208BA2BB}" dt="2026-10-05T13:09:14.412" v="694" actId="14100"/>
          <ac:spMkLst>
            <pc:docMk/>
            <pc:sldMk cId="1958094109" sldId="359"/>
            <ac:spMk id="14" creationId="{CEAB9EF8-4A45-CA14-41C7-26E11AFA37B7}"/>
          </ac:spMkLst>
        </pc:spChg>
        <pc:spChg chg="mod ord">
          <ac:chgData name="Ashley Warren" userId="d10fd33e-1b6e-46b9-9a62-07bf763cb9b8" providerId="ADAL" clId="{D123E33D-052B-4988-AC2D-F11A208BA2BB}" dt="2026-10-05T13:06:41.011" v="647" actId="242"/>
          <ac:spMkLst>
            <pc:docMk/>
            <pc:sldMk cId="1958094109" sldId="359"/>
            <ac:spMk id="15" creationId="{7024F82A-B80F-3296-263D-1F4A1A3C0536}"/>
          </ac:spMkLst>
        </pc:spChg>
        <pc:spChg chg="mod ord">
          <ac:chgData name="Ashley Warren" userId="d10fd33e-1b6e-46b9-9a62-07bf763cb9b8" providerId="ADAL" clId="{D123E33D-052B-4988-AC2D-F11A208BA2BB}" dt="2026-10-05T13:07:06.364" v="657" actId="108"/>
          <ac:spMkLst>
            <pc:docMk/>
            <pc:sldMk cId="1958094109" sldId="359"/>
            <ac:spMk id="16" creationId="{84CD29DA-89F6-E1C8-0FAE-4BA42825D17C}"/>
          </ac:spMkLst>
        </pc:spChg>
        <pc:spChg chg="mod ord">
          <ac:chgData name="Ashley Warren" userId="d10fd33e-1b6e-46b9-9a62-07bf763cb9b8" providerId="ADAL" clId="{D123E33D-052B-4988-AC2D-F11A208BA2BB}" dt="2026-10-05T13:08:46.782" v="685" actId="207"/>
          <ac:spMkLst>
            <pc:docMk/>
            <pc:sldMk cId="1958094109" sldId="359"/>
            <ac:spMk id="18" creationId="{0EB50952-087B-26D7-DA57-A28F91F9AE43}"/>
          </ac:spMkLst>
        </pc:spChg>
        <pc:spChg chg="mod ord">
          <ac:chgData name="Ashley Warren" userId="d10fd33e-1b6e-46b9-9a62-07bf763cb9b8" providerId="ADAL" clId="{D123E33D-052B-4988-AC2D-F11A208BA2BB}" dt="2026-10-06T16:51:14.579" v="4144" actId="20577"/>
          <ac:spMkLst>
            <pc:docMk/>
            <pc:sldMk cId="1958094109" sldId="359"/>
            <ac:spMk id="19" creationId="{3A21E553-B57D-A73D-41A4-60E144F75509}"/>
          </ac:spMkLst>
        </pc:spChg>
        <pc:spChg chg="mod ord">
          <ac:chgData name="Ashley Warren" userId="d10fd33e-1b6e-46b9-9a62-07bf763cb9b8" providerId="ADAL" clId="{D123E33D-052B-4988-AC2D-F11A208BA2BB}" dt="2026-10-07T16:52:44.990" v="5147" actId="20577"/>
          <ac:spMkLst>
            <pc:docMk/>
            <pc:sldMk cId="1958094109" sldId="359"/>
            <ac:spMk id="21" creationId="{D195232A-3BFA-91DF-1DB4-BAF475CF70D1}"/>
          </ac:spMkLst>
        </pc:spChg>
        <pc:spChg chg="mod ord">
          <ac:chgData name="Ashley Warren" userId="d10fd33e-1b6e-46b9-9a62-07bf763cb9b8" providerId="ADAL" clId="{D123E33D-052B-4988-AC2D-F11A208BA2BB}" dt="2026-10-07T16:52:24.382" v="5112" actId="20577"/>
          <ac:spMkLst>
            <pc:docMk/>
            <pc:sldMk cId="1958094109" sldId="359"/>
            <ac:spMk id="22" creationId="{0DA4866C-C6F4-8084-1D54-BCBADA2D61C6}"/>
          </ac:spMkLst>
        </pc:spChg>
      </pc:sldChg>
      <pc:sldChg chg="addSp delSp modSp new add del mod modClrScheme chgLayout">
        <pc:chgData name="Ashley Warren" userId="d10fd33e-1b6e-46b9-9a62-07bf763cb9b8" providerId="ADAL" clId="{D123E33D-052B-4988-AC2D-F11A208BA2BB}" dt="2026-10-06T16:31:15.547" v="3374" actId="2696"/>
        <pc:sldMkLst>
          <pc:docMk/>
          <pc:sldMk cId="4248889967" sldId="360"/>
        </pc:sldMkLst>
        <pc:spChg chg="add mod">
          <ac:chgData name="Ashley Warren" userId="d10fd33e-1b6e-46b9-9a62-07bf763cb9b8" providerId="ADAL" clId="{D123E33D-052B-4988-AC2D-F11A208BA2BB}" dt="2026-10-06T16:06:36.751" v="2692"/>
          <ac:spMkLst>
            <pc:docMk/>
            <pc:sldMk cId="4248889967" sldId="360"/>
            <ac:spMk id="2" creationId="{5E5E1E21-F9B7-54DE-AB16-6C2C6B7C4AE2}"/>
          </ac:spMkLst>
        </pc:spChg>
        <pc:spChg chg="mod">
          <ac:chgData name="Ashley Warren" userId="d10fd33e-1b6e-46b9-9a62-07bf763cb9b8" providerId="ADAL" clId="{D123E33D-052B-4988-AC2D-F11A208BA2BB}" dt="2026-10-06T16:06:36.751" v="2692"/>
          <ac:spMkLst>
            <pc:docMk/>
            <pc:sldMk cId="4248889967" sldId="360"/>
            <ac:spMk id="4" creationId="{CD359F17-ABFD-68B0-F4EF-F492A97F6A9E}"/>
          </ac:spMkLst>
        </pc:spChg>
        <pc:spChg chg="add mod ord">
          <ac:chgData name="Ashley Warren" userId="d10fd33e-1b6e-46b9-9a62-07bf763cb9b8" providerId="ADAL" clId="{D123E33D-052B-4988-AC2D-F11A208BA2BB}" dt="2026-10-06T16:11:29.825" v="2763" actId="700"/>
          <ac:spMkLst>
            <pc:docMk/>
            <pc:sldMk cId="4248889967" sldId="360"/>
            <ac:spMk id="5" creationId="{0ED23AAD-F7C1-07F1-DBF2-CE1E32CC2E41}"/>
          </ac:spMkLst>
        </pc:spChg>
        <pc:spChg chg="add del mod ord">
          <ac:chgData name="Ashley Warren" userId="d10fd33e-1b6e-46b9-9a62-07bf763cb9b8" providerId="ADAL" clId="{D123E33D-052B-4988-AC2D-F11A208BA2BB}" dt="2026-10-06T16:09:33.800" v="2742" actId="478"/>
          <ac:spMkLst>
            <pc:docMk/>
            <pc:sldMk cId="4248889967" sldId="360"/>
            <ac:spMk id="6" creationId="{F805E429-5FA2-705C-D4A8-416FDF74293A}"/>
          </ac:spMkLst>
        </pc:spChg>
        <pc:spChg chg="mod">
          <ac:chgData name="Ashley Warren" userId="d10fd33e-1b6e-46b9-9a62-07bf763cb9b8" providerId="ADAL" clId="{D123E33D-052B-4988-AC2D-F11A208BA2BB}" dt="2026-10-06T16:06:36.751" v="2692"/>
          <ac:spMkLst>
            <pc:docMk/>
            <pc:sldMk cId="4248889967" sldId="360"/>
            <ac:spMk id="14" creationId="{B15788E3-E44D-3845-0A6A-5F7E8EC89ABD}"/>
          </ac:spMkLst>
        </pc:spChg>
        <pc:spChg chg="mod">
          <ac:chgData name="Ashley Warren" userId="d10fd33e-1b6e-46b9-9a62-07bf763cb9b8" providerId="ADAL" clId="{D123E33D-052B-4988-AC2D-F11A208BA2BB}" dt="2026-10-06T16:06:36.751" v="2692"/>
          <ac:spMkLst>
            <pc:docMk/>
            <pc:sldMk cId="4248889967" sldId="360"/>
            <ac:spMk id="15" creationId="{E91B7D52-68D2-ED4E-8322-16E5AE9C4971}"/>
          </ac:spMkLst>
        </pc:spChg>
        <pc:spChg chg="mod">
          <ac:chgData name="Ashley Warren" userId="d10fd33e-1b6e-46b9-9a62-07bf763cb9b8" providerId="ADAL" clId="{D123E33D-052B-4988-AC2D-F11A208BA2BB}" dt="2026-10-06T16:06:36.751" v="2692"/>
          <ac:spMkLst>
            <pc:docMk/>
            <pc:sldMk cId="4248889967" sldId="360"/>
            <ac:spMk id="16" creationId="{D98FBEAF-1AC0-6ADB-59CD-31C34DC52AA2}"/>
          </ac:spMkLst>
        </pc:spChg>
        <pc:spChg chg="add mod">
          <ac:chgData name="Ashley Warren" userId="d10fd33e-1b6e-46b9-9a62-07bf763cb9b8" providerId="ADAL" clId="{D123E33D-052B-4988-AC2D-F11A208BA2BB}" dt="2026-10-06T16:10:50.131" v="2755" actId="164"/>
          <ac:spMkLst>
            <pc:docMk/>
            <pc:sldMk cId="4248889967" sldId="360"/>
            <ac:spMk id="18" creationId="{01945B65-985E-0E3A-84E2-5F77A8328BA5}"/>
          </ac:spMkLst>
        </pc:spChg>
        <pc:spChg chg="mod">
          <ac:chgData name="Ashley Warren" userId="d10fd33e-1b6e-46b9-9a62-07bf763cb9b8" providerId="ADAL" clId="{D123E33D-052B-4988-AC2D-F11A208BA2BB}" dt="2026-10-06T16:10:13.470" v="2749" actId="14100"/>
          <ac:spMkLst>
            <pc:docMk/>
            <pc:sldMk cId="4248889967" sldId="360"/>
            <ac:spMk id="20" creationId="{0C9E84B8-F933-922B-0571-505176C02926}"/>
          </ac:spMkLst>
        </pc:spChg>
        <pc:spChg chg="del mod">
          <ac:chgData name="Ashley Warren" userId="d10fd33e-1b6e-46b9-9a62-07bf763cb9b8" providerId="ADAL" clId="{D123E33D-052B-4988-AC2D-F11A208BA2BB}" dt="2026-10-06T16:06:46.163" v="2694" actId="478"/>
          <ac:spMkLst>
            <pc:docMk/>
            <pc:sldMk cId="4248889967" sldId="360"/>
            <ac:spMk id="28" creationId="{93A8E852-7BE5-F5C1-BC18-ACC84ED7B104}"/>
          </ac:spMkLst>
        </pc:spChg>
        <pc:spChg chg="mod">
          <ac:chgData name="Ashley Warren" userId="d10fd33e-1b6e-46b9-9a62-07bf763cb9b8" providerId="ADAL" clId="{D123E33D-052B-4988-AC2D-F11A208BA2BB}" dt="2026-10-06T16:06:41.765" v="2693"/>
          <ac:spMkLst>
            <pc:docMk/>
            <pc:sldMk cId="4248889967" sldId="360"/>
            <ac:spMk id="29" creationId="{5EA67198-AEE2-3C9D-FC41-0318D292D64C}"/>
          </ac:spMkLst>
        </pc:spChg>
        <pc:spChg chg="mod">
          <ac:chgData name="Ashley Warren" userId="d10fd33e-1b6e-46b9-9a62-07bf763cb9b8" providerId="ADAL" clId="{D123E33D-052B-4988-AC2D-F11A208BA2BB}" dt="2026-10-06T16:08:42.712" v="2723" actId="403"/>
          <ac:spMkLst>
            <pc:docMk/>
            <pc:sldMk cId="4248889967" sldId="360"/>
            <ac:spMk id="30" creationId="{F6460633-4B5B-CAB2-C30C-70CA16CFD77F}"/>
          </ac:spMkLst>
        </pc:spChg>
        <pc:spChg chg="add del mod ord">
          <ac:chgData name="Ashley Warren" userId="d10fd33e-1b6e-46b9-9a62-07bf763cb9b8" providerId="ADAL" clId="{D123E33D-052B-4988-AC2D-F11A208BA2BB}" dt="2026-10-06T16:11:08.069" v="2757" actId="700"/>
          <ac:spMkLst>
            <pc:docMk/>
            <pc:sldMk cId="4248889967" sldId="360"/>
            <ac:spMk id="35" creationId="{258F74A0-5027-835A-7CC5-E1E91C89E170}"/>
          </ac:spMkLst>
        </pc:spChg>
        <pc:spChg chg="add del mod ord">
          <ac:chgData name="Ashley Warren" userId="d10fd33e-1b6e-46b9-9a62-07bf763cb9b8" providerId="ADAL" clId="{D123E33D-052B-4988-AC2D-F11A208BA2BB}" dt="2026-10-06T16:11:08.069" v="2757" actId="700"/>
          <ac:spMkLst>
            <pc:docMk/>
            <pc:sldMk cId="4248889967" sldId="360"/>
            <ac:spMk id="36" creationId="{6798DA7B-1655-2B14-CF8A-79CFAAE3B723}"/>
          </ac:spMkLst>
        </pc:spChg>
        <pc:spChg chg="add del mod ord">
          <ac:chgData name="Ashley Warren" userId="d10fd33e-1b6e-46b9-9a62-07bf763cb9b8" providerId="ADAL" clId="{D123E33D-052B-4988-AC2D-F11A208BA2BB}" dt="2026-10-06T16:11:29.825" v="2763" actId="700"/>
          <ac:spMkLst>
            <pc:docMk/>
            <pc:sldMk cId="4248889967" sldId="360"/>
            <ac:spMk id="37" creationId="{5EF14C36-4459-C192-FF5A-FC510B28FACE}"/>
          </ac:spMkLst>
        </pc:spChg>
        <pc:grpChg chg="mod">
          <ac:chgData name="Ashley Warren" userId="d10fd33e-1b6e-46b9-9a62-07bf763cb9b8" providerId="ADAL" clId="{D123E33D-052B-4988-AC2D-F11A208BA2BB}" dt="2026-10-06T16:10:50.131" v="2755" actId="164"/>
          <ac:grpSpMkLst>
            <pc:docMk/>
            <pc:sldMk cId="4248889967" sldId="360"/>
            <ac:grpSpMk id="19" creationId="{C5A3DF0C-34A6-1D78-F893-38316E232731}"/>
          </ac:grpSpMkLst>
        </pc:grpChg>
        <pc:grpChg chg="add mod">
          <ac:chgData name="Ashley Warren" userId="d10fd33e-1b6e-46b9-9a62-07bf763cb9b8" providerId="ADAL" clId="{D123E33D-052B-4988-AC2D-F11A208BA2BB}" dt="2026-10-06T16:11:28.927" v="2762" actId="1076"/>
          <ac:grpSpMkLst>
            <pc:docMk/>
            <pc:sldMk cId="4248889967" sldId="360"/>
            <ac:grpSpMk id="34" creationId="{560055F9-B829-8A92-F240-0BB3318F1BC4}"/>
          </ac:grpSpMkLst>
        </pc:grpChg>
        <pc:picChg chg="mod">
          <ac:chgData name="Ashley Warren" userId="d10fd33e-1b6e-46b9-9a62-07bf763cb9b8" providerId="ADAL" clId="{D123E33D-052B-4988-AC2D-F11A208BA2BB}" dt="2026-10-06T16:06:36.751" v="2692"/>
          <ac:picMkLst>
            <pc:docMk/>
            <pc:sldMk cId="4248889967" sldId="360"/>
            <ac:picMk id="8" creationId="{CB5185A8-785F-017C-5E77-E6E3B82E8540}"/>
          </ac:picMkLst>
        </pc:picChg>
        <pc:picChg chg="mod">
          <ac:chgData name="Ashley Warren" userId="d10fd33e-1b6e-46b9-9a62-07bf763cb9b8" providerId="ADAL" clId="{D123E33D-052B-4988-AC2D-F11A208BA2BB}" dt="2026-10-06T16:06:36.751" v="2692"/>
          <ac:picMkLst>
            <pc:docMk/>
            <pc:sldMk cId="4248889967" sldId="360"/>
            <ac:picMk id="9" creationId="{9D48A6B1-65AF-47C2-B32B-071406740324}"/>
          </ac:picMkLst>
        </pc:picChg>
        <pc:picChg chg="mod">
          <ac:chgData name="Ashley Warren" userId="d10fd33e-1b6e-46b9-9a62-07bf763cb9b8" providerId="ADAL" clId="{D123E33D-052B-4988-AC2D-F11A208BA2BB}" dt="2026-10-06T16:06:36.751" v="2692"/>
          <ac:picMkLst>
            <pc:docMk/>
            <pc:sldMk cId="4248889967" sldId="360"/>
            <ac:picMk id="11" creationId="{648F4300-82AF-B906-285B-E79650C2962C}"/>
          </ac:picMkLst>
        </pc:picChg>
        <pc:picChg chg="mod">
          <ac:chgData name="Ashley Warren" userId="d10fd33e-1b6e-46b9-9a62-07bf763cb9b8" providerId="ADAL" clId="{D123E33D-052B-4988-AC2D-F11A208BA2BB}" dt="2026-10-06T16:06:36.751" v="2692"/>
          <ac:picMkLst>
            <pc:docMk/>
            <pc:sldMk cId="4248889967" sldId="360"/>
            <ac:picMk id="13" creationId="{D1B7AFF9-E343-5AB7-937E-3D3EC0F5333A}"/>
          </ac:picMkLst>
        </pc:picChg>
        <pc:picChg chg="mod">
          <ac:chgData name="Ashley Warren" userId="d10fd33e-1b6e-46b9-9a62-07bf763cb9b8" providerId="ADAL" clId="{D123E33D-052B-4988-AC2D-F11A208BA2BB}" dt="2026-10-06T16:06:36.751" v="2692"/>
          <ac:picMkLst>
            <pc:docMk/>
            <pc:sldMk cId="4248889967" sldId="360"/>
            <ac:picMk id="17" creationId="{B895CABB-A60E-EC28-1826-6C0A93FA711E}"/>
          </ac:picMkLst>
        </pc:picChg>
        <pc:picChg chg="mod">
          <ac:chgData name="Ashley Warren" userId="d10fd33e-1b6e-46b9-9a62-07bf763cb9b8" providerId="ADAL" clId="{D123E33D-052B-4988-AC2D-F11A208BA2BB}" dt="2026-10-06T16:06:41.765" v="2693"/>
          <ac:picMkLst>
            <pc:docMk/>
            <pc:sldMk cId="4248889967" sldId="360"/>
            <ac:picMk id="22" creationId="{7BE0AF09-64CF-ABE6-8D94-AB6C97A72B35}"/>
          </ac:picMkLst>
        </pc:picChg>
        <pc:picChg chg="mod">
          <ac:chgData name="Ashley Warren" userId="d10fd33e-1b6e-46b9-9a62-07bf763cb9b8" providerId="ADAL" clId="{D123E33D-052B-4988-AC2D-F11A208BA2BB}" dt="2026-10-06T16:06:41.765" v="2693"/>
          <ac:picMkLst>
            <pc:docMk/>
            <pc:sldMk cId="4248889967" sldId="360"/>
            <ac:picMk id="23" creationId="{3E56D56E-8BA7-D4C8-E1C5-1623073FD0A2}"/>
          </ac:picMkLst>
        </pc:picChg>
        <pc:picChg chg="mod">
          <ac:chgData name="Ashley Warren" userId="d10fd33e-1b6e-46b9-9a62-07bf763cb9b8" providerId="ADAL" clId="{D123E33D-052B-4988-AC2D-F11A208BA2BB}" dt="2026-10-06T16:06:41.765" v="2693"/>
          <ac:picMkLst>
            <pc:docMk/>
            <pc:sldMk cId="4248889967" sldId="360"/>
            <ac:picMk id="25" creationId="{E4E9373B-2193-4FD9-B586-27367A87FFBC}"/>
          </ac:picMkLst>
        </pc:picChg>
        <pc:picChg chg="mod">
          <ac:chgData name="Ashley Warren" userId="d10fd33e-1b6e-46b9-9a62-07bf763cb9b8" providerId="ADAL" clId="{D123E33D-052B-4988-AC2D-F11A208BA2BB}" dt="2026-10-06T16:06:41.765" v="2693"/>
          <ac:picMkLst>
            <pc:docMk/>
            <pc:sldMk cId="4248889967" sldId="360"/>
            <ac:picMk id="26" creationId="{CBA20162-DAE3-ED65-4B9E-BF64771FC0DC}"/>
          </ac:picMkLst>
        </pc:picChg>
        <pc:picChg chg="mod">
          <ac:chgData name="Ashley Warren" userId="d10fd33e-1b6e-46b9-9a62-07bf763cb9b8" providerId="ADAL" clId="{D123E33D-052B-4988-AC2D-F11A208BA2BB}" dt="2026-10-06T16:06:41.765" v="2693"/>
          <ac:picMkLst>
            <pc:docMk/>
            <pc:sldMk cId="4248889967" sldId="360"/>
            <ac:picMk id="31" creationId="{77EFABD4-C548-B50B-D16D-2129A0860FBB}"/>
          </ac:picMkLst>
        </pc:picChg>
        <pc:picChg chg="add del mod">
          <ac:chgData name="Ashley Warren" userId="d10fd33e-1b6e-46b9-9a62-07bf763cb9b8" providerId="ADAL" clId="{D123E33D-052B-4988-AC2D-F11A208BA2BB}" dt="2026-10-06T16:08:19.421" v="2714" actId="478"/>
          <ac:picMkLst>
            <pc:docMk/>
            <pc:sldMk cId="4248889967" sldId="360"/>
            <ac:picMk id="33" creationId="{FB491561-F501-06B6-18B7-E153296EA721}"/>
          </ac:picMkLst>
        </pc:picChg>
      </pc:sldChg>
      <pc:sldChg chg="addSp delSp modSp new mod modClrScheme modAnim chgLayout">
        <pc:chgData name="Ashley Warren" userId="d10fd33e-1b6e-46b9-9a62-07bf763cb9b8" providerId="ADAL" clId="{D123E33D-052B-4988-AC2D-F11A208BA2BB}" dt="2026-10-05T16:56:21.840" v="2686" actId="20577"/>
        <pc:sldMkLst>
          <pc:docMk/>
          <pc:sldMk cId="2472196159" sldId="361"/>
        </pc:sldMkLst>
        <pc:spChg chg="add mod ord">
          <ac:chgData name="Ashley Warren" userId="d10fd33e-1b6e-46b9-9a62-07bf763cb9b8" providerId="ADAL" clId="{D123E33D-052B-4988-AC2D-F11A208BA2BB}" dt="2026-10-05T16:10:00.374" v="1963" actId="20577"/>
          <ac:spMkLst>
            <pc:docMk/>
            <pc:sldMk cId="2472196159" sldId="361"/>
            <ac:spMk id="5" creationId="{40012C10-7140-DCB4-2B87-B22DCC282192}"/>
          </ac:spMkLst>
        </pc:spChg>
        <pc:spChg chg="add mod ord">
          <ac:chgData name="Ashley Warren" userId="d10fd33e-1b6e-46b9-9a62-07bf763cb9b8" providerId="ADAL" clId="{D123E33D-052B-4988-AC2D-F11A208BA2BB}" dt="2026-10-05T16:56:20.251" v="2685" actId="20577"/>
          <ac:spMkLst>
            <pc:docMk/>
            <pc:sldMk cId="2472196159" sldId="361"/>
            <ac:spMk id="7" creationId="{8426D19D-0AB7-B42B-0F7B-6DC2A1567BAC}"/>
          </ac:spMkLst>
        </pc:spChg>
        <pc:spChg chg="add mod">
          <ac:chgData name="Ashley Warren" userId="d10fd33e-1b6e-46b9-9a62-07bf763cb9b8" providerId="ADAL" clId="{D123E33D-052B-4988-AC2D-F11A208BA2BB}" dt="2026-10-05T15:44:39.629" v="1359" actId="1582"/>
          <ac:spMkLst>
            <pc:docMk/>
            <pc:sldMk cId="2472196159" sldId="361"/>
            <ac:spMk id="19" creationId="{C1C4CE7D-2B7D-9940-2617-50CF0B00729A}"/>
          </ac:spMkLst>
        </pc:spChg>
        <pc:spChg chg="add mod">
          <ac:chgData name="Ashley Warren" userId="d10fd33e-1b6e-46b9-9a62-07bf763cb9b8" providerId="ADAL" clId="{D123E33D-052B-4988-AC2D-F11A208BA2BB}" dt="2026-10-05T15:44:45.243" v="1361" actId="1076"/>
          <ac:spMkLst>
            <pc:docMk/>
            <pc:sldMk cId="2472196159" sldId="361"/>
            <ac:spMk id="21" creationId="{CFC222EC-8F66-5477-2B31-000CAA533B83}"/>
          </ac:spMkLst>
        </pc:spChg>
        <pc:spChg chg="add mod">
          <ac:chgData name="Ashley Warren" userId="d10fd33e-1b6e-46b9-9a62-07bf763cb9b8" providerId="ADAL" clId="{D123E33D-052B-4988-AC2D-F11A208BA2BB}" dt="2026-10-05T16:18:33.758" v="2129" actId="1076"/>
          <ac:spMkLst>
            <pc:docMk/>
            <pc:sldMk cId="2472196159" sldId="361"/>
            <ac:spMk id="23" creationId="{0A29096A-ECC5-53F2-9AF2-17A65EB8A13B}"/>
          </ac:spMkLst>
        </pc:spChg>
        <pc:spChg chg="add mod">
          <ac:chgData name="Ashley Warren" userId="d10fd33e-1b6e-46b9-9a62-07bf763cb9b8" providerId="ADAL" clId="{D123E33D-052B-4988-AC2D-F11A208BA2BB}" dt="2026-10-05T15:46:39.076" v="1399" actId="1076"/>
          <ac:spMkLst>
            <pc:docMk/>
            <pc:sldMk cId="2472196159" sldId="361"/>
            <ac:spMk id="24" creationId="{DE1A4A0E-3312-ACA4-278E-524C93B66EF8}"/>
          </ac:spMkLst>
        </pc:spChg>
        <pc:cxnChg chg="add mod">
          <ac:chgData name="Ashley Warren" userId="d10fd33e-1b6e-46b9-9a62-07bf763cb9b8" providerId="ADAL" clId="{D123E33D-052B-4988-AC2D-F11A208BA2BB}" dt="2026-10-05T15:44:02.891" v="1345" actId="1582"/>
          <ac:cxnSpMkLst>
            <pc:docMk/>
            <pc:sldMk cId="2472196159" sldId="361"/>
            <ac:cxnSpMk id="13" creationId="{A77502AE-8610-9674-559E-347532CEB90D}"/>
          </ac:cxnSpMkLst>
        </pc:cxnChg>
        <pc:cxnChg chg="add mod">
          <ac:chgData name="Ashley Warren" userId="d10fd33e-1b6e-46b9-9a62-07bf763cb9b8" providerId="ADAL" clId="{D123E33D-052B-4988-AC2D-F11A208BA2BB}" dt="2026-10-05T15:44:08.602" v="1348" actId="14100"/>
          <ac:cxnSpMkLst>
            <pc:docMk/>
            <pc:sldMk cId="2472196159" sldId="361"/>
            <ac:cxnSpMk id="14" creationId="{B8CEC8C5-6149-941C-0FF4-8CD2FE0B251E}"/>
          </ac:cxnSpMkLst>
        </pc:cxnChg>
        <pc:cxnChg chg="add mod">
          <ac:chgData name="Ashley Warren" userId="d10fd33e-1b6e-46b9-9a62-07bf763cb9b8" providerId="ADAL" clId="{D123E33D-052B-4988-AC2D-F11A208BA2BB}" dt="2026-10-05T15:44:20.523" v="1351" actId="14100"/>
          <ac:cxnSpMkLst>
            <pc:docMk/>
            <pc:sldMk cId="2472196159" sldId="361"/>
            <ac:cxnSpMk id="16" creationId="{82340584-C7CE-66CB-0AF4-4A11AFEEF9BB}"/>
          </ac:cxnSpMkLst>
        </pc:cxnChg>
      </pc:sldChg>
      <pc:sldChg chg="addSp delSp modSp new mod ord modClrScheme delAnim modAnim modShow chgLayout">
        <pc:chgData name="Ashley Warren" userId="d10fd33e-1b6e-46b9-9a62-07bf763cb9b8" providerId="ADAL" clId="{D123E33D-052B-4988-AC2D-F11A208BA2BB}" dt="2026-10-05T16:57:05.788" v="2689"/>
        <pc:sldMkLst>
          <pc:docMk/>
          <pc:sldMk cId="1021066428" sldId="362"/>
        </pc:sldMkLst>
        <pc:spChg chg="mod ord">
          <ac:chgData name="Ashley Warren" userId="d10fd33e-1b6e-46b9-9a62-07bf763cb9b8" providerId="ADAL" clId="{D123E33D-052B-4988-AC2D-F11A208BA2BB}" dt="2026-10-05T16:10:06.728" v="1964" actId="1076"/>
          <ac:spMkLst>
            <pc:docMk/>
            <pc:sldMk cId="1021066428" sldId="362"/>
            <ac:spMk id="2" creationId="{E3E6E924-F4FB-E71E-5436-DD2554FD795E}"/>
          </ac:spMkLst>
        </pc:spChg>
        <pc:spChg chg="add mod ord">
          <ac:chgData name="Ashley Warren" userId="d10fd33e-1b6e-46b9-9a62-07bf763cb9b8" providerId="ADAL" clId="{D123E33D-052B-4988-AC2D-F11A208BA2BB}" dt="2026-10-05T16:10:16.154" v="2004" actId="1036"/>
          <ac:spMkLst>
            <pc:docMk/>
            <pc:sldMk cId="1021066428" sldId="362"/>
            <ac:spMk id="4" creationId="{375A3906-379B-DB84-9509-73179E4A0660}"/>
          </ac:spMkLst>
        </pc:spChg>
        <pc:spChg chg="add mod ord">
          <ac:chgData name="Ashley Warren" userId="d10fd33e-1b6e-46b9-9a62-07bf763cb9b8" providerId="ADAL" clId="{D123E33D-052B-4988-AC2D-F11A208BA2BB}" dt="2026-10-05T16:36:34.633" v="2523" actId="14100"/>
          <ac:spMkLst>
            <pc:docMk/>
            <pc:sldMk cId="1021066428" sldId="362"/>
            <ac:spMk id="5" creationId="{778B360B-5A0D-8464-5A53-431319E82873}"/>
          </ac:spMkLst>
        </pc:spChg>
        <pc:spChg chg="add mod ord">
          <ac:chgData name="Ashley Warren" userId="d10fd33e-1b6e-46b9-9a62-07bf763cb9b8" providerId="ADAL" clId="{D123E33D-052B-4988-AC2D-F11A208BA2BB}" dt="2026-10-05T16:10:16.154" v="2004" actId="1036"/>
          <ac:spMkLst>
            <pc:docMk/>
            <pc:sldMk cId="1021066428" sldId="362"/>
            <ac:spMk id="6" creationId="{BA70700C-FBAC-8BB4-2115-01B15A59E7F6}"/>
          </ac:spMkLst>
        </pc:spChg>
        <pc:spChg chg="add mod ord">
          <ac:chgData name="Ashley Warren" userId="d10fd33e-1b6e-46b9-9a62-07bf763cb9b8" providerId="ADAL" clId="{D123E33D-052B-4988-AC2D-F11A208BA2BB}" dt="2026-10-05T16:11:18.823" v="2013" actId="20577"/>
          <ac:spMkLst>
            <pc:docMk/>
            <pc:sldMk cId="1021066428" sldId="362"/>
            <ac:spMk id="7" creationId="{3A3D5F97-598E-DCB7-D2E5-5BB68F1F6606}"/>
          </ac:spMkLst>
        </pc:spChg>
        <pc:spChg chg="add mod">
          <ac:chgData name="Ashley Warren" userId="d10fd33e-1b6e-46b9-9a62-07bf763cb9b8" providerId="ADAL" clId="{D123E33D-052B-4988-AC2D-F11A208BA2BB}" dt="2026-10-05T16:35:54.895" v="2518" actId="14100"/>
          <ac:spMkLst>
            <pc:docMk/>
            <pc:sldMk cId="1021066428" sldId="362"/>
            <ac:spMk id="10" creationId="{45D0C336-41E4-BBE8-1ABB-E7561C4D8847}"/>
          </ac:spMkLst>
        </pc:spChg>
        <pc:spChg chg="add mod">
          <ac:chgData name="Ashley Warren" userId="d10fd33e-1b6e-46b9-9a62-07bf763cb9b8" providerId="ADAL" clId="{D123E33D-052B-4988-AC2D-F11A208BA2BB}" dt="2026-10-05T16:10:16.154" v="2004" actId="1036"/>
          <ac:spMkLst>
            <pc:docMk/>
            <pc:sldMk cId="1021066428" sldId="362"/>
            <ac:spMk id="12" creationId="{447E752E-EB6B-45FB-ADA7-E5AD1643A397}"/>
          </ac:spMkLst>
        </pc:spChg>
        <pc:spChg chg="add mod">
          <ac:chgData name="Ashley Warren" userId="d10fd33e-1b6e-46b9-9a62-07bf763cb9b8" providerId="ADAL" clId="{D123E33D-052B-4988-AC2D-F11A208BA2BB}" dt="2026-10-05T16:10:33.371" v="2008" actId="14100"/>
          <ac:spMkLst>
            <pc:docMk/>
            <pc:sldMk cId="1021066428" sldId="362"/>
            <ac:spMk id="18" creationId="{4AC723BE-F944-BB1C-899D-D6BFFAFB2D7C}"/>
          </ac:spMkLst>
        </pc:spChg>
        <pc:spChg chg="add mod">
          <ac:chgData name="Ashley Warren" userId="d10fd33e-1b6e-46b9-9a62-07bf763cb9b8" providerId="ADAL" clId="{D123E33D-052B-4988-AC2D-F11A208BA2BB}" dt="2026-10-05T16:37:09.198" v="2529" actId="14100"/>
          <ac:spMkLst>
            <pc:docMk/>
            <pc:sldMk cId="1021066428" sldId="362"/>
            <ac:spMk id="20" creationId="{0F337B9C-E670-6499-D2E4-A7AB77914796}"/>
          </ac:spMkLst>
        </pc:spChg>
        <pc:spChg chg="add mod">
          <ac:chgData name="Ashley Warren" userId="d10fd33e-1b6e-46b9-9a62-07bf763cb9b8" providerId="ADAL" clId="{D123E33D-052B-4988-AC2D-F11A208BA2BB}" dt="2026-10-05T16:57:03.722" v="2688"/>
          <ac:spMkLst>
            <pc:docMk/>
            <pc:sldMk cId="1021066428" sldId="362"/>
            <ac:spMk id="21" creationId="{C246CEF7-8CBF-3016-7D56-FEE6753DE8EE}"/>
          </ac:spMkLst>
        </pc:spChg>
      </pc:sldChg>
      <pc:sldChg chg="addSp delSp modSp new mod modClrScheme chgLayout">
        <pc:chgData name="Ashley Warren" userId="d10fd33e-1b6e-46b9-9a62-07bf763cb9b8" providerId="ADAL" clId="{D123E33D-052B-4988-AC2D-F11A208BA2BB}" dt="2026-10-05T16:52:43.394" v="2674" actId="20577"/>
        <pc:sldMkLst>
          <pc:docMk/>
          <pc:sldMk cId="518237003" sldId="363"/>
        </pc:sldMkLst>
        <pc:spChg chg="add mod ord">
          <ac:chgData name="Ashley Warren" userId="d10fd33e-1b6e-46b9-9a62-07bf763cb9b8" providerId="ADAL" clId="{D123E33D-052B-4988-AC2D-F11A208BA2BB}" dt="2026-10-05T16:52:43.394" v="2674" actId="20577"/>
          <ac:spMkLst>
            <pc:docMk/>
            <pc:sldMk cId="518237003" sldId="363"/>
            <ac:spMk id="5" creationId="{0BDF3647-3A86-CEB5-86C2-5E600268A116}"/>
          </ac:spMkLst>
        </pc:spChg>
        <pc:spChg chg="add mod ord">
          <ac:chgData name="Ashley Warren" userId="d10fd33e-1b6e-46b9-9a62-07bf763cb9b8" providerId="ADAL" clId="{D123E33D-052B-4988-AC2D-F11A208BA2BB}" dt="2026-10-05T16:17:03.138" v="2087" actId="20577"/>
          <ac:spMkLst>
            <pc:docMk/>
            <pc:sldMk cId="518237003" sldId="363"/>
            <ac:spMk id="6" creationId="{6FAFBBFC-8BA6-01F9-E822-120FAA45664F}"/>
          </ac:spMkLst>
        </pc:spChg>
      </pc:sldChg>
      <pc:sldChg chg="addSp delSp modSp add mod delAnim modAnim">
        <pc:chgData name="Ashley Warren" userId="d10fd33e-1b6e-46b9-9a62-07bf763cb9b8" providerId="ADAL" clId="{D123E33D-052B-4988-AC2D-F11A208BA2BB}" dt="2026-10-05T16:39:08.984" v="2555"/>
        <pc:sldMkLst>
          <pc:docMk/>
          <pc:sldMk cId="2849585999" sldId="364"/>
        </pc:sldMkLst>
        <pc:spChg chg="add mod">
          <ac:chgData name="Ashley Warren" userId="d10fd33e-1b6e-46b9-9a62-07bf763cb9b8" providerId="ADAL" clId="{D123E33D-052B-4988-AC2D-F11A208BA2BB}" dt="2026-10-05T16:13:09.137" v="2028" actId="2085"/>
          <ac:spMkLst>
            <pc:docMk/>
            <pc:sldMk cId="2849585999" sldId="364"/>
            <ac:spMk id="3" creationId="{F8079A0C-AEFB-C848-E137-94A7E2A22C87}"/>
          </ac:spMkLst>
        </pc:spChg>
        <pc:spChg chg="mod">
          <ac:chgData name="Ashley Warren" userId="d10fd33e-1b6e-46b9-9a62-07bf763cb9b8" providerId="ADAL" clId="{D123E33D-052B-4988-AC2D-F11A208BA2BB}" dt="2026-10-05T16:36:37.826" v="2524" actId="14100"/>
          <ac:spMkLst>
            <pc:docMk/>
            <pc:sldMk cId="2849585999" sldId="364"/>
            <ac:spMk id="5" creationId="{EB50BCC9-7227-8EAB-E7CD-172F51DCC646}"/>
          </ac:spMkLst>
        </pc:spChg>
        <pc:spChg chg="mod">
          <ac:chgData name="Ashley Warren" userId="d10fd33e-1b6e-46b9-9a62-07bf763cb9b8" providerId="ADAL" clId="{D123E33D-052B-4988-AC2D-F11A208BA2BB}" dt="2026-10-05T16:16:14.669" v="2080"/>
          <ac:spMkLst>
            <pc:docMk/>
            <pc:sldMk cId="2849585999" sldId="364"/>
            <ac:spMk id="7" creationId="{9EA903E3-06FA-FA02-26B9-22271AAB0DB0}"/>
          </ac:spMkLst>
        </pc:spChg>
        <pc:spChg chg="add mod">
          <ac:chgData name="Ashley Warren" userId="d10fd33e-1b6e-46b9-9a62-07bf763cb9b8" providerId="ADAL" clId="{D123E33D-052B-4988-AC2D-F11A208BA2BB}" dt="2026-10-05T16:13:17.433" v="2032" actId="1076"/>
          <ac:spMkLst>
            <pc:docMk/>
            <pc:sldMk cId="2849585999" sldId="364"/>
            <ac:spMk id="13" creationId="{362ADE9B-77CF-2B32-C060-B9CA7970291E}"/>
          </ac:spMkLst>
        </pc:spChg>
        <pc:spChg chg="add mod">
          <ac:chgData name="Ashley Warren" userId="d10fd33e-1b6e-46b9-9a62-07bf763cb9b8" providerId="ADAL" clId="{D123E33D-052B-4988-AC2D-F11A208BA2BB}" dt="2026-10-05T16:13:20.116" v="2034" actId="1076"/>
          <ac:spMkLst>
            <pc:docMk/>
            <pc:sldMk cId="2849585999" sldId="364"/>
            <ac:spMk id="17" creationId="{1FE4F155-ECFA-4710-4F44-8553D181ADEF}"/>
          </ac:spMkLst>
        </pc:spChg>
        <pc:spChg chg="add mod">
          <ac:chgData name="Ashley Warren" userId="d10fd33e-1b6e-46b9-9a62-07bf763cb9b8" providerId="ADAL" clId="{D123E33D-052B-4988-AC2D-F11A208BA2BB}" dt="2026-10-05T16:13:25.779" v="2037" actId="14100"/>
          <ac:spMkLst>
            <pc:docMk/>
            <pc:sldMk cId="2849585999" sldId="364"/>
            <ac:spMk id="21" creationId="{D59CC321-A50C-3981-7D70-671244E8FC76}"/>
          </ac:spMkLst>
        </pc:spChg>
        <pc:spChg chg="add mod">
          <ac:chgData name="Ashley Warren" userId="d10fd33e-1b6e-46b9-9a62-07bf763cb9b8" providerId="ADAL" clId="{D123E33D-052B-4988-AC2D-F11A208BA2BB}" dt="2026-10-05T16:18:24.533" v="2128" actId="14100"/>
          <ac:spMkLst>
            <pc:docMk/>
            <pc:sldMk cId="2849585999" sldId="364"/>
            <ac:spMk id="23" creationId="{B0548B3F-9AEE-FC76-0DAA-71A59DA5330E}"/>
          </ac:spMkLst>
        </pc:spChg>
        <pc:spChg chg="add mod">
          <ac:chgData name="Ashley Warren" userId="d10fd33e-1b6e-46b9-9a62-07bf763cb9b8" providerId="ADAL" clId="{D123E33D-052B-4988-AC2D-F11A208BA2BB}" dt="2026-10-05T16:14:19.836" v="2064" actId="1076"/>
          <ac:spMkLst>
            <pc:docMk/>
            <pc:sldMk cId="2849585999" sldId="364"/>
            <ac:spMk id="25" creationId="{4F8B80D1-E470-718D-E107-00222522FA04}"/>
          </ac:spMkLst>
        </pc:spChg>
        <pc:spChg chg="add mod">
          <ac:chgData name="Ashley Warren" userId="d10fd33e-1b6e-46b9-9a62-07bf763cb9b8" providerId="ADAL" clId="{D123E33D-052B-4988-AC2D-F11A208BA2BB}" dt="2026-10-05T16:13:54.271" v="2053" actId="14100"/>
          <ac:spMkLst>
            <pc:docMk/>
            <pc:sldMk cId="2849585999" sldId="364"/>
            <ac:spMk id="27" creationId="{72D665AF-0914-5DA0-254B-6D64B26E3361}"/>
          </ac:spMkLst>
        </pc:spChg>
        <pc:spChg chg="add mod">
          <ac:chgData name="Ashley Warren" userId="d10fd33e-1b6e-46b9-9a62-07bf763cb9b8" providerId="ADAL" clId="{D123E33D-052B-4988-AC2D-F11A208BA2BB}" dt="2026-10-05T16:13:46.334" v="2050" actId="1076"/>
          <ac:spMkLst>
            <pc:docMk/>
            <pc:sldMk cId="2849585999" sldId="364"/>
            <ac:spMk id="29" creationId="{4CE46516-135E-D124-4DBD-1ECC5B3D9A37}"/>
          </ac:spMkLst>
        </pc:spChg>
        <pc:spChg chg="add mod">
          <ac:chgData name="Ashley Warren" userId="d10fd33e-1b6e-46b9-9a62-07bf763cb9b8" providerId="ADAL" clId="{D123E33D-052B-4988-AC2D-F11A208BA2BB}" dt="2026-10-05T16:13:51.898" v="2052" actId="1076"/>
          <ac:spMkLst>
            <pc:docMk/>
            <pc:sldMk cId="2849585999" sldId="364"/>
            <ac:spMk id="31" creationId="{549C20C4-C1FD-FDC0-7457-72E534685E3E}"/>
          </ac:spMkLst>
        </pc:spChg>
        <pc:spChg chg="add mod">
          <ac:chgData name="Ashley Warren" userId="d10fd33e-1b6e-46b9-9a62-07bf763cb9b8" providerId="ADAL" clId="{D123E33D-052B-4988-AC2D-F11A208BA2BB}" dt="2026-10-05T16:16:09.222" v="2078" actId="14100"/>
          <ac:spMkLst>
            <pc:docMk/>
            <pc:sldMk cId="2849585999" sldId="364"/>
            <ac:spMk id="33" creationId="{FD973176-5C61-1700-2686-4D52E80D376E}"/>
          </ac:spMkLst>
        </pc:spChg>
        <pc:spChg chg="add mod">
          <ac:chgData name="Ashley Warren" userId="d10fd33e-1b6e-46b9-9a62-07bf763cb9b8" providerId="ADAL" clId="{D123E33D-052B-4988-AC2D-F11A208BA2BB}" dt="2026-10-05T16:14:03.735" v="2058" actId="1076"/>
          <ac:spMkLst>
            <pc:docMk/>
            <pc:sldMk cId="2849585999" sldId="364"/>
            <ac:spMk id="35" creationId="{24938621-5DEA-C2DC-5A43-6C10A0BE09B8}"/>
          </ac:spMkLst>
        </pc:spChg>
        <pc:spChg chg="add mod">
          <ac:chgData name="Ashley Warren" userId="d10fd33e-1b6e-46b9-9a62-07bf763cb9b8" providerId="ADAL" clId="{D123E33D-052B-4988-AC2D-F11A208BA2BB}" dt="2026-10-05T16:14:07.595" v="2060" actId="1076"/>
          <ac:spMkLst>
            <pc:docMk/>
            <pc:sldMk cId="2849585999" sldId="364"/>
            <ac:spMk id="37" creationId="{0B79A90D-7221-54D4-58FF-44A0D71A4BFA}"/>
          </ac:spMkLst>
        </pc:spChg>
        <pc:spChg chg="add mod">
          <ac:chgData name="Ashley Warren" userId="d10fd33e-1b6e-46b9-9a62-07bf763cb9b8" providerId="ADAL" clId="{D123E33D-052B-4988-AC2D-F11A208BA2BB}" dt="2026-10-05T16:14:17.405" v="2063" actId="1076"/>
          <ac:spMkLst>
            <pc:docMk/>
            <pc:sldMk cId="2849585999" sldId="364"/>
            <ac:spMk id="39" creationId="{2855779C-2DD1-820D-DB6F-7DBF415F87C5}"/>
          </ac:spMkLst>
        </pc:spChg>
        <pc:spChg chg="add mod">
          <ac:chgData name="Ashley Warren" userId="d10fd33e-1b6e-46b9-9a62-07bf763cb9b8" providerId="ADAL" clId="{D123E33D-052B-4988-AC2D-F11A208BA2BB}" dt="2026-10-05T16:15:35.204" v="2073"/>
          <ac:spMkLst>
            <pc:docMk/>
            <pc:sldMk cId="2849585999" sldId="364"/>
            <ac:spMk id="40" creationId="{C8ABD444-FB63-EC18-973D-AF00A96C719D}"/>
          </ac:spMkLst>
        </pc:spChg>
        <pc:spChg chg="add mod">
          <ac:chgData name="Ashley Warren" userId="d10fd33e-1b6e-46b9-9a62-07bf763cb9b8" providerId="ADAL" clId="{D123E33D-052B-4988-AC2D-F11A208BA2BB}" dt="2026-10-05T16:15:35.204" v="2073"/>
          <ac:spMkLst>
            <pc:docMk/>
            <pc:sldMk cId="2849585999" sldId="364"/>
            <ac:spMk id="41" creationId="{AAFF3BCE-C7B0-7CB3-051A-6F2AF4454161}"/>
          </ac:spMkLst>
        </pc:spChg>
        <pc:spChg chg="add mod">
          <ac:chgData name="Ashley Warren" userId="d10fd33e-1b6e-46b9-9a62-07bf763cb9b8" providerId="ADAL" clId="{D123E33D-052B-4988-AC2D-F11A208BA2BB}" dt="2026-10-05T16:20:17.517" v="2146" actId="14100"/>
          <ac:spMkLst>
            <pc:docMk/>
            <pc:sldMk cId="2849585999" sldId="364"/>
            <ac:spMk id="43" creationId="{8AE833EC-621A-27E7-328E-2CB0FABBC742}"/>
          </ac:spMkLst>
        </pc:spChg>
        <pc:spChg chg="add mod">
          <ac:chgData name="Ashley Warren" userId="d10fd33e-1b6e-46b9-9a62-07bf763cb9b8" providerId="ADAL" clId="{D123E33D-052B-4988-AC2D-F11A208BA2BB}" dt="2026-10-05T16:15:35.204" v="2073"/>
          <ac:spMkLst>
            <pc:docMk/>
            <pc:sldMk cId="2849585999" sldId="364"/>
            <ac:spMk id="44" creationId="{ED02C018-A984-41DF-9C84-D95C23E82F2E}"/>
          </ac:spMkLst>
        </pc:spChg>
        <pc:spChg chg="add mod">
          <ac:chgData name="Ashley Warren" userId="d10fd33e-1b6e-46b9-9a62-07bf763cb9b8" providerId="ADAL" clId="{D123E33D-052B-4988-AC2D-F11A208BA2BB}" dt="2026-10-05T16:37:03.554" v="2527" actId="14100"/>
          <ac:spMkLst>
            <pc:docMk/>
            <pc:sldMk cId="2849585999" sldId="364"/>
            <ac:spMk id="45" creationId="{265B1874-EB99-6DE5-BA07-AF4C1774AEF6}"/>
          </ac:spMkLst>
        </pc:spChg>
        <pc:spChg chg="add mod">
          <ac:chgData name="Ashley Warren" userId="d10fd33e-1b6e-46b9-9a62-07bf763cb9b8" providerId="ADAL" clId="{D123E33D-052B-4988-AC2D-F11A208BA2BB}" dt="2026-10-05T16:18:58.698" v="2136" actId="1076"/>
          <ac:spMkLst>
            <pc:docMk/>
            <pc:sldMk cId="2849585999" sldId="364"/>
            <ac:spMk id="47" creationId="{F3DFF759-0307-A13D-C814-BF23B802A02D}"/>
          </ac:spMkLst>
        </pc:spChg>
      </pc:sldChg>
      <pc:sldChg chg="addSp delSp modSp new mod modClrScheme chgLayout">
        <pc:chgData name="Ashley Warren" userId="d10fd33e-1b6e-46b9-9a62-07bf763cb9b8" providerId="ADAL" clId="{D123E33D-052B-4988-AC2D-F11A208BA2BB}" dt="2026-10-05T16:41:45.199" v="2582" actId="404"/>
        <pc:sldMkLst>
          <pc:docMk/>
          <pc:sldMk cId="624475867" sldId="365"/>
        </pc:sldMkLst>
        <pc:spChg chg="add mod">
          <ac:chgData name="Ashley Warren" userId="d10fd33e-1b6e-46b9-9a62-07bf763cb9b8" providerId="ADAL" clId="{D123E33D-052B-4988-AC2D-F11A208BA2BB}" dt="2026-10-05T16:41:28.315" v="2576" actId="122"/>
          <ac:spMkLst>
            <pc:docMk/>
            <pc:sldMk cId="624475867" sldId="365"/>
            <ac:spMk id="15" creationId="{FD8F1A1F-9A9B-6490-7C22-67AEA66242A2}"/>
          </ac:spMkLst>
        </pc:spChg>
        <pc:spChg chg="add mod">
          <ac:chgData name="Ashley Warren" userId="d10fd33e-1b6e-46b9-9a62-07bf763cb9b8" providerId="ADAL" clId="{D123E33D-052B-4988-AC2D-F11A208BA2BB}" dt="2026-10-05T16:41:31.365" v="2577" actId="122"/>
          <ac:spMkLst>
            <pc:docMk/>
            <pc:sldMk cId="624475867" sldId="365"/>
            <ac:spMk id="17" creationId="{A1ADE83C-EAC6-4E15-0915-0E0183FD9EFB}"/>
          </ac:spMkLst>
        </pc:spChg>
        <pc:spChg chg="add mod">
          <ac:chgData name="Ashley Warren" userId="d10fd33e-1b6e-46b9-9a62-07bf763cb9b8" providerId="ADAL" clId="{D123E33D-052B-4988-AC2D-F11A208BA2BB}" dt="2026-10-05T16:41:45.199" v="2582" actId="404"/>
          <ac:spMkLst>
            <pc:docMk/>
            <pc:sldMk cId="624475867" sldId="365"/>
            <ac:spMk id="19" creationId="{EC5EB27F-577D-29D6-C31A-A88C7BC77BF3}"/>
          </ac:spMkLst>
        </pc:spChg>
        <pc:picChg chg="add mod">
          <ac:chgData name="Ashley Warren" userId="d10fd33e-1b6e-46b9-9a62-07bf763cb9b8" providerId="ADAL" clId="{D123E33D-052B-4988-AC2D-F11A208BA2BB}" dt="2026-10-05T16:28:16.804" v="2482" actId="1582"/>
          <ac:picMkLst>
            <pc:docMk/>
            <pc:sldMk cId="624475867" sldId="365"/>
            <ac:picMk id="12" creationId="{EFD321B9-86F9-DBED-BB28-AD0FE73426B0}"/>
          </ac:picMkLst>
        </pc:picChg>
        <pc:picChg chg="add mod">
          <ac:chgData name="Ashley Warren" userId="d10fd33e-1b6e-46b9-9a62-07bf763cb9b8" providerId="ADAL" clId="{D123E33D-052B-4988-AC2D-F11A208BA2BB}" dt="2026-10-05T16:41:22.430" v="2573" actId="1076"/>
          <ac:picMkLst>
            <pc:docMk/>
            <pc:sldMk cId="624475867" sldId="365"/>
            <ac:picMk id="21" creationId="{9E7492FD-E542-AD50-F466-E6705F21314D}"/>
          </ac:picMkLst>
        </pc:picChg>
      </pc:sldChg>
      <pc:sldChg chg="addSp delSp modSp new mod modClrScheme chgLayout">
        <pc:chgData name="Ashley Warren" userId="d10fd33e-1b6e-46b9-9a62-07bf763cb9b8" providerId="ADAL" clId="{D123E33D-052B-4988-AC2D-F11A208BA2BB}" dt="2026-10-06T17:18:26.709" v="5096" actId="20577"/>
        <pc:sldMkLst>
          <pc:docMk/>
          <pc:sldMk cId="2630045082" sldId="366"/>
        </pc:sldMkLst>
        <pc:spChg chg="add mod">
          <ac:chgData name="Ashley Warren" userId="d10fd33e-1b6e-46b9-9a62-07bf763cb9b8" providerId="ADAL" clId="{D123E33D-052B-4988-AC2D-F11A208BA2BB}" dt="2026-10-06T17:13:23.215" v="4457" actId="20577"/>
          <ac:spMkLst>
            <pc:docMk/>
            <pc:sldMk cId="2630045082" sldId="366"/>
            <ac:spMk id="2" creationId="{A8A8BFBE-2EA1-0A40-7CCD-2FDCF79A4C35}"/>
          </ac:spMkLst>
        </pc:spChg>
        <pc:spChg chg="add mod">
          <ac:chgData name="Ashley Warren" userId="d10fd33e-1b6e-46b9-9a62-07bf763cb9b8" providerId="ADAL" clId="{D123E33D-052B-4988-AC2D-F11A208BA2BB}" dt="2026-10-06T17:17:04.177" v="4965" actId="20577"/>
          <ac:spMkLst>
            <pc:docMk/>
            <pc:sldMk cId="2630045082" sldId="366"/>
            <ac:spMk id="3" creationId="{83CE05B0-7E74-C041-3376-566F2AC68244}"/>
          </ac:spMkLst>
        </pc:spChg>
        <pc:spChg chg="add mod">
          <ac:chgData name="Ashley Warren" userId="d10fd33e-1b6e-46b9-9a62-07bf763cb9b8" providerId="ADAL" clId="{D123E33D-052B-4988-AC2D-F11A208BA2BB}" dt="2026-10-06T17:17:59.249" v="5031" actId="20577"/>
          <ac:spMkLst>
            <pc:docMk/>
            <pc:sldMk cId="2630045082" sldId="366"/>
            <ac:spMk id="4" creationId="{DB503DDB-B723-89F4-AC20-93F048EC705D}"/>
          </ac:spMkLst>
        </pc:spChg>
        <pc:spChg chg="add mod">
          <ac:chgData name="Ashley Warren" userId="d10fd33e-1b6e-46b9-9a62-07bf763cb9b8" providerId="ADAL" clId="{D123E33D-052B-4988-AC2D-F11A208BA2BB}" dt="2026-10-06T17:15:41.016" v="4807" actId="20577"/>
          <ac:spMkLst>
            <pc:docMk/>
            <pc:sldMk cId="2630045082" sldId="366"/>
            <ac:spMk id="5" creationId="{2BED800D-8851-289E-AF1E-3FD3EEDF95BC}"/>
          </ac:spMkLst>
        </pc:spChg>
        <pc:spChg chg="add mod">
          <ac:chgData name="Ashley Warren" userId="d10fd33e-1b6e-46b9-9a62-07bf763cb9b8" providerId="ADAL" clId="{D123E33D-052B-4988-AC2D-F11A208BA2BB}" dt="2026-10-06T17:18:26.709" v="5096" actId="20577"/>
          <ac:spMkLst>
            <pc:docMk/>
            <pc:sldMk cId="2630045082" sldId="366"/>
            <ac:spMk id="6" creationId="{0E5A6D48-77B8-8FBA-09A7-66B60128DD41}"/>
          </ac:spMkLst>
        </pc:spChg>
        <pc:spChg chg="add mod">
          <ac:chgData name="Ashley Warren" userId="d10fd33e-1b6e-46b9-9a62-07bf763cb9b8" providerId="ADAL" clId="{D123E33D-052B-4988-AC2D-F11A208BA2BB}" dt="2026-10-06T17:15:48.255" v="4827" actId="20577"/>
          <ac:spMkLst>
            <pc:docMk/>
            <pc:sldMk cId="2630045082" sldId="366"/>
            <ac:spMk id="7" creationId="{AE95483A-8A68-B057-942A-6E5F8DDA843B}"/>
          </ac:spMkLst>
        </pc:spChg>
        <pc:spChg chg="add mod">
          <ac:chgData name="Ashley Warren" userId="d10fd33e-1b6e-46b9-9a62-07bf763cb9b8" providerId="ADAL" clId="{D123E33D-052B-4988-AC2D-F11A208BA2BB}" dt="2026-10-06T17:16:52.865" v="4947" actId="20577"/>
          <ac:spMkLst>
            <pc:docMk/>
            <pc:sldMk cId="2630045082" sldId="366"/>
            <ac:spMk id="8" creationId="{437C9943-3D1A-4513-FA4A-8A368F7A0CCB}"/>
          </ac:spMkLst>
        </pc:spChg>
        <pc:spChg chg="add mod">
          <ac:chgData name="Ashley Warren" userId="d10fd33e-1b6e-46b9-9a62-07bf763cb9b8" providerId="ADAL" clId="{D123E33D-052B-4988-AC2D-F11A208BA2BB}" dt="2026-10-06T17:13:29.047" v="4471" actId="20577"/>
          <ac:spMkLst>
            <pc:docMk/>
            <pc:sldMk cId="2630045082" sldId="366"/>
            <ac:spMk id="9" creationId="{5C42B6FE-BB99-4F09-03F2-D323688511D2}"/>
          </ac:spMkLst>
        </pc:spChg>
        <pc:spChg chg="add mod">
          <ac:chgData name="Ashley Warren" userId="d10fd33e-1b6e-46b9-9a62-07bf763cb9b8" providerId="ADAL" clId="{D123E33D-052B-4988-AC2D-F11A208BA2BB}" dt="2026-10-06T17:13:48.398" v="4512" actId="20577"/>
          <ac:spMkLst>
            <pc:docMk/>
            <pc:sldMk cId="2630045082" sldId="366"/>
            <ac:spMk id="10" creationId="{DD0D48D9-F969-7A01-1824-DC96D3D754E0}"/>
          </ac:spMkLst>
        </pc:spChg>
        <pc:spChg chg="add">
          <ac:chgData name="Ashley Warren" userId="d10fd33e-1b6e-46b9-9a62-07bf763cb9b8" providerId="ADAL" clId="{D123E33D-052B-4988-AC2D-F11A208BA2BB}" dt="2026-10-06T17:12:52.419" v="4427" actId="22"/>
          <ac:spMkLst>
            <pc:docMk/>
            <pc:sldMk cId="2630045082" sldId="366"/>
            <ac:spMk id="12" creationId="{5345AFC0-A890-0818-46F6-AB22D1B21916}"/>
          </ac:spMkLst>
        </pc:spChg>
        <pc:spChg chg="add">
          <ac:chgData name="Ashley Warren" userId="d10fd33e-1b6e-46b9-9a62-07bf763cb9b8" providerId="ADAL" clId="{D123E33D-052B-4988-AC2D-F11A208BA2BB}" dt="2026-10-06T17:12:52.419" v="4427" actId="22"/>
          <ac:spMkLst>
            <pc:docMk/>
            <pc:sldMk cId="2630045082" sldId="366"/>
            <ac:spMk id="14" creationId="{A1B02A55-7167-675A-1EF5-F64CDAF169F0}"/>
          </ac:spMkLst>
        </pc:spChg>
        <pc:spChg chg="add">
          <ac:chgData name="Ashley Warren" userId="d10fd33e-1b6e-46b9-9a62-07bf763cb9b8" providerId="ADAL" clId="{D123E33D-052B-4988-AC2D-F11A208BA2BB}" dt="2026-10-06T17:12:52.419" v="4427" actId="22"/>
          <ac:spMkLst>
            <pc:docMk/>
            <pc:sldMk cId="2630045082" sldId="366"/>
            <ac:spMk id="16" creationId="{8E885771-6616-8753-A7B2-CA6355596D55}"/>
          </ac:spMkLst>
        </pc:spChg>
        <pc:spChg chg="add">
          <ac:chgData name="Ashley Warren" userId="d10fd33e-1b6e-46b9-9a62-07bf763cb9b8" providerId="ADAL" clId="{D123E33D-052B-4988-AC2D-F11A208BA2BB}" dt="2026-10-06T17:12:52.419" v="4427" actId="22"/>
          <ac:spMkLst>
            <pc:docMk/>
            <pc:sldMk cId="2630045082" sldId="366"/>
            <ac:spMk id="18" creationId="{43AD409E-8F11-D133-B3C4-0C3355220CDC}"/>
          </ac:spMkLst>
        </pc:spChg>
        <pc:spChg chg="add">
          <ac:chgData name="Ashley Warren" userId="d10fd33e-1b6e-46b9-9a62-07bf763cb9b8" providerId="ADAL" clId="{D123E33D-052B-4988-AC2D-F11A208BA2BB}" dt="2026-10-06T17:12:52.419" v="4427" actId="22"/>
          <ac:spMkLst>
            <pc:docMk/>
            <pc:sldMk cId="2630045082" sldId="366"/>
            <ac:spMk id="24" creationId="{F48B7128-2A40-DA25-10B1-4DD7F9205504}"/>
          </ac:spMkLst>
        </pc:spChg>
        <pc:spChg chg="add mod">
          <ac:chgData name="Ashley Warren" userId="d10fd33e-1b6e-46b9-9a62-07bf763cb9b8" providerId="ADAL" clId="{D123E33D-052B-4988-AC2D-F11A208BA2BB}" dt="2026-10-06T17:13:00.274" v="4429" actId="207"/>
          <ac:spMkLst>
            <pc:docMk/>
            <pc:sldMk cId="2630045082" sldId="366"/>
            <ac:spMk id="28" creationId="{AF06E49C-C655-94C2-ACDA-5140D2EA464A}"/>
          </ac:spMkLst>
        </pc:spChg>
        <pc:spChg chg="mod">
          <ac:chgData name="Ashley Warren" userId="d10fd33e-1b6e-46b9-9a62-07bf763cb9b8" providerId="ADAL" clId="{D123E33D-052B-4988-AC2D-F11A208BA2BB}" dt="2026-10-06T17:13:00.274" v="4429" actId="207"/>
          <ac:spMkLst>
            <pc:docMk/>
            <pc:sldMk cId="2630045082" sldId="366"/>
            <ac:spMk id="30" creationId="{DF3DAD14-42F6-DC66-6453-931E484C923D}"/>
          </ac:spMkLst>
        </pc:spChg>
        <pc:spChg chg="mod">
          <ac:chgData name="Ashley Warren" userId="d10fd33e-1b6e-46b9-9a62-07bf763cb9b8" providerId="ADAL" clId="{D123E33D-052B-4988-AC2D-F11A208BA2BB}" dt="2026-10-06T17:13:00.274" v="4429" actId="207"/>
          <ac:spMkLst>
            <pc:docMk/>
            <pc:sldMk cId="2630045082" sldId="366"/>
            <ac:spMk id="32" creationId="{B87D8B1D-2168-4314-BDD2-EB1CFCDF2E0A}"/>
          </ac:spMkLst>
        </pc:spChg>
        <pc:spChg chg="mod">
          <ac:chgData name="Ashley Warren" userId="d10fd33e-1b6e-46b9-9a62-07bf763cb9b8" providerId="ADAL" clId="{D123E33D-052B-4988-AC2D-F11A208BA2BB}" dt="2026-10-06T17:13:00.274" v="4429" actId="207"/>
          <ac:spMkLst>
            <pc:docMk/>
            <pc:sldMk cId="2630045082" sldId="366"/>
            <ac:spMk id="34" creationId="{CB296F34-6B56-86C6-326F-ED172F30FDA1}"/>
          </ac:spMkLst>
        </pc:spChg>
        <pc:spChg chg="add mod">
          <ac:chgData name="Ashley Warren" userId="d10fd33e-1b6e-46b9-9a62-07bf763cb9b8" providerId="ADAL" clId="{D123E33D-052B-4988-AC2D-F11A208BA2BB}" dt="2026-10-06T17:13:02.559" v="4430" actId="207"/>
          <ac:spMkLst>
            <pc:docMk/>
            <pc:sldMk cId="2630045082" sldId="366"/>
            <ac:spMk id="36" creationId="{8602FBDB-874B-D50C-8A8F-2C759D5A4917}"/>
          </ac:spMkLst>
        </pc:spChg>
        <pc:spChg chg="add mod">
          <ac:chgData name="Ashley Warren" userId="d10fd33e-1b6e-46b9-9a62-07bf763cb9b8" providerId="ADAL" clId="{D123E33D-052B-4988-AC2D-F11A208BA2BB}" dt="2026-10-06T17:13:02.559" v="4430" actId="207"/>
          <ac:spMkLst>
            <pc:docMk/>
            <pc:sldMk cId="2630045082" sldId="366"/>
            <ac:spMk id="38" creationId="{DF6E2FEC-F149-DAFD-0ADA-05D4F71F5D47}"/>
          </ac:spMkLst>
        </pc:spChg>
        <pc:spChg chg="add mod">
          <ac:chgData name="Ashley Warren" userId="d10fd33e-1b6e-46b9-9a62-07bf763cb9b8" providerId="ADAL" clId="{D123E33D-052B-4988-AC2D-F11A208BA2BB}" dt="2026-10-06T17:13:02.559" v="4430" actId="207"/>
          <ac:spMkLst>
            <pc:docMk/>
            <pc:sldMk cId="2630045082" sldId="366"/>
            <ac:spMk id="40" creationId="{A1D4C54A-F22E-DFA6-6D07-3E5DCC90098D}"/>
          </ac:spMkLst>
        </pc:spChg>
        <pc:spChg chg="add mod">
          <ac:chgData name="Ashley Warren" userId="d10fd33e-1b6e-46b9-9a62-07bf763cb9b8" providerId="ADAL" clId="{D123E33D-052B-4988-AC2D-F11A208BA2BB}" dt="2026-10-06T17:13:02.559" v="4430" actId="207"/>
          <ac:spMkLst>
            <pc:docMk/>
            <pc:sldMk cId="2630045082" sldId="366"/>
            <ac:spMk id="42" creationId="{1F7898CC-C14B-1ED4-70E4-73B560E952BA}"/>
          </ac:spMkLst>
        </pc:spChg>
      </pc:sldChg>
      <pc:sldChg chg="addSp delSp modSp add mod modClrScheme chgLayout">
        <pc:chgData name="Ashley Warren" userId="d10fd33e-1b6e-46b9-9a62-07bf763cb9b8" providerId="ADAL" clId="{D123E33D-052B-4988-AC2D-F11A208BA2BB}" dt="2026-10-06T16:32:48.610" v="3381" actId="120"/>
        <pc:sldMkLst>
          <pc:docMk/>
          <pc:sldMk cId="424963537" sldId="367"/>
        </pc:sldMkLst>
        <pc:spChg chg="add del mod ord">
          <ac:chgData name="Ashley Warren" userId="d10fd33e-1b6e-46b9-9a62-07bf763cb9b8" providerId="ADAL" clId="{D123E33D-052B-4988-AC2D-F11A208BA2BB}" dt="2026-10-06T16:11:55.266" v="2769" actId="700"/>
          <ac:spMkLst>
            <pc:docMk/>
            <pc:sldMk cId="424963537" sldId="367"/>
            <ac:spMk id="2" creationId="{41FDA196-342B-F135-97B8-F3C6EE7228DA}"/>
          </ac:spMkLst>
        </pc:spChg>
        <pc:spChg chg="mod ord">
          <ac:chgData name="Ashley Warren" userId="d10fd33e-1b6e-46b9-9a62-07bf763cb9b8" providerId="ADAL" clId="{D123E33D-052B-4988-AC2D-F11A208BA2BB}" dt="2026-10-06T16:32:48.610" v="3381" actId="120"/>
          <ac:spMkLst>
            <pc:docMk/>
            <pc:sldMk cId="424963537" sldId="367"/>
            <ac:spMk id="5" creationId="{0ED23AAD-F7C1-07F1-DBF2-CE1E32CC2E41}"/>
          </ac:spMkLst>
        </pc:spChg>
        <pc:spChg chg="add mod">
          <ac:chgData name="Ashley Warren" userId="d10fd33e-1b6e-46b9-9a62-07bf763cb9b8" providerId="ADAL" clId="{D123E33D-052B-4988-AC2D-F11A208BA2BB}" dt="2026-10-06T16:29:00.408" v="3354" actId="164"/>
          <ac:spMkLst>
            <pc:docMk/>
            <pc:sldMk cId="424963537" sldId="367"/>
            <ac:spMk id="7" creationId="{E5C45433-6F20-C08E-C5D1-225AD9FF79F0}"/>
          </ac:spMkLst>
        </pc:spChg>
        <pc:spChg chg="add mod topLvl">
          <ac:chgData name="Ashley Warren" userId="d10fd33e-1b6e-46b9-9a62-07bf763cb9b8" providerId="ADAL" clId="{D123E33D-052B-4988-AC2D-F11A208BA2BB}" dt="2026-10-06T16:29:54.314" v="3362" actId="165"/>
          <ac:spMkLst>
            <pc:docMk/>
            <pc:sldMk cId="424963537" sldId="367"/>
            <ac:spMk id="9" creationId="{BC483F16-9C1C-FD83-D143-B3965A70040A}"/>
          </ac:spMkLst>
        </pc:spChg>
        <pc:spChg chg="add mod topLvl">
          <ac:chgData name="Ashley Warren" userId="d10fd33e-1b6e-46b9-9a62-07bf763cb9b8" providerId="ADAL" clId="{D123E33D-052B-4988-AC2D-F11A208BA2BB}" dt="2026-10-06T16:29:54.314" v="3362" actId="165"/>
          <ac:spMkLst>
            <pc:docMk/>
            <pc:sldMk cId="424963537" sldId="367"/>
            <ac:spMk id="11" creationId="{2324B370-901C-FC84-BDE7-9DBDD8AF8F41}"/>
          </ac:spMkLst>
        </pc:spChg>
        <pc:spChg chg="add mod topLvl">
          <ac:chgData name="Ashley Warren" userId="d10fd33e-1b6e-46b9-9a62-07bf763cb9b8" providerId="ADAL" clId="{D123E33D-052B-4988-AC2D-F11A208BA2BB}" dt="2026-10-06T16:29:54.314" v="3362" actId="165"/>
          <ac:spMkLst>
            <pc:docMk/>
            <pc:sldMk cId="424963537" sldId="367"/>
            <ac:spMk id="13" creationId="{0300BB0F-D889-8B18-4A94-4274401A12FA}"/>
          </ac:spMkLst>
        </pc:spChg>
        <pc:spChg chg="add mod">
          <ac:chgData name="Ashley Warren" userId="d10fd33e-1b6e-46b9-9a62-07bf763cb9b8" providerId="ADAL" clId="{D123E33D-052B-4988-AC2D-F11A208BA2BB}" dt="2026-10-06T16:29:00.408" v="3354" actId="164"/>
          <ac:spMkLst>
            <pc:docMk/>
            <pc:sldMk cId="424963537" sldId="367"/>
            <ac:spMk id="15" creationId="{33181D13-0546-5BB9-3191-1BF6DFD1D81F}"/>
          </ac:spMkLst>
        </pc:spChg>
        <pc:spChg chg="mod topLvl">
          <ac:chgData name="Ashley Warren" userId="d10fd33e-1b6e-46b9-9a62-07bf763cb9b8" providerId="ADAL" clId="{D123E33D-052B-4988-AC2D-F11A208BA2BB}" dt="2026-10-06T16:31:50.626" v="3378" actId="14100"/>
          <ac:spMkLst>
            <pc:docMk/>
            <pc:sldMk cId="424963537" sldId="367"/>
            <ac:spMk id="18" creationId="{01945B65-985E-0E3A-84E2-5F77A8328BA5}"/>
          </ac:spMkLst>
        </pc:spChg>
        <pc:spChg chg="mod topLvl">
          <ac:chgData name="Ashley Warren" userId="d10fd33e-1b6e-46b9-9a62-07bf763cb9b8" providerId="ADAL" clId="{D123E33D-052B-4988-AC2D-F11A208BA2BB}" dt="2026-10-06T16:32:15.888" v="3379" actId="14100"/>
          <ac:spMkLst>
            <pc:docMk/>
            <pc:sldMk cId="424963537" sldId="367"/>
            <ac:spMk id="20" creationId="{0C9E84B8-F933-922B-0571-505176C02926}"/>
          </ac:spMkLst>
        </pc:spChg>
        <pc:spChg chg="mod topLvl">
          <ac:chgData name="Ashley Warren" userId="d10fd33e-1b6e-46b9-9a62-07bf763cb9b8" providerId="ADAL" clId="{D123E33D-052B-4988-AC2D-F11A208BA2BB}" dt="2026-10-06T16:29:54.314" v="3362" actId="165"/>
          <ac:spMkLst>
            <pc:docMk/>
            <pc:sldMk cId="424963537" sldId="367"/>
            <ac:spMk id="29" creationId="{5EA67198-AEE2-3C9D-FC41-0318D292D64C}"/>
          </ac:spMkLst>
        </pc:spChg>
        <pc:spChg chg="mod topLvl">
          <ac:chgData name="Ashley Warren" userId="d10fd33e-1b6e-46b9-9a62-07bf763cb9b8" providerId="ADAL" clId="{D123E33D-052B-4988-AC2D-F11A208BA2BB}" dt="2026-10-06T16:29:54.314" v="3362" actId="165"/>
          <ac:spMkLst>
            <pc:docMk/>
            <pc:sldMk cId="424963537" sldId="367"/>
            <ac:spMk id="30" creationId="{F6460633-4B5B-CAB2-C30C-70CA16CFD77F}"/>
          </ac:spMkLst>
        </pc:spChg>
        <pc:spChg chg="add del mod">
          <ac:chgData name="Ashley Warren" userId="d10fd33e-1b6e-46b9-9a62-07bf763cb9b8" providerId="ADAL" clId="{D123E33D-052B-4988-AC2D-F11A208BA2BB}" dt="2026-10-06T16:20:06.604" v="3099" actId="22"/>
          <ac:spMkLst>
            <pc:docMk/>
            <pc:sldMk cId="424963537" sldId="367"/>
            <ac:spMk id="36" creationId="{B30FC073-391C-11FD-40E7-DDA47EA0031B}"/>
          </ac:spMkLst>
        </pc:spChg>
        <pc:spChg chg="del mod ord">
          <ac:chgData name="Ashley Warren" userId="d10fd33e-1b6e-46b9-9a62-07bf763cb9b8" providerId="ADAL" clId="{D123E33D-052B-4988-AC2D-F11A208BA2BB}" dt="2026-10-06T16:11:40.245" v="2765" actId="700"/>
          <ac:spMkLst>
            <pc:docMk/>
            <pc:sldMk cId="424963537" sldId="367"/>
            <ac:spMk id="37" creationId="{5EF14C36-4459-C192-FF5A-FC510B28FACE}"/>
          </ac:spMkLst>
        </pc:spChg>
        <pc:spChg chg="add del mod">
          <ac:chgData name="Ashley Warren" userId="d10fd33e-1b6e-46b9-9a62-07bf763cb9b8" providerId="ADAL" clId="{D123E33D-052B-4988-AC2D-F11A208BA2BB}" dt="2026-10-06T16:20:06.604" v="3099" actId="22"/>
          <ac:spMkLst>
            <pc:docMk/>
            <pc:sldMk cId="424963537" sldId="367"/>
            <ac:spMk id="39" creationId="{65FA763B-E19D-8493-1943-1582EF96D3F9}"/>
          </ac:spMkLst>
        </pc:spChg>
        <pc:spChg chg="add del mod">
          <ac:chgData name="Ashley Warren" userId="d10fd33e-1b6e-46b9-9a62-07bf763cb9b8" providerId="ADAL" clId="{D123E33D-052B-4988-AC2D-F11A208BA2BB}" dt="2026-10-06T16:21:14.060" v="3115" actId="478"/>
          <ac:spMkLst>
            <pc:docMk/>
            <pc:sldMk cId="424963537" sldId="367"/>
            <ac:spMk id="41" creationId="{566561BB-D8C0-B09F-E4E7-C9BAA1CE902B}"/>
          </ac:spMkLst>
        </pc:spChg>
        <pc:spChg chg="add mod">
          <ac:chgData name="Ashley Warren" userId="d10fd33e-1b6e-46b9-9a62-07bf763cb9b8" providerId="ADAL" clId="{D123E33D-052B-4988-AC2D-F11A208BA2BB}" dt="2026-10-06T16:21:09.157" v="3113" actId="164"/>
          <ac:spMkLst>
            <pc:docMk/>
            <pc:sldMk cId="424963537" sldId="367"/>
            <ac:spMk id="43" creationId="{05E388CF-9E9A-08E2-FDFF-4829E2573B2E}"/>
          </ac:spMkLst>
        </pc:spChg>
        <pc:spChg chg="add del mod">
          <ac:chgData name="Ashley Warren" userId="d10fd33e-1b6e-46b9-9a62-07bf763cb9b8" providerId="ADAL" clId="{D123E33D-052B-4988-AC2D-F11A208BA2BB}" dt="2026-10-06T16:21:49.178" v="3136" actId="478"/>
          <ac:spMkLst>
            <pc:docMk/>
            <pc:sldMk cId="424963537" sldId="367"/>
            <ac:spMk id="45" creationId="{AF9383D0-9896-CFDE-705C-B7AF15D5E64B}"/>
          </ac:spMkLst>
        </pc:spChg>
        <pc:spChg chg="add mod">
          <ac:chgData name="Ashley Warren" userId="d10fd33e-1b6e-46b9-9a62-07bf763cb9b8" providerId="ADAL" clId="{D123E33D-052B-4988-AC2D-F11A208BA2BB}" dt="2026-10-06T16:21:09.157" v="3113" actId="164"/>
          <ac:spMkLst>
            <pc:docMk/>
            <pc:sldMk cId="424963537" sldId="367"/>
            <ac:spMk id="47" creationId="{B7456BC5-1720-465F-F42B-D02E0979041C}"/>
          </ac:spMkLst>
        </pc:spChg>
        <pc:spChg chg="add mod">
          <ac:chgData name="Ashley Warren" userId="d10fd33e-1b6e-46b9-9a62-07bf763cb9b8" providerId="ADAL" clId="{D123E33D-052B-4988-AC2D-F11A208BA2BB}" dt="2026-10-06T16:21:09.157" v="3113" actId="164"/>
          <ac:spMkLst>
            <pc:docMk/>
            <pc:sldMk cId="424963537" sldId="367"/>
            <ac:spMk id="49" creationId="{D595B1F0-3CDA-619A-BB2F-6AB3BBE3DF82}"/>
          </ac:spMkLst>
        </pc:spChg>
        <pc:spChg chg="add mod">
          <ac:chgData name="Ashley Warren" userId="d10fd33e-1b6e-46b9-9a62-07bf763cb9b8" providerId="ADAL" clId="{D123E33D-052B-4988-AC2D-F11A208BA2BB}" dt="2026-10-06T16:21:09.157" v="3113" actId="164"/>
          <ac:spMkLst>
            <pc:docMk/>
            <pc:sldMk cId="424963537" sldId="367"/>
            <ac:spMk id="51" creationId="{6DB44D47-9242-3AB7-58D5-2C6EE5FC16CB}"/>
          </ac:spMkLst>
        </pc:spChg>
        <pc:spChg chg="mod">
          <ac:chgData name="Ashley Warren" userId="d10fd33e-1b6e-46b9-9a62-07bf763cb9b8" providerId="ADAL" clId="{D123E33D-052B-4988-AC2D-F11A208BA2BB}" dt="2026-10-06T16:22:22.998" v="3143"/>
          <ac:spMkLst>
            <pc:docMk/>
            <pc:sldMk cId="424963537" sldId="367"/>
            <ac:spMk id="54" creationId="{05E388CF-9E9A-08E2-FDFF-4829E2573B2E}"/>
          </ac:spMkLst>
        </pc:spChg>
        <pc:spChg chg="mod">
          <ac:chgData name="Ashley Warren" userId="d10fd33e-1b6e-46b9-9a62-07bf763cb9b8" providerId="ADAL" clId="{D123E33D-052B-4988-AC2D-F11A208BA2BB}" dt="2026-10-06T16:22:22.998" v="3143"/>
          <ac:spMkLst>
            <pc:docMk/>
            <pc:sldMk cId="424963537" sldId="367"/>
            <ac:spMk id="55" creationId="{B7456BC5-1720-465F-F42B-D02E0979041C}"/>
          </ac:spMkLst>
        </pc:spChg>
        <pc:spChg chg="mod">
          <ac:chgData name="Ashley Warren" userId="d10fd33e-1b6e-46b9-9a62-07bf763cb9b8" providerId="ADAL" clId="{D123E33D-052B-4988-AC2D-F11A208BA2BB}" dt="2026-10-06T16:22:22.998" v="3143"/>
          <ac:spMkLst>
            <pc:docMk/>
            <pc:sldMk cId="424963537" sldId="367"/>
            <ac:spMk id="56" creationId="{D595B1F0-3CDA-619A-BB2F-6AB3BBE3DF82}"/>
          </ac:spMkLst>
        </pc:spChg>
        <pc:spChg chg="mod">
          <ac:chgData name="Ashley Warren" userId="d10fd33e-1b6e-46b9-9a62-07bf763cb9b8" providerId="ADAL" clId="{D123E33D-052B-4988-AC2D-F11A208BA2BB}" dt="2026-10-06T16:22:22.998" v="3143"/>
          <ac:spMkLst>
            <pc:docMk/>
            <pc:sldMk cId="424963537" sldId="367"/>
            <ac:spMk id="57" creationId="{6DB44D47-9242-3AB7-58D5-2C6EE5FC16CB}"/>
          </ac:spMkLst>
        </pc:spChg>
        <pc:spChg chg="mod">
          <ac:chgData name="Ashley Warren" userId="d10fd33e-1b6e-46b9-9a62-07bf763cb9b8" providerId="ADAL" clId="{D123E33D-052B-4988-AC2D-F11A208BA2BB}" dt="2026-10-06T16:29:54.314" v="3362" actId="165"/>
          <ac:spMkLst>
            <pc:docMk/>
            <pc:sldMk cId="424963537" sldId="367"/>
            <ac:spMk id="59" creationId="{143F9A79-CCC7-8A5D-6D2F-9384B61CFA0B}"/>
          </ac:spMkLst>
        </pc:spChg>
        <pc:spChg chg="mod">
          <ac:chgData name="Ashley Warren" userId="d10fd33e-1b6e-46b9-9a62-07bf763cb9b8" providerId="ADAL" clId="{D123E33D-052B-4988-AC2D-F11A208BA2BB}" dt="2026-10-06T16:29:54.314" v="3362" actId="165"/>
          <ac:spMkLst>
            <pc:docMk/>
            <pc:sldMk cId="424963537" sldId="367"/>
            <ac:spMk id="60" creationId="{B12A4D5F-F4CF-B095-E1B5-FD0000247C4C}"/>
          </ac:spMkLst>
        </pc:spChg>
        <pc:spChg chg="mod">
          <ac:chgData name="Ashley Warren" userId="d10fd33e-1b6e-46b9-9a62-07bf763cb9b8" providerId="ADAL" clId="{D123E33D-052B-4988-AC2D-F11A208BA2BB}" dt="2026-10-06T16:29:54.314" v="3362" actId="165"/>
          <ac:spMkLst>
            <pc:docMk/>
            <pc:sldMk cId="424963537" sldId="367"/>
            <ac:spMk id="61" creationId="{962B9B6C-B35A-266D-8A8A-3BE538355BC1}"/>
          </ac:spMkLst>
        </pc:spChg>
        <pc:spChg chg="mod">
          <ac:chgData name="Ashley Warren" userId="d10fd33e-1b6e-46b9-9a62-07bf763cb9b8" providerId="ADAL" clId="{D123E33D-052B-4988-AC2D-F11A208BA2BB}" dt="2026-10-06T16:29:54.314" v="3362" actId="165"/>
          <ac:spMkLst>
            <pc:docMk/>
            <pc:sldMk cId="424963537" sldId="367"/>
            <ac:spMk id="62" creationId="{1458A1F4-2B45-7DA1-6618-FCAE775640EB}"/>
          </ac:spMkLst>
        </pc:spChg>
        <pc:spChg chg="add mod">
          <ac:chgData name="Ashley Warren" userId="d10fd33e-1b6e-46b9-9a62-07bf763cb9b8" providerId="ADAL" clId="{D123E33D-052B-4988-AC2D-F11A208BA2BB}" dt="2026-10-06T16:31:02.218" v="3373" actId="12789"/>
          <ac:spMkLst>
            <pc:docMk/>
            <pc:sldMk cId="424963537" sldId="367"/>
            <ac:spMk id="64" creationId="{404E3421-E4FA-7EC4-EC8B-6A058E8E75F5}"/>
          </ac:spMkLst>
        </pc:spChg>
        <pc:spChg chg="add mod topLvl">
          <ac:chgData name="Ashley Warren" userId="d10fd33e-1b6e-46b9-9a62-07bf763cb9b8" providerId="ADAL" clId="{D123E33D-052B-4988-AC2D-F11A208BA2BB}" dt="2026-10-06T16:31:02.218" v="3373" actId="12789"/>
          <ac:spMkLst>
            <pc:docMk/>
            <pc:sldMk cId="424963537" sldId="367"/>
            <ac:spMk id="72" creationId="{CB1493C2-C6D2-BEEC-9FC9-639A77FADB8B}"/>
          </ac:spMkLst>
        </pc:spChg>
        <pc:spChg chg="add del mod">
          <ac:chgData name="Ashley Warren" userId="d10fd33e-1b6e-46b9-9a62-07bf763cb9b8" providerId="ADAL" clId="{D123E33D-052B-4988-AC2D-F11A208BA2BB}" dt="2026-10-06T16:28:17.627" v="3343" actId="478"/>
          <ac:spMkLst>
            <pc:docMk/>
            <pc:sldMk cId="424963537" sldId="367"/>
            <ac:spMk id="77" creationId="{566D8485-9E63-ED99-AFE3-ACF977D70E78}"/>
          </ac:spMkLst>
        </pc:spChg>
        <pc:grpChg chg="add mod">
          <ac:chgData name="Ashley Warren" userId="d10fd33e-1b6e-46b9-9a62-07bf763cb9b8" providerId="ADAL" clId="{D123E33D-052B-4988-AC2D-F11A208BA2BB}" dt="2026-10-06T16:26:36.404" v="3318" actId="1076"/>
          <ac:grpSpMkLst>
            <pc:docMk/>
            <pc:sldMk cId="424963537" sldId="367"/>
            <ac:grpSpMk id="4" creationId="{21A8D725-E0F9-DD22-4303-566CC57F134A}"/>
          </ac:grpSpMkLst>
        </pc:grpChg>
        <pc:grpChg chg="del">
          <ac:chgData name="Ashley Warren" userId="d10fd33e-1b6e-46b9-9a62-07bf763cb9b8" providerId="ADAL" clId="{D123E33D-052B-4988-AC2D-F11A208BA2BB}" dt="2026-10-06T16:12:08.226" v="2772" actId="165"/>
          <ac:grpSpMkLst>
            <pc:docMk/>
            <pc:sldMk cId="424963537" sldId="367"/>
            <ac:grpSpMk id="19" creationId="{C5A3DF0C-34A6-1D78-F893-38316E232731}"/>
          </ac:grpSpMkLst>
        </pc:grpChg>
        <pc:grpChg chg="del mod">
          <ac:chgData name="Ashley Warren" userId="d10fd33e-1b6e-46b9-9a62-07bf763cb9b8" providerId="ADAL" clId="{D123E33D-052B-4988-AC2D-F11A208BA2BB}" dt="2026-10-06T16:12:22.797" v="2777" actId="165"/>
          <ac:grpSpMkLst>
            <pc:docMk/>
            <pc:sldMk cId="424963537" sldId="367"/>
            <ac:grpSpMk id="21" creationId="{6AB22493-1DFA-D6A4-794A-EA92E87D9DE1}"/>
          </ac:grpSpMkLst>
        </pc:grpChg>
        <pc:grpChg chg="mod">
          <ac:chgData name="Ashley Warren" userId="d10fd33e-1b6e-46b9-9a62-07bf763cb9b8" providerId="ADAL" clId="{D123E33D-052B-4988-AC2D-F11A208BA2BB}" dt="2026-10-06T16:11:42.976" v="2766" actId="1076"/>
          <ac:grpSpMkLst>
            <pc:docMk/>
            <pc:sldMk cId="424963537" sldId="367"/>
            <ac:grpSpMk id="34" creationId="{560055F9-B829-8A92-F240-0BB3318F1BC4}"/>
          </ac:grpSpMkLst>
        </pc:grpChg>
        <pc:grpChg chg="add del mod">
          <ac:chgData name="Ashley Warren" userId="d10fd33e-1b6e-46b9-9a62-07bf763cb9b8" providerId="ADAL" clId="{D123E33D-052B-4988-AC2D-F11A208BA2BB}" dt="2026-10-06T16:21:50.499" v="3137" actId="21"/>
          <ac:grpSpMkLst>
            <pc:docMk/>
            <pc:sldMk cId="424963537" sldId="367"/>
            <ac:grpSpMk id="52" creationId="{7DBF9AB3-8B4A-4205-ABDD-7AC38CB42DAB}"/>
          </ac:grpSpMkLst>
        </pc:grpChg>
        <pc:grpChg chg="add mod">
          <ac:chgData name="Ashley Warren" userId="d10fd33e-1b6e-46b9-9a62-07bf763cb9b8" providerId="ADAL" clId="{D123E33D-052B-4988-AC2D-F11A208BA2BB}" dt="2026-10-06T16:22:22.998" v="3143"/>
          <ac:grpSpMkLst>
            <pc:docMk/>
            <pc:sldMk cId="424963537" sldId="367"/>
            <ac:grpSpMk id="53" creationId="{7DBF9AB3-8B4A-4205-ABDD-7AC38CB42DAB}"/>
          </ac:grpSpMkLst>
        </pc:grpChg>
        <pc:grpChg chg="add mod">
          <ac:chgData name="Ashley Warren" userId="d10fd33e-1b6e-46b9-9a62-07bf763cb9b8" providerId="ADAL" clId="{D123E33D-052B-4988-AC2D-F11A208BA2BB}" dt="2026-10-06T16:31:02.218" v="3373" actId="12789"/>
          <ac:grpSpMkLst>
            <pc:docMk/>
            <pc:sldMk cId="424963537" sldId="367"/>
            <ac:grpSpMk id="58" creationId="{F68A3102-8FD6-6C8E-2EE2-A58D06BD47B1}"/>
          </ac:grpSpMkLst>
        </pc:grpChg>
        <pc:grpChg chg="mod">
          <ac:chgData name="Ashley Warren" userId="d10fd33e-1b6e-46b9-9a62-07bf763cb9b8" providerId="ADAL" clId="{D123E33D-052B-4988-AC2D-F11A208BA2BB}" dt="2026-10-06T16:29:20.645" v="3358" actId="1076"/>
          <ac:grpSpMkLst>
            <pc:docMk/>
            <pc:sldMk cId="424963537" sldId="367"/>
            <ac:grpSpMk id="78" creationId="{F556778C-20BB-ED3F-4DD6-AFD7297A1150}"/>
          </ac:grpSpMkLst>
        </pc:grpChg>
        <pc:picChg chg="mod topLvl">
          <ac:chgData name="Ashley Warren" userId="d10fd33e-1b6e-46b9-9a62-07bf763cb9b8" providerId="ADAL" clId="{D123E33D-052B-4988-AC2D-F11A208BA2BB}" dt="2026-10-06T16:27:03.808" v="3324" actId="12789"/>
          <ac:picMkLst>
            <pc:docMk/>
            <pc:sldMk cId="424963537" sldId="367"/>
            <ac:picMk id="22" creationId="{7BE0AF09-64CF-ABE6-8D94-AB6C97A72B35}"/>
          </ac:picMkLst>
        </pc:picChg>
        <pc:picChg chg="mod topLvl">
          <ac:chgData name="Ashley Warren" userId="d10fd33e-1b6e-46b9-9a62-07bf763cb9b8" providerId="ADAL" clId="{D123E33D-052B-4988-AC2D-F11A208BA2BB}" dt="2026-10-06T16:26:58.564" v="3322" actId="12789"/>
          <ac:picMkLst>
            <pc:docMk/>
            <pc:sldMk cId="424963537" sldId="367"/>
            <ac:picMk id="23" creationId="{3E56D56E-8BA7-D4C8-E1C5-1623073FD0A2}"/>
          </ac:picMkLst>
        </pc:picChg>
        <pc:picChg chg="mod topLvl">
          <ac:chgData name="Ashley Warren" userId="d10fd33e-1b6e-46b9-9a62-07bf763cb9b8" providerId="ADAL" clId="{D123E33D-052B-4988-AC2D-F11A208BA2BB}" dt="2026-10-06T16:29:00.408" v="3354" actId="164"/>
          <ac:picMkLst>
            <pc:docMk/>
            <pc:sldMk cId="424963537" sldId="367"/>
            <ac:picMk id="25" creationId="{E4E9373B-2193-4FD9-B586-27367A87FFBC}"/>
          </ac:picMkLst>
        </pc:picChg>
        <pc:picChg chg="mod topLvl">
          <ac:chgData name="Ashley Warren" userId="d10fd33e-1b6e-46b9-9a62-07bf763cb9b8" providerId="ADAL" clId="{D123E33D-052B-4988-AC2D-F11A208BA2BB}" dt="2026-10-06T16:29:00.408" v="3354" actId="164"/>
          <ac:picMkLst>
            <pc:docMk/>
            <pc:sldMk cId="424963537" sldId="367"/>
            <ac:picMk id="26" creationId="{CBA20162-DAE3-ED65-4B9E-BF64771FC0DC}"/>
          </ac:picMkLst>
        </pc:picChg>
        <pc:picChg chg="mod topLvl">
          <ac:chgData name="Ashley Warren" userId="d10fd33e-1b6e-46b9-9a62-07bf763cb9b8" providerId="ADAL" clId="{D123E33D-052B-4988-AC2D-F11A208BA2BB}" dt="2026-10-06T16:26:27.169" v="3317" actId="465"/>
          <ac:picMkLst>
            <pc:docMk/>
            <pc:sldMk cId="424963537" sldId="367"/>
            <ac:picMk id="27" creationId="{AF99DFC7-EC18-3B69-3A9B-06DD01FF4778}"/>
          </ac:picMkLst>
        </pc:picChg>
        <pc:picChg chg="mod topLvl">
          <ac:chgData name="Ashley Warren" userId="d10fd33e-1b6e-46b9-9a62-07bf763cb9b8" providerId="ADAL" clId="{D123E33D-052B-4988-AC2D-F11A208BA2BB}" dt="2026-10-06T16:12:27.540" v="2780" actId="164"/>
          <ac:picMkLst>
            <pc:docMk/>
            <pc:sldMk cId="424963537" sldId="367"/>
            <ac:picMk id="31" creationId="{77EFABD4-C548-B50B-D16D-2129A0860FBB}"/>
          </ac:picMkLst>
        </pc:picChg>
        <pc:cxnChg chg="add mod">
          <ac:chgData name="Ashley Warren" userId="d10fd33e-1b6e-46b9-9a62-07bf763cb9b8" providerId="ADAL" clId="{D123E33D-052B-4988-AC2D-F11A208BA2BB}" dt="2026-10-06T16:20:12.827" v="3104" actId="14100"/>
          <ac:cxnSpMkLst>
            <pc:docMk/>
            <pc:sldMk cId="424963537" sldId="367"/>
            <ac:cxnSpMk id="17" creationId="{A836CCBA-5CFE-2DD0-1391-74FCE54E5531}"/>
          </ac:cxnSpMkLst>
        </pc:cxnChg>
        <pc:cxnChg chg="mod">
          <ac:chgData name="Ashley Warren" userId="d10fd33e-1b6e-46b9-9a62-07bf763cb9b8" providerId="ADAL" clId="{D123E33D-052B-4988-AC2D-F11A208BA2BB}" dt="2026-10-06T16:30:01.029" v="3364" actId="14100"/>
          <ac:cxnSpMkLst>
            <pc:docMk/>
            <pc:sldMk cId="424963537" sldId="367"/>
            <ac:cxnSpMk id="24" creationId="{6E8E3436-C8E4-E92E-38B6-3A211B88B501}"/>
          </ac:cxnSpMkLst>
        </pc:cxnChg>
        <pc:cxnChg chg="add mod">
          <ac:chgData name="Ashley Warren" userId="d10fd33e-1b6e-46b9-9a62-07bf763cb9b8" providerId="ADAL" clId="{D123E33D-052B-4988-AC2D-F11A208BA2BB}" dt="2026-10-06T16:29:32.796" v="3359" actId="1076"/>
          <ac:cxnSpMkLst>
            <pc:docMk/>
            <pc:sldMk cId="424963537" sldId="367"/>
            <ac:cxnSpMk id="66" creationId="{BA2396DC-827A-0D6C-BA4E-F2D11C65C70A}"/>
          </ac:cxnSpMkLst>
        </pc:cxnChg>
      </pc:sldChg>
      <pc:sldChg chg="addSp delSp modSp add del mod modClrScheme chgLayout">
        <pc:chgData name="Ashley Warren" userId="d10fd33e-1b6e-46b9-9a62-07bf763cb9b8" providerId="ADAL" clId="{D123E33D-052B-4988-AC2D-F11A208BA2BB}" dt="2026-10-06T17:06:04.119" v="4337" actId="2696"/>
        <pc:sldMkLst>
          <pc:docMk/>
          <pc:sldMk cId="1239832198" sldId="384"/>
        </pc:sldMkLst>
        <pc:spChg chg="add del mod ord">
          <ac:chgData name="Ashley Warren" userId="d10fd33e-1b6e-46b9-9a62-07bf763cb9b8" providerId="ADAL" clId="{D123E33D-052B-4988-AC2D-F11A208BA2BB}" dt="2026-10-06T17:00:19.520" v="4245" actId="478"/>
          <ac:spMkLst>
            <pc:docMk/>
            <pc:sldMk cId="1239832198" sldId="384"/>
            <ac:spMk id="5" creationId="{46641600-2B60-EA6A-463F-8548A62167A9}"/>
          </ac:spMkLst>
        </pc:spChg>
        <pc:spChg chg="add del mod ord">
          <ac:chgData name="Ashley Warren" userId="d10fd33e-1b6e-46b9-9a62-07bf763cb9b8" providerId="ADAL" clId="{D123E33D-052B-4988-AC2D-F11A208BA2BB}" dt="2026-10-06T17:03:27.696" v="4273" actId="478"/>
          <ac:spMkLst>
            <pc:docMk/>
            <pc:sldMk cId="1239832198" sldId="384"/>
            <ac:spMk id="6" creationId="{050D869E-1F52-B846-E7D3-61D64200DABA}"/>
          </ac:spMkLst>
        </pc:spChg>
        <pc:spChg chg="add del mod ord">
          <ac:chgData name="Ashley Warren" userId="d10fd33e-1b6e-46b9-9a62-07bf763cb9b8" providerId="ADAL" clId="{D123E33D-052B-4988-AC2D-F11A208BA2BB}" dt="2026-10-06T17:03:28.536" v="4274" actId="478"/>
          <ac:spMkLst>
            <pc:docMk/>
            <pc:sldMk cId="1239832198" sldId="384"/>
            <ac:spMk id="7" creationId="{29F5F2B0-4D16-4EAF-F8B7-ED26FF94D89F}"/>
          </ac:spMkLst>
        </pc:spChg>
        <pc:spChg chg="add del mod ord">
          <ac:chgData name="Ashley Warren" userId="d10fd33e-1b6e-46b9-9a62-07bf763cb9b8" providerId="ADAL" clId="{D123E33D-052B-4988-AC2D-F11A208BA2BB}" dt="2026-10-06T17:03:39.578" v="4276" actId="700"/>
          <ac:spMkLst>
            <pc:docMk/>
            <pc:sldMk cId="1239832198" sldId="384"/>
            <ac:spMk id="8" creationId="{21908CB2-84E8-18DB-2F1E-EE2678FC57D8}"/>
          </ac:spMkLst>
        </pc:spChg>
        <pc:spChg chg="add del mod ord">
          <ac:chgData name="Ashley Warren" userId="d10fd33e-1b6e-46b9-9a62-07bf763cb9b8" providerId="ADAL" clId="{D123E33D-052B-4988-AC2D-F11A208BA2BB}" dt="2026-10-06T17:03:39.578" v="4276" actId="700"/>
          <ac:spMkLst>
            <pc:docMk/>
            <pc:sldMk cId="1239832198" sldId="384"/>
            <ac:spMk id="9" creationId="{A46C7536-38B5-30B0-D3DC-E0E94C14175E}"/>
          </ac:spMkLst>
        </pc:spChg>
        <pc:spChg chg="add del mod ord">
          <ac:chgData name="Ashley Warren" userId="d10fd33e-1b6e-46b9-9a62-07bf763cb9b8" providerId="ADAL" clId="{D123E33D-052B-4988-AC2D-F11A208BA2BB}" dt="2026-10-06T17:03:39.578" v="4276" actId="700"/>
          <ac:spMkLst>
            <pc:docMk/>
            <pc:sldMk cId="1239832198" sldId="384"/>
            <ac:spMk id="10" creationId="{D807824C-D9CF-A0C1-0560-CDFCC7A6C7CF}"/>
          </ac:spMkLst>
        </pc:spChg>
        <pc:spChg chg="add del mod ord">
          <ac:chgData name="Ashley Warren" userId="d10fd33e-1b6e-46b9-9a62-07bf763cb9b8" providerId="ADAL" clId="{D123E33D-052B-4988-AC2D-F11A208BA2BB}" dt="2026-10-06T17:03:39.578" v="4276" actId="700"/>
          <ac:spMkLst>
            <pc:docMk/>
            <pc:sldMk cId="1239832198" sldId="384"/>
            <ac:spMk id="11" creationId="{9390D7DC-F40C-B330-77C1-093B992C238D}"/>
          </ac:spMkLst>
        </pc:spChg>
        <pc:spChg chg="add del mod ord">
          <ac:chgData name="Ashley Warren" userId="d10fd33e-1b6e-46b9-9a62-07bf763cb9b8" providerId="ADAL" clId="{D123E33D-052B-4988-AC2D-F11A208BA2BB}" dt="2026-10-06T17:03:39.578" v="4276" actId="700"/>
          <ac:spMkLst>
            <pc:docMk/>
            <pc:sldMk cId="1239832198" sldId="384"/>
            <ac:spMk id="12" creationId="{E655F8D7-7447-6C60-66ED-43FDC01CC2AD}"/>
          </ac:spMkLst>
        </pc:spChg>
        <pc:spChg chg="add del mod ord">
          <ac:chgData name="Ashley Warren" userId="d10fd33e-1b6e-46b9-9a62-07bf763cb9b8" providerId="ADAL" clId="{D123E33D-052B-4988-AC2D-F11A208BA2BB}" dt="2026-10-06T17:03:39.578" v="4276" actId="700"/>
          <ac:spMkLst>
            <pc:docMk/>
            <pc:sldMk cId="1239832198" sldId="384"/>
            <ac:spMk id="13" creationId="{810C8D3F-F8DE-47E5-67DA-8BF99319A973}"/>
          </ac:spMkLst>
        </pc:spChg>
        <pc:spChg chg="add del mod ord">
          <ac:chgData name="Ashley Warren" userId="d10fd33e-1b6e-46b9-9a62-07bf763cb9b8" providerId="ADAL" clId="{D123E33D-052B-4988-AC2D-F11A208BA2BB}" dt="2026-10-06T17:03:39.578" v="4276" actId="700"/>
          <ac:spMkLst>
            <pc:docMk/>
            <pc:sldMk cId="1239832198" sldId="384"/>
            <ac:spMk id="14" creationId="{DE091780-8F41-8528-2DA3-0B8E700B8772}"/>
          </ac:spMkLst>
        </pc:spChg>
        <pc:spChg chg="add del mod ord">
          <ac:chgData name="Ashley Warren" userId="d10fd33e-1b6e-46b9-9a62-07bf763cb9b8" providerId="ADAL" clId="{D123E33D-052B-4988-AC2D-F11A208BA2BB}" dt="2026-10-06T17:03:39.578" v="4276" actId="700"/>
          <ac:spMkLst>
            <pc:docMk/>
            <pc:sldMk cId="1239832198" sldId="384"/>
            <ac:spMk id="15" creationId="{4D8FF78D-FC78-DAA7-84A5-C78E416F6E48}"/>
          </ac:spMkLst>
        </pc:spChg>
        <pc:spChg chg="add del mod ord">
          <ac:chgData name="Ashley Warren" userId="d10fd33e-1b6e-46b9-9a62-07bf763cb9b8" providerId="ADAL" clId="{D123E33D-052B-4988-AC2D-F11A208BA2BB}" dt="2026-10-06T17:03:39.578" v="4276" actId="700"/>
          <ac:spMkLst>
            <pc:docMk/>
            <pc:sldMk cId="1239832198" sldId="384"/>
            <ac:spMk id="16" creationId="{D265A081-E559-00D8-2D50-04ED6FA05ABA}"/>
          </ac:spMkLst>
        </pc:spChg>
        <pc:spChg chg="add del mod ord">
          <ac:chgData name="Ashley Warren" userId="d10fd33e-1b6e-46b9-9a62-07bf763cb9b8" providerId="ADAL" clId="{D123E33D-052B-4988-AC2D-F11A208BA2BB}" dt="2026-10-06T17:03:39.578" v="4276" actId="700"/>
          <ac:spMkLst>
            <pc:docMk/>
            <pc:sldMk cId="1239832198" sldId="384"/>
            <ac:spMk id="17" creationId="{96C6C9EB-1349-A35B-81D8-5F9EEC9021E4}"/>
          </ac:spMkLst>
        </pc:spChg>
        <pc:spChg chg="del">
          <ac:chgData name="Ashley Warren" userId="d10fd33e-1b6e-46b9-9a62-07bf763cb9b8" providerId="ADAL" clId="{D123E33D-052B-4988-AC2D-F11A208BA2BB}" dt="2026-10-06T17:00:11.907" v="4243" actId="478"/>
          <ac:spMkLst>
            <pc:docMk/>
            <pc:sldMk cId="1239832198" sldId="384"/>
            <ac:spMk id="57" creationId="{422DA77D-9529-9655-C98D-5CB72A00C515}"/>
          </ac:spMkLst>
        </pc:spChg>
        <pc:spChg chg="del">
          <ac:chgData name="Ashley Warren" userId="d10fd33e-1b6e-46b9-9a62-07bf763cb9b8" providerId="ADAL" clId="{D123E33D-052B-4988-AC2D-F11A208BA2BB}" dt="2026-10-06T17:03:07.513" v="4269" actId="478"/>
          <ac:spMkLst>
            <pc:docMk/>
            <pc:sldMk cId="1239832198" sldId="384"/>
            <ac:spMk id="59" creationId="{26EDB973-A921-7156-C677-BFBA5036DD8C}"/>
          </ac:spMkLst>
        </pc:spChg>
        <pc:spChg chg="mod">
          <ac:chgData name="Ashley Warren" userId="d10fd33e-1b6e-46b9-9a62-07bf763cb9b8" providerId="ADAL" clId="{D123E33D-052B-4988-AC2D-F11A208BA2BB}" dt="2026-10-06T17:03:17.026" v="4271" actId="207"/>
          <ac:spMkLst>
            <pc:docMk/>
            <pc:sldMk cId="1239832198" sldId="384"/>
            <ac:spMk id="61" creationId="{8D5B9FA9-FC90-8E3C-6AD5-F1E72FFBCB06}"/>
          </ac:spMkLst>
        </pc:spChg>
        <pc:spChg chg="mod">
          <ac:chgData name="Ashley Warren" userId="d10fd33e-1b6e-46b9-9a62-07bf763cb9b8" providerId="ADAL" clId="{D123E33D-052B-4988-AC2D-F11A208BA2BB}" dt="2026-10-06T17:01:09.736" v="4254" actId="208"/>
          <ac:spMkLst>
            <pc:docMk/>
            <pc:sldMk cId="1239832198" sldId="384"/>
            <ac:spMk id="123" creationId="{270CAB01-1F4A-2C2F-85AA-381FFB7BD593}"/>
          </ac:spMkLst>
        </pc:spChg>
        <pc:spChg chg="mod">
          <ac:chgData name="Ashley Warren" userId="d10fd33e-1b6e-46b9-9a62-07bf763cb9b8" providerId="ADAL" clId="{D123E33D-052B-4988-AC2D-F11A208BA2BB}" dt="2026-10-06T17:01:33.838" v="4259" actId="207"/>
          <ac:spMkLst>
            <pc:docMk/>
            <pc:sldMk cId="1239832198" sldId="384"/>
            <ac:spMk id="125" creationId="{D52475F2-A187-36BA-58E1-46FC9F6E687D}"/>
          </ac:spMkLst>
        </pc:spChg>
        <pc:spChg chg="mod">
          <ac:chgData name="Ashley Warren" userId="d10fd33e-1b6e-46b9-9a62-07bf763cb9b8" providerId="ADAL" clId="{D123E33D-052B-4988-AC2D-F11A208BA2BB}" dt="2026-10-06T17:02:48.276" v="4266" actId="207"/>
          <ac:spMkLst>
            <pc:docMk/>
            <pc:sldMk cId="1239832198" sldId="384"/>
            <ac:spMk id="127" creationId="{040DB3BB-A840-E6E2-1017-60AF9330B71A}"/>
          </ac:spMkLst>
        </pc:spChg>
        <pc:spChg chg="mod">
          <ac:chgData name="Ashley Warren" userId="d10fd33e-1b6e-46b9-9a62-07bf763cb9b8" providerId="ADAL" clId="{D123E33D-052B-4988-AC2D-F11A208BA2BB}" dt="2026-10-06T17:01:06.662" v="4253" actId="207"/>
          <ac:spMkLst>
            <pc:docMk/>
            <pc:sldMk cId="1239832198" sldId="384"/>
            <ac:spMk id="142" creationId="{44AC518D-4B6E-4826-6DB6-5CFF427EDADF}"/>
          </ac:spMkLst>
        </pc:spChg>
        <pc:spChg chg="mod">
          <ac:chgData name="Ashley Warren" userId="d10fd33e-1b6e-46b9-9a62-07bf763cb9b8" providerId="ADAL" clId="{D123E33D-052B-4988-AC2D-F11A208BA2BB}" dt="2026-10-06T17:00:53.382" v="4249" actId="207"/>
          <ac:spMkLst>
            <pc:docMk/>
            <pc:sldMk cId="1239832198" sldId="384"/>
            <ac:spMk id="144" creationId="{83783B3D-67EA-8661-FB3B-D1F3D585C469}"/>
          </ac:spMkLst>
        </pc:spChg>
        <pc:spChg chg="mod">
          <ac:chgData name="Ashley Warren" userId="d10fd33e-1b6e-46b9-9a62-07bf763cb9b8" providerId="ADAL" clId="{D123E33D-052B-4988-AC2D-F11A208BA2BB}" dt="2026-10-06T17:01:26.058" v="4257" actId="207"/>
          <ac:spMkLst>
            <pc:docMk/>
            <pc:sldMk cId="1239832198" sldId="384"/>
            <ac:spMk id="148" creationId="{6B230933-7BBB-0C8B-EAB5-99E69C6A655D}"/>
          </ac:spMkLst>
        </pc:spChg>
        <pc:spChg chg="mod">
          <ac:chgData name="Ashley Warren" userId="d10fd33e-1b6e-46b9-9a62-07bf763cb9b8" providerId="ADAL" clId="{D123E33D-052B-4988-AC2D-F11A208BA2BB}" dt="2026-10-06T17:01:23.822" v="4256" actId="207"/>
          <ac:spMkLst>
            <pc:docMk/>
            <pc:sldMk cId="1239832198" sldId="384"/>
            <ac:spMk id="150" creationId="{41C15368-2086-72A1-5BBD-271C193E055B}"/>
          </ac:spMkLst>
        </pc:spChg>
        <pc:spChg chg="mod">
          <ac:chgData name="Ashley Warren" userId="d10fd33e-1b6e-46b9-9a62-07bf763cb9b8" providerId="ADAL" clId="{D123E33D-052B-4988-AC2D-F11A208BA2BB}" dt="2026-10-06T17:02:44.994" v="4265" actId="207"/>
          <ac:spMkLst>
            <pc:docMk/>
            <pc:sldMk cId="1239832198" sldId="384"/>
            <ac:spMk id="156" creationId="{B5643B1D-B0F4-4630-6917-B564F5293411}"/>
          </ac:spMkLst>
        </pc:spChg>
        <pc:spChg chg="mod">
          <ac:chgData name="Ashley Warren" userId="d10fd33e-1b6e-46b9-9a62-07bf763cb9b8" providerId="ADAL" clId="{D123E33D-052B-4988-AC2D-F11A208BA2BB}" dt="2026-10-06T17:00:49.507" v="4248" actId="207"/>
          <ac:spMkLst>
            <pc:docMk/>
            <pc:sldMk cId="1239832198" sldId="384"/>
            <ac:spMk id="158" creationId="{1BD8CD00-8A06-A4C7-1A1E-F2F37F88C630}"/>
          </ac:spMkLst>
        </pc:spChg>
        <pc:spChg chg="mod">
          <ac:chgData name="Ashley Warren" userId="d10fd33e-1b6e-46b9-9a62-07bf763cb9b8" providerId="ADAL" clId="{D123E33D-052B-4988-AC2D-F11A208BA2BB}" dt="2026-10-06T17:01:37.821" v="4260" actId="207"/>
          <ac:spMkLst>
            <pc:docMk/>
            <pc:sldMk cId="1239832198" sldId="384"/>
            <ac:spMk id="160" creationId="{1718872F-1CC3-6634-500A-03953C4977B0}"/>
          </ac:spMkLst>
        </pc:spChg>
        <pc:spChg chg="mod">
          <ac:chgData name="Ashley Warren" userId="d10fd33e-1b6e-46b9-9a62-07bf763cb9b8" providerId="ADAL" clId="{D123E33D-052B-4988-AC2D-F11A208BA2BB}" dt="2026-10-06T17:02:03.636" v="4261" actId="207"/>
          <ac:spMkLst>
            <pc:docMk/>
            <pc:sldMk cId="1239832198" sldId="384"/>
            <ac:spMk id="162" creationId="{F7BE8C45-16AA-A84F-908C-FC0E6297FAFF}"/>
          </ac:spMkLst>
        </pc:spChg>
        <pc:picChg chg="mod">
          <ac:chgData name="Ashley Warren" userId="d10fd33e-1b6e-46b9-9a62-07bf763cb9b8" providerId="ADAL" clId="{D123E33D-052B-4988-AC2D-F11A208BA2BB}" dt="2026-10-06T17:01:00.630" v="4252" actId="208"/>
          <ac:picMkLst>
            <pc:docMk/>
            <pc:sldMk cId="1239832198" sldId="384"/>
            <ac:picMk id="136" creationId="{8893B269-D67A-1CD7-DEE6-D3094DE2294D}"/>
          </ac:picMkLst>
        </pc:picChg>
        <pc:picChg chg="mod">
          <ac:chgData name="Ashley Warren" userId="d10fd33e-1b6e-46b9-9a62-07bf763cb9b8" providerId="ADAL" clId="{D123E33D-052B-4988-AC2D-F11A208BA2BB}" dt="2026-10-06T17:01:28.804" v="4258" actId="208"/>
          <ac:picMkLst>
            <pc:docMk/>
            <pc:sldMk cId="1239832198" sldId="384"/>
            <ac:picMk id="146" creationId="{6B9C8D8D-0904-1560-80A3-7CEAC641ED05}"/>
          </ac:picMkLst>
        </pc:picChg>
      </pc:sldChg>
      <pc:sldChg chg="addSp delSp modSp add del mod modClrScheme chgLayout">
        <pc:chgData name="Ashley Warren" userId="d10fd33e-1b6e-46b9-9a62-07bf763cb9b8" providerId="ADAL" clId="{D123E33D-052B-4988-AC2D-F11A208BA2BB}" dt="2026-10-06T16:58:00.320" v="4220" actId="2696"/>
        <pc:sldMkLst>
          <pc:docMk/>
          <pc:sldMk cId="2713668059" sldId="385"/>
        </pc:sldMkLst>
        <pc:spChg chg="add del mod ord">
          <ac:chgData name="Ashley Warren" userId="d10fd33e-1b6e-46b9-9a62-07bf763cb9b8" providerId="ADAL" clId="{D123E33D-052B-4988-AC2D-F11A208BA2BB}" dt="2026-10-06T16:53:18.987" v="4153" actId="700"/>
          <ac:spMkLst>
            <pc:docMk/>
            <pc:sldMk cId="2713668059" sldId="385"/>
            <ac:spMk id="2" creationId="{37652E34-1212-3733-D7FD-1BE51BBFE414}"/>
          </ac:spMkLst>
        </pc:spChg>
        <pc:spChg chg="add del mod ord">
          <ac:chgData name="Ashley Warren" userId="d10fd33e-1b6e-46b9-9a62-07bf763cb9b8" providerId="ADAL" clId="{D123E33D-052B-4988-AC2D-F11A208BA2BB}" dt="2026-10-06T16:53:18.987" v="4153" actId="700"/>
          <ac:spMkLst>
            <pc:docMk/>
            <pc:sldMk cId="2713668059" sldId="385"/>
            <ac:spMk id="3" creationId="{99C9AB0A-8B5B-9021-99E2-84DB5022CC11}"/>
          </ac:spMkLst>
        </pc:spChg>
        <pc:spChg chg="mod ord">
          <ac:chgData name="Ashley Warren" userId="d10fd33e-1b6e-46b9-9a62-07bf763cb9b8" providerId="ADAL" clId="{D123E33D-052B-4988-AC2D-F11A208BA2BB}" dt="2026-10-06T16:53:18.987" v="4153" actId="700"/>
          <ac:spMkLst>
            <pc:docMk/>
            <pc:sldMk cId="2713668059" sldId="385"/>
            <ac:spMk id="6" creationId="{13676489-879F-B885-E6B1-859F65E771ED}"/>
          </ac:spMkLst>
        </pc:spChg>
        <pc:spChg chg="mod ord">
          <ac:chgData name="Ashley Warren" userId="d10fd33e-1b6e-46b9-9a62-07bf763cb9b8" providerId="ADAL" clId="{D123E33D-052B-4988-AC2D-F11A208BA2BB}" dt="2026-10-06T16:53:18.987" v="4153" actId="700"/>
          <ac:spMkLst>
            <pc:docMk/>
            <pc:sldMk cId="2713668059" sldId="385"/>
            <ac:spMk id="7" creationId="{DC65D79E-F548-9C51-915B-548BCD56F46B}"/>
          </ac:spMkLst>
        </pc:spChg>
      </pc:sldChg>
      <pc:sldChg chg="add del">
        <pc:chgData name="Ashley Warren" userId="d10fd33e-1b6e-46b9-9a62-07bf763cb9b8" providerId="ADAL" clId="{D123E33D-052B-4988-AC2D-F11A208BA2BB}" dt="2026-10-06T16:58:02.445" v="4221" actId="2696"/>
        <pc:sldMkLst>
          <pc:docMk/>
          <pc:sldMk cId="3413980646" sldId="390"/>
        </pc:sldMkLst>
      </pc:sldChg>
      <pc:sldChg chg="addSp modSp add del mod modClrScheme chgLayout">
        <pc:chgData name="Ashley Warren" userId="d10fd33e-1b6e-46b9-9a62-07bf763cb9b8" providerId="ADAL" clId="{D123E33D-052B-4988-AC2D-F11A208BA2BB}" dt="2026-10-06T16:53:32.203" v="4159" actId="2696"/>
        <pc:sldMkLst>
          <pc:docMk/>
          <pc:sldMk cId="42122743" sldId="391"/>
        </pc:sldMkLst>
        <pc:spChg chg="add mod ord">
          <ac:chgData name="Ashley Warren" userId="d10fd33e-1b6e-46b9-9a62-07bf763cb9b8" providerId="ADAL" clId="{D123E33D-052B-4988-AC2D-F11A208BA2BB}" dt="2026-10-06T16:53:28.203" v="4157" actId="700"/>
          <ac:spMkLst>
            <pc:docMk/>
            <pc:sldMk cId="42122743" sldId="391"/>
            <ac:spMk id="2" creationId="{50ED5A9D-8723-33A7-2CBA-70BA82C65F5F}"/>
          </ac:spMkLst>
        </pc:spChg>
        <pc:spChg chg="add mod ord">
          <ac:chgData name="Ashley Warren" userId="d10fd33e-1b6e-46b9-9a62-07bf763cb9b8" providerId="ADAL" clId="{D123E33D-052B-4988-AC2D-F11A208BA2BB}" dt="2026-10-06T16:53:28.203" v="4157" actId="700"/>
          <ac:spMkLst>
            <pc:docMk/>
            <pc:sldMk cId="42122743" sldId="391"/>
            <ac:spMk id="3" creationId="{FFF152B3-3861-0402-B84D-59616A90E4AB}"/>
          </ac:spMkLst>
        </pc:spChg>
        <pc:spChg chg="mod ord">
          <ac:chgData name="Ashley Warren" userId="d10fd33e-1b6e-46b9-9a62-07bf763cb9b8" providerId="ADAL" clId="{D123E33D-052B-4988-AC2D-F11A208BA2BB}" dt="2026-10-06T16:53:28.203" v="4157" actId="700"/>
          <ac:spMkLst>
            <pc:docMk/>
            <pc:sldMk cId="42122743" sldId="391"/>
            <ac:spMk id="6" creationId="{75326587-203A-A5CB-E51E-04DBE7D594C0}"/>
          </ac:spMkLst>
        </pc:spChg>
        <pc:spChg chg="mod ord">
          <ac:chgData name="Ashley Warren" userId="d10fd33e-1b6e-46b9-9a62-07bf763cb9b8" providerId="ADAL" clId="{D123E33D-052B-4988-AC2D-F11A208BA2BB}" dt="2026-10-06T16:53:28.236" v="4158" actId="27636"/>
          <ac:spMkLst>
            <pc:docMk/>
            <pc:sldMk cId="42122743" sldId="391"/>
            <ac:spMk id="7" creationId="{E2AA9A06-CEB8-97FE-328F-E4998A060AF4}"/>
          </ac:spMkLst>
        </pc:spChg>
      </pc:sldChg>
      <pc:sldChg chg="addSp delSp modSp new del mod ord modClrScheme chgLayout">
        <pc:chgData name="Ashley Warren" userId="d10fd33e-1b6e-46b9-9a62-07bf763cb9b8" providerId="ADAL" clId="{D123E33D-052B-4988-AC2D-F11A208BA2BB}" dt="2026-10-06T16:58:32.528" v="4226" actId="2696"/>
        <pc:sldMkLst>
          <pc:docMk/>
          <pc:sldMk cId="1004254197" sldId="391"/>
        </pc:sldMkLst>
        <pc:spChg chg="del mod ord">
          <ac:chgData name="Ashley Warren" userId="d10fd33e-1b6e-46b9-9a62-07bf763cb9b8" providerId="ADAL" clId="{D123E33D-052B-4988-AC2D-F11A208BA2BB}" dt="2026-10-06T16:53:41.637" v="4162" actId="700"/>
          <ac:spMkLst>
            <pc:docMk/>
            <pc:sldMk cId="1004254197" sldId="391"/>
            <ac:spMk id="2" creationId="{CB4F58DE-405E-0E19-934A-726F748D84E0}"/>
          </ac:spMkLst>
        </pc:spChg>
        <pc:spChg chg="del mod ord">
          <ac:chgData name="Ashley Warren" userId="d10fd33e-1b6e-46b9-9a62-07bf763cb9b8" providerId="ADAL" clId="{D123E33D-052B-4988-AC2D-F11A208BA2BB}" dt="2026-10-06T16:53:41.637" v="4162" actId="700"/>
          <ac:spMkLst>
            <pc:docMk/>
            <pc:sldMk cId="1004254197" sldId="391"/>
            <ac:spMk id="3" creationId="{369C4C81-A092-3058-10AE-FD7C72D0C828}"/>
          </ac:spMkLst>
        </pc:spChg>
        <pc:spChg chg="del mod ord">
          <ac:chgData name="Ashley Warren" userId="d10fd33e-1b6e-46b9-9a62-07bf763cb9b8" providerId="ADAL" clId="{D123E33D-052B-4988-AC2D-F11A208BA2BB}" dt="2026-10-06T16:53:41.637" v="4162" actId="700"/>
          <ac:spMkLst>
            <pc:docMk/>
            <pc:sldMk cId="1004254197" sldId="391"/>
            <ac:spMk id="4" creationId="{8ACC3D75-E698-F752-9A0C-75217A9E3A97}"/>
          </ac:spMkLst>
        </pc:spChg>
        <pc:spChg chg="add del mod ord">
          <ac:chgData name="Ashley Warren" userId="d10fd33e-1b6e-46b9-9a62-07bf763cb9b8" providerId="ADAL" clId="{D123E33D-052B-4988-AC2D-F11A208BA2BB}" dt="2026-10-06T16:53:44.692" v="4163" actId="700"/>
          <ac:spMkLst>
            <pc:docMk/>
            <pc:sldMk cId="1004254197" sldId="391"/>
            <ac:spMk id="5" creationId="{5EFE1B70-6F8B-E859-7CAD-3DADCF7D283D}"/>
          </ac:spMkLst>
        </pc:spChg>
        <pc:spChg chg="add del mod ord">
          <ac:chgData name="Ashley Warren" userId="d10fd33e-1b6e-46b9-9a62-07bf763cb9b8" providerId="ADAL" clId="{D123E33D-052B-4988-AC2D-F11A208BA2BB}" dt="2026-10-06T16:53:44.692" v="4163" actId="700"/>
          <ac:spMkLst>
            <pc:docMk/>
            <pc:sldMk cId="1004254197" sldId="391"/>
            <ac:spMk id="6" creationId="{D53A5A78-4114-E3C5-37E5-1ADC946B85B4}"/>
          </ac:spMkLst>
        </pc:spChg>
        <pc:spChg chg="add del mod ord">
          <ac:chgData name="Ashley Warren" userId="d10fd33e-1b6e-46b9-9a62-07bf763cb9b8" providerId="ADAL" clId="{D123E33D-052B-4988-AC2D-F11A208BA2BB}" dt="2026-10-06T16:53:44.692" v="4163" actId="700"/>
          <ac:spMkLst>
            <pc:docMk/>
            <pc:sldMk cId="1004254197" sldId="391"/>
            <ac:spMk id="7" creationId="{C61F8D40-631C-D4B8-A71A-E28EFB70BC56}"/>
          </ac:spMkLst>
        </pc:spChg>
        <pc:spChg chg="add mod ord">
          <ac:chgData name="Ashley Warren" userId="d10fd33e-1b6e-46b9-9a62-07bf763cb9b8" providerId="ADAL" clId="{D123E33D-052B-4988-AC2D-F11A208BA2BB}" dt="2026-10-06T16:55:23.304" v="4187" actId="20577"/>
          <ac:spMkLst>
            <pc:docMk/>
            <pc:sldMk cId="1004254197" sldId="391"/>
            <ac:spMk id="8" creationId="{D07B7C17-6209-0F75-3057-8222C7E90829}"/>
          </ac:spMkLst>
        </pc:spChg>
        <pc:spChg chg="add del mod ord">
          <ac:chgData name="Ashley Warren" userId="d10fd33e-1b6e-46b9-9a62-07bf763cb9b8" providerId="ADAL" clId="{D123E33D-052B-4988-AC2D-F11A208BA2BB}" dt="2026-10-06T16:54:08.159" v="4170" actId="478"/>
          <ac:spMkLst>
            <pc:docMk/>
            <pc:sldMk cId="1004254197" sldId="391"/>
            <ac:spMk id="9" creationId="{6401C0CA-BFD3-BFF7-E1CA-D27C4169DEDA}"/>
          </ac:spMkLst>
        </pc:spChg>
        <pc:spChg chg="add del mod ord">
          <ac:chgData name="Ashley Warren" userId="d10fd33e-1b6e-46b9-9a62-07bf763cb9b8" providerId="ADAL" clId="{D123E33D-052B-4988-AC2D-F11A208BA2BB}" dt="2026-10-06T16:54:29.353" v="4178" actId="478"/>
          <ac:spMkLst>
            <pc:docMk/>
            <pc:sldMk cId="1004254197" sldId="391"/>
            <ac:spMk id="10" creationId="{78891E8E-FEF4-2BC6-7E26-FA51E0DCE5A6}"/>
          </ac:spMkLst>
        </pc:spChg>
        <pc:spChg chg="add del mod ord">
          <ac:chgData name="Ashley Warren" userId="d10fd33e-1b6e-46b9-9a62-07bf763cb9b8" providerId="ADAL" clId="{D123E33D-052B-4988-AC2D-F11A208BA2BB}" dt="2026-10-06T16:54:15.333" v="4173" actId="478"/>
          <ac:spMkLst>
            <pc:docMk/>
            <pc:sldMk cId="1004254197" sldId="391"/>
            <ac:spMk id="11" creationId="{598B6D8F-40BF-1BEA-2291-00FD2F36D148}"/>
          </ac:spMkLst>
        </pc:spChg>
        <pc:spChg chg="add mod ord">
          <ac:chgData name="Ashley Warren" userId="d10fd33e-1b6e-46b9-9a62-07bf763cb9b8" providerId="ADAL" clId="{D123E33D-052B-4988-AC2D-F11A208BA2BB}" dt="2026-10-06T16:55:46.853" v="4192" actId="404"/>
          <ac:spMkLst>
            <pc:docMk/>
            <pc:sldMk cId="1004254197" sldId="391"/>
            <ac:spMk id="12" creationId="{F6BA65B8-895C-EF36-ACEB-96C7A234003A}"/>
          </ac:spMkLst>
        </pc:spChg>
      </pc:sldChg>
      <pc:sldChg chg="add del">
        <pc:chgData name="Ashley Warren" userId="d10fd33e-1b6e-46b9-9a62-07bf763cb9b8" providerId="ADAL" clId="{D123E33D-052B-4988-AC2D-F11A208BA2BB}" dt="2026-10-06T16:53:21.729" v="4155"/>
        <pc:sldMkLst>
          <pc:docMk/>
          <pc:sldMk cId="3241587669" sldId="391"/>
        </pc:sldMkLst>
      </pc:sldChg>
      <pc:sldChg chg="add del">
        <pc:chgData name="Ashley Warren" userId="d10fd33e-1b6e-46b9-9a62-07bf763cb9b8" providerId="ADAL" clId="{D123E33D-052B-4988-AC2D-F11A208BA2BB}" dt="2026-10-06T16:53:21.729" v="4155"/>
        <pc:sldMkLst>
          <pc:docMk/>
          <pc:sldMk cId="3012048202" sldId="392"/>
        </pc:sldMkLst>
      </pc:sldChg>
      <pc:sldChg chg="add del">
        <pc:chgData name="Ashley Warren" userId="d10fd33e-1b6e-46b9-9a62-07bf763cb9b8" providerId="ADAL" clId="{D123E33D-052B-4988-AC2D-F11A208BA2BB}" dt="2026-10-06T16:53:34.222" v="4160" actId="2696"/>
        <pc:sldMkLst>
          <pc:docMk/>
          <pc:sldMk cId="3485567365" sldId="392"/>
        </pc:sldMkLst>
      </pc:sldChg>
      <pc:sldChg chg="addSp delSp modSp new mod ord modClrScheme chgLayout">
        <pc:chgData name="Ashley Warren" userId="d10fd33e-1b6e-46b9-9a62-07bf763cb9b8" providerId="ADAL" clId="{D123E33D-052B-4988-AC2D-F11A208BA2BB}" dt="2026-10-06T16:58:25.339" v="4225" actId="478"/>
        <pc:sldMkLst>
          <pc:docMk/>
          <pc:sldMk cId="3712249963" sldId="392"/>
        </pc:sldMkLst>
        <pc:spChg chg="del">
          <ac:chgData name="Ashley Warren" userId="d10fd33e-1b6e-46b9-9a62-07bf763cb9b8" providerId="ADAL" clId="{D123E33D-052B-4988-AC2D-F11A208BA2BB}" dt="2026-10-06T16:56:11.873" v="4194" actId="700"/>
          <ac:spMkLst>
            <pc:docMk/>
            <pc:sldMk cId="3712249963" sldId="392"/>
            <ac:spMk id="2" creationId="{58C4596E-84F8-406D-6B41-CF8FB9417948}"/>
          </ac:spMkLst>
        </pc:spChg>
        <pc:spChg chg="del">
          <ac:chgData name="Ashley Warren" userId="d10fd33e-1b6e-46b9-9a62-07bf763cb9b8" providerId="ADAL" clId="{D123E33D-052B-4988-AC2D-F11A208BA2BB}" dt="2026-10-06T16:56:11.873" v="4194" actId="700"/>
          <ac:spMkLst>
            <pc:docMk/>
            <pc:sldMk cId="3712249963" sldId="392"/>
            <ac:spMk id="3" creationId="{23E6335A-C31D-E7CD-1A5F-D2E38786DDD1}"/>
          </ac:spMkLst>
        </pc:spChg>
        <pc:spChg chg="add del mod">
          <ac:chgData name="Ashley Warren" userId="d10fd33e-1b6e-46b9-9a62-07bf763cb9b8" providerId="ADAL" clId="{D123E33D-052B-4988-AC2D-F11A208BA2BB}" dt="2026-10-06T16:56:49.273" v="4199" actId="478"/>
          <ac:spMkLst>
            <pc:docMk/>
            <pc:sldMk cId="3712249963" sldId="392"/>
            <ac:spMk id="4" creationId="{B2441F99-C436-16EE-75C2-5D4CFB8576A3}"/>
          </ac:spMkLst>
        </pc:spChg>
        <pc:spChg chg="add mod">
          <ac:chgData name="Ashley Warren" userId="d10fd33e-1b6e-46b9-9a62-07bf763cb9b8" providerId="ADAL" clId="{D123E33D-052B-4988-AC2D-F11A208BA2BB}" dt="2026-10-06T16:58:13.800" v="4224" actId="14100"/>
          <ac:spMkLst>
            <pc:docMk/>
            <pc:sldMk cId="3712249963" sldId="392"/>
            <ac:spMk id="5" creationId="{C08849F4-1A67-4350-CA57-3748BB14DEBE}"/>
          </ac:spMkLst>
        </pc:spChg>
        <pc:spChg chg="add del mod">
          <ac:chgData name="Ashley Warren" userId="d10fd33e-1b6e-46b9-9a62-07bf763cb9b8" providerId="ADAL" clId="{D123E33D-052B-4988-AC2D-F11A208BA2BB}" dt="2026-10-06T16:56:46.496" v="4198" actId="478"/>
          <ac:spMkLst>
            <pc:docMk/>
            <pc:sldMk cId="3712249963" sldId="392"/>
            <ac:spMk id="6" creationId="{BB856343-451B-632A-36F4-627D50EC5791}"/>
          </ac:spMkLst>
        </pc:spChg>
        <pc:spChg chg="add mod">
          <ac:chgData name="Ashley Warren" userId="d10fd33e-1b6e-46b9-9a62-07bf763cb9b8" providerId="ADAL" clId="{D123E33D-052B-4988-AC2D-F11A208BA2BB}" dt="2026-10-06T16:57:55.653" v="4217" actId="14100"/>
          <ac:spMkLst>
            <pc:docMk/>
            <pc:sldMk cId="3712249963" sldId="392"/>
            <ac:spMk id="7" creationId="{D5A52CE7-90AA-34A4-C483-95E5310B3614}"/>
          </ac:spMkLst>
        </pc:spChg>
        <pc:spChg chg="add del">
          <ac:chgData name="Ashley Warren" userId="d10fd33e-1b6e-46b9-9a62-07bf763cb9b8" providerId="ADAL" clId="{D123E33D-052B-4988-AC2D-F11A208BA2BB}" dt="2026-10-06T16:57:08.143" v="4202" actId="478"/>
          <ac:spMkLst>
            <pc:docMk/>
            <pc:sldMk cId="3712249963" sldId="392"/>
            <ac:spMk id="9" creationId="{0A5B79C6-8FF7-7BBE-0F8A-0CB50C0DB0BF}"/>
          </ac:spMkLst>
        </pc:spChg>
        <pc:spChg chg="add del">
          <ac:chgData name="Ashley Warren" userId="d10fd33e-1b6e-46b9-9a62-07bf763cb9b8" providerId="ADAL" clId="{D123E33D-052B-4988-AC2D-F11A208BA2BB}" dt="2026-10-06T16:57:08.143" v="4202" actId="478"/>
          <ac:spMkLst>
            <pc:docMk/>
            <pc:sldMk cId="3712249963" sldId="392"/>
            <ac:spMk id="13" creationId="{09501F7E-A24E-2710-6CC2-12A4C3DF9618}"/>
          </ac:spMkLst>
        </pc:spChg>
        <pc:spChg chg="add del">
          <ac:chgData name="Ashley Warren" userId="d10fd33e-1b6e-46b9-9a62-07bf763cb9b8" providerId="ADAL" clId="{D123E33D-052B-4988-AC2D-F11A208BA2BB}" dt="2026-10-06T16:57:08.143" v="4202" actId="478"/>
          <ac:spMkLst>
            <pc:docMk/>
            <pc:sldMk cId="3712249963" sldId="392"/>
            <ac:spMk id="19" creationId="{407CB3F3-F796-0A4B-3D13-16F8F8C96B39}"/>
          </ac:spMkLst>
        </pc:spChg>
        <pc:spChg chg="add del">
          <ac:chgData name="Ashley Warren" userId="d10fd33e-1b6e-46b9-9a62-07bf763cb9b8" providerId="ADAL" clId="{D123E33D-052B-4988-AC2D-F11A208BA2BB}" dt="2026-10-06T16:57:08.143" v="4202" actId="478"/>
          <ac:spMkLst>
            <pc:docMk/>
            <pc:sldMk cId="3712249963" sldId="392"/>
            <ac:spMk id="25" creationId="{9E603221-CD3B-04D1-57A6-5044C760C78C}"/>
          </ac:spMkLst>
        </pc:spChg>
        <pc:spChg chg="add del">
          <ac:chgData name="Ashley Warren" userId="d10fd33e-1b6e-46b9-9a62-07bf763cb9b8" providerId="ADAL" clId="{D123E33D-052B-4988-AC2D-F11A208BA2BB}" dt="2026-10-06T16:57:08.143" v="4202" actId="478"/>
          <ac:spMkLst>
            <pc:docMk/>
            <pc:sldMk cId="3712249963" sldId="392"/>
            <ac:spMk id="29" creationId="{64073695-B118-0EA3-5432-622C0170AEC7}"/>
          </ac:spMkLst>
        </pc:spChg>
        <pc:spChg chg="add del">
          <ac:chgData name="Ashley Warren" userId="d10fd33e-1b6e-46b9-9a62-07bf763cb9b8" providerId="ADAL" clId="{D123E33D-052B-4988-AC2D-F11A208BA2BB}" dt="2026-10-06T16:57:08.143" v="4202" actId="478"/>
          <ac:spMkLst>
            <pc:docMk/>
            <pc:sldMk cId="3712249963" sldId="392"/>
            <ac:spMk id="31" creationId="{85C3DF06-7CCA-D99E-1B6C-7DFC7852B3AB}"/>
          </ac:spMkLst>
        </pc:spChg>
        <pc:spChg chg="add del">
          <ac:chgData name="Ashley Warren" userId="d10fd33e-1b6e-46b9-9a62-07bf763cb9b8" providerId="ADAL" clId="{D123E33D-052B-4988-AC2D-F11A208BA2BB}" dt="2026-10-06T16:57:08.143" v="4202" actId="478"/>
          <ac:spMkLst>
            <pc:docMk/>
            <pc:sldMk cId="3712249963" sldId="392"/>
            <ac:spMk id="39" creationId="{49B16439-DB2A-DFCD-A947-98E1083A3B2A}"/>
          </ac:spMkLst>
        </pc:spChg>
        <pc:spChg chg="add del">
          <ac:chgData name="Ashley Warren" userId="d10fd33e-1b6e-46b9-9a62-07bf763cb9b8" providerId="ADAL" clId="{D123E33D-052B-4988-AC2D-F11A208BA2BB}" dt="2026-10-06T16:57:08.143" v="4202" actId="478"/>
          <ac:spMkLst>
            <pc:docMk/>
            <pc:sldMk cId="3712249963" sldId="392"/>
            <ac:spMk id="41" creationId="{BF97482D-292C-0EE4-A89A-C000DD488B54}"/>
          </ac:spMkLst>
        </pc:spChg>
        <pc:spChg chg="add del">
          <ac:chgData name="Ashley Warren" userId="d10fd33e-1b6e-46b9-9a62-07bf763cb9b8" providerId="ADAL" clId="{D123E33D-052B-4988-AC2D-F11A208BA2BB}" dt="2026-10-06T16:57:08.143" v="4202" actId="478"/>
          <ac:spMkLst>
            <pc:docMk/>
            <pc:sldMk cId="3712249963" sldId="392"/>
            <ac:spMk id="43" creationId="{7AB01B58-0B53-1411-26A1-50BBCD777D27}"/>
          </ac:spMkLst>
        </pc:spChg>
        <pc:spChg chg="add del">
          <ac:chgData name="Ashley Warren" userId="d10fd33e-1b6e-46b9-9a62-07bf763cb9b8" providerId="ADAL" clId="{D123E33D-052B-4988-AC2D-F11A208BA2BB}" dt="2026-10-06T16:57:08.143" v="4202" actId="478"/>
          <ac:spMkLst>
            <pc:docMk/>
            <pc:sldMk cId="3712249963" sldId="392"/>
            <ac:spMk id="45" creationId="{77BF01B7-79B6-29A1-9D99-DDDC54DD38F2}"/>
          </ac:spMkLst>
        </pc:spChg>
        <pc:spChg chg="add mod">
          <ac:chgData name="Ashley Warren" userId="d10fd33e-1b6e-46b9-9a62-07bf763cb9b8" providerId="ADAL" clId="{D123E33D-052B-4988-AC2D-F11A208BA2BB}" dt="2026-10-06T16:57:17.313" v="4207" actId="164"/>
          <ac:spMkLst>
            <pc:docMk/>
            <pc:sldMk cId="3712249963" sldId="392"/>
            <ac:spMk id="51" creationId="{2B5E22D5-ACB8-ED42-AF10-8955292695B3}"/>
          </ac:spMkLst>
        </pc:spChg>
        <pc:spChg chg="add mod">
          <ac:chgData name="Ashley Warren" userId="d10fd33e-1b6e-46b9-9a62-07bf763cb9b8" providerId="ADAL" clId="{D123E33D-052B-4988-AC2D-F11A208BA2BB}" dt="2026-10-06T16:57:17.313" v="4207" actId="164"/>
          <ac:spMkLst>
            <pc:docMk/>
            <pc:sldMk cId="3712249963" sldId="392"/>
            <ac:spMk id="57" creationId="{55B9A0E0-9BFB-361F-45E4-F3EDE0E2C76B}"/>
          </ac:spMkLst>
        </pc:spChg>
        <pc:spChg chg="add mod">
          <ac:chgData name="Ashley Warren" userId="d10fd33e-1b6e-46b9-9a62-07bf763cb9b8" providerId="ADAL" clId="{D123E33D-052B-4988-AC2D-F11A208BA2BB}" dt="2026-10-06T16:57:17.313" v="4207" actId="164"/>
          <ac:spMkLst>
            <pc:docMk/>
            <pc:sldMk cId="3712249963" sldId="392"/>
            <ac:spMk id="59" creationId="{477F0722-5624-088C-5AA3-CAB1913BD53B}"/>
          </ac:spMkLst>
        </pc:spChg>
        <pc:spChg chg="add mod">
          <ac:chgData name="Ashley Warren" userId="d10fd33e-1b6e-46b9-9a62-07bf763cb9b8" providerId="ADAL" clId="{D123E33D-052B-4988-AC2D-F11A208BA2BB}" dt="2026-10-06T16:57:17.313" v="4207" actId="164"/>
          <ac:spMkLst>
            <pc:docMk/>
            <pc:sldMk cId="3712249963" sldId="392"/>
            <ac:spMk id="61" creationId="{C9D055DB-9974-F3CC-BD53-F23E60ED03D1}"/>
          </ac:spMkLst>
        </pc:spChg>
        <pc:spChg chg="add mod">
          <ac:chgData name="Ashley Warren" userId="d10fd33e-1b6e-46b9-9a62-07bf763cb9b8" providerId="ADAL" clId="{D123E33D-052B-4988-AC2D-F11A208BA2BB}" dt="2026-10-06T16:57:17.313" v="4207" actId="164"/>
          <ac:spMkLst>
            <pc:docMk/>
            <pc:sldMk cId="3712249963" sldId="392"/>
            <ac:spMk id="65" creationId="{A202BD00-0948-00DB-880A-493150F1AACA}"/>
          </ac:spMkLst>
        </pc:spChg>
        <pc:spChg chg="add mod">
          <ac:chgData name="Ashley Warren" userId="d10fd33e-1b6e-46b9-9a62-07bf763cb9b8" providerId="ADAL" clId="{D123E33D-052B-4988-AC2D-F11A208BA2BB}" dt="2026-10-06T16:57:17.313" v="4207" actId="164"/>
          <ac:spMkLst>
            <pc:docMk/>
            <pc:sldMk cId="3712249963" sldId="392"/>
            <ac:spMk id="69" creationId="{135C9DEC-9808-8B9A-BCEA-0356D22111AD}"/>
          </ac:spMkLst>
        </pc:spChg>
        <pc:spChg chg="add mod">
          <ac:chgData name="Ashley Warren" userId="d10fd33e-1b6e-46b9-9a62-07bf763cb9b8" providerId="ADAL" clId="{D123E33D-052B-4988-AC2D-F11A208BA2BB}" dt="2026-10-06T16:57:17.313" v="4207" actId="164"/>
          <ac:spMkLst>
            <pc:docMk/>
            <pc:sldMk cId="3712249963" sldId="392"/>
            <ac:spMk id="71" creationId="{6C2AA236-DAC9-1CEC-842B-394CE980E1B3}"/>
          </ac:spMkLst>
        </pc:spChg>
        <pc:spChg chg="add mod">
          <ac:chgData name="Ashley Warren" userId="d10fd33e-1b6e-46b9-9a62-07bf763cb9b8" providerId="ADAL" clId="{D123E33D-052B-4988-AC2D-F11A208BA2BB}" dt="2026-10-06T16:57:17.313" v="4207" actId="164"/>
          <ac:spMkLst>
            <pc:docMk/>
            <pc:sldMk cId="3712249963" sldId="392"/>
            <ac:spMk id="73" creationId="{D6A5470F-5F30-490C-C697-3D24FA3EED61}"/>
          </ac:spMkLst>
        </pc:spChg>
        <pc:spChg chg="add mod">
          <ac:chgData name="Ashley Warren" userId="d10fd33e-1b6e-46b9-9a62-07bf763cb9b8" providerId="ADAL" clId="{D123E33D-052B-4988-AC2D-F11A208BA2BB}" dt="2026-10-06T16:57:17.313" v="4207" actId="164"/>
          <ac:spMkLst>
            <pc:docMk/>
            <pc:sldMk cId="3712249963" sldId="392"/>
            <ac:spMk id="77" creationId="{53688AB1-5BDF-61CB-B67C-E7C3254BC50D}"/>
          </ac:spMkLst>
        </pc:spChg>
        <pc:spChg chg="add mod">
          <ac:chgData name="Ashley Warren" userId="d10fd33e-1b6e-46b9-9a62-07bf763cb9b8" providerId="ADAL" clId="{D123E33D-052B-4988-AC2D-F11A208BA2BB}" dt="2026-10-06T16:57:17.313" v="4207" actId="164"/>
          <ac:spMkLst>
            <pc:docMk/>
            <pc:sldMk cId="3712249963" sldId="392"/>
            <ac:spMk id="79" creationId="{F58C85F9-7C1D-8D11-6C0C-400DC934147E}"/>
          </ac:spMkLst>
        </pc:spChg>
        <pc:grpChg chg="del mod">
          <ac:chgData name="Ashley Warren" userId="d10fd33e-1b6e-46b9-9a62-07bf763cb9b8" providerId="ADAL" clId="{D123E33D-052B-4988-AC2D-F11A208BA2BB}" dt="2026-10-06T16:58:25.339" v="4225" actId="478"/>
          <ac:grpSpMkLst>
            <pc:docMk/>
            <pc:sldMk cId="3712249963" sldId="392"/>
            <ac:grpSpMk id="80" creationId="{EAB52813-40DC-5306-1614-CA2BCB2A0DB6}"/>
          </ac:grpSpMkLst>
        </pc:grpChg>
      </pc:sldChg>
      <pc:sldChg chg="add del">
        <pc:chgData name="Ashley Warren" userId="d10fd33e-1b6e-46b9-9a62-07bf763cb9b8" providerId="ADAL" clId="{D123E33D-052B-4988-AC2D-F11A208BA2BB}" dt="2026-10-06T16:53:21.729" v="4155"/>
        <pc:sldMkLst>
          <pc:docMk/>
          <pc:sldMk cId="1201358751" sldId="393"/>
        </pc:sldMkLst>
      </pc:sldChg>
      <pc:sldChg chg="addSp delSp modSp add del mod modClrScheme delAnim modAnim chgLayout">
        <pc:chgData name="Ashley Warren" userId="d10fd33e-1b6e-46b9-9a62-07bf763cb9b8" providerId="ADAL" clId="{D123E33D-052B-4988-AC2D-F11A208BA2BB}" dt="2026-10-06T17:12:12.205" v="4424" actId="1076"/>
        <pc:sldMkLst>
          <pc:docMk/>
          <pc:sldMk cId="1259135610" sldId="1791"/>
        </pc:sldMkLst>
        <pc:spChg chg="add del mod ord">
          <ac:chgData name="Ashley Warren" userId="d10fd33e-1b6e-46b9-9a62-07bf763cb9b8" providerId="ADAL" clId="{D123E33D-052B-4988-AC2D-F11A208BA2BB}" dt="2026-10-06T16:58:55.919" v="4231" actId="478"/>
          <ac:spMkLst>
            <pc:docMk/>
            <pc:sldMk cId="1259135610" sldId="1791"/>
            <ac:spMk id="2" creationId="{2258AD94-B452-5096-81F4-C6284AA7812A}"/>
          </ac:spMkLst>
        </pc:spChg>
        <pc:spChg chg="add del mod ord">
          <ac:chgData name="Ashley Warren" userId="d10fd33e-1b6e-46b9-9a62-07bf763cb9b8" providerId="ADAL" clId="{D123E33D-052B-4988-AC2D-F11A208BA2BB}" dt="2026-10-06T16:59:31.377" v="4240" actId="478"/>
          <ac:spMkLst>
            <pc:docMk/>
            <pc:sldMk cId="1259135610" sldId="1791"/>
            <ac:spMk id="3" creationId="{5081FA94-73B4-7B98-C2DE-0E91D6E21BD6}"/>
          </ac:spMkLst>
        </pc:spChg>
        <pc:spChg chg="add del mod ord">
          <ac:chgData name="Ashley Warren" userId="d10fd33e-1b6e-46b9-9a62-07bf763cb9b8" providerId="ADAL" clId="{D123E33D-052B-4988-AC2D-F11A208BA2BB}" dt="2026-10-06T17:06:18.399" v="4341" actId="478"/>
          <ac:spMkLst>
            <pc:docMk/>
            <pc:sldMk cId="1259135610" sldId="1791"/>
            <ac:spMk id="4" creationId="{7F1756E2-B05F-4E1E-B0E7-4E4229EA1D4C}"/>
          </ac:spMkLst>
        </pc:spChg>
        <pc:spChg chg="add del mod ord">
          <ac:chgData name="Ashley Warren" userId="d10fd33e-1b6e-46b9-9a62-07bf763cb9b8" providerId="ADAL" clId="{D123E33D-052B-4988-AC2D-F11A208BA2BB}" dt="2026-10-06T17:06:17.697" v="4340" actId="478"/>
          <ac:spMkLst>
            <pc:docMk/>
            <pc:sldMk cId="1259135610" sldId="1791"/>
            <ac:spMk id="5" creationId="{9093B219-8D80-90FA-BD5F-F680BFE15A32}"/>
          </ac:spMkLst>
        </pc:spChg>
        <pc:spChg chg="del mod">
          <ac:chgData name="Ashley Warren" userId="d10fd33e-1b6e-46b9-9a62-07bf763cb9b8" providerId="ADAL" clId="{D123E33D-052B-4988-AC2D-F11A208BA2BB}" dt="2026-10-06T17:06:43.238" v="4346" actId="478"/>
          <ac:spMkLst>
            <pc:docMk/>
            <pc:sldMk cId="1259135610" sldId="1791"/>
            <ac:spMk id="6" creationId="{CE79E5A4-9D33-1014-15BD-082DD6F85FF3}"/>
          </ac:spMkLst>
        </pc:spChg>
        <pc:spChg chg="del mod">
          <ac:chgData name="Ashley Warren" userId="d10fd33e-1b6e-46b9-9a62-07bf763cb9b8" providerId="ADAL" clId="{D123E33D-052B-4988-AC2D-F11A208BA2BB}" dt="2026-10-06T17:06:44.752" v="4347" actId="478"/>
          <ac:spMkLst>
            <pc:docMk/>
            <pc:sldMk cId="1259135610" sldId="1791"/>
            <ac:spMk id="9" creationId="{C84A6C1E-DC87-920A-3CB9-4D8C8D18FA21}"/>
          </ac:spMkLst>
        </pc:spChg>
        <pc:picChg chg="mod">
          <ac:chgData name="Ashley Warren" userId="d10fd33e-1b6e-46b9-9a62-07bf763cb9b8" providerId="ADAL" clId="{D123E33D-052B-4988-AC2D-F11A208BA2BB}" dt="2026-10-06T17:12:12.205" v="4424" actId="1076"/>
          <ac:picMkLst>
            <pc:docMk/>
            <pc:sldMk cId="1259135610" sldId="1791"/>
            <ac:picMk id="8" creationId="{F30B7903-05CA-7056-DCB9-1E0D2E7F0226}"/>
          </ac:picMkLst>
        </pc:picChg>
      </pc:sldChg>
      <pc:sldChg chg="addSp modSp add del mod modClrScheme modAnim chgLayout">
        <pc:chgData name="Ashley Warren" userId="d10fd33e-1b6e-46b9-9a62-07bf763cb9b8" providerId="ADAL" clId="{D123E33D-052B-4988-AC2D-F11A208BA2BB}" dt="2026-10-06T17:12:21.843" v="4425" actId="2696"/>
        <pc:sldMkLst>
          <pc:docMk/>
          <pc:sldMk cId="1906623910" sldId="1792"/>
        </pc:sldMkLst>
        <pc:spChg chg="add ord">
          <ac:chgData name="Ashley Warren" userId="d10fd33e-1b6e-46b9-9a62-07bf763cb9b8" providerId="ADAL" clId="{D123E33D-052B-4988-AC2D-F11A208BA2BB}" dt="2026-10-06T17:09:06.224" v="4383" actId="167"/>
          <ac:spMkLst>
            <pc:docMk/>
            <pc:sldMk cId="1906623910" sldId="1792"/>
            <ac:spMk id="3" creationId="{9C1BF431-9C38-7764-D4E5-B95FA37B5A5A}"/>
          </ac:spMkLst>
        </pc:spChg>
        <pc:spChg chg="add ord">
          <ac:chgData name="Ashley Warren" userId="d10fd33e-1b6e-46b9-9a62-07bf763cb9b8" providerId="ADAL" clId="{D123E33D-052B-4988-AC2D-F11A208BA2BB}" dt="2026-10-06T17:09:06.224" v="4383" actId="167"/>
          <ac:spMkLst>
            <pc:docMk/>
            <pc:sldMk cId="1906623910" sldId="1792"/>
            <ac:spMk id="5" creationId="{5DA5789B-20AF-A5C2-19EB-6DB98555905C}"/>
          </ac:spMkLst>
        </pc:spChg>
        <pc:spChg chg="add ord">
          <ac:chgData name="Ashley Warren" userId="d10fd33e-1b6e-46b9-9a62-07bf763cb9b8" providerId="ADAL" clId="{D123E33D-052B-4988-AC2D-F11A208BA2BB}" dt="2026-10-06T17:09:06.224" v="4383" actId="167"/>
          <ac:spMkLst>
            <pc:docMk/>
            <pc:sldMk cId="1906623910" sldId="1792"/>
            <ac:spMk id="7" creationId="{4FA93D98-86EF-F039-0FCB-B3E90B0F5768}"/>
          </ac:spMkLst>
        </pc:spChg>
        <pc:spChg chg="mod ord">
          <ac:chgData name="Ashley Warren" userId="d10fd33e-1b6e-46b9-9a62-07bf763cb9b8" providerId="ADAL" clId="{D123E33D-052B-4988-AC2D-F11A208BA2BB}" dt="2026-10-06T17:09:01.953" v="4381" actId="700"/>
          <ac:spMkLst>
            <pc:docMk/>
            <pc:sldMk cId="1906623910" sldId="1792"/>
            <ac:spMk id="14" creationId="{CEAB9EF8-4A45-CA14-41C7-26E11AFA37B7}"/>
          </ac:spMkLst>
        </pc:spChg>
        <pc:spChg chg="mod ord">
          <ac:chgData name="Ashley Warren" userId="d10fd33e-1b6e-46b9-9a62-07bf763cb9b8" providerId="ADAL" clId="{D123E33D-052B-4988-AC2D-F11A208BA2BB}" dt="2026-10-06T17:09:01.953" v="4381" actId="700"/>
          <ac:spMkLst>
            <pc:docMk/>
            <pc:sldMk cId="1906623910" sldId="1792"/>
            <ac:spMk id="15" creationId="{7024F82A-B80F-3296-263D-1F4A1A3C0536}"/>
          </ac:spMkLst>
        </pc:spChg>
        <pc:spChg chg="mod ord">
          <ac:chgData name="Ashley Warren" userId="d10fd33e-1b6e-46b9-9a62-07bf763cb9b8" providerId="ADAL" clId="{D123E33D-052B-4988-AC2D-F11A208BA2BB}" dt="2026-10-06T17:09:01.953" v="4381" actId="700"/>
          <ac:spMkLst>
            <pc:docMk/>
            <pc:sldMk cId="1906623910" sldId="1792"/>
            <ac:spMk id="16" creationId="{84CD29DA-89F6-E1C8-0FAE-4BA42825D17C}"/>
          </ac:spMkLst>
        </pc:spChg>
        <pc:spChg chg="mod ord">
          <ac:chgData name="Ashley Warren" userId="d10fd33e-1b6e-46b9-9a62-07bf763cb9b8" providerId="ADAL" clId="{D123E33D-052B-4988-AC2D-F11A208BA2BB}" dt="2026-10-06T17:09:01.953" v="4381" actId="700"/>
          <ac:spMkLst>
            <pc:docMk/>
            <pc:sldMk cId="1906623910" sldId="1792"/>
            <ac:spMk id="18" creationId="{0EB50952-087B-26D7-DA57-A28F91F9AE43}"/>
          </ac:spMkLst>
        </pc:spChg>
        <pc:spChg chg="mod ord">
          <ac:chgData name="Ashley Warren" userId="d10fd33e-1b6e-46b9-9a62-07bf763cb9b8" providerId="ADAL" clId="{D123E33D-052B-4988-AC2D-F11A208BA2BB}" dt="2026-10-06T17:09:01.953" v="4381" actId="700"/>
          <ac:spMkLst>
            <pc:docMk/>
            <pc:sldMk cId="1906623910" sldId="1792"/>
            <ac:spMk id="19" creationId="{3A21E553-B57D-A73D-41A4-60E144F75509}"/>
          </ac:spMkLst>
        </pc:spChg>
        <pc:spChg chg="mod ord">
          <ac:chgData name="Ashley Warren" userId="d10fd33e-1b6e-46b9-9a62-07bf763cb9b8" providerId="ADAL" clId="{D123E33D-052B-4988-AC2D-F11A208BA2BB}" dt="2026-10-06T17:09:01.953" v="4381" actId="700"/>
          <ac:spMkLst>
            <pc:docMk/>
            <pc:sldMk cId="1906623910" sldId="1792"/>
            <ac:spMk id="21" creationId="{D195232A-3BFA-91DF-1DB4-BAF475CF70D1}"/>
          </ac:spMkLst>
        </pc:spChg>
        <pc:spChg chg="mod ord">
          <ac:chgData name="Ashley Warren" userId="d10fd33e-1b6e-46b9-9a62-07bf763cb9b8" providerId="ADAL" clId="{D123E33D-052B-4988-AC2D-F11A208BA2BB}" dt="2026-10-06T17:09:01.953" v="4381" actId="700"/>
          <ac:spMkLst>
            <pc:docMk/>
            <pc:sldMk cId="1906623910" sldId="1792"/>
            <ac:spMk id="22" creationId="{0DA4866C-C6F4-8084-1D54-BCBADA2D61C6}"/>
          </ac:spMkLst>
        </pc:spChg>
      </pc:sldChg>
      <pc:sldChg chg="addSp delSp modSp add mod modClrScheme delAnim modAnim chgLayout">
        <pc:chgData name="Ashley Warren" userId="d10fd33e-1b6e-46b9-9a62-07bf763cb9b8" providerId="ADAL" clId="{D123E33D-052B-4988-AC2D-F11A208BA2BB}" dt="2026-10-06T17:11:44.360" v="4420"/>
        <pc:sldMkLst>
          <pc:docMk/>
          <pc:sldMk cId="3805040872" sldId="1793"/>
        </pc:sldMkLst>
        <pc:spChg chg="add mod">
          <ac:chgData name="Ashley Warren" userId="d10fd33e-1b6e-46b9-9a62-07bf763cb9b8" providerId="ADAL" clId="{D123E33D-052B-4988-AC2D-F11A208BA2BB}" dt="2026-10-06T17:09:38.625" v="4390" actId="255"/>
          <ac:spMkLst>
            <pc:docMk/>
            <pc:sldMk cId="3805040872" sldId="1793"/>
            <ac:spMk id="2" creationId="{D162058A-DD29-3651-5AC6-F5873D124357}"/>
          </ac:spMkLst>
        </pc:spChg>
        <pc:spChg chg="del">
          <ac:chgData name="Ashley Warren" userId="d10fd33e-1b6e-46b9-9a62-07bf763cb9b8" providerId="ADAL" clId="{D123E33D-052B-4988-AC2D-F11A208BA2BB}" dt="2026-10-06T17:09:15.993" v="4386" actId="478"/>
          <ac:spMkLst>
            <pc:docMk/>
            <pc:sldMk cId="3805040872" sldId="1793"/>
            <ac:spMk id="3" creationId="{B61387BA-2F4A-AE4B-1FE3-39557228A33D}"/>
          </ac:spMkLst>
        </pc:spChg>
        <pc:spChg chg="add mod">
          <ac:chgData name="Ashley Warren" userId="d10fd33e-1b6e-46b9-9a62-07bf763cb9b8" providerId="ADAL" clId="{D123E33D-052B-4988-AC2D-F11A208BA2BB}" dt="2026-10-06T17:09:43.461" v="4391"/>
          <ac:spMkLst>
            <pc:docMk/>
            <pc:sldMk cId="3805040872" sldId="1793"/>
            <ac:spMk id="4" creationId="{508A2203-F2C6-ABE5-2923-08D2E2F20E99}"/>
          </ac:spMkLst>
        </pc:spChg>
        <pc:spChg chg="del">
          <ac:chgData name="Ashley Warren" userId="d10fd33e-1b6e-46b9-9a62-07bf763cb9b8" providerId="ADAL" clId="{D123E33D-052B-4988-AC2D-F11A208BA2BB}" dt="2026-10-06T17:09:15.993" v="4386" actId="478"/>
          <ac:spMkLst>
            <pc:docMk/>
            <pc:sldMk cId="3805040872" sldId="1793"/>
            <ac:spMk id="5" creationId="{DAE3EAE8-8A24-4B1F-2F63-6EE572D6D2D4}"/>
          </ac:spMkLst>
        </pc:spChg>
        <pc:spChg chg="add mod">
          <ac:chgData name="Ashley Warren" userId="d10fd33e-1b6e-46b9-9a62-07bf763cb9b8" providerId="ADAL" clId="{D123E33D-052B-4988-AC2D-F11A208BA2BB}" dt="2026-10-06T17:09:43.461" v="4391"/>
          <ac:spMkLst>
            <pc:docMk/>
            <pc:sldMk cId="3805040872" sldId="1793"/>
            <ac:spMk id="6" creationId="{88D527E1-EA3B-0A7F-EE64-3EDAD2FFD34D}"/>
          </ac:spMkLst>
        </pc:spChg>
        <pc:spChg chg="del">
          <ac:chgData name="Ashley Warren" userId="d10fd33e-1b6e-46b9-9a62-07bf763cb9b8" providerId="ADAL" clId="{D123E33D-052B-4988-AC2D-F11A208BA2BB}" dt="2026-10-06T17:09:15.993" v="4386" actId="478"/>
          <ac:spMkLst>
            <pc:docMk/>
            <pc:sldMk cId="3805040872" sldId="1793"/>
            <ac:spMk id="7" creationId="{C746BB59-638C-74C5-92AB-8DA7994A3A84}"/>
          </ac:spMkLst>
        </pc:spChg>
        <pc:spChg chg="add mod">
          <ac:chgData name="Ashley Warren" userId="d10fd33e-1b6e-46b9-9a62-07bf763cb9b8" providerId="ADAL" clId="{D123E33D-052B-4988-AC2D-F11A208BA2BB}" dt="2026-10-06T17:09:43.461" v="4391"/>
          <ac:spMkLst>
            <pc:docMk/>
            <pc:sldMk cId="3805040872" sldId="1793"/>
            <ac:spMk id="8" creationId="{BAA26B33-3395-76C9-1C82-3AAABB9D7EAE}"/>
          </ac:spMkLst>
        </pc:spChg>
        <pc:spChg chg="add mod">
          <ac:chgData name="Ashley Warren" userId="d10fd33e-1b6e-46b9-9a62-07bf763cb9b8" providerId="ADAL" clId="{D123E33D-052B-4988-AC2D-F11A208BA2BB}" dt="2026-10-06T17:09:44.350" v="4392"/>
          <ac:spMkLst>
            <pc:docMk/>
            <pc:sldMk cId="3805040872" sldId="1793"/>
            <ac:spMk id="9" creationId="{91A86F0A-2354-284F-1F30-62FC090E2E6F}"/>
          </ac:spMkLst>
        </pc:spChg>
        <pc:spChg chg="add mod">
          <ac:chgData name="Ashley Warren" userId="d10fd33e-1b6e-46b9-9a62-07bf763cb9b8" providerId="ADAL" clId="{D123E33D-052B-4988-AC2D-F11A208BA2BB}" dt="2026-10-06T17:09:44.350" v="4392"/>
          <ac:spMkLst>
            <pc:docMk/>
            <pc:sldMk cId="3805040872" sldId="1793"/>
            <ac:spMk id="10" creationId="{6CFB10EA-9A27-8200-2E55-E47C499F5145}"/>
          </ac:spMkLst>
        </pc:spChg>
        <pc:spChg chg="add mod">
          <ac:chgData name="Ashley Warren" userId="d10fd33e-1b6e-46b9-9a62-07bf763cb9b8" providerId="ADAL" clId="{D123E33D-052B-4988-AC2D-F11A208BA2BB}" dt="2026-10-06T17:09:44.350" v="4392"/>
          <ac:spMkLst>
            <pc:docMk/>
            <pc:sldMk cId="3805040872" sldId="1793"/>
            <ac:spMk id="11" creationId="{FF96C70D-2E49-FBBB-6ADA-538802A66565}"/>
          </ac:spMkLst>
        </pc:spChg>
        <pc:spChg chg="add mod">
          <ac:chgData name="Ashley Warren" userId="d10fd33e-1b6e-46b9-9a62-07bf763cb9b8" providerId="ADAL" clId="{D123E33D-052B-4988-AC2D-F11A208BA2BB}" dt="2026-10-06T17:09:44.350" v="4392"/>
          <ac:spMkLst>
            <pc:docMk/>
            <pc:sldMk cId="3805040872" sldId="1793"/>
            <ac:spMk id="12" creationId="{65D28A6F-84A4-F815-E47A-A432AC455305}"/>
          </ac:spMkLst>
        </pc:spChg>
        <pc:spChg chg="add mod">
          <ac:chgData name="Ashley Warren" userId="d10fd33e-1b6e-46b9-9a62-07bf763cb9b8" providerId="ADAL" clId="{D123E33D-052B-4988-AC2D-F11A208BA2BB}" dt="2026-10-06T17:09:44.350" v="4392"/>
          <ac:spMkLst>
            <pc:docMk/>
            <pc:sldMk cId="3805040872" sldId="1793"/>
            <ac:spMk id="13" creationId="{FC8308AC-686B-C33F-E8B0-0D9F388B0239}"/>
          </ac:spMkLst>
        </pc:spChg>
        <pc:spChg chg="del mod ord">
          <ac:chgData name="Ashley Warren" userId="d10fd33e-1b6e-46b9-9a62-07bf763cb9b8" providerId="ADAL" clId="{D123E33D-052B-4988-AC2D-F11A208BA2BB}" dt="2026-10-06T17:09:15.993" v="4386" actId="478"/>
          <ac:spMkLst>
            <pc:docMk/>
            <pc:sldMk cId="3805040872" sldId="1793"/>
            <ac:spMk id="14" creationId="{C0246155-1595-E470-3BC2-974BB08E818C}"/>
          </ac:spMkLst>
        </pc:spChg>
        <pc:spChg chg="del mod ord">
          <ac:chgData name="Ashley Warren" userId="d10fd33e-1b6e-46b9-9a62-07bf763cb9b8" providerId="ADAL" clId="{D123E33D-052B-4988-AC2D-F11A208BA2BB}" dt="2026-10-06T17:09:15.993" v="4386" actId="478"/>
          <ac:spMkLst>
            <pc:docMk/>
            <pc:sldMk cId="3805040872" sldId="1793"/>
            <ac:spMk id="15" creationId="{F14D615D-E6FF-F898-A00E-0A67BBD03C9A}"/>
          </ac:spMkLst>
        </pc:spChg>
        <pc:spChg chg="del mod ord">
          <ac:chgData name="Ashley Warren" userId="d10fd33e-1b6e-46b9-9a62-07bf763cb9b8" providerId="ADAL" clId="{D123E33D-052B-4988-AC2D-F11A208BA2BB}" dt="2026-10-06T17:09:15.993" v="4386" actId="478"/>
          <ac:spMkLst>
            <pc:docMk/>
            <pc:sldMk cId="3805040872" sldId="1793"/>
            <ac:spMk id="16" creationId="{59B6234D-FFD7-6D22-DDB9-52EEBCA41C91}"/>
          </ac:spMkLst>
        </pc:spChg>
        <pc:spChg chg="add mod">
          <ac:chgData name="Ashley Warren" userId="d10fd33e-1b6e-46b9-9a62-07bf763cb9b8" providerId="ADAL" clId="{D123E33D-052B-4988-AC2D-F11A208BA2BB}" dt="2026-10-06T17:09:44.350" v="4392"/>
          <ac:spMkLst>
            <pc:docMk/>
            <pc:sldMk cId="3805040872" sldId="1793"/>
            <ac:spMk id="17" creationId="{6C1CECC1-47B3-7F6F-FDBF-343C84E0C709}"/>
          </ac:spMkLst>
        </pc:spChg>
        <pc:spChg chg="del mod ord">
          <ac:chgData name="Ashley Warren" userId="d10fd33e-1b6e-46b9-9a62-07bf763cb9b8" providerId="ADAL" clId="{D123E33D-052B-4988-AC2D-F11A208BA2BB}" dt="2026-10-06T17:09:15.993" v="4386" actId="478"/>
          <ac:spMkLst>
            <pc:docMk/>
            <pc:sldMk cId="3805040872" sldId="1793"/>
            <ac:spMk id="18" creationId="{8082D414-2074-E00D-56C8-BD4F309F1DA1}"/>
          </ac:spMkLst>
        </pc:spChg>
        <pc:spChg chg="del mod ord">
          <ac:chgData name="Ashley Warren" userId="d10fd33e-1b6e-46b9-9a62-07bf763cb9b8" providerId="ADAL" clId="{D123E33D-052B-4988-AC2D-F11A208BA2BB}" dt="2026-10-06T17:09:15.993" v="4386" actId="478"/>
          <ac:spMkLst>
            <pc:docMk/>
            <pc:sldMk cId="3805040872" sldId="1793"/>
            <ac:spMk id="19" creationId="{52CC7EAF-5EA3-5C89-0DE4-95699A31CD12}"/>
          </ac:spMkLst>
        </pc:spChg>
        <pc:spChg chg="add mod">
          <ac:chgData name="Ashley Warren" userId="d10fd33e-1b6e-46b9-9a62-07bf763cb9b8" providerId="ADAL" clId="{D123E33D-052B-4988-AC2D-F11A208BA2BB}" dt="2026-10-06T17:09:52.124" v="4394"/>
          <ac:spMkLst>
            <pc:docMk/>
            <pc:sldMk cId="3805040872" sldId="1793"/>
            <ac:spMk id="20" creationId="{2689F753-FDF3-05CB-DBCE-707D456BD71F}"/>
          </ac:spMkLst>
        </pc:spChg>
        <pc:spChg chg="del mod ord">
          <ac:chgData name="Ashley Warren" userId="d10fd33e-1b6e-46b9-9a62-07bf763cb9b8" providerId="ADAL" clId="{D123E33D-052B-4988-AC2D-F11A208BA2BB}" dt="2026-10-06T17:09:15.993" v="4386" actId="478"/>
          <ac:spMkLst>
            <pc:docMk/>
            <pc:sldMk cId="3805040872" sldId="1793"/>
            <ac:spMk id="21" creationId="{01B877F5-6438-E1AD-3DF6-CEF0006BD9D7}"/>
          </ac:spMkLst>
        </pc:spChg>
        <pc:spChg chg="del mod ord">
          <ac:chgData name="Ashley Warren" userId="d10fd33e-1b6e-46b9-9a62-07bf763cb9b8" providerId="ADAL" clId="{D123E33D-052B-4988-AC2D-F11A208BA2BB}" dt="2026-10-06T17:09:15.993" v="4386" actId="478"/>
          <ac:spMkLst>
            <pc:docMk/>
            <pc:sldMk cId="3805040872" sldId="1793"/>
            <ac:spMk id="22" creationId="{6505BA6E-5F81-C9EE-5871-2FD987946D00}"/>
          </ac:spMkLst>
        </pc:spChg>
        <pc:spChg chg="add">
          <ac:chgData name="Ashley Warren" userId="d10fd33e-1b6e-46b9-9a62-07bf763cb9b8" providerId="ADAL" clId="{D123E33D-052B-4988-AC2D-F11A208BA2BB}" dt="2026-10-06T17:09:56.300" v="4395" actId="22"/>
          <ac:spMkLst>
            <pc:docMk/>
            <pc:sldMk cId="3805040872" sldId="1793"/>
            <ac:spMk id="24" creationId="{FFBB02F6-9633-72C9-2F63-F1AFD751FCC4}"/>
          </ac:spMkLst>
        </pc:spChg>
        <pc:spChg chg="add">
          <ac:chgData name="Ashley Warren" userId="d10fd33e-1b6e-46b9-9a62-07bf763cb9b8" providerId="ADAL" clId="{D123E33D-052B-4988-AC2D-F11A208BA2BB}" dt="2026-10-06T17:09:56.300" v="4395" actId="22"/>
          <ac:spMkLst>
            <pc:docMk/>
            <pc:sldMk cId="3805040872" sldId="1793"/>
            <ac:spMk id="26" creationId="{1816A361-AB11-230E-8E91-F349BECA3231}"/>
          </ac:spMkLst>
        </pc:spChg>
        <pc:spChg chg="add">
          <ac:chgData name="Ashley Warren" userId="d10fd33e-1b6e-46b9-9a62-07bf763cb9b8" providerId="ADAL" clId="{D123E33D-052B-4988-AC2D-F11A208BA2BB}" dt="2026-10-06T17:09:56.300" v="4395" actId="22"/>
          <ac:spMkLst>
            <pc:docMk/>
            <pc:sldMk cId="3805040872" sldId="1793"/>
            <ac:spMk id="28" creationId="{A08DECC0-F9DB-54E8-8D3D-7AC0BAC45D99}"/>
          </ac:spMkLst>
        </pc:spChg>
        <pc:spChg chg="add mod">
          <ac:chgData name="Ashley Warren" userId="d10fd33e-1b6e-46b9-9a62-07bf763cb9b8" providerId="ADAL" clId="{D123E33D-052B-4988-AC2D-F11A208BA2BB}" dt="2026-10-06T17:10:25.748" v="4397" actId="108"/>
          <ac:spMkLst>
            <pc:docMk/>
            <pc:sldMk cId="3805040872" sldId="1793"/>
            <ac:spMk id="29" creationId="{7C4FD5BF-74E6-C71B-0C4C-1BC0843C0741}"/>
          </ac:spMkLst>
        </pc:spChg>
        <pc:spChg chg="add mod">
          <ac:chgData name="Ashley Warren" userId="d10fd33e-1b6e-46b9-9a62-07bf763cb9b8" providerId="ADAL" clId="{D123E33D-052B-4988-AC2D-F11A208BA2BB}" dt="2026-10-06T17:10:34.722" v="4400" actId="207"/>
          <ac:spMkLst>
            <pc:docMk/>
            <pc:sldMk cId="3805040872" sldId="1793"/>
            <ac:spMk id="30" creationId="{4688A740-A688-C666-2FF8-6A886263E962}"/>
          </ac:spMkLst>
        </pc:spChg>
        <pc:spChg chg="add mod">
          <ac:chgData name="Ashley Warren" userId="d10fd33e-1b6e-46b9-9a62-07bf763cb9b8" providerId="ADAL" clId="{D123E33D-052B-4988-AC2D-F11A208BA2BB}" dt="2026-10-06T17:10:40.436" v="4401" actId="207"/>
          <ac:spMkLst>
            <pc:docMk/>
            <pc:sldMk cId="3805040872" sldId="1793"/>
            <ac:spMk id="31" creationId="{B51A604D-6067-D6A3-4AB9-BDC1068210A8}"/>
          </ac:spMkLst>
        </pc:spChg>
        <pc:spChg chg="add mod">
          <ac:chgData name="Ashley Warren" userId="d10fd33e-1b6e-46b9-9a62-07bf763cb9b8" providerId="ADAL" clId="{D123E33D-052B-4988-AC2D-F11A208BA2BB}" dt="2026-10-06T17:11:04.410" v="4407" actId="179"/>
          <ac:spMkLst>
            <pc:docMk/>
            <pc:sldMk cId="3805040872" sldId="1793"/>
            <ac:spMk id="32" creationId="{37D6B0AB-112B-4247-FDC4-9CE922F989C4}"/>
          </ac:spMkLst>
        </pc:spChg>
        <pc:spChg chg="add mod">
          <ac:chgData name="Ashley Warren" userId="d10fd33e-1b6e-46b9-9a62-07bf763cb9b8" providerId="ADAL" clId="{D123E33D-052B-4988-AC2D-F11A208BA2BB}" dt="2026-10-06T17:11:07.924" v="4408" actId="179"/>
          <ac:spMkLst>
            <pc:docMk/>
            <pc:sldMk cId="3805040872" sldId="1793"/>
            <ac:spMk id="33" creationId="{2170518D-7416-AEB1-D3EE-3E60DEEEB163}"/>
          </ac:spMkLst>
        </pc:spChg>
        <pc:spChg chg="add mod">
          <ac:chgData name="Ashley Warren" userId="d10fd33e-1b6e-46b9-9a62-07bf763cb9b8" providerId="ADAL" clId="{D123E33D-052B-4988-AC2D-F11A208BA2BB}" dt="2026-10-06T17:11:10.711" v="4409" actId="179"/>
          <ac:spMkLst>
            <pc:docMk/>
            <pc:sldMk cId="3805040872" sldId="1793"/>
            <ac:spMk id="34" creationId="{B608FB9B-8880-DFFA-7D98-259896BB4828}"/>
          </ac:spMkLst>
        </pc:spChg>
      </pc:sldChg>
      <pc:sldMasterChg chg="delSldLayout modSldLayout">
        <pc:chgData name="Ashley Warren" userId="d10fd33e-1b6e-46b9-9a62-07bf763cb9b8" providerId="ADAL" clId="{D123E33D-052B-4988-AC2D-F11A208BA2BB}" dt="2026-10-06T17:05:46.328" v="4334" actId="14100"/>
        <pc:sldMasterMkLst>
          <pc:docMk/>
          <pc:sldMasterMk cId="0" sldId="2147483648"/>
        </pc:sldMasterMkLst>
        <pc:sldLayoutChg chg="delSp mod">
          <pc:chgData name="Ashley Warren" userId="d10fd33e-1b6e-46b9-9a62-07bf763cb9b8" providerId="ADAL" clId="{D123E33D-052B-4988-AC2D-F11A208BA2BB}" dt="2026-10-06T16:57:05.193" v="4200" actId="21"/>
          <pc:sldLayoutMkLst>
            <pc:docMk/>
            <pc:sldMasterMk cId="0" sldId="2147483648"/>
            <pc:sldLayoutMk cId="0" sldId="2147483651"/>
          </pc:sldLayoutMkLst>
          <pc:spChg chg="del">
            <ac:chgData name="Ashley Warren" userId="d10fd33e-1b6e-46b9-9a62-07bf763cb9b8" providerId="ADAL" clId="{D123E33D-052B-4988-AC2D-F11A208BA2BB}" dt="2026-10-06T16:57:05.193" v="4200" actId="21"/>
            <ac:spMkLst>
              <pc:docMk/>
              <pc:sldMasterMk cId="0" sldId="2147483648"/>
              <pc:sldLayoutMk cId="0" sldId="2147483651"/>
              <ac:spMk id="15" creationId="{00000000-0000-0000-0000-000000000000}"/>
            </ac:spMkLst>
          </pc:spChg>
          <pc:spChg chg="del">
            <ac:chgData name="Ashley Warren" userId="d10fd33e-1b6e-46b9-9a62-07bf763cb9b8" providerId="ADAL" clId="{D123E33D-052B-4988-AC2D-F11A208BA2BB}" dt="2026-10-06T16:57:05.193" v="4200" actId="21"/>
            <ac:spMkLst>
              <pc:docMk/>
              <pc:sldMasterMk cId="0" sldId="2147483648"/>
              <pc:sldLayoutMk cId="0" sldId="2147483651"/>
              <ac:spMk id="19" creationId="{00000000-0000-0000-0000-000000000000}"/>
            </ac:spMkLst>
          </pc:spChg>
          <pc:spChg chg="del">
            <ac:chgData name="Ashley Warren" userId="d10fd33e-1b6e-46b9-9a62-07bf763cb9b8" providerId="ADAL" clId="{D123E33D-052B-4988-AC2D-F11A208BA2BB}" dt="2026-10-06T16:57:05.193" v="4200" actId="21"/>
            <ac:spMkLst>
              <pc:docMk/>
              <pc:sldMasterMk cId="0" sldId="2147483648"/>
              <pc:sldLayoutMk cId="0" sldId="2147483651"/>
              <ac:spMk id="21" creationId="{00000000-0000-0000-0000-000000000000}"/>
            </ac:spMkLst>
          </pc:spChg>
          <pc:spChg chg="del">
            <ac:chgData name="Ashley Warren" userId="d10fd33e-1b6e-46b9-9a62-07bf763cb9b8" providerId="ADAL" clId="{D123E33D-052B-4988-AC2D-F11A208BA2BB}" dt="2026-10-06T16:57:05.193" v="4200" actId="21"/>
            <ac:spMkLst>
              <pc:docMk/>
              <pc:sldMasterMk cId="0" sldId="2147483648"/>
              <pc:sldLayoutMk cId="0" sldId="2147483651"/>
              <ac:spMk id="23" creationId="{00000000-0000-0000-0000-000000000000}"/>
            </ac:spMkLst>
          </pc:spChg>
          <pc:spChg chg="del">
            <ac:chgData name="Ashley Warren" userId="d10fd33e-1b6e-46b9-9a62-07bf763cb9b8" providerId="ADAL" clId="{D123E33D-052B-4988-AC2D-F11A208BA2BB}" dt="2026-10-06T16:57:05.193" v="4200" actId="21"/>
            <ac:spMkLst>
              <pc:docMk/>
              <pc:sldMasterMk cId="0" sldId="2147483648"/>
              <pc:sldLayoutMk cId="0" sldId="2147483651"/>
              <ac:spMk id="24" creationId="{00000000-0000-0000-0000-000000000000}"/>
            </ac:spMkLst>
          </pc:spChg>
          <pc:spChg chg="del">
            <ac:chgData name="Ashley Warren" userId="d10fd33e-1b6e-46b9-9a62-07bf763cb9b8" providerId="ADAL" clId="{D123E33D-052B-4988-AC2D-F11A208BA2BB}" dt="2026-10-06T16:57:05.193" v="4200" actId="21"/>
            <ac:spMkLst>
              <pc:docMk/>
              <pc:sldMasterMk cId="0" sldId="2147483648"/>
              <pc:sldLayoutMk cId="0" sldId="2147483651"/>
              <ac:spMk id="26" creationId="{00000000-0000-0000-0000-000000000000}"/>
            </ac:spMkLst>
          </pc:spChg>
          <pc:spChg chg="del">
            <ac:chgData name="Ashley Warren" userId="d10fd33e-1b6e-46b9-9a62-07bf763cb9b8" providerId="ADAL" clId="{D123E33D-052B-4988-AC2D-F11A208BA2BB}" dt="2026-10-06T16:57:05.193" v="4200" actId="21"/>
            <ac:spMkLst>
              <pc:docMk/>
              <pc:sldMasterMk cId="0" sldId="2147483648"/>
              <pc:sldLayoutMk cId="0" sldId="2147483651"/>
              <ac:spMk id="28" creationId="{00000000-0000-0000-0000-000000000000}"/>
            </ac:spMkLst>
          </pc:spChg>
          <pc:spChg chg="del">
            <ac:chgData name="Ashley Warren" userId="d10fd33e-1b6e-46b9-9a62-07bf763cb9b8" providerId="ADAL" clId="{D123E33D-052B-4988-AC2D-F11A208BA2BB}" dt="2026-10-06T16:57:05.193" v="4200" actId="21"/>
            <ac:spMkLst>
              <pc:docMk/>
              <pc:sldMasterMk cId="0" sldId="2147483648"/>
              <pc:sldLayoutMk cId="0" sldId="2147483651"/>
              <ac:spMk id="30" creationId="{00000000-0000-0000-0000-000000000000}"/>
            </ac:spMkLst>
          </pc:spChg>
          <pc:spChg chg="del">
            <ac:chgData name="Ashley Warren" userId="d10fd33e-1b6e-46b9-9a62-07bf763cb9b8" providerId="ADAL" clId="{D123E33D-052B-4988-AC2D-F11A208BA2BB}" dt="2026-10-06T16:57:05.193" v="4200" actId="21"/>
            <ac:spMkLst>
              <pc:docMk/>
              <pc:sldMasterMk cId="0" sldId="2147483648"/>
              <pc:sldLayoutMk cId="0" sldId="2147483651"/>
              <ac:spMk id="32" creationId="{00000000-0000-0000-0000-000000000000}"/>
            </ac:spMkLst>
          </pc:spChg>
          <pc:spChg chg="del">
            <ac:chgData name="Ashley Warren" userId="d10fd33e-1b6e-46b9-9a62-07bf763cb9b8" providerId="ADAL" clId="{D123E33D-052B-4988-AC2D-F11A208BA2BB}" dt="2026-10-06T16:57:05.193" v="4200" actId="21"/>
            <ac:spMkLst>
              <pc:docMk/>
              <pc:sldMasterMk cId="0" sldId="2147483648"/>
              <pc:sldLayoutMk cId="0" sldId="2147483651"/>
              <ac:spMk id="33" creationId="{00000000-0000-0000-0000-000000000000}"/>
            </ac:spMkLst>
          </pc:spChg>
        </pc:sldLayoutChg>
        <pc:sldLayoutChg chg="modSp mod">
          <pc:chgData name="Ashley Warren" userId="d10fd33e-1b6e-46b9-9a62-07bf763cb9b8" providerId="ADAL" clId="{D123E33D-052B-4988-AC2D-F11A208BA2BB}" dt="2026-10-06T17:05:46.328" v="4334" actId="14100"/>
          <pc:sldLayoutMkLst>
            <pc:docMk/>
            <pc:sldMasterMk cId="0" sldId="2147483648"/>
            <pc:sldLayoutMk cId="0" sldId="2147483656"/>
          </pc:sldLayoutMkLst>
          <pc:spChg chg="mod">
            <ac:chgData name="Ashley Warren" userId="d10fd33e-1b6e-46b9-9a62-07bf763cb9b8" providerId="ADAL" clId="{D123E33D-052B-4988-AC2D-F11A208BA2BB}" dt="2026-10-06T17:05:46.328" v="4334" actId="14100"/>
            <ac:spMkLst>
              <pc:docMk/>
              <pc:sldMasterMk cId="0" sldId="2147483648"/>
              <pc:sldLayoutMk cId="0" sldId="2147483656"/>
              <ac:spMk id="3" creationId="{00000000-0000-0000-0000-000000000000}"/>
            </ac:spMkLst>
          </pc:spChg>
          <pc:spChg chg="mod">
            <ac:chgData name="Ashley Warren" userId="d10fd33e-1b6e-46b9-9a62-07bf763cb9b8" providerId="ADAL" clId="{D123E33D-052B-4988-AC2D-F11A208BA2BB}" dt="2026-10-06T17:05:46.328" v="4334" actId="14100"/>
            <ac:spMkLst>
              <pc:docMk/>
              <pc:sldMasterMk cId="0" sldId="2147483648"/>
              <pc:sldLayoutMk cId="0" sldId="2147483656"/>
              <ac:spMk id="4" creationId="{00000000-0000-0000-0000-000000000000}"/>
            </ac:spMkLst>
          </pc:spChg>
          <pc:spChg chg="mod">
            <ac:chgData name="Ashley Warren" userId="d10fd33e-1b6e-46b9-9a62-07bf763cb9b8" providerId="ADAL" clId="{D123E33D-052B-4988-AC2D-F11A208BA2BB}" dt="2026-10-06T17:05:46.328" v="4334" actId="14100"/>
            <ac:spMkLst>
              <pc:docMk/>
              <pc:sldMasterMk cId="0" sldId="2147483648"/>
              <pc:sldLayoutMk cId="0" sldId="2147483656"/>
              <ac:spMk id="5" creationId="{00000000-0000-0000-0000-000000000000}"/>
            </ac:spMkLst>
          </pc:spChg>
          <pc:spChg chg="mod">
            <ac:chgData name="Ashley Warren" userId="d10fd33e-1b6e-46b9-9a62-07bf763cb9b8" providerId="ADAL" clId="{D123E33D-052B-4988-AC2D-F11A208BA2BB}" dt="2026-10-06T17:04:19.411" v="4295" actId="1036"/>
            <ac:spMkLst>
              <pc:docMk/>
              <pc:sldMasterMk cId="0" sldId="2147483648"/>
              <pc:sldLayoutMk cId="0" sldId="2147483656"/>
              <ac:spMk id="7" creationId="{00000000-0000-0000-0000-000000000000}"/>
            </ac:spMkLst>
          </pc:spChg>
          <pc:spChg chg="mod">
            <ac:chgData name="Ashley Warren" userId="d10fd33e-1b6e-46b9-9a62-07bf763cb9b8" providerId="ADAL" clId="{D123E33D-052B-4988-AC2D-F11A208BA2BB}" dt="2026-10-06T17:04:19.411" v="4295" actId="1036"/>
            <ac:spMkLst>
              <pc:docMk/>
              <pc:sldMasterMk cId="0" sldId="2147483648"/>
              <pc:sldLayoutMk cId="0" sldId="2147483656"/>
              <ac:spMk id="9" creationId="{00000000-0000-0000-0000-000000000000}"/>
            </ac:spMkLst>
          </pc:spChg>
          <pc:spChg chg="mod">
            <ac:chgData name="Ashley Warren" userId="d10fd33e-1b6e-46b9-9a62-07bf763cb9b8" providerId="ADAL" clId="{D123E33D-052B-4988-AC2D-F11A208BA2BB}" dt="2026-10-06T17:04:19.411" v="4295" actId="1036"/>
            <ac:spMkLst>
              <pc:docMk/>
              <pc:sldMasterMk cId="0" sldId="2147483648"/>
              <pc:sldLayoutMk cId="0" sldId="2147483656"/>
              <ac:spMk id="10" creationId="{00000000-0000-0000-0000-000000000000}"/>
            </ac:spMkLst>
          </pc:spChg>
          <pc:spChg chg="mod">
            <ac:chgData name="Ashley Warren" userId="d10fd33e-1b6e-46b9-9a62-07bf763cb9b8" providerId="ADAL" clId="{D123E33D-052B-4988-AC2D-F11A208BA2BB}" dt="2026-10-06T17:04:19.411" v="4295" actId="1036"/>
            <ac:spMkLst>
              <pc:docMk/>
              <pc:sldMasterMk cId="0" sldId="2147483648"/>
              <pc:sldLayoutMk cId="0" sldId="2147483656"/>
              <ac:spMk id="11" creationId="{00000000-0000-0000-0000-000000000000}"/>
            </ac:spMkLst>
          </pc:spChg>
          <pc:spChg chg="mod">
            <ac:chgData name="Ashley Warren" userId="d10fd33e-1b6e-46b9-9a62-07bf763cb9b8" providerId="ADAL" clId="{D123E33D-052B-4988-AC2D-F11A208BA2BB}" dt="2026-10-06T17:04:19.411" v="4295" actId="1036"/>
            <ac:spMkLst>
              <pc:docMk/>
              <pc:sldMasterMk cId="0" sldId="2147483648"/>
              <pc:sldLayoutMk cId="0" sldId="2147483656"/>
              <ac:spMk id="12" creationId="{00000000-0000-0000-0000-000000000000}"/>
            </ac:spMkLst>
          </pc:spChg>
          <pc:spChg chg="mod">
            <ac:chgData name="Ashley Warren" userId="d10fd33e-1b6e-46b9-9a62-07bf763cb9b8" providerId="ADAL" clId="{D123E33D-052B-4988-AC2D-F11A208BA2BB}" dt="2026-10-06T17:04:19.411" v="4295" actId="1036"/>
            <ac:spMkLst>
              <pc:docMk/>
              <pc:sldMasterMk cId="0" sldId="2147483648"/>
              <pc:sldLayoutMk cId="0" sldId="2147483656"/>
              <ac:spMk id="13" creationId="{00000000-0000-0000-0000-000000000000}"/>
            </ac:spMkLst>
          </pc:spChg>
          <pc:spChg chg="mod">
            <ac:chgData name="Ashley Warren" userId="d10fd33e-1b6e-46b9-9a62-07bf763cb9b8" providerId="ADAL" clId="{D123E33D-052B-4988-AC2D-F11A208BA2BB}" dt="2026-10-06T17:04:19.411" v="4295" actId="1036"/>
            <ac:spMkLst>
              <pc:docMk/>
              <pc:sldMasterMk cId="0" sldId="2147483648"/>
              <pc:sldLayoutMk cId="0" sldId="2147483656"/>
              <ac:spMk id="14" creationId="{00000000-0000-0000-0000-000000000000}"/>
            </ac:spMkLst>
          </pc:spChg>
        </pc:sldLayoutChg>
        <pc:sldLayoutChg chg="modSp mod">
          <pc:chgData name="Ashley Warren" userId="d10fd33e-1b6e-46b9-9a62-07bf763cb9b8" providerId="ADAL" clId="{D123E33D-052B-4988-AC2D-F11A208BA2BB}" dt="2026-10-05T13:10:11.723" v="705" actId="408"/>
          <pc:sldLayoutMkLst>
            <pc:docMk/>
            <pc:sldMasterMk cId="0" sldId="2147483648"/>
            <pc:sldLayoutMk cId="0" sldId="2147483657"/>
          </pc:sldLayoutMkLst>
          <pc:spChg chg="mod">
            <ac:chgData name="Ashley Warren" userId="d10fd33e-1b6e-46b9-9a62-07bf763cb9b8" providerId="ADAL" clId="{D123E33D-052B-4988-AC2D-F11A208BA2BB}" dt="2026-10-05T13:10:11.723" v="705" actId="408"/>
            <ac:spMkLst>
              <pc:docMk/>
              <pc:sldMasterMk cId="0" sldId="2147483648"/>
              <pc:sldLayoutMk cId="0" sldId="2147483657"/>
              <ac:spMk id="4" creationId="{00000000-0000-0000-0000-000000000000}"/>
            </ac:spMkLst>
          </pc:spChg>
          <pc:spChg chg="mod">
            <ac:chgData name="Ashley Warren" userId="d10fd33e-1b6e-46b9-9a62-07bf763cb9b8" providerId="ADAL" clId="{D123E33D-052B-4988-AC2D-F11A208BA2BB}" dt="2026-10-05T13:07:51.648" v="674" actId="207"/>
            <ac:spMkLst>
              <pc:docMk/>
              <pc:sldMasterMk cId="0" sldId="2147483648"/>
              <pc:sldLayoutMk cId="0" sldId="2147483657"/>
              <ac:spMk id="5" creationId="{00000000-0000-0000-0000-000000000000}"/>
            </ac:spMkLst>
          </pc:spChg>
          <pc:spChg chg="mod">
            <ac:chgData name="Ashley Warren" userId="d10fd33e-1b6e-46b9-9a62-07bf763cb9b8" providerId="ADAL" clId="{D123E33D-052B-4988-AC2D-F11A208BA2BB}" dt="2026-10-05T13:07:45.948" v="673" actId="207"/>
            <ac:spMkLst>
              <pc:docMk/>
              <pc:sldMasterMk cId="0" sldId="2147483648"/>
              <pc:sldLayoutMk cId="0" sldId="2147483657"/>
              <ac:spMk id="7" creationId="{00000000-0000-0000-0000-000000000000}"/>
            </ac:spMkLst>
          </pc:spChg>
        </pc:sldLayoutChg>
        <pc:sldLayoutChg chg="del">
          <pc:chgData name="Ashley Warren" userId="d10fd33e-1b6e-46b9-9a62-07bf763cb9b8" providerId="ADAL" clId="{D123E33D-052B-4988-AC2D-F11A208BA2BB}" dt="2026-10-06T16:58:00.320" v="4220" actId="2696"/>
          <pc:sldLayoutMkLst>
            <pc:docMk/>
            <pc:sldMasterMk cId="0" sldId="2147483648"/>
            <pc:sldLayoutMk cId="1177764902" sldId="2147483710"/>
          </pc:sldLayoutMkLst>
        </pc:sldLayoutChg>
        <pc:sldLayoutChg chg="delSp modSp mod">
          <pc:chgData name="Ashley Warren" userId="d10fd33e-1b6e-46b9-9a62-07bf763cb9b8" providerId="ADAL" clId="{D123E33D-052B-4988-AC2D-F11A208BA2BB}" dt="2026-10-06T16:55:11.184" v="4184" actId="1076"/>
          <pc:sldLayoutMkLst>
            <pc:docMk/>
            <pc:sldMasterMk cId="0" sldId="2147483648"/>
            <pc:sldLayoutMk cId="1401778885" sldId="2147483712"/>
          </pc:sldLayoutMkLst>
          <pc:spChg chg="ord">
            <ac:chgData name="Ashley Warren" userId="d10fd33e-1b6e-46b9-9a62-07bf763cb9b8" providerId="ADAL" clId="{D123E33D-052B-4988-AC2D-F11A208BA2BB}" dt="2026-10-06T16:55:06.699" v="4183" actId="167"/>
            <ac:spMkLst>
              <pc:docMk/>
              <pc:sldMasterMk cId="0" sldId="2147483648"/>
              <pc:sldLayoutMk cId="1401778885" sldId="2147483712"/>
              <ac:spMk id="2" creationId="{00000000-0000-0000-0000-000000000000}"/>
            </ac:spMkLst>
          </pc:spChg>
          <pc:spChg chg="ord">
            <ac:chgData name="Ashley Warren" userId="d10fd33e-1b6e-46b9-9a62-07bf763cb9b8" providerId="ADAL" clId="{D123E33D-052B-4988-AC2D-F11A208BA2BB}" dt="2026-10-06T16:55:03.915" v="4182" actId="167"/>
            <ac:spMkLst>
              <pc:docMk/>
              <pc:sldMasterMk cId="0" sldId="2147483648"/>
              <pc:sldLayoutMk cId="1401778885" sldId="2147483712"/>
              <ac:spMk id="6" creationId="{00000000-0000-0000-0000-000000000000}"/>
            </ac:spMkLst>
          </pc:spChg>
          <pc:spChg chg="del">
            <ac:chgData name="Ashley Warren" userId="d10fd33e-1b6e-46b9-9a62-07bf763cb9b8" providerId="ADAL" clId="{D123E33D-052B-4988-AC2D-F11A208BA2BB}" dt="2026-10-06T16:54:55.723" v="4179" actId="478"/>
            <ac:spMkLst>
              <pc:docMk/>
              <pc:sldMasterMk cId="0" sldId="2147483648"/>
              <pc:sldLayoutMk cId="1401778885" sldId="2147483712"/>
              <ac:spMk id="7" creationId="{00000000-0000-0000-0000-000000000000}"/>
            </ac:spMkLst>
          </pc:spChg>
          <pc:spChg chg="mod">
            <ac:chgData name="Ashley Warren" userId="d10fd33e-1b6e-46b9-9a62-07bf763cb9b8" providerId="ADAL" clId="{D123E33D-052B-4988-AC2D-F11A208BA2BB}" dt="2026-10-06T16:55:11.184" v="4184" actId="1076"/>
            <ac:spMkLst>
              <pc:docMk/>
              <pc:sldMasterMk cId="0" sldId="2147483648"/>
              <pc:sldLayoutMk cId="1401778885" sldId="2147483712"/>
              <ac:spMk id="8" creationId="{00000000-0000-0000-0000-000000000000}"/>
            </ac:spMkLst>
          </pc:spChg>
          <pc:spChg chg="mod ord">
            <ac:chgData name="Ashley Warren" userId="d10fd33e-1b6e-46b9-9a62-07bf763cb9b8" providerId="ADAL" clId="{D123E33D-052B-4988-AC2D-F11A208BA2BB}" dt="2026-10-06T16:55:01.393" v="4181" actId="167"/>
            <ac:spMkLst>
              <pc:docMk/>
              <pc:sldMasterMk cId="0" sldId="2147483648"/>
              <pc:sldLayoutMk cId="1401778885" sldId="2147483712"/>
              <ac:spMk id="9"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8762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GB" dirty="0"/>
              <a:t>Section is 5 mins</a:t>
            </a:r>
          </a:p>
        </p:txBody>
      </p:sp>
    </p:spTree>
    <p:extLst>
      <p:ext uri="{BB962C8B-B14F-4D97-AF65-F5344CB8AC3E}">
        <p14:creationId xmlns:p14="http://schemas.microsoft.com/office/powerpoint/2010/main" val="1727953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9" name="Google Shape;44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NL" sz="12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2</a:t>
            </a:fld>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89F29-D455-573D-2A2D-7D813C00A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AEF10-FC59-74D8-ED3B-6B451D381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9FD341-910F-3018-CEF6-B1E3C9B0D2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330919-0C21-E97D-7920-72C60DEE675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852235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GB" dirty="0"/>
              <a:t>Section is 10m</a:t>
            </a:r>
          </a:p>
        </p:txBody>
      </p:sp>
    </p:spTree>
    <p:extLst>
      <p:ext uri="{BB962C8B-B14F-4D97-AF65-F5344CB8AC3E}">
        <p14:creationId xmlns:p14="http://schemas.microsoft.com/office/powerpoint/2010/main" val="1502148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GB" dirty="0"/>
              <a:t>Section is 5m</a:t>
            </a:r>
          </a:p>
        </p:txBody>
      </p:sp>
    </p:spTree>
    <p:extLst>
      <p:ext uri="{BB962C8B-B14F-4D97-AF65-F5344CB8AC3E}">
        <p14:creationId xmlns:p14="http://schemas.microsoft.com/office/powerpoint/2010/main" val="4125589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dirty="0"/>
          </a:p>
        </p:txBody>
      </p:sp>
    </p:spTree>
    <p:extLst>
      <p:ext uri="{BB962C8B-B14F-4D97-AF65-F5344CB8AC3E}">
        <p14:creationId xmlns:p14="http://schemas.microsoft.com/office/powerpoint/2010/main" val="2824005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F0C09-7C0C-666A-92EC-B277A75F8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1C3851-D25E-73B4-A997-E6753E5AD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048FE-DA48-B742-4644-E41B10D82E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E1FFC6-7A9B-0BFF-AFE4-B48AD4122B6A}"/>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736362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 Title">
    <p:bg>
      <p:bgPr>
        <a:solidFill>
          <a:schemeClr val="bg1"/>
        </a:solidFill>
        <a:effectLst/>
      </p:bgPr>
    </p:bg>
    <p:spTree>
      <p:nvGrpSpPr>
        <p:cNvPr id="1" name=""/>
        <p:cNvGrpSpPr/>
        <p:nvPr/>
      </p:nvGrpSpPr>
      <p:grpSpPr>
        <a:xfrm>
          <a:off x="0" y="0"/>
          <a:ext cx="0" cy="0"/>
          <a:chOff x="0" y="0"/>
          <a:chExt cx="0" cy="0"/>
        </a:xfrm>
      </p:grpSpPr>
      <p:sp>
        <p:nvSpPr>
          <p:cNvPr id="2" name="SQ_0"/>
          <p:cNvSpPr/>
          <p:nvPr/>
        </p:nvSpPr>
        <p:spPr>
          <a:xfrm>
            <a:off x="0" y="0"/>
            <a:ext cx="4800600" cy="6858000"/>
          </a:xfrm>
          <a:prstGeom prst="rect">
            <a:avLst/>
          </a:prstGeom>
          <a:solidFill>
            <a:schemeClr val="accent1"/>
          </a:solidFill>
          <a:ln/>
        </p:spPr>
        <p:txBody>
          <a:bodyPr/>
          <a:lstStyle/>
          <a:p>
            <a:endParaRPr lang="en-GB"/>
          </a:p>
        </p:txBody>
      </p:sp>
      <p:sp>
        <p:nvSpPr>
          <p:cNvPr id="3" name="RND_1"/>
          <p:cNvSpPr/>
          <p:nvPr/>
        </p:nvSpPr>
        <p:spPr>
          <a:xfrm rot="1080000">
            <a:off x="320040" y="502920"/>
            <a:ext cx="1051560" cy="1051560"/>
          </a:xfrm>
          <a:prstGeom prst="roundRect">
            <a:avLst>
              <a:gd name="adj" fmla="val 22609"/>
            </a:avLst>
          </a:prstGeom>
          <a:solidFill>
            <a:schemeClr val="accent4"/>
          </a:solidFill>
          <a:ln/>
        </p:spPr>
        <p:txBody>
          <a:bodyPr/>
          <a:lstStyle/>
          <a:p>
            <a:endParaRPr lang="en-GB"/>
          </a:p>
        </p:txBody>
      </p:sp>
      <p:sp>
        <p:nvSpPr>
          <p:cNvPr id="4" name="RND_2"/>
          <p:cNvSpPr/>
          <p:nvPr/>
        </p:nvSpPr>
        <p:spPr>
          <a:xfrm rot="-1440000">
            <a:off x="3794760" y="868680"/>
            <a:ext cx="777240" cy="777240"/>
          </a:xfrm>
          <a:prstGeom prst="roundRect">
            <a:avLst>
              <a:gd name="adj" fmla="val 30588"/>
            </a:avLst>
          </a:prstGeom>
          <a:solidFill>
            <a:schemeClr val="accent4"/>
          </a:solidFill>
          <a:ln/>
        </p:spPr>
        <p:txBody>
          <a:bodyPr/>
          <a:lstStyle/>
          <a:p>
            <a:endParaRPr lang="en-GB"/>
          </a:p>
        </p:txBody>
      </p:sp>
      <p:sp>
        <p:nvSpPr>
          <p:cNvPr id="5" name="ELL_3"/>
          <p:cNvSpPr/>
          <p:nvPr/>
        </p:nvSpPr>
        <p:spPr>
          <a:xfrm>
            <a:off x="1417320" y="1143000"/>
            <a:ext cx="502920" cy="502920"/>
          </a:xfrm>
          <a:prstGeom prst="ellipse">
            <a:avLst/>
          </a:prstGeom>
          <a:solidFill>
            <a:schemeClr val="accent5"/>
          </a:solidFill>
          <a:ln/>
        </p:spPr>
        <p:txBody>
          <a:bodyPr/>
          <a:lstStyle/>
          <a:p>
            <a:endParaRPr lang="en-GB"/>
          </a:p>
        </p:txBody>
      </p:sp>
      <p:sp>
        <p:nvSpPr>
          <p:cNvPr id="6" name="RND_4"/>
          <p:cNvSpPr/>
          <p:nvPr/>
        </p:nvSpPr>
        <p:spPr>
          <a:xfrm rot="-720000">
            <a:off x="-411480" y="4892040"/>
            <a:ext cx="1508760" cy="1508760"/>
          </a:xfrm>
          <a:prstGeom prst="roundRect">
            <a:avLst>
              <a:gd name="adj" fmla="val 15758"/>
            </a:avLst>
          </a:prstGeom>
          <a:solidFill>
            <a:schemeClr val="accent4"/>
          </a:solidFill>
          <a:ln/>
        </p:spPr>
        <p:txBody>
          <a:bodyPr/>
          <a:lstStyle/>
          <a:p>
            <a:endParaRPr lang="en-GB"/>
          </a:p>
        </p:txBody>
      </p:sp>
      <p:sp>
        <p:nvSpPr>
          <p:cNvPr id="7" name="RND_5"/>
          <p:cNvSpPr/>
          <p:nvPr/>
        </p:nvSpPr>
        <p:spPr>
          <a:xfrm rot="1980000">
            <a:off x="10744200" y="-502920"/>
            <a:ext cx="1691640" cy="1691640"/>
          </a:xfrm>
          <a:prstGeom prst="roundRect">
            <a:avLst>
              <a:gd name="adj" fmla="val 14054"/>
            </a:avLst>
          </a:prstGeom>
          <a:solidFill>
            <a:schemeClr val="bg2"/>
          </a:solidFill>
          <a:ln/>
        </p:spPr>
        <p:txBody>
          <a:bodyPr/>
          <a:lstStyle/>
          <a:p>
            <a:endParaRPr lang="en-GB"/>
          </a:p>
        </p:txBody>
      </p:sp>
      <p:sp>
        <p:nvSpPr>
          <p:cNvPr id="8" name="RND_6"/>
          <p:cNvSpPr/>
          <p:nvPr/>
        </p:nvSpPr>
        <p:spPr>
          <a:xfrm rot="-2280000">
            <a:off x="11475720" y="5257800"/>
            <a:ext cx="1371600" cy="1371600"/>
          </a:xfrm>
          <a:prstGeom prst="roundRect">
            <a:avLst>
              <a:gd name="adj" fmla="val 17333"/>
            </a:avLst>
          </a:prstGeom>
          <a:solidFill>
            <a:schemeClr val="bg2"/>
          </a:solidFill>
          <a:ln/>
        </p:spPr>
        <p:txBody>
          <a:bodyPr/>
          <a:lstStyle/>
          <a:p>
            <a:endParaRPr lang="en-GB"/>
          </a:p>
        </p:txBody>
      </p:sp>
      <p:sp>
        <p:nvSpPr>
          <p:cNvPr id="9" name="ELL_7"/>
          <p:cNvSpPr/>
          <p:nvPr/>
        </p:nvSpPr>
        <p:spPr>
          <a:xfrm rot="-1620000">
            <a:off x="882396" y="2715768"/>
            <a:ext cx="32918" cy="141732"/>
          </a:xfrm>
          <a:prstGeom prst="ellipse">
            <a:avLst/>
          </a:prstGeom>
          <a:solidFill>
            <a:schemeClr val="accent2"/>
          </a:solidFill>
          <a:ln/>
        </p:spPr>
        <p:txBody>
          <a:bodyPr/>
          <a:lstStyle/>
          <a:p>
            <a:endParaRPr lang="en-GB"/>
          </a:p>
        </p:txBody>
      </p:sp>
      <p:sp>
        <p:nvSpPr>
          <p:cNvPr id="10" name="ELL_8"/>
          <p:cNvSpPr/>
          <p:nvPr/>
        </p:nvSpPr>
        <p:spPr>
          <a:xfrm>
            <a:off x="943661" y="2697480"/>
            <a:ext cx="32918" cy="150876"/>
          </a:xfrm>
          <a:prstGeom prst="ellipse">
            <a:avLst/>
          </a:prstGeom>
          <a:solidFill>
            <a:schemeClr val="accent2"/>
          </a:solidFill>
          <a:ln/>
        </p:spPr>
        <p:txBody>
          <a:bodyPr/>
          <a:lstStyle/>
          <a:p>
            <a:endParaRPr lang="en-GB"/>
          </a:p>
        </p:txBody>
      </p:sp>
      <p:sp>
        <p:nvSpPr>
          <p:cNvPr id="11" name="ELL_9"/>
          <p:cNvSpPr/>
          <p:nvPr/>
        </p:nvSpPr>
        <p:spPr>
          <a:xfrm rot="1620000">
            <a:off x="1004926" y="2715768"/>
            <a:ext cx="32918" cy="141732"/>
          </a:xfrm>
          <a:prstGeom prst="ellipse">
            <a:avLst/>
          </a:prstGeom>
          <a:solidFill>
            <a:schemeClr val="accent2"/>
          </a:solidFill>
          <a:ln/>
        </p:spPr>
        <p:txBody>
          <a:bodyPr/>
          <a:lstStyle/>
          <a:p>
            <a:endParaRPr lang="en-GB"/>
          </a:p>
        </p:txBody>
      </p:sp>
      <p:sp>
        <p:nvSpPr>
          <p:cNvPr id="12" name="ELL_10"/>
          <p:cNvSpPr/>
          <p:nvPr/>
        </p:nvSpPr>
        <p:spPr>
          <a:xfrm>
            <a:off x="932688" y="2830068"/>
            <a:ext cx="54864" cy="43891"/>
          </a:xfrm>
          <a:prstGeom prst="ellipse">
            <a:avLst/>
          </a:prstGeom>
          <a:solidFill>
            <a:schemeClr val="accent2"/>
          </a:solidFill>
          <a:ln/>
        </p:spPr>
        <p:txBody>
          <a:bodyPr/>
          <a:lstStyle/>
          <a:p>
            <a:endParaRPr lang="en-GB"/>
          </a:p>
        </p:txBody>
      </p:sp>
      <p:sp>
        <p:nvSpPr>
          <p:cNvPr id="13" name="ELL_11"/>
          <p:cNvSpPr/>
          <p:nvPr/>
        </p:nvSpPr>
        <p:spPr>
          <a:xfrm rot="-1620000">
            <a:off x="1357884" y="2770632"/>
            <a:ext cx="32918" cy="141732"/>
          </a:xfrm>
          <a:prstGeom prst="ellipse">
            <a:avLst/>
          </a:prstGeom>
          <a:solidFill>
            <a:schemeClr val="accent2"/>
          </a:solidFill>
          <a:ln/>
        </p:spPr>
        <p:txBody>
          <a:bodyPr/>
          <a:lstStyle/>
          <a:p>
            <a:endParaRPr lang="en-GB"/>
          </a:p>
        </p:txBody>
      </p:sp>
      <p:sp>
        <p:nvSpPr>
          <p:cNvPr id="14" name="ELL_12"/>
          <p:cNvSpPr/>
          <p:nvPr/>
        </p:nvSpPr>
        <p:spPr>
          <a:xfrm>
            <a:off x="1419149" y="2752344"/>
            <a:ext cx="32918" cy="150876"/>
          </a:xfrm>
          <a:prstGeom prst="ellipse">
            <a:avLst/>
          </a:prstGeom>
          <a:solidFill>
            <a:schemeClr val="accent2"/>
          </a:solidFill>
          <a:ln/>
        </p:spPr>
        <p:txBody>
          <a:bodyPr/>
          <a:lstStyle/>
          <a:p>
            <a:endParaRPr lang="en-GB"/>
          </a:p>
        </p:txBody>
      </p:sp>
      <p:sp>
        <p:nvSpPr>
          <p:cNvPr id="15" name="ELL_13"/>
          <p:cNvSpPr/>
          <p:nvPr/>
        </p:nvSpPr>
        <p:spPr>
          <a:xfrm rot="1620000">
            <a:off x="1480414" y="2770632"/>
            <a:ext cx="32918" cy="141732"/>
          </a:xfrm>
          <a:prstGeom prst="ellipse">
            <a:avLst/>
          </a:prstGeom>
          <a:solidFill>
            <a:schemeClr val="accent2"/>
          </a:solidFill>
          <a:ln/>
        </p:spPr>
        <p:txBody>
          <a:bodyPr/>
          <a:lstStyle/>
          <a:p>
            <a:endParaRPr lang="en-GB"/>
          </a:p>
        </p:txBody>
      </p:sp>
      <p:sp>
        <p:nvSpPr>
          <p:cNvPr id="16" name="ELL_14"/>
          <p:cNvSpPr/>
          <p:nvPr/>
        </p:nvSpPr>
        <p:spPr>
          <a:xfrm>
            <a:off x="1408176" y="2884932"/>
            <a:ext cx="54864" cy="43891"/>
          </a:xfrm>
          <a:prstGeom prst="ellipse">
            <a:avLst/>
          </a:prstGeom>
          <a:solidFill>
            <a:schemeClr val="accent2"/>
          </a:solidFill>
          <a:ln/>
        </p:spPr>
        <p:txBody>
          <a:bodyPr/>
          <a:lstStyle/>
          <a:p>
            <a:endParaRPr lang="en-GB"/>
          </a:p>
        </p:txBody>
      </p:sp>
      <p:sp>
        <p:nvSpPr>
          <p:cNvPr id="17" name="ELL_15"/>
          <p:cNvSpPr/>
          <p:nvPr/>
        </p:nvSpPr>
        <p:spPr>
          <a:xfrm rot="-1620000">
            <a:off x="1833372" y="2715768"/>
            <a:ext cx="32918" cy="141732"/>
          </a:xfrm>
          <a:prstGeom prst="ellipse">
            <a:avLst/>
          </a:prstGeom>
          <a:solidFill>
            <a:schemeClr val="accent2"/>
          </a:solidFill>
          <a:ln/>
        </p:spPr>
        <p:txBody>
          <a:bodyPr/>
          <a:lstStyle/>
          <a:p>
            <a:endParaRPr lang="en-GB"/>
          </a:p>
        </p:txBody>
      </p:sp>
      <p:sp>
        <p:nvSpPr>
          <p:cNvPr id="18" name="ELL_16"/>
          <p:cNvSpPr/>
          <p:nvPr/>
        </p:nvSpPr>
        <p:spPr>
          <a:xfrm>
            <a:off x="1894637" y="2697480"/>
            <a:ext cx="32918" cy="150876"/>
          </a:xfrm>
          <a:prstGeom prst="ellipse">
            <a:avLst/>
          </a:prstGeom>
          <a:solidFill>
            <a:schemeClr val="accent2"/>
          </a:solidFill>
          <a:ln/>
        </p:spPr>
        <p:txBody>
          <a:bodyPr/>
          <a:lstStyle/>
          <a:p>
            <a:endParaRPr lang="en-GB"/>
          </a:p>
        </p:txBody>
      </p:sp>
      <p:sp>
        <p:nvSpPr>
          <p:cNvPr id="19" name="ELL_17"/>
          <p:cNvSpPr/>
          <p:nvPr/>
        </p:nvSpPr>
        <p:spPr>
          <a:xfrm rot="1620000">
            <a:off x="1955902" y="2715768"/>
            <a:ext cx="32918" cy="141732"/>
          </a:xfrm>
          <a:prstGeom prst="ellipse">
            <a:avLst/>
          </a:prstGeom>
          <a:solidFill>
            <a:schemeClr val="accent2"/>
          </a:solidFill>
          <a:ln/>
        </p:spPr>
        <p:txBody>
          <a:bodyPr/>
          <a:lstStyle/>
          <a:p>
            <a:endParaRPr lang="en-GB"/>
          </a:p>
        </p:txBody>
      </p:sp>
      <p:sp>
        <p:nvSpPr>
          <p:cNvPr id="20" name="ELL_18"/>
          <p:cNvSpPr/>
          <p:nvPr/>
        </p:nvSpPr>
        <p:spPr>
          <a:xfrm>
            <a:off x="1883664" y="2830068"/>
            <a:ext cx="54864" cy="43891"/>
          </a:xfrm>
          <a:prstGeom prst="ellipse">
            <a:avLst/>
          </a:prstGeom>
          <a:solidFill>
            <a:schemeClr val="accent2"/>
          </a:solidFill>
          <a:ln/>
        </p:spPr>
        <p:txBody>
          <a:bodyPr/>
          <a:lstStyle/>
          <a:p>
            <a:endParaRPr lang="en-GB"/>
          </a:p>
        </p:txBody>
      </p:sp>
      <p:sp>
        <p:nvSpPr>
          <p:cNvPr id="21" name="ELL_19"/>
          <p:cNvSpPr/>
          <p:nvPr/>
        </p:nvSpPr>
        <p:spPr>
          <a:xfrm rot="-1620000">
            <a:off x="2308860" y="2770632"/>
            <a:ext cx="32918" cy="141732"/>
          </a:xfrm>
          <a:prstGeom prst="ellipse">
            <a:avLst/>
          </a:prstGeom>
          <a:solidFill>
            <a:schemeClr val="accent2"/>
          </a:solidFill>
          <a:ln/>
        </p:spPr>
        <p:txBody>
          <a:bodyPr/>
          <a:lstStyle/>
          <a:p>
            <a:endParaRPr lang="en-GB"/>
          </a:p>
        </p:txBody>
      </p:sp>
      <p:sp>
        <p:nvSpPr>
          <p:cNvPr id="22" name="ELL_20"/>
          <p:cNvSpPr/>
          <p:nvPr/>
        </p:nvSpPr>
        <p:spPr>
          <a:xfrm>
            <a:off x="2370125" y="2752344"/>
            <a:ext cx="32918" cy="150876"/>
          </a:xfrm>
          <a:prstGeom prst="ellipse">
            <a:avLst/>
          </a:prstGeom>
          <a:solidFill>
            <a:schemeClr val="accent2"/>
          </a:solidFill>
          <a:ln/>
        </p:spPr>
        <p:txBody>
          <a:bodyPr/>
          <a:lstStyle/>
          <a:p>
            <a:endParaRPr lang="en-GB"/>
          </a:p>
        </p:txBody>
      </p:sp>
      <p:sp>
        <p:nvSpPr>
          <p:cNvPr id="23" name="ELL_21"/>
          <p:cNvSpPr/>
          <p:nvPr/>
        </p:nvSpPr>
        <p:spPr>
          <a:xfrm rot="1620000">
            <a:off x="2431390" y="2770632"/>
            <a:ext cx="32918" cy="141732"/>
          </a:xfrm>
          <a:prstGeom prst="ellipse">
            <a:avLst/>
          </a:prstGeom>
          <a:solidFill>
            <a:schemeClr val="accent2"/>
          </a:solidFill>
          <a:ln/>
        </p:spPr>
        <p:txBody>
          <a:bodyPr/>
          <a:lstStyle/>
          <a:p>
            <a:endParaRPr lang="en-GB"/>
          </a:p>
        </p:txBody>
      </p:sp>
      <p:sp>
        <p:nvSpPr>
          <p:cNvPr id="24" name="ELL_22"/>
          <p:cNvSpPr/>
          <p:nvPr/>
        </p:nvSpPr>
        <p:spPr>
          <a:xfrm>
            <a:off x="2359152" y="2884932"/>
            <a:ext cx="54864" cy="43891"/>
          </a:xfrm>
          <a:prstGeom prst="ellipse">
            <a:avLst/>
          </a:prstGeom>
          <a:solidFill>
            <a:schemeClr val="accent2"/>
          </a:solidFill>
          <a:ln/>
        </p:spPr>
        <p:txBody>
          <a:bodyPr/>
          <a:lstStyle/>
          <a:p>
            <a:endParaRPr lang="en-GB"/>
          </a:p>
        </p:txBody>
      </p:sp>
      <p:sp>
        <p:nvSpPr>
          <p:cNvPr id="25" name="RND_23"/>
          <p:cNvSpPr/>
          <p:nvPr/>
        </p:nvSpPr>
        <p:spPr>
          <a:xfrm>
            <a:off x="2606040" y="4160520"/>
            <a:ext cx="2788920" cy="2788920"/>
          </a:xfrm>
          <a:prstGeom prst="roundRect">
            <a:avLst>
              <a:gd name="adj" fmla="val 5246"/>
            </a:avLst>
          </a:prstGeom>
          <a:solidFill>
            <a:schemeClr val="accent2"/>
          </a:solidFill>
          <a:ln/>
        </p:spPr>
        <p:txBody>
          <a:bodyPr/>
          <a:lstStyle/>
          <a:p>
            <a:endParaRPr lang="en-GB"/>
          </a:p>
        </p:txBody>
      </p:sp>
      <p:sp>
        <p:nvSpPr>
          <p:cNvPr id="26" name="Text 24"/>
          <p:cNvSpPr>
            <a:spLocks noGrp="1"/>
          </p:cNvSpPr>
          <p:nvPr>
            <p:ph type="body" idx="124" hasCustomPrompt="1"/>
          </p:nvPr>
        </p:nvSpPr>
        <p:spPr>
          <a:xfrm>
            <a:off x="5897880" y="1417320"/>
            <a:ext cx="5669280" cy="274320"/>
          </a:xfrm>
          <a:prstGeom prst="rect">
            <a:avLst/>
          </a:prstGeom>
          <a:noFill/>
          <a:ln/>
        </p:spPr>
        <p:txBody>
          <a:bodyPr wrap="square" rtlCol="0"/>
          <a:lstStyle>
            <a:lvl1pPr marL="0" indent="0" algn="l">
              <a:buNone/>
              <a:defRPr lang="en-US" sz="1200" b="1" kern="0" spc="200" dirty="0">
                <a:solidFill>
                  <a:schemeClr val="accent2"/>
                </a:solidFill>
                <a:latin typeface="Calibri" pitchFamily="34" charset="0"/>
                <a:ea typeface="Calibri" pitchFamily="34" charset="-122"/>
                <a:cs typeface="Calibri" pitchFamily="34" charset="-120"/>
              </a:defRPr>
            </a:lvl1pPr>
          </a:lstStyle>
          <a:p>
            <a:pPr marL="0" indent="0" algn="l">
              <a:buNone/>
            </a:pPr>
            <a:r>
              <a:rPr lang="en-US" sz="1200" b="1" kern="0" spc="200" dirty="0">
                <a:solidFill>
                  <a:schemeClr val="accent2"/>
                </a:solidFill>
                <a:latin typeface="Calibri" pitchFamily="34" charset="0"/>
                <a:ea typeface="Calibri" pitchFamily="34" charset="-122"/>
                <a:cs typeface="Calibri" pitchFamily="34" charset="-120"/>
              </a:rPr>
              <a:t>EYEBROW LABEL</a:t>
            </a:r>
            <a:endParaRPr lang="en-US" sz="1200" dirty="0"/>
          </a:p>
        </p:txBody>
      </p:sp>
      <p:sp>
        <p:nvSpPr>
          <p:cNvPr id="27" name="Text 24"/>
          <p:cNvSpPr>
            <a:spLocks noGrp="1"/>
          </p:cNvSpPr>
          <p:nvPr>
            <p:ph type="title" idx="125" hasCustomPrompt="1"/>
          </p:nvPr>
        </p:nvSpPr>
        <p:spPr>
          <a:xfrm>
            <a:off x="5897880" y="1847088"/>
            <a:ext cx="5669280" cy="1600200"/>
          </a:xfrm>
          <a:prstGeom prst="rect">
            <a:avLst/>
          </a:prstGeom>
          <a:noFill/>
          <a:ln/>
        </p:spPr>
        <p:txBody>
          <a:bodyPr wrap="square" rtlCol="0"/>
          <a:lstStyle>
            <a:lvl1pPr marL="0" indent="0" algn="l">
              <a:buNone/>
              <a:defRPr lang="en-US" sz="38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38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3800" dirty="0"/>
          </a:p>
        </p:txBody>
      </p:sp>
      <p:sp>
        <p:nvSpPr>
          <p:cNvPr id="28" name="Text 24"/>
          <p:cNvSpPr>
            <a:spLocks noGrp="1"/>
          </p:cNvSpPr>
          <p:nvPr>
            <p:ph type="body" idx="126" hasCustomPrompt="1"/>
          </p:nvPr>
        </p:nvSpPr>
        <p:spPr>
          <a:xfrm>
            <a:off x="5897880" y="3913632"/>
            <a:ext cx="5669280" cy="868680"/>
          </a:xfrm>
          <a:prstGeom prst="rect">
            <a:avLst/>
          </a:prstGeom>
          <a:noFill/>
          <a:ln/>
        </p:spPr>
        <p:txBody>
          <a:bodyPr wrap="square" rtlCol="0"/>
          <a:lstStyle>
            <a:lvl1pPr marL="0" indent="0" algn="l">
              <a:buNone/>
              <a:defRPr lang="en-US" sz="1700" dirty="0">
                <a:solidFill>
                  <a:schemeClr val="tx1"/>
                </a:solidFill>
                <a:latin typeface="Calibri" pitchFamily="34" charset="0"/>
                <a:ea typeface="Calibri" pitchFamily="34" charset="-122"/>
                <a:cs typeface="Calibri" pitchFamily="34" charset="-120"/>
              </a:defRPr>
            </a:lvl1pPr>
          </a:lstStyle>
          <a:p>
            <a:pPr marL="0" indent="0" algn="l">
              <a:buNone/>
            </a:pPr>
            <a:r>
              <a:rPr lang="en-US" sz="1700" dirty="0">
                <a:solidFill>
                  <a:schemeClr val="tx1"/>
                </a:solidFill>
                <a:latin typeface="Calibri" pitchFamily="34" charset="0"/>
                <a:ea typeface="Calibri" pitchFamily="34" charset="-122"/>
                <a:cs typeface="Calibri" pitchFamily="34" charset="-120"/>
              </a:rPr>
              <a:t>Your name</a:t>
            </a:r>
            <a:endParaRPr lang="en-US" sz="1700" dirty="0"/>
          </a:p>
          <a:p>
            <a:pPr marL="0" indent="0" algn="l">
              <a:buNone/>
            </a:pPr>
            <a:r>
              <a:rPr lang="en-US" sz="1700" dirty="0">
                <a:solidFill>
                  <a:schemeClr val="tx1"/>
                </a:solidFill>
                <a:latin typeface="Calibri" pitchFamily="34" charset="0"/>
                <a:ea typeface="Calibri" pitchFamily="34" charset="-122"/>
                <a:cs typeface="Calibri" pitchFamily="34" charset="-120"/>
              </a:rPr>
              <a:t>Role / handle</a:t>
            </a:r>
            <a:endParaRPr lang="en-US" sz="170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 Section divider">
    <p:bg>
      <p:bgPr>
        <a:solidFill>
          <a:schemeClr val="bg1"/>
        </a:solidFill>
        <a:effectLst/>
      </p:bgPr>
    </p:bg>
    <p:spTree>
      <p:nvGrpSpPr>
        <p:cNvPr id="1" name=""/>
        <p:cNvGrpSpPr/>
        <p:nvPr/>
      </p:nvGrpSpPr>
      <p:grpSpPr>
        <a:xfrm>
          <a:off x="0" y="0"/>
          <a:ext cx="0" cy="0"/>
          <a:chOff x="0" y="0"/>
          <a:chExt cx="0" cy="0"/>
        </a:xfrm>
      </p:grpSpPr>
      <p:sp>
        <p:nvSpPr>
          <p:cNvPr id="2" name="RND_24"/>
          <p:cNvSpPr/>
          <p:nvPr/>
        </p:nvSpPr>
        <p:spPr>
          <a:xfrm>
            <a:off x="7680960" y="3145536"/>
            <a:ext cx="2743200" cy="786384"/>
          </a:xfrm>
          <a:prstGeom prst="roundRect">
            <a:avLst>
              <a:gd name="adj" fmla="val 30233"/>
            </a:avLst>
          </a:prstGeom>
          <a:solidFill>
            <a:schemeClr val="accent5"/>
          </a:solidFill>
          <a:ln/>
        </p:spPr>
        <p:txBody>
          <a:bodyPr/>
          <a:lstStyle/>
          <a:p>
            <a:endParaRPr lang="en-GB"/>
          </a:p>
        </p:txBody>
      </p:sp>
      <p:sp>
        <p:nvSpPr>
          <p:cNvPr id="3" name="RND_25"/>
          <p:cNvSpPr/>
          <p:nvPr/>
        </p:nvSpPr>
        <p:spPr>
          <a:xfrm rot="2700000">
            <a:off x="7635240" y="1828800"/>
            <a:ext cx="1737360" cy="1737360"/>
          </a:xfrm>
          <a:prstGeom prst="roundRect">
            <a:avLst>
              <a:gd name="adj" fmla="val 8421"/>
            </a:avLst>
          </a:prstGeom>
          <a:solidFill>
            <a:schemeClr val="accent5"/>
          </a:solidFill>
          <a:ln/>
        </p:spPr>
        <p:txBody>
          <a:bodyPr/>
          <a:lstStyle/>
          <a:p>
            <a:endParaRPr lang="en-GB"/>
          </a:p>
        </p:txBody>
      </p:sp>
      <p:sp>
        <p:nvSpPr>
          <p:cNvPr id="4" name="RND_26"/>
          <p:cNvSpPr/>
          <p:nvPr/>
        </p:nvSpPr>
        <p:spPr>
          <a:xfrm rot="2700000">
            <a:off x="9098280" y="2148840"/>
            <a:ext cx="1371600" cy="1371600"/>
          </a:xfrm>
          <a:prstGeom prst="roundRect">
            <a:avLst>
              <a:gd name="adj" fmla="val 10667"/>
            </a:avLst>
          </a:prstGeom>
          <a:solidFill>
            <a:schemeClr val="bg2"/>
          </a:solidFill>
          <a:ln/>
        </p:spPr>
        <p:txBody>
          <a:bodyPr/>
          <a:lstStyle/>
          <a:p>
            <a:endParaRPr lang="en-GB"/>
          </a:p>
        </p:txBody>
      </p:sp>
      <p:sp>
        <p:nvSpPr>
          <p:cNvPr id="5" name="SQ_27"/>
          <p:cNvSpPr/>
          <p:nvPr/>
        </p:nvSpPr>
        <p:spPr>
          <a:xfrm>
            <a:off x="0" y="3931920"/>
            <a:ext cx="12191695" cy="2926080"/>
          </a:xfrm>
          <a:prstGeom prst="rect">
            <a:avLst/>
          </a:prstGeom>
          <a:solidFill>
            <a:schemeClr val="accent6"/>
          </a:solidFill>
          <a:ln/>
        </p:spPr>
        <p:txBody>
          <a:bodyPr/>
          <a:lstStyle/>
          <a:p>
            <a:endParaRPr lang="en-GB"/>
          </a:p>
        </p:txBody>
      </p:sp>
      <p:sp>
        <p:nvSpPr>
          <p:cNvPr id="6" name="RND_28"/>
          <p:cNvSpPr/>
          <p:nvPr/>
        </p:nvSpPr>
        <p:spPr>
          <a:xfrm>
            <a:off x="7223760" y="3931920"/>
            <a:ext cx="5120640" cy="2651760"/>
          </a:xfrm>
          <a:prstGeom prst="roundRect">
            <a:avLst>
              <a:gd name="adj" fmla="val 13793"/>
            </a:avLst>
          </a:prstGeom>
          <a:solidFill>
            <a:schemeClr val="accent1"/>
          </a:solidFill>
          <a:ln/>
        </p:spPr>
        <p:txBody>
          <a:bodyPr/>
          <a:lstStyle/>
          <a:p>
            <a:endParaRPr lang="en-GB"/>
          </a:p>
        </p:txBody>
      </p:sp>
      <p:sp>
        <p:nvSpPr>
          <p:cNvPr id="7" name="RND_29"/>
          <p:cNvSpPr/>
          <p:nvPr/>
        </p:nvSpPr>
        <p:spPr>
          <a:xfrm rot="2700000">
            <a:off x="6858000" y="4498848"/>
            <a:ext cx="2377440" cy="2377440"/>
          </a:xfrm>
          <a:prstGeom prst="roundRect">
            <a:avLst>
              <a:gd name="adj" fmla="val 6923"/>
            </a:avLst>
          </a:prstGeom>
          <a:solidFill>
            <a:schemeClr val="accent3"/>
          </a:solidFill>
          <a:ln/>
        </p:spPr>
        <p:txBody>
          <a:bodyPr/>
          <a:lstStyle/>
          <a:p>
            <a:endParaRPr lang="en-GB"/>
          </a:p>
        </p:txBody>
      </p:sp>
      <p:sp>
        <p:nvSpPr>
          <p:cNvPr id="8" name="RND_30"/>
          <p:cNvSpPr/>
          <p:nvPr/>
        </p:nvSpPr>
        <p:spPr>
          <a:xfrm rot="2700000">
            <a:off x="9601200" y="4645152"/>
            <a:ext cx="2011680" cy="2011680"/>
          </a:xfrm>
          <a:prstGeom prst="roundRect">
            <a:avLst>
              <a:gd name="adj" fmla="val 8182"/>
            </a:avLst>
          </a:prstGeom>
          <a:solidFill>
            <a:schemeClr val="accent4"/>
          </a:solidFill>
          <a:ln/>
        </p:spPr>
        <p:txBody>
          <a:bodyPr/>
          <a:lstStyle/>
          <a:p>
            <a:endParaRPr lang="en-GB"/>
          </a:p>
        </p:txBody>
      </p:sp>
      <p:sp>
        <p:nvSpPr>
          <p:cNvPr id="9" name="SQ_31"/>
          <p:cNvSpPr/>
          <p:nvPr/>
        </p:nvSpPr>
        <p:spPr>
          <a:xfrm>
            <a:off x="0" y="3911803"/>
            <a:ext cx="12191695" cy="40234"/>
          </a:xfrm>
          <a:prstGeom prst="rect">
            <a:avLst/>
          </a:prstGeom>
          <a:solidFill>
            <a:schemeClr val="accent2"/>
          </a:solidFill>
          <a:ln/>
        </p:spPr>
        <p:txBody>
          <a:bodyPr/>
          <a:lstStyle/>
          <a:p>
            <a:endParaRPr lang="en-GB"/>
          </a:p>
        </p:txBody>
      </p:sp>
      <p:sp>
        <p:nvSpPr>
          <p:cNvPr id="10" name="Text 8"/>
          <p:cNvSpPr>
            <a:spLocks noGrp="1"/>
          </p:cNvSpPr>
          <p:nvPr>
            <p:ph type="body" idx="108" hasCustomPrompt="1"/>
          </p:nvPr>
        </p:nvSpPr>
        <p:spPr>
          <a:xfrm>
            <a:off x="749808" y="2157984"/>
            <a:ext cx="4206240" cy="274320"/>
          </a:xfrm>
          <a:prstGeom prst="rect">
            <a:avLst/>
          </a:prstGeom>
          <a:noFill/>
          <a:ln/>
        </p:spPr>
        <p:txBody>
          <a:bodyPr wrap="square" rtlCol="0"/>
          <a:lstStyle>
            <a:lvl1pPr marL="0" indent="0" algn="l">
              <a:buNone/>
              <a:defRPr lang="en-US" sz="1200" b="1" kern="0" spc="200" dirty="0">
                <a:solidFill>
                  <a:schemeClr val="accent2"/>
                </a:solidFill>
                <a:latin typeface="Calibri" pitchFamily="34" charset="0"/>
                <a:ea typeface="Calibri" pitchFamily="34" charset="-122"/>
                <a:cs typeface="Calibri" pitchFamily="34" charset="-120"/>
              </a:defRPr>
            </a:lvl1pPr>
          </a:lstStyle>
          <a:p>
            <a:pPr marL="0" indent="0" algn="l">
              <a:buNone/>
            </a:pPr>
            <a:r>
              <a:rPr lang="en-US" sz="1200" b="1" kern="0" spc="200" dirty="0">
                <a:solidFill>
                  <a:schemeClr val="accent2"/>
                </a:solidFill>
                <a:latin typeface="Calibri" pitchFamily="34" charset="0"/>
                <a:ea typeface="Calibri" pitchFamily="34" charset="-122"/>
                <a:cs typeface="Calibri" pitchFamily="34" charset="-120"/>
              </a:rPr>
              <a:t>EYEBROW LABEL</a:t>
            </a:r>
            <a:endParaRPr lang="en-US" sz="1200" dirty="0"/>
          </a:p>
        </p:txBody>
      </p:sp>
      <p:sp>
        <p:nvSpPr>
          <p:cNvPr id="11" name="Text 8"/>
          <p:cNvSpPr>
            <a:spLocks noGrp="1"/>
          </p:cNvSpPr>
          <p:nvPr>
            <p:ph type="title" idx="109" hasCustomPrompt="1"/>
          </p:nvPr>
        </p:nvSpPr>
        <p:spPr>
          <a:xfrm>
            <a:off x="749808" y="2560320"/>
            <a:ext cx="5212080" cy="914400"/>
          </a:xfrm>
          <a:prstGeom prst="rect">
            <a:avLst/>
          </a:prstGeom>
          <a:noFill/>
          <a:ln/>
        </p:spPr>
        <p:txBody>
          <a:bodyPr wrap="square" rtlCol="0"/>
          <a:lstStyle>
            <a:lvl1pPr marL="0" indent="0" algn="l">
              <a:buNone/>
              <a:defRPr lang="en-US" sz="44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44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4400" dirty="0"/>
          </a:p>
        </p:txBody>
      </p:sp>
      <p:sp>
        <p:nvSpPr>
          <p:cNvPr id="12" name="Text 8"/>
          <p:cNvSpPr>
            <a:spLocks noGrp="1"/>
          </p:cNvSpPr>
          <p:nvPr>
            <p:ph type="body" idx="110" hasCustomPrompt="1"/>
          </p:nvPr>
        </p:nvSpPr>
        <p:spPr>
          <a:xfrm>
            <a:off x="749808" y="3584448"/>
            <a:ext cx="4480560" cy="365760"/>
          </a:xfrm>
          <a:prstGeom prst="rect">
            <a:avLst/>
          </a:prstGeom>
          <a:noFill/>
          <a:ln/>
        </p:spPr>
        <p:txBody>
          <a:bodyPr wrap="square" rtlCol="0"/>
          <a:lstStyle>
            <a:lvl1pPr marL="0" indent="0" algn="l">
              <a:buNone/>
              <a:defRPr lang="en-US" sz="1600" dirty="0">
                <a:solidFill>
                  <a:schemeClr val="tx2"/>
                </a:solidFill>
                <a:latin typeface="Calibri" pitchFamily="34" charset="0"/>
                <a:ea typeface="Calibri" pitchFamily="34" charset="-122"/>
                <a:cs typeface="Calibri" pitchFamily="34" charset="-120"/>
              </a:defRPr>
            </a:lvl1pPr>
          </a:lstStyle>
          <a:p>
            <a:pPr marL="0" indent="0" algn="l">
              <a:buNone/>
            </a:pPr>
            <a:r>
              <a:rPr lang="en-US" sz="1600" dirty="0">
                <a:solidFill>
                  <a:schemeClr val="tx2"/>
                </a:solidFill>
                <a:latin typeface="Calibri" pitchFamily="34" charset="0"/>
                <a:ea typeface="Calibri" pitchFamily="34" charset="-122"/>
                <a:cs typeface="Calibri" pitchFamily="34" charset="-120"/>
              </a:rPr>
              <a:t>Supporting line</a:t>
            </a:r>
            <a:endParaRPr lang="en-US" sz="1600" dirty="0"/>
          </a:p>
        </p:txBody>
      </p:sp>
      <p:sp>
        <p:nvSpPr>
          <p:cNvPr id="13" name="Text 8"/>
          <p:cNvSpPr>
            <a:spLocks noGrp="1"/>
          </p:cNvSpPr>
          <p:nvPr>
            <p:ph type="body" idx="111" hasCustomPrompt="1"/>
          </p:nvPr>
        </p:nvSpPr>
        <p:spPr>
          <a:xfrm>
            <a:off x="749808" y="4389120"/>
            <a:ext cx="4023360" cy="822960"/>
          </a:xfrm>
          <a:prstGeom prst="rect">
            <a:avLst/>
          </a:prstGeom>
          <a:noFill/>
          <a:ln/>
        </p:spPr>
        <p:txBody>
          <a:bodyPr wrap="square" rtlCol="0"/>
          <a:lstStyle>
            <a:lvl1pPr marL="0" indent="0" algn="l">
              <a:buNone/>
              <a:defRPr lang="en-US" sz="1900" dirty="0">
                <a:solidFill>
                  <a:schemeClr val="bg2"/>
                </a:solidFill>
                <a:latin typeface="Century Schoolbook" pitchFamily="34" charset="0"/>
                <a:ea typeface="Century Schoolbook" pitchFamily="34" charset="-122"/>
                <a:cs typeface="Century Schoolbook" pitchFamily="34" charset="-120"/>
              </a:defRPr>
            </a:lvl1pPr>
          </a:lstStyle>
          <a:p>
            <a:pPr marL="0" indent="0" algn="l">
              <a:buNone/>
            </a:pPr>
            <a:r>
              <a:rPr lang="en-US" sz="1900" dirty="0">
                <a:solidFill>
                  <a:schemeClr val="bg2"/>
                </a:solidFill>
                <a:latin typeface="Century Schoolbook" pitchFamily="34" charset="0"/>
                <a:ea typeface="Century Schoolbook" pitchFamily="34" charset="-122"/>
                <a:cs typeface="Century Schoolbook" pitchFamily="34" charset="-120"/>
              </a:rPr>
              <a:t>Line below the waterline</a:t>
            </a: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25 Agenda">
    <p:bg>
      <p:bgPr>
        <a:solidFill>
          <a:schemeClr val="bg1"/>
        </a:soli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5010539B-EB7B-3CBB-6849-A20C30704725}"/>
              </a:ext>
            </a:extLst>
          </p:cNvPr>
          <p:cNvGrpSpPr/>
          <p:nvPr userDrawn="1"/>
        </p:nvGrpSpPr>
        <p:grpSpPr>
          <a:xfrm>
            <a:off x="882396" y="2786166"/>
            <a:ext cx="1581912" cy="231343"/>
            <a:chOff x="882396" y="2786166"/>
            <a:chExt cx="1581912" cy="231343"/>
          </a:xfrm>
        </p:grpSpPr>
        <p:sp>
          <p:nvSpPr>
            <p:cNvPr id="45" name="ELL_7">
              <a:extLst>
                <a:ext uri="{FF2B5EF4-FFF2-40B4-BE49-F238E27FC236}">
                  <a16:creationId xmlns:a16="http://schemas.microsoft.com/office/drawing/2014/main" id="{F1A65443-D0C8-45DE-3EA2-9DA8FC51459F}"/>
                </a:ext>
              </a:extLst>
            </p:cNvPr>
            <p:cNvSpPr/>
            <p:nvPr userDrawn="1"/>
          </p:nvSpPr>
          <p:spPr>
            <a:xfrm rot="19980000">
              <a:off x="882396" y="2804454"/>
              <a:ext cx="32918" cy="141732"/>
            </a:xfrm>
            <a:prstGeom prst="ellipse">
              <a:avLst/>
            </a:prstGeom>
            <a:solidFill>
              <a:schemeClr val="accent2"/>
            </a:solidFill>
            <a:ln/>
          </p:spPr>
          <p:txBody>
            <a:bodyPr/>
            <a:lstStyle/>
            <a:p>
              <a:endParaRPr lang="en-GB"/>
            </a:p>
          </p:txBody>
        </p:sp>
        <p:sp>
          <p:nvSpPr>
            <p:cNvPr id="47" name="ELL_8">
              <a:extLst>
                <a:ext uri="{FF2B5EF4-FFF2-40B4-BE49-F238E27FC236}">
                  <a16:creationId xmlns:a16="http://schemas.microsoft.com/office/drawing/2014/main" id="{9B47E9F9-1578-272D-B01D-5C5EE1AD3570}"/>
                </a:ext>
              </a:extLst>
            </p:cNvPr>
            <p:cNvSpPr/>
            <p:nvPr userDrawn="1"/>
          </p:nvSpPr>
          <p:spPr>
            <a:xfrm>
              <a:off x="943661" y="2786166"/>
              <a:ext cx="32918" cy="150876"/>
            </a:xfrm>
            <a:prstGeom prst="ellipse">
              <a:avLst/>
            </a:prstGeom>
            <a:solidFill>
              <a:schemeClr val="accent2"/>
            </a:solidFill>
            <a:ln/>
          </p:spPr>
          <p:txBody>
            <a:bodyPr/>
            <a:lstStyle/>
            <a:p>
              <a:endParaRPr lang="en-GB"/>
            </a:p>
          </p:txBody>
        </p:sp>
        <p:sp>
          <p:nvSpPr>
            <p:cNvPr id="49" name="ELL_9">
              <a:extLst>
                <a:ext uri="{FF2B5EF4-FFF2-40B4-BE49-F238E27FC236}">
                  <a16:creationId xmlns:a16="http://schemas.microsoft.com/office/drawing/2014/main" id="{E30F771D-4E4F-EBC4-D198-C46D5923E78B}"/>
                </a:ext>
              </a:extLst>
            </p:cNvPr>
            <p:cNvSpPr/>
            <p:nvPr userDrawn="1"/>
          </p:nvSpPr>
          <p:spPr>
            <a:xfrm rot="1620000">
              <a:off x="1004926" y="2804454"/>
              <a:ext cx="32918" cy="141732"/>
            </a:xfrm>
            <a:prstGeom prst="ellipse">
              <a:avLst/>
            </a:prstGeom>
            <a:solidFill>
              <a:schemeClr val="accent2"/>
            </a:solidFill>
            <a:ln/>
          </p:spPr>
          <p:txBody>
            <a:bodyPr/>
            <a:lstStyle/>
            <a:p>
              <a:endParaRPr lang="en-GB"/>
            </a:p>
          </p:txBody>
        </p:sp>
        <p:sp>
          <p:nvSpPr>
            <p:cNvPr id="51" name="ELL_10">
              <a:extLst>
                <a:ext uri="{FF2B5EF4-FFF2-40B4-BE49-F238E27FC236}">
                  <a16:creationId xmlns:a16="http://schemas.microsoft.com/office/drawing/2014/main" id="{9C6DE187-A2EE-0886-FB01-F2FB1E0ABC6F}"/>
                </a:ext>
              </a:extLst>
            </p:cNvPr>
            <p:cNvSpPr/>
            <p:nvPr userDrawn="1"/>
          </p:nvSpPr>
          <p:spPr>
            <a:xfrm>
              <a:off x="932688" y="2918754"/>
              <a:ext cx="54864" cy="43891"/>
            </a:xfrm>
            <a:prstGeom prst="ellipse">
              <a:avLst/>
            </a:prstGeom>
            <a:solidFill>
              <a:schemeClr val="accent2"/>
            </a:solidFill>
            <a:ln/>
          </p:spPr>
          <p:txBody>
            <a:bodyPr/>
            <a:lstStyle/>
            <a:p>
              <a:endParaRPr lang="en-GB"/>
            </a:p>
          </p:txBody>
        </p:sp>
        <p:sp>
          <p:nvSpPr>
            <p:cNvPr id="53" name="ELL_11">
              <a:extLst>
                <a:ext uri="{FF2B5EF4-FFF2-40B4-BE49-F238E27FC236}">
                  <a16:creationId xmlns:a16="http://schemas.microsoft.com/office/drawing/2014/main" id="{4FE0E592-B2C1-F5EC-6982-B3BD0C2044E2}"/>
                </a:ext>
              </a:extLst>
            </p:cNvPr>
            <p:cNvSpPr/>
            <p:nvPr userDrawn="1"/>
          </p:nvSpPr>
          <p:spPr>
            <a:xfrm rot="19980000">
              <a:off x="1357884" y="2859318"/>
              <a:ext cx="32918" cy="141732"/>
            </a:xfrm>
            <a:prstGeom prst="ellipse">
              <a:avLst/>
            </a:prstGeom>
            <a:solidFill>
              <a:schemeClr val="accent2"/>
            </a:solidFill>
            <a:ln/>
          </p:spPr>
          <p:txBody>
            <a:bodyPr/>
            <a:lstStyle/>
            <a:p>
              <a:endParaRPr lang="en-GB"/>
            </a:p>
          </p:txBody>
        </p:sp>
        <p:sp>
          <p:nvSpPr>
            <p:cNvPr id="55" name="ELL_12">
              <a:extLst>
                <a:ext uri="{FF2B5EF4-FFF2-40B4-BE49-F238E27FC236}">
                  <a16:creationId xmlns:a16="http://schemas.microsoft.com/office/drawing/2014/main" id="{241A9DCC-6F44-4D7F-8F5F-5A880BAAB44E}"/>
                </a:ext>
              </a:extLst>
            </p:cNvPr>
            <p:cNvSpPr/>
            <p:nvPr userDrawn="1"/>
          </p:nvSpPr>
          <p:spPr>
            <a:xfrm>
              <a:off x="1419149" y="2841030"/>
              <a:ext cx="32918" cy="150876"/>
            </a:xfrm>
            <a:prstGeom prst="ellipse">
              <a:avLst/>
            </a:prstGeom>
            <a:solidFill>
              <a:schemeClr val="accent2"/>
            </a:solidFill>
            <a:ln/>
          </p:spPr>
          <p:txBody>
            <a:bodyPr/>
            <a:lstStyle/>
            <a:p>
              <a:endParaRPr lang="en-GB"/>
            </a:p>
          </p:txBody>
        </p:sp>
        <p:sp>
          <p:nvSpPr>
            <p:cNvPr id="57" name="ELL_13">
              <a:extLst>
                <a:ext uri="{FF2B5EF4-FFF2-40B4-BE49-F238E27FC236}">
                  <a16:creationId xmlns:a16="http://schemas.microsoft.com/office/drawing/2014/main" id="{2A128EBB-8225-0F4A-1A61-F304D23D4253}"/>
                </a:ext>
              </a:extLst>
            </p:cNvPr>
            <p:cNvSpPr/>
            <p:nvPr userDrawn="1"/>
          </p:nvSpPr>
          <p:spPr>
            <a:xfrm rot="1620000">
              <a:off x="1480414" y="2859318"/>
              <a:ext cx="32918" cy="141732"/>
            </a:xfrm>
            <a:prstGeom prst="ellipse">
              <a:avLst/>
            </a:prstGeom>
            <a:solidFill>
              <a:schemeClr val="accent2"/>
            </a:solidFill>
            <a:ln/>
          </p:spPr>
          <p:txBody>
            <a:bodyPr/>
            <a:lstStyle/>
            <a:p>
              <a:endParaRPr lang="en-GB"/>
            </a:p>
          </p:txBody>
        </p:sp>
        <p:sp>
          <p:nvSpPr>
            <p:cNvPr id="59" name="ELL_14">
              <a:extLst>
                <a:ext uri="{FF2B5EF4-FFF2-40B4-BE49-F238E27FC236}">
                  <a16:creationId xmlns:a16="http://schemas.microsoft.com/office/drawing/2014/main" id="{320264A7-76DD-5819-270F-2EE11FBDA9B9}"/>
                </a:ext>
              </a:extLst>
            </p:cNvPr>
            <p:cNvSpPr/>
            <p:nvPr userDrawn="1"/>
          </p:nvSpPr>
          <p:spPr>
            <a:xfrm>
              <a:off x="1408176" y="2973618"/>
              <a:ext cx="54864" cy="43891"/>
            </a:xfrm>
            <a:prstGeom prst="ellipse">
              <a:avLst/>
            </a:prstGeom>
            <a:solidFill>
              <a:schemeClr val="accent2"/>
            </a:solidFill>
            <a:ln/>
          </p:spPr>
          <p:txBody>
            <a:bodyPr/>
            <a:lstStyle/>
            <a:p>
              <a:endParaRPr lang="en-GB"/>
            </a:p>
          </p:txBody>
        </p:sp>
        <p:sp>
          <p:nvSpPr>
            <p:cNvPr id="61" name="ELL_15">
              <a:extLst>
                <a:ext uri="{FF2B5EF4-FFF2-40B4-BE49-F238E27FC236}">
                  <a16:creationId xmlns:a16="http://schemas.microsoft.com/office/drawing/2014/main" id="{58551128-C2A3-B00C-2EF2-42826844B0C1}"/>
                </a:ext>
              </a:extLst>
            </p:cNvPr>
            <p:cNvSpPr/>
            <p:nvPr userDrawn="1"/>
          </p:nvSpPr>
          <p:spPr>
            <a:xfrm rot="19980000">
              <a:off x="1833372" y="2804454"/>
              <a:ext cx="32918" cy="141732"/>
            </a:xfrm>
            <a:prstGeom prst="ellipse">
              <a:avLst/>
            </a:prstGeom>
            <a:solidFill>
              <a:schemeClr val="accent2"/>
            </a:solidFill>
            <a:ln/>
          </p:spPr>
          <p:txBody>
            <a:bodyPr/>
            <a:lstStyle/>
            <a:p>
              <a:endParaRPr lang="en-GB"/>
            </a:p>
          </p:txBody>
        </p:sp>
        <p:sp>
          <p:nvSpPr>
            <p:cNvPr id="63" name="ELL_16">
              <a:extLst>
                <a:ext uri="{FF2B5EF4-FFF2-40B4-BE49-F238E27FC236}">
                  <a16:creationId xmlns:a16="http://schemas.microsoft.com/office/drawing/2014/main" id="{D48C4239-74E0-4336-E783-657F5607628F}"/>
                </a:ext>
              </a:extLst>
            </p:cNvPr>
            <p:cNvSpPr/>
            <p:nvPr userDrawn="1"/>
          </p:nvSpPr>
          <p:spPr>
            <a:xfrm>
              <a:off x="1894637" y="2786166"/>
              <a:ext cx="32918" cy="150876"/>
            </a:xfrm>
            <a:prstGeom prst="ellipse">
              <a:avLst/>
            </a:prstGeom>
            <a:solidFill>
              <a:schemeClr val="accent2"/>
            </a:solidFill>
            <a:ln/>
          </p:spPr>
          <p:txBody>
            <a:bodyPr/>
            <a:lstStyle/>
            <a:p>
              <a:endParaRPr lang="en-GB"/>
            </a:p>
          </p:txBody>
        </p:sp>
        <p:sp>
          <p:nvSpPr>
            <p:cNvPr id="65" name="ELL_17">
              <a:extLst>
                <a:ext uri="{FF2B5EF4-FFF2-40B4-BE49-F238E27FC236}">
                  <a16:creationId xmlns:a16="http://schemas.microsoft.com/office/drawing/2014/main" id="{0DA72B75-6F43-9E1B-DB3C-EA661AAF8E20}"/>
                </a:ext>
              </a:extLst>
            </p:cNvPr>
            <p:cNvSpPr/>
            <p:nvPr userDrawn="1"/>
          </p:nvSpPr>
          <p:spPr>
            <a:xfrm rot="1620000">
              <a:off x="1955902" y="2804454"/>
              <a:ext cx="32918" cy="141732"/>
            </a:xfrm>
            <a:prstGeom prst="ellipse">
              <a:avLst/>
            </a:prstGeom>
            <a:solidFill>
              <a:schemeClr val="accent2"/>
            </a:solidFill>
            <a:ln/>
          </p:spPr>
          <p:txBody>
            <a:bodyPr/>
            <a:lstStyle/>
            <a:p>
              <a:endParaRPr lang="en-GB"/>
            </a:p>
          </p:txBody>
        </p:sp>
        <p:sp>
          <p:nvSpPr>
            <p:cNvPr id="67" name="ELL_18">
              <a:extLst>
                <a:ext uri="{FF2B5EF4-FFF2-40B4-BE49-F238E27FC236}">
                  <a16:creationId xmlns:a16="http://schemas.microsoft.com/office/drawing/2014/main" id="{EE1954DA-7FF3-B177-3011-E8614753EE4F}"/>
                </a:ext>
              </a:extLst>
            </p:cNvPr>
            <p:cNvSpPr/>
            <p:nvPr userDrawn="1"/>
          </p:nvSpPr>
          <p:spPr>
            <a:xfrm>
              <a:off x="1883664" y="2918754"/>
              <a:ext cx="54864" cy="43891"/>
            </a:xfrm>
            <a:prstGeom prst="ellipse">
              <a:avLst/>
            </a:prstGeom>
            <a:solidFill>
              <a:schemeClr val="accent2"/>
            </a:solidFill>
            <a:ln/>
          </p:spPr>
          <p:txBody>
            <a:bodyPr/>
            <a:lstStyle/>
            <a:p>
              <a:endParaRPr lang="en-GB"/>
            </a:p>
          </p:txBody>
        </p:sp>
        <p:sp>
          <p:nvSpPr>
            <p:cNvPr id="69" name="ELL_19">
              <a:extLst>
                <a:ext uri="{FF2B5EF4-FFF2-40B4-BE49-F238E27FC236}">
                  <a16:creationId xmlns:a16="http://schemas.microsoft.com/office/drawing/2014/main" id="{19694CE5-8901-3423-9DBE-45146A6EFBF5}"/>
                </a:ext>
              </a:extLst>
            </p:cNvPr>
            <p:cNvSpPr/>
            <p:nvPr userDrawn="1"/>
          </p:nvSpPr>
          <p:spPr>
            <a:xfrm rot="19980000">
              <a:off x="2308860" y="2859318"/>
              <a:ext cx="32918" cy="141732"/>
            </a:xfrm>
            <a:prstGeom prst="ellipse">
              <a:avLst/>
            </a:prstGeom>
            <a:solidFill>
              <a:schemeClr val="accent2"/>
            </a:solidFill>
            <a:ln/>
          </p:spPr>
          <p:txBody>
            <a:bodyPr/>
            <a:lstStyle/>
            <a:p>
              <a:endParaRPr lang="en-GB"/>
            </a:p>
          </p:txBody>
        </p:sp>
        <p:sp>
          <p:nvSpPr>
            <p:cNvPr id="71" name="ELL_20">
              <a:extLst>
                <a:ext uri="{FF2B5EF4-FFF2-40B4-BE49-F238E27FC236}">
                  <a16:creationId xmlns:a16="http://schemas.microsoft.com/office/drawing/2014/main" id="{08139FCE-BB23-A627-7379-4F2476DDFF1E}"/>
                </a:ext>
              </a:extLst>
            </p:cNvPr>
            <p:cNvSpPr/>
            <p:nvPr userDrawn="1"/>
          </p:nvSpPr>
          <p:spPr>
            <a:xfrm>
              <a:off x="2370125" y="2841030"/>
              <a:ext cx="32918" cy="150876"/>
            </a:xfrm>
            <a:prstGeom prst="ellipse">
              <a:avLst/>
            </a:prstGeom>
            <a:solidFill>
              <a:schemeClr val="accent2"/>
            </a:solidFill>
            <a:ln/>
          </p:spPr>
          <p:txBody>
            <a:bodyPr/>
            <a:lstStyle/>
            <a:p>
              <a:endParaRPr lang="en-GB"/>
            </a:p>
          </p:txBody>
        </p:sp>
        <p:sp>
          <p:nvSpPr>
            <p:cNvPr id="73" name="ELL_21">
              <a:extLst>
                <a:ext uri="{FF2B5EF4-FFF2-40B4-BE49-F238E27FC236}">
                  <a16:creationId xmlns:a16="http://schemas.microsoft.com/office/drawing/2014/main" id="{BC69CE2F-1550-F851-89A7-E2100F5F2FD1}"/>
                </a:ext>
              </a:extLst>
            </p:cNvPr>
            <p:cNvSpPr/>
            <p:nvPr userDrawn="1"/>
          </p:nvSpPr>
          <p:spPr>
            <a:xfrm rot="1620000">
              <a:off x="2431390" y="2859318"/>
              <a:ext cx="32918" cy="141732"/>
            </a:xfrm>
            <a:prstGeom prst="ellipse">
              <a:avLst/>
            </a:prstGeom>
            <a:solidFill>
              <a:schemeClr val="accent2"/>
            </a:solidFill>
            <a:ln/>
          </p:spPr>
          <p:txBody>
            <a:bodyPr/>
            <a:lstStyle/>
            <a:p>
              <a:endParaRPr lang="en-GB"/>
            </a:p>
          </p:txBody>
        </p:sp>
        <p:sp>
          <p:nvSpPr>
            <p:cNvPr id="75" name="ELL_22">
              <a:extLst>
                <a:ext uri="{FF2B5EF4-FFF2-40B4-BE49-F238E27FC236}">
                  <a16:creationId xmlns:a16="http://schemas.microsoft.com/office/drawing/2014/main" id="{A43390A2-B21E-2608-4775-C36ADA05D6EC}"/>
                </a:ext>
              </a:extLst>
            </p:cNvPr>
            <p:cNvSpPr/>
            <p:nvPr userDrawn="1"/>
          </p:nvSpPr>
          <p:spPr>
            <a:xfrm>
              <a:off x="2359152" y="2973618"/>
              <a:ext cx="54864" cy="43891"/>
            </a:xfrm>
            <a:prstGeom prst="ellipse">
              <a:avLst/>
            </a:prstGeom>
            <a:solidFill>
              <a:schemeClr val="accent2"/>
            </a:solidFill>
            <a:ln/>
          </p:spPr>
          <p:txBody>
            <a:bodyPr/>
            <a:lstStyle/>
            <a:p>
              <a:endParaRPr lang="en-GB"/>
            </a:p>
          </p:txBody>
        </p:sp>
      </p:grpSp>
      <p:sp>
        <p:nvSpPr>
          <p:cNvPr id="2" name="RND_13"/>
          <p:cNvSpPr/>
          <p:nvPr/>
        </p:nvSpPr>
        <p:spPr>
          <a:xfrm rot="1080000">
            <a:off x="-731520" y="-731520"/>
            <a:ext cx="2286000" cy="2286000"/>
          </a:xfrm>
          <a:prstGeom prst="roundRect">
            <a:avLst>
              <a:gd name="adj" fmla="val 10400"/>
            </a:avLst>
          </a:prstGeom>
          <a:solidFill>
            <a:schemeClr val="bg2"/>
          </a:solidFill>
          <a:ln/>
        </p:spPr>
        <p:txBody>
          <a:bodyPr/>
          <a:lstStyle/>
          <a:p>
            <a:endParaRPr lang="en-GB"/>
          </a:p>
        </p:txBody>
      </p:sp>
      <p:sp>
        <p:nvSpPr>
          <p:cNvPr id="3" name="RND_14"/>
          <p:cNvSpPr/>
          <p:nvPr/>
        </p:nvSpPr>
        <p:spPr>
          <a:xfrm rot="-1440000">
            <a:off x="11475720" y="5806440"/>
            <a:ext cx="1783080" cy="1783080"/>
          </a:xfrm>
          <a:prstGeom prst="roundRect">
            <a:avLst>
              <a:gd name="adj" fmla="val 13333"/>
            </a:avLst>
          </a:prstGeom>
          <a:solidFill>
            <a:schemeClr val="bg2"/>
          </a:solidFill>
          <a:ln/>
        </p:spPr>
        <p:txBody>
          <a:bodyPr/>
          <a:lstStyle/>
          <a:p>
            <a:endParaRPr lang="en-GB"/>
          </a:p>
        </p:txBody>
      </p:sp>
      <p:sp>
        <p:nvSpPr>
          <p:cNvPr id="4" name="ELL_15"/>
          <p:cNvSpPr/>
          <p:nvPr/>
        </p:nvSpPr>
        <p:spPr>
          <a:xfrm>
            <a:off x="320040" y="5440680"/>
            <a:ext cx="1005840" cy="1005840"/>
          </a:xfrm>
          <a:prstGeom prst="ellipse">
            <a:avLst/>
          </a:prstGeom>
          <a:solidFill>
            <a:schemeClr val="accent5"/>
          </a:solidFill>
          <a:ln/>
        </p:spPr>
        <p:txBody>
          <a:bodyPr/>
          <a:lstStyle/>
          <a:p>
            <a:endParaRPr lang="en-GB"/>
          </a:p>
        </p:txBody>
      </p:sp>
      <p:sp>
        <p:nvSpPr>
          <p:cNvPr id="5" name="Text 3"/>
          <p:cNvSpPr>
            <a:spLocks noGrp="1"/>
          </p:cNvSpPr>
          <p:nvPr>
            <p:ph type="body" idx="103" hasCustomPrompt="1"/>
          </p:nvPr>
        </p:nvSpPr>
        <p:spPr>
          <a:xfrm>
            <a:off x="777240" y="1170432"/>
            <a:ext cx="3657600" cy="274320"/>
          </a:xfrm>
          <a:prstGeom prst="rect">
            <a:avLst/>
          </a:prstGeom>
          <a:noFill/>
          <a:ln/>
        </p:spPr>
        <p:txBody>
          <a:bodyPr wrap="square" rtlCol="0"/>
          <a:lstStyle>
            <a:lvl1pPr marL="0" indent="0" algn="l">
              <a:buNone/>
              <a:defRPr lang="en-US" sz="1200" b="1" kern="0" spc="200" dirty="0">
                <a:solidFill>
                  <a:schemeClr val="accent2"/>
                </a:solidFill>
                <a:latin typeface="Calibri" pitchFamily="34" charset="0"/>
                <a:ea typeface="Calibri" pitchFamily="34" charset="-122"/>
                <a:cs typeface="Calibri" pitchFamily="34" charset="-120"/>
              </a:defRPr>
            </a:lvl1pPr>
          </a:lstStyle>
          <a:p>
            <a:pPr marL="0" indent="0" algn="l">
              <a:buNone/>
            </a:pPr>
            <a:r>
              <a:rPr lang="en-US" sz="1200" b="1" kern="0" spc="200" dirty="0">
                <a:solidFill>
                  <a:schemeClr val="accent2"/>
                </a:solidFill>
                <a:latin typeface="Calibri" pitchFamily="34" charset="0"/>
                <a:ea typeface="Calibri" pitchFamily="34" charset="-122"/>
                <a:cs typeface="Calibri" pitchFamily="34" charset="-120"/>
              </a:rPr>
              <a:t>EYEBROW LABEL</a:t>
            </a:r>
            <a:endParaRPr lang="en-US" sz="1200" dirty="0"/>
          </a:p>
        </p:txBody>
      </p:sp>
      <p:sp>
        <p:nvSpPr>
          <p:cNvPr id="6" name="Text 3"/>
          <p:cNvSpPr>
            <a:spLocks noGrp="1"/>
          </p:cNvSpPr>
          <p:nvPr>
            <p:ph type="title" idx="104" hasCustomPrompt="1"/>
          </p:nvPr>
        </p:nvSpPr>
        <p:spPr>
          <a:xfrm>
            <a:off x="777240" y="1554480"/>
            <a:ext cx="3840480" cy="1097280"/>
          </a:xfrm>
          <a:prstGeom prst="rect">
            <a:avLst/>
          </a:prstGeom>
          <a:noFill/>
          <a:ln/>
        </p:spPr>
        <p:txBody>
          <a:bodyPr wrap="square" rtlCol="0"/>
          <a:lstStyle>
            <a:lvl1pPr marL="0" indent="0" algn="l">
              <a:buNone/>
              <a:defRPr lang="en-US" sz="44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44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4400" dirty="0"/>
          </a:p>
        </p:txBody>
      </p:sp>
      <p:sp>
        <p:nvSpPr>
          <p:cNvPr id="19" name="RND_28"/>
          <p:cNvSpPr/>
          <p:nvPr/>
        </p:nvSpPr>
        <p:spPr>
          <a:xfrm>
            <a:off x="5029200" y="1188720"/>
            <a:ext cx="493776" cy="493776"/>
          </a:xfrm>
          <a:prstGeom prst="roundRect">
            <a:avLst>
              <a:gd name="adj" fmla="val 29630"/>
            </a:avLst>
          </a:prstGeom>
          <a:solidFill>
            <a:schemeClr val="bg2"/>
          </a:solidFill>
          <a:ln/>
        </p:spPr>
        <p:txBody>
          <a:bodyPr/>
          <a:lstStyle/>
          <a:p>
            <a:endParaRPr lang="en-GB"/>
          </a:p>
        </p:txBody>
      </p:sp>
      <p:sp>
        <p:nvSpPr>
          <p:cNvPr id="20" name="Text 16"/>
          <p:cNvSpPr>
            <a:spLocks noGrp="1"/>
          </p:cNvSpPr>
          <p:nvPr>
            <p:ph type="body" idx="118" hasCustomPrompt="1"/>
          </p:nvPr>
        </p:nvSpPr>
        <p:spPr>
          <a:xfrm>
            <a:off x="5029200" y="1188720"/>
            <a:ext cx="493776" cy="493776"/>
          </a:xfrm>
          <a:prstGeom prst="rect">
            <a:avLst/>
          </a:prstGeom>
          <a:noFill/>
          <a:ln/>
        </p:spPr>
        <p:txBody>
          <a:bodyPr wrap="square" rtlCol="0"/>
          <a:lstStyle>
            <a:lvl1pPr marL="0" indent="0" algn="ctr">
              <a:buNone/>
              <a:defRPr lang="en-US" sz="1300" b="1" dirty="0">
                <a:solidFill>
                  <a:schemeClr val="accent1"/>
                </a:solidFill>
                <a:latin typeface="Calibri" pitchFamily="34" charset="0"/>
                <a:ea typeface="Calibri" pitchFamily="34" charset="-122"/>
                <a:cs typeface="Calibri" pitchFamily="34" charset="-120"/>
              </a:defRPr>
            </a:lvl1pPr>
          </a:lstStyle>
          <a:p>
            <a:pPr marL="0" indent="0" algn="ctr">
              <a:buNone/>
            </a:pPr>
            <a:r>
              <a:rPr lang="en-US" sz="1300" b="1" dirty="0">
                <a:solidFill>
                  <a:schemeClr val="accent1"/>
                </a:solidFill>
                <a:latin typeface="Calibri" pitchFamily="34" charset="0"/>
                <a:ea typeface="Calibri" pitchFamily="34" charset="-122"/>
                <a:cs typeface="Calibri" pitchFamily="34" charset="-120"/>
              </a:rPr>
              <a:t>01</a:t>
            </a:r>
            <a:endParaRPr lang="en-US" sz="1300" dirty="0"/>
          </a:p>
        </p:txBody>
      </p:sp>
      <p:sp>
        <p:nvSpPr>
          <p:cNvPr id="21" name="Text 16"/>
          <p:cNvSpPr>
            <a:spLocks noGrp="1"/>
          </p:cNvSpPr>
          <p:nvPr>
            <p:ph type="body" idx="119" hasCustomPrompt="1"/>
          </p:nvPr>
        </p:nvSpPr>
        <p:spPr>
          <a:xfrm>
            <a:off x="5742432" y="1197864"/>
            <a:ext cx="4160520" cy="365760"/>
          </a:xfrm>
          <a:prstGeom prst="rect">
            <a:avLst/>
          </a:prstGeom>
          <a:noFill/>
          <a:ln/>
        </p:spPr>
        <p:txBody>
          <a:bodyPr wrap="square" rtlCol="0"/>
          <a:lstStyle>
            <a:lvl1pPr marL="0" indent="0" algn="l">
              <a:buNone/>
              <a:defRPr lang="en-US" sz="19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tx1"/>
                </a:solidFill>
                <a:latin typeface="Century Schoolbook" pitchFamily="34" charset="0"/>
                <a:ea typeface="Century Schoolbook" pitchFamily="34" charset="-122"/>
                <a:cs typeface="Century Schoolbook" pitchFamily="34" charset="-120"/>
              </a:rPr>
              <a:t>Agenda item</a:t>
            </a:r>
            <a:endParaRPr lang="en-US" sz="1900" dirty="0"/>
          </a:p>
        </p:txBody>
      </p:sp>
      <p:sp>
        <p:nvSpPr>
          <p:cNvPr id="22" name="Text 16"/>
          <p:cNvSpPr>
            <a:spLocks noGrp="1"/>
          </p:cNvSpPr>
          <p:nvPr>
            <p:ph type="body" idx="120" hasCustomPrompt="1"/>
          </p:nvPr>
        </p:nvSpPr>
        <p:spPr>
          <a:xfrm>
            <a:off x="5742432" y="1600200"/>
            <a:ext cx="5440680" cy="310896"/>
          </a:xfrm>
          <a:prstGeom prst="rect">
            <a:avLst/>
          </a:prstGeom>
          <a:noFill/>
          <a:ln/>
        </p:spPr>
        <p:txBody>
          <a:bodyPr wrap="square" rtlCol="0"/>
          <a:lstStyle>
            <a:lvl1pPr marL="0" indent="0" algn="l">
              <a:buNone/>
              <a:defRPr lang="en-US" sz="1250" dirty="0">
                <a:solidFill>
                  <a:schemeClr val="tx2"/>
                </a:solidFill>
                <a:latin typeface="Calibri" pitchFamily="34" charset="0"/>
                <a:ea typeface="Calibri" pitchFamily="34" charset="-122"/>
                <a:cs typeface="Calibri" pitchFamily="34" charset="-120"/>
              </a:defRPr>
            </a:lvl1pPr>
          </a:lstStyle>
          <a:p>
            <a:pPr marL="0" indent="0" algn="l">
              <a:buNone/>
            </a:pPr>
            <a:r>
              <a:rPr lang="en-US" sz="1250" dirty="0">
                <a:solidFill>
                  <a:schemeClr val="tx2"/>
                </a:solidFill>
                <a:latin typeface="Calibri" pitchFamily="34" charset="0"/>
                <a:ea typeface="Calibri" pitchFamily="34" charset="-122"/>
                <a:cs typeface="Calibri" pitchFamily="34" charset="-120"/>
              </a:rPr>
              <a:t>Detail or timing</a:t>
            </a:r>
            <a:endParaRPr lang="en-US" sz="1250" dirty="0"/>
          </a:p>
        </p:txBody>
      </p:sp>
      <p:sp>
        <p:nvSpPr>
          <p:cNvPr id="23" name="SQ_29"/>
          <p:cNvSpPr/>
          <p:nvPr/>
        </p:nvSpPr>
        <p:spPr>
          <a:xfrm>
            <a:off x="5029200" y="1993392"/>
            <a:ext cx="6355080" cy="10973"/>
          </a:xfrm>
          <a:prstGeom prst="rect">
            <a:avLst/>
          </a:prstGeom>
          <a:solidFill>
            <a:schemeClr val="accent5"/>
          </a:solidFill>
          <a:ln/>
        </p:spPr>
        <p:txBody>
          <a:bodyPr/>
          <a:lstStyle/>
          <a:p>
            <a:endParaRPr lang="en-GB"/>
          </a:p>
        </p:txBody>
      </p:sp>
      <p:sp>
        <p:nvSpPr>
          <p:cNvPr id="24" name="RND_30"/>
          <p:cNvSpPr/>
          <p:nvPr/>
        </p:nvSpPr>
        <p:spPr>
          <a:xfrm>
            <a:off x="5029200" y="2121408"/>
            <a:ext cx="493776" cy="493776"/>
          </a:xfrm>
          <a:prstGeom prst="roundRect">
            <a:avLst>
              <a:gd name="adj" fmla="val 29630"/>
            </a:avLst>
          </a:prstGeom>
          <a:solidFill>
            <a:schemeClr val="bg2"/>
          </a:solidFill>
          <a:ln/>
        </p:spPr>
        <p:txBody>
          <a:bodyPr/>
          <a:lstStyle/>
          <a:p>
            <a:endParaRPr lang="en-GB"/>
          </a:p>
        </p:txBody>
      </p:sp>
      <p:sp>
        <p:nvSpPr>
          <p:cNvPr id="25" name="Text 18"/>
          <p:cNvSpPr>
            <a:spLocks noGrp="1"/>
          </p:cNvSpPr>
          <p:nvPr>
            <p:ph type="body" idx="123" hasCustomPrompt="1"/>
          </p:nvPr>
        </p:nvSpPr>
        <p:spPr>
          <a:xfrm>
            <a:off x="5029200" y="2121408"/>
            <a:ext cx="493776" cy="493776"/>
          </a:xfrm>
          <a:prstGeom prst="rect">
            <a:avLst/>
          </a:prstGeom>
          <a:noFill/>
          <a:ln/>
        </p:spPr>
        <p:txBody>
          <a:bodyPr wrap="square" rtlCol="0"/>
          <a:lstStyle>
            <a:lvl1pPr marL="0" indent="0" algn="ctr">
              <a:buNone/>
              <a:defRPr lang="en-US" sz="1300" b="1" dirty="0">
                <a:solidFill>
                  <a:schemeClr val="accent1"/>
                </a:solidFill>
                <a:latin typeface="Calibri" pitchFamily="34" charset="0"/>
                <a:ea typeface="Calibri" pitchFamily="34" charset="-122"/>
                <a:cs typeface="Calibri" pitchFamily="34" charset="-120"/>
              </a:defRPr>
            </a:lvl1pPr>
          </a:lstStyle>
          <a:p>
            <a:pPr marL="0" indent="0" algn="ctr">
              <a:buNone/>
            </a:pPr>
            <a:r>
              <a:rPr lang="en-US" sz="1300" b="1" dirty="0">
                <a:solidFill>
                  <a:schemeClr val="accent1"/>
                </a:solidFill>
                <a:latin typeface="Calibri" pitchFamily="34" charset="0"/>
                <a:ea typeface="Calibri" pitchFamily="34" charset="-122"/>
                <a:cs typeface="Calibri" pitchFamily="34" charset="-120"/>
              </a:rPr>
              <a:t>02</a:t>
            </a:r>
            <a:endParaRPr lang="en-US" sz="1300" dirty="0"/>
          </a:p>
        </p:txBody>
      </p:sp>
      <p:sp>
        <p:nvSpPr>
          <p:cNvPr id="26" name="Text 18"/>
          <p:cNvSpPr>
            <a:spLocks noGrp="1"/>
          </p:cNvSpPr>
          <p:nvPr>
            <p:ph type="body" idx="124" hasCustomPrompt="1"/>
          </p:nvPr>
        </p:nvSpPr>
        <p:spPr>
          <a:xfrm>
            <a:off x="5742432" y="2130552"/>
            <a:ext cx="4160520" cy="365760"/>
          </a:xfrm>
          <a:prstGeom prst="rect">
            <a:avLst/>
          </a:prstGeom>
          <a:noFill/>
          <a:ln/>
        </p:spPr>
        <p:txBody>
          <a:bodyPr wrap="square" rtlCol="0"/>
          <a:lstStyle>
            <a:lvl1pPr marL="0" indent="0" algn="l">
              <a:buNone/>
              <a:defRPr lang="en-US" sz="19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tx1"/>
                </a:solidFill>
                <a:latin typeface="Century Schoolbook" pitchFamily="34" charset="0"/>
                <a:ea typeface="Century Schoolbook" pitchFamily="34" charset="-122"/>
                <a:cs typeface="Century Schoolbook" pitchFamily="34" charset="-120"/>
              </a:rPr>
              <a:t>Agenda item</a:t>
            </a:r>
            <a:endParaRPr lang="en-US" sz="1900" dirty="0"/>
          </a:p>
        </p:txBody>
      </p:sp>
      <p:sp>
        <p:nvSpPr>
          <p:cNvPr id="27" name="Text 18"/>
          <p:cNvSpPr>
            <a:spLocks noGrp="1"/>
          </p:cNvSpPr>
          <p:nvPr>
            <p:ph type="body" idx="125" hasCustomPrompt="1"/>
          </p:nvPr>
        </p:nvSpPr>
        <p:spPr>
          <a:xfrm>
            <a:off x="5742432" y="2532888"/>
            <a:ext cx="5440680" cy="310896"/>
          </a:xfrm>
          <a:prstGeom prst="rect">
            <a:avLst/>
          </a:prstGeom>
          <a:noFill/>
          <a:ln/>
        </p:spPr>
        <p:txBody>
          <a:bodyPr wrap="square" rtlCol="0"/>
          <a:lstStyle>
            <a:lvl1pPr marL="0" indent="0" algn="l">
              <a:buNone/>
              <a:defRPr lang="en-US" sz="1250" dirty="0">
                <a:solidFill>
                  <a:schemeClr val="tx2"/>
                </a:solidFill>
                <a:latin typeface="Calibri" pitchFamily="34" charset="0"/>
                <a:ea typeface="Calibri" pitchFamily="34" charset="-122"/>
                <a:cs typeface="Calibri" pitchFamily="34" charset="-120"/>
              </a:defRPr>
            </a:lvl1pPr>
          </a:lstStyle>
          <a:p>
            <a:pPr marL="0" indent="0" algn="l">
              <a:buNone/>
            </a:pPr>
            <a:r>
              <a:rPr lang="en-US" sz="1250" dirty="0">
                <a:solidFill>
                  <a:schemeClr val="tx2"/>
                </a:solidFill>
                <a:latin typeface="Calibri" pitchFamily="34" charset="0"/>
                <a:ea typeface="Calibri" pitchFamily="34" charset="-122"/>
                <a:cs typeface="Calibri" pitchFamily="34" charset="-120"/>
              </a:rPr>
              <a:t>Detail or timing</a:t>
            </a:r>
            <a:endParaRPr lang="en-US" sz="1250" dirty="0"/>
          </a:p>
        </p:txBody>
      </p:sp>
      <p:sp>
        <p:nvSpPr>
          <p:cNvPr id="28" name="SQ_31"/>
          <p:cNvSpPr/>
          <p:nvPr/>
        </p:nvSpPr>
        <p:spPr>
          <a:xfrm>
            <a:off x="5029200" y="2926080"/>
            <a:ext cx="6355080" cy="10973"/>
          </a:xfrm>
          <a:prstGeom prst="rect">
            <a:avLst/>
          </a:prstGeom>
          <a:solidFill>
            <a:schemeClr val="accent5"/>
          </a:solidFill>
          <a:ln/>
        </p:spPr>
        <p:txBody>
          <a:bodyPr/>
          <a:lstStyle/>
          <a:p>
            <a:endParaRPr lang="en-GB"/>
          </a:p>
        </p:txBody>
      </p:sp>
      <p:sp>
        <p:nvSpPr>
          <p:cNvPr id="29" name="RND_32"/>
          <p:cNvSpPr/>
          <p:nvPr/>
        </p:nvSpPr>
        <p:spPr>
          <a:xfrm>
            <a:off x="5029200" y="3054096"/>
            <a:ext cx="493776" cy="493776"/>
          </a:xfrm>
          <a:prstGeom prst="roundRect">
            <a:avLst>
              <a:gd name="adj" fmla="val 29630"/>
            </a:avLst>
          </a:prstGeom>
          <a:solidFill>
            <a:schemeClr val="bg2"/>
          </a:solidFill>
          <a:ln/>
        </p:spPr>
        <p:txBody>
          <a:bodyPr/>
          <a:lstStyle/>
          <a:p>
            <a:endParaRPr lang="en-GB"/>
          </a:p>
        </p:txBody>
      </p:sp>
      <p:sp>
        <p:nvSpPr>
          <p:cNvPr id="30" name="Text 20"/>
          <p:cNvSpPr>
            <a:spLocks noGrp="1"/>
          </p:cNvSpPr>
          <p:nvPr>
            <p:ph type="body" idx="128" hasCustomPrompt="1"/>
          </p:nvPr>
        </p:nvSpPr>
        <p:spPr>
          <a:xfrm>
            <a:off x="5029200" y="3054096"/>
            <a:ext cx="493776" cy="493776"/>
          </a:xfrm>
          <a:prstGeom prst="rect">
            <a:avLst/>
          </a:prstGeom>
          <a:noFill/>
          <a:ln/>
        </p:spPr>
        <p:txBody>
          <a:bodyPr wrap="square" rtlCol="0"/>
          <a:lstStyle>
            <a:lvl1pPr marL="0" indent="0" algn="ctr">
              <a:buNone/>
              <a:defRPr lang="en-US" sz="1300" b="1" dirty="0">
                <a:solidFill>
                  <a:schemeClr val="accent1"/>
                </a:solidFill>
                <a:latin typeface="Calibri" pitchFamily="34" charset="0"/>
                <a:ea typeface="Calibri" pitchFamily="34" charset="-122"/>
                <a:cs typeface="Calibri" pitchFamily="34" charset="-120"/>
              </a:defRPr>
            </a:lvl1pPr>
          </a:lstStyle>
          <a:p>
            <a:pPr marL="0" indent="0" algn="ctr">
              <a:buNone/>
            </a:pPr>
            <a:r>
              <a:rPr lang="en-US" sz="1300" b="1" dirty="0">
                <a:solidFill>
                  <a:schemeClr val="accent1"/>
                </a:solidFill>
                <a:latin typeface="Calibri" pitchFamily="34" charset="0"/>
                <a:ea typeface="Calibri" pitchFamily="34" charset="-122"/>
                <a:cs typeface="Calibri" pitchFamily="34" charset="-120"/>
              </a:rPr>
              <a:t>03</a:t>
            </a:r>
            <a:endParaRPr lang="en-US" sz="1300" dirty="0"/>
          </a:p>
        </p:txBody>
      </p:sp>
      <p:sp>
        <p:nvSpPr>
          <p:cNvPr id="31" name="Text 20"/>
          <p:cNvSpPr>
            <a:spLocks noGrp="1"/>
          </p:cNvSpPr>
          <p:nvPr>
            <p:ph type="body" idx="129" hasCustomPrompt="1"/>
          </p:nvPr>
        </p:nvSpPr>
        <p:spPr>
          <a:xfrm>
            <a:off x="5742432" y="3063240"/>
            <a:ext cx="4160520" cy="365760"/>
          </a:xfrm>
          <a:prstGeom prst="rect">
            <a:avLst/>
          </a:prstGeom>
          <a:noFill/>
          <a:ln/>
        </p:spPr>
        <p:txBody>
          <a:bodyPr wrap="square" rtlCol="0"/>
          <a:lstStyle>
            <a:lvl1pPr marL="0" indent="0" algn="l">
              <a:buNone/>
              <a:defRPr lang="en-US" sz="19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tx1"/>
                </a:solidFill>
                <a:latin typeface="Century Schoolbook" pitchFamily="34" charset="0"/>
                <a:ea typeface="Century Schoolbook" pitchFamily="34" charset="-122"/>
                <a:cs typeface="Century Schoolbook" pitchFamily="34" charset="-120"/>
              </a:rPr>
              <a:t>Agenda item</a:t>
            </a:r>
            <a:endParaRPr lang="en-US" sz="1900" dirty="0"/>
          </a:p>
        </p:txBody>
      </p:sp>
      <p:sp>
        <p:nvSpPr>
          <p:cNvPr id="32" name="Text 20"/>
          <p:cNvSpPr>
            <a:spLocks noGrp="1"/>
          </p:cNvSpPr>
          <p:nvPr>
            <p:ph type="body" idx="130" hasCustomPrompt="1"/>
          </p:nvPr>
        </p:nvSpPr>
        <p:spPr>
          <a:xfrm>
            <a:off x="5742432" y="3465576"/>
            <a:ext cx="5440680" cy="310896"/>
          </a:xfrm>
          <a:prstGeom prst="rect">
            <a:avLst/>
          </a:prstGeom>
          <a:noFill/>
          <a:ln/>
        </p:spPr>
        <p:txBody>
          <a:bodyPr wrap="square" rtlCol="0"/>
          <a:lstStyle>
            <a:lvl1pPr marL="0" indent="0" algn="l">
              <a:buNone/>
              <a:defRPr lang="en-US" sz="1250" dirty="0">
                <a:solidFill>
                  <a:schemeClr val="tx2"/>
                </a:solidFill>
                <a:latin typeface="Calibri" pitchFamily="34" charset="0"/>
                <a:ea typeface="Calibri" pitchFamily="34" charset="-122"/>
                <a:cs typeface="Calibri" pitchFamily="34" charset="-120"/>
              </a:defRPr>
            </a:lvl1pPr>
          </a:lstStyle>
          <a:p>
            <a:pPr marL="0" indent="0" algn="l">
              <a:buNone/>
            </a:pPr>
            <a:r>
              <a:rPr lang="en-US" sz="1250" dirty="0">
                <a:solidFill>
                  <a:schemeClr val="tx2"/>
                </a:solidFill>
                <a:latin typeface="Calibri" pitchFamily="34" charset="0"/>
                <a:ea typeface="Calibri" pitchFamily="34" charset="-122"/>
                <a:cs typeface="Calibri" pitchFamily="34" charset="-120"/>
              </a:rPr>
              <a:t>Detail or timing</a:t>
            </a:r>
            <a:endParaRPr lang="en-US" sz="1250" dirty="0"/>
          </a:p>
        </p:txBody>
      </p:sp>
      <p:sp>
        <p:nvSpPr>
          <p:cNvPr id="33" name="SQ_33"/>
          <p:cNvSpPr/>
          <p:nvPr/>
        </p:nvSpPr>
        <p:spPr>
          <a:xfrm>
            <a:off x="5029200" y="3858768"/>
            <a:ext cx="6355080" cy="10973"/>
          </a:xfrm>
          <a:prstGeom prst="rect">
            <a:avLst/>
          </a:prstGeom>
          <a:solidFill>
            <a:schemeClr val="accent5"/>
          </a:solidFill>
          <a:ln/>
        </p:spPr>
        <p:txBody>
          <a:bodyPr/>
          <a:lstStyle/>
          <a:p>
            <a:endParaRPr lang="en-GB"/>
          </a:p>
        </p:txBody>
      </p:sp>
      <p:sp>
        <p:nvSpPr>
          <p:cNvPr id="34" name="RND_34"/>
          <p:cNvSpPr/>
          <p:nvPr/>
        </p:nvSpPr>
        <p:spPr>
          <a:xfrm>
            <a:off x="5029200" y="3986784"/>
            <a:ext cx="493776" cy="493776"/>
          </a:xfrm>
          <a:prstGeom prst="roundRect">
            <a:avLst>
              <a:gd name="adj" fmla="val 29630"/>
            </a:avLst>
          </a:prstGeom>
          <a:solidFill>
            <a:schemeClr val="bg2"/>
          </a:solidFill>
          <a:ln/>
        </p:spPr>
        <p:txBody>
          <a:bodyPr/>
          <a:lstStyle/>
          <a:p>
            <a:endParaRPr lang="en-GB"/>
          </a:p>
        </p:txBody>
      </p:sp>
      <p:sp>
        <p:nvSpPr>
          <p:cNvPr id="35" name="Text 22"/>
          <p:cNvSpPr>
            <a:spLocks noGrp="1"/>
          </p:cNvSpPr>
          <p:nvPr>
            <p:ph type="body" idx="133" hasCustomPrompt="1"/>
          </p:nvPr>
        </p:nvSpPr>
        <p:spPr>
          <a:xfrm>
            <a:off x="5029200" y="3986784"/>
            <a:ext cx="493776" cy="493776"/>
          </a:xfrm>
          <a:prstGeom prst="rect">
            <a:avLst/>
          </a:prstGeom>
          <a:noFill/>
          <a:ln/>
        </p:spPr>
        <p:txBody>
          <a:bodyPr wrap="square" rtlCol="0"/>
          <a:lstStyle>
            <a:lvl1pPr marL="0" indent="0" algn="ctr">
              <a:buNone/>
              <a:defRPr lang="en-US" sz="1300" b="1" dirty="0">
                <a:solidFill>
                  <a:schemeClr val="accent1"/>
                </a:solidFill>
                <a:latin typeface="Calibri" pitchFamily="34" charset="0"/>
                <a:ea typeface="Calibri" pitchFamily="34" charset="-122"/>
                <a:cs typeface="Calibri" pitchFamily="34" charset="-120"/>
              </a:defRPr>
            </a:lvl1pPr>
          </a:lstStyle>
          <a:p>
            <a:pPr marL="0" indent="0" algn="ctr">
              <a:buNone/>
            </a:pPr>
            <a:r>
              <a:rPr lang="en-US" sz="1300" b="1" dirty="0">
                <a:solidFill>
                  <a:schemeClr val="accent1"/>
                </a:solidFill>
                <a:latin typeface="Calibri" pitchFamily="34" charset="0"/>
                <a:ea typeface="Calibri" pitchFamily="34" charset="-122"/>
                <a:cs typeface="Calibri" pitchFamily="34" charset="-120"/>
              </a:rPr>
              <a:t>04</a:t>
            </a:r>
            <a:endParaRPr lang="en-US" sz="1300" dirty="0"/>
          </a:p>
        </p:txBody>
      </p:sp>
      <p:sp>
        <p:nvSpPr>
          <p:cNvPr id="36" name="Text 22"/>
          <p:cNvSpPr>
            <a:spLocks noGrp="1"/>
          </p:cNvSpPr>
          <p:nvPr>
            <p:ph type="body" idx="134" hasCustomPrompt="1"/>
          </p:nvPr>
        </p:nvSpPr>
        <p:spPr>
          <a:xfrm>
            <a:off x="5742432" y="3995928"/>
            <a:ext cx="4160520" cy="365760"/>
          </a:xfrm>
          <a:prstGeom prst="rect">
            <a:avLst/>
          </a:prstGeom>
          <a:noFill/>
          <a:ln/>
        </p:spPr>
        <p:txBody>
          <a:bodyPr wrap="square" rtlCol="0"/>
          <a:lstStyle>
            <a:lvl1pPr marL="0" indent="0" algn="l">
              <a:buNone/>
              <a:defRPr lang="en-US" sz="19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tx1"/>
                </a:solidFill>
                <a:latin typeface="Century Schoolbook" pitchFamily="34" charset="0"/>
                <a:ea typeface="Century Schoolbook" pitchFamily="34" charset="-122"/>
                <a:cs typeface="Century Schoolbook" pitchFamily="34" charset="-120"/>
              </a:rPr>
              <a:t>Agenda item</a:t>
            </a:r>
            <a:endParaRPr lang="en-US" sz="1900" dirty="0"/>
          </a:p>
        </p:txBody>
      </p:sp>
      <p:sp>
        <p:nvSpPr>
          <p:cNvPr id="37" name="Text 22"/>
          <p:cNvSpPr>
            <a:spLocks noGrp="1"/>
          </p:cNvSpPr>
          <p:nvPr>
            <p:ph type="body" idx="135" hasCustomPrompt="1"/>
          </p:nvPr>
        </p:nvSpPr>
        <p:spPr>
          <a:xfrm>
            <a:off x="5742432" y="4398264"/>
            <a:ext cx="5440680" cy="310896"/>
          </a:xfrm>
          <a:prstGeom prst="rect">
            <a:avLst/>
          </a:prstGeom>
          <a:noFill/>
          <a:ln/>
        </p:spPr>
        <p:txBody>
          <a:bodyPr wrap="square" rtlCol="0"/>
          <a:lstStyle>
            <a:lvl1pPr marL="0" indent="0" algn="l">
              <a:buNone/>
              <a:defRPr lang="en-US" sz="1250" dirty="0">
                <a:solidFill>
                  <a:schemeClr val="tx2"/>
                </a:solidFill>
                <a:latin typeface="Calibri" pitchFamily="34" charset="0"/>
                <a:ea typeface="Calibri" pitchFamily="34" charset="-122"/>
                <a:cs typeface="Calibri" pitchFamily="34" charset="-120"/>
              </a:defRPr>
            </a:lvl1pPr>
          </a:lstStyle>
          <a:p>
            <a:pPr marL="0" indent="0" algn="l">
              <a:buNone/>
            </a:pPr>
            <a:r>
              <a:rPr lang="en-US" sz="1250" dirty="0">
                <a:solidFill>
                  <a:schemeClr val="tx2"/>
                </a:solidFill>
                <a:latin typeface="Calibri" pitchFamily="34" charset="0"/>
                <a:ea typeface="Calibri" pitchFamily="34" charset="-122"/>
                <a:cs typeface="Calibri" pitchFamily="34" charset="-120"/>
              </a:rPr>
              <a:t>Detail or timing</a:t>
            </a:r>
            <a:endParaRPr lang="en-US" sz="1250" dirty="0"/>
          </a:p>
        </p:txBody>
      </p:sp>
      <p:sp>
        <p:nvSpPr>
          <p:cNvPr id="38" name="SQ_35"/>
          <p:cNvSpPr/>
          <p:nvPr/>
        </p:nvSpPr>
        <p:spPr>
          <a:xfrm>
            <a:off x="5029200" y="4791456"/>
            <a:ext cx="6355080" cy="10973"/>
          </a:xfrm>
          <a:prstGeom prst="rect">
            <a:avLst/>
          </a:prstGeom>
          <a:solidFill>
            <a:schemeClr val="accent5"/>
          </a:solidFill>
          <a:ln/>
        </p:spPr>
        <p:txBody>
          <a:bodyPr/>
          <a:lstStyle/>
          <a:p>
            <a:endParaRPr lang="en-GB"/>
          </a:p>
        </p:txBody>
      </p:sp>
      <p:sp>
        <p:nvSpPr>
          <p:cNvPr id="39" name="RND_36"/>
          <p:cNvSpPr/>
          <p:nvPr/>
        </p:nvSpPr>
        <p:spPr>
          <a:xfrm>
            <a:off x="5029200" y="4919472"/>
            <a:ext cx="493776" cy="493776"/>
          </a:xfrm>
          <a:prstGeom prst="roundRect">
            <a:avLst>
              <a:gd name="adj" fmla="val 29630"/>
            </a:avLst>
          </a:prstGeom>
          <a:solidFill>
            <a:schemeClr val="bg2"/>
          </a:solidFill>
          <a:ln/>
        </p:spPr>
        <p:txBody>
          <a:bodyPr/>
          <a:lstStyle/>
          <a:p>
            <a:endParaRPr lang="en-GB"/>
          </a:p>
        </p:txBody>
      </p:sp>
      <p:sp>
        <p:nvSpPr>
          <p:cNvPr id="40" name="Text 24"/>
          <p:cNvSpPr>
            <a:spLocks noGrp="1"/>
          </p:cNvSpPr>
          <p:nvPr>
            <p:ph type="body" idx="138" hasCustomPrompt="1"/>
          </p:nvPr>
        </p:nvSpPr>
        <p:spPr>
          <a:xfrm>
            <a:off x="5029200" y="4919472"/>
            <a:ext cx="493776" cy="493776"/>
          </a:xfrm>
          <a:prstGeom prst="rect">
            <a:avLst/>
          </a:prstGeom>
          <a:noFill/>
          <a:ln/>
        </p:spPr>
        <p:txBody>
          <a:bodyPr wrap="square" rtlCol="0"/>
          <a:lstStyle>
            <a:lvl1pPr marL="0" indent="0" algn="ctr">
              <a:buNone/>
              <a:defRPr lang="en-US" sz="1300" b="1" dirty="0">
                <a:solidFill>
                  <a:schemeClr val="accent1"/>
                </a:solidFill>
                <a:latin typeface="Calibri" pitchFamily="34" charset="0"/>
                <a:ea typeface="Calibri" pitchFamily="34" charset="-122"/>
                <a:cs typeface="Calibri" pitchFamily="34" charset="-120"/>
              </a:defRPr>
            </a:lvl1pPr>
          </a:lstStyle>
          <a:p>
            <a:pPr marL="0" indent="0" algn="ctr">
              <a:buNone/>
            </a:pPr>
            <a:r>
              <a:rPr lang="en-US" sz="1300" b="1" dirty="0">
                <a:solidFill>
                  <a:schemeClr val="accent1"/>
                </a:solidFill>
                <a:latin typeface="Calibri" pitchFamily="34" charset="0"/>
                <a:ea typeface="Calibri" pitchFamily="34" charset="-122"/>
                <a:cs typeface="Calibri" pitchFamily="34" charset="-120"/>
              </a:rPr>
              <a:t>05</a:t>
            </a:r>
            <a:endParaRPr lang="en-US" sz="1300" dirty="0"/>
          </a:p>
        </p:txBody>
      </p:sp>
      <p:sp>
        <p:nvSpPr>
          <p:cNvPr id="41" name="Text 24"/>
          <p:cNvSpPr>
            <a:spLocks noGrp="1"/>
          </p:cNvSpPr>
          <p:nvPr>
            <p:ph type="body" idx="139" hasCustomPrompt="1"/>
          </p:nvPr>
        </p:nvSpPr>
        <p:spPr>
          <a:xfrm>
            <a:off x="5742432" y="4928616"/>
            <a:ext cx="4160520" cy="365760"/>
          </a:xfrm>
          <a:prstGeom prst="rect">
            <a:avLst/>
          </a:prstGeom>
          <a:noFill/>
          <a:ln/>
        </p:spPr>
        <p:txBody>
          <a:bodyPr wrap="square" rtlCol="0"/>
          <a:lstStyle>
            <a:lvl1pPr marL="0" indent="0" algn="l">
              <a:buNone/>
              <a:defRPr lang="en-US" sz="19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tx1"/>
                </a:solidFill>
                <a:latin typeface="Century Schoolbook" pitchFamily="34" charset="0"/>
                <a:ea typeface="Century Schoolbook" pitchFamily="34" charset="-122"/>
                <a:cs typeface="Century Schoolbook" pitchFamily="34" charset="-120"/>
              </a:rPr>
              <a:t>Agenda item</a:t>
            </a:r>
            <a:endParaRPr lang="en-US" sz="1900" dirty="0"/>
          </a:p>
        </p:txBody>
      </p:sp>
      <p:sp>
        <p:nvSpPr>
          <p:cNvPr id="42" name="Text 24"/>
          <p:cNvSpPr>
            <a:spLocks noGrp="1"/>
          </p:cNvSpPr>
          <p:nvPr>
            <p:ph type="body" idx="140" hasCustomPrompt="1"/>
          </p:nvPr>
        </p:nvSpPr>
        <p:spPr>
          <a:xfrm>
            <a:off x="5742432" y="5330952"/>
            <a:ext cx="5440680" cy="310896"/>
          </a:xfrm>
          <a:prstGeom prst="rect">
            <a:avLst/>
          </a:prstGeom>
          <a:noFill/>
          <a:ln/>
        </p:spPr>
        <p:txBody>
          <a:bodyPr wrap="square" rtlCol="0"/>
          <a:lstStyle>
            <a:lvl1pPr marL="0" indent="0" algn="l">
              <a:buNone/>
              <a:defRPr lang="en-US" sz="1250" dirty="0">
                <a:solidFill>
                  <a:schemeClr val="tx2"/>
                </a:solidFill>
                <a:latin typeface="Calibri" pitchFamily="34" charset="0"/>
                <a:ea typeface="Calibri" pitchFamily="34" charset="-122"/>
                <a:cs typeface="Calibri" pitchFamily="34" charset="-120"/>
              </a:defRPr>
            </a:lvl1pPr>
          </a:lstStyle>
          <a:p>
            <a:pPr marL="0" indent="0" algn="l">
              <a:buNone/>
            </a:pPr>
            <a:r>
              <a:rPr lang="en-US" sz="1250" dirty="0">
                <a:solidFill>
                  <a:schemeClr val="tx2"/>
                </a:solidFill>
                <a:latin typeface="Calibri" pitchFamily="34" charset="0"/>
                <a:ea typeface="Calibri" pitchFamily="34" charset="-122"/>
                <a:cs typeface="Calibri" pitchFamily="34" charset="-120"/>
              </a:rPr>
              <a:t>Detail or timing</a:t>
            </a:r>
            <a:endParaRPr lang="en-US" sz="1250" dirty="0"/>
          </a:p>
        </p:txBody>
      </p:sp>
      <p:sp>
        <p:nvSpPr>
          <p:cNvPr id="43"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856348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3 Statement">
    <p:bg>
      <p:bgPr>
        <a:solidFill>
          <a:schemeClr val="accent1"/>
        </a:solidFill>
        <a:effectLst/>
      </p:bgPr>
    </p:bg>
    <p:spTree>
      <p:nvGrpSpPr>
        <p:cNvPr id="1" name=""/>
        <p:cNvGrpSpPr/>
        <p:nvPr/>
      </p:nvGrpSpPr>
      <p:grpSpPr>
        <a:xfrm>
          <a:off x="0" y="0"/>
          <a:ext cx="0" cy="0"/>
          <a:chOff x="0" y="0"/>
          <a:chExt cx="0" cy="0"/>
        </a:xfrm>
      </p:grpSpPr>
      <p:sp>
        <p:nvSpPr>
          <p:cNvPr id="2" name="RND_52"/>
          <p:cNvSpPr/>
          <p:nvPr/>
        </p:nvSpPr>
        <p:spPr>
          <a:xfrm rot="1080000">
            <a:off x="-777240" y="-777240"/>
            <a:ext cx="2926080" cy="2926080"/>
          </a:xfrm>
          <a:prstGeom prst="roundRect">
            <a:avLst>
              <a:gd name="adj" fmla="val 8125"/>
            </a:avLst>
          </a:prstGeom>
          <a:solidFill>
            <a:schemeClr val="accent4"/>
          </a:solidFill>
          <a:ln/>
        </p:spPr>
        <p:txBody>
          <a:bodyPr/>
          <a:lstStyle/>
          <a:p>
            <a:endParaRPr lang="en-GB"/>
          </a:p>
        </p:txBody>
      </p:sp>
      <p:sp>
        <p:nvSpPr>
          <p:cNvPr id="3" name="RND_53"/>
          <p:cNvSpPr/>
          <p:nvPr/>
        </p:nvSpPr>
        <p:spPr>
          <a:xfrm rot="-1440000">
            <a:off x="10561320" y="4526280"/>
            <a:ext cx="3108960" cy="3108960"/>
          </a:xfrm>
          <a:prstGeom prst="roundRect">
            <a:avLst>
              <a:gd name="adj" fmla="val 7647"/>
            </a:avLst>
          </a:prstGeom>
          <a:solidFill>
            <a:schemeClr val="accent4"/>
          </a:solidFill>
          <a:ln/>
        </p:spPr>
        <p:txBody>
          <a:bodyPr/>
          <a:lstStyle/>
          <a:p>
            <a:endParaRPr lang="en-GB"/>
          </a:p>
        </p:txBody>
      </p:sp>
      <p:sp>
        <p:nvSpPr>
          <p:cNvPr id="4" name="RND_54"/>
          <p:cNvSpPr/>
          <p:nvPr/>
        </p:nvSpPr>
        <p:spPr>
          <a:xfrm rot="2460000">
            <a:off x="9921240" y="-594360"/>
            <a:ext cx="1554480" cy="1554480"/>
          </a:xfrm>
          <a:prstGeom prst="roundRect">
            <a:avLst>
              <a:gd name="adj" fmla="val 15294"/>
            </a:avLst>
          </a:prstGeom>
          <a:solidFill>
            <a:schemeClr val="accent5"/>
          </a:solidFill>
          <a:ln/>
        </p:spPr>
        <p:txBody>
          <a:bodyPr/>
          <a:lstStyle/>
          <a:p>
            <a:endParaRPr lang="en-GB"/>
          </a:p>
        </p:txBody>
      </p:sp>
      <p:sp>
        <p:nvSpPr>
          <p:cNvPr id="5" name="ELL_55"/>
          <p:cNvSpPr/>
          <p:nvPr/>
        </p:nvSpPr>
        <p:spPr>
          <a:xfrm>
            <a:off x="1143000" y="5440680"/>
            <a:ext cx="1143000" cy="1143000"/>
          </a:xfrm>
          <a:prstGeom prst="ellipse">
            <a:avLst/>
          </a:prstGeom>
          <a:solidFill>
            <a:schemeClr val="accent5"/>
          </a:solidFill>
          <a:ln/>
        </p:spPr>
        <p:txBody>
          <a:bodyPr/>
          <a:lstStyle/>
          <a:p>
            <a:endParaRPr lang="en-GB"/>
          </a:p>
        </p:txBody>
      </p:sp>
      <p:sp>
        <p:nvSpPr>
          <p:cNvPr id="6" name="RND_56"/>
          <p:cNvSpPr/>
          <p:nvPr/>
        </p:nvSpPr>
        <p:spPr>
          <a:xfrm>
            <a:off x="868680" y="868680"/>
            <a:ext cx="960120" cy="960120"/>
          </a:xfrm>
          <a:prstGeom prst="roundRect">
            <a:avLst>
              <a:gd name="adj" fmla="val 28571"/>
            </a:avLst>
          </a:prstGeom>
          <a:solidFill>
            <a:schemeClr val="accent2"/>
          </a:solidFill>
          <a:ln/>
        </p:spPr>
        <p:txBody>
          <a:bodyPr/>
          <a:lstStyle/>
          <a:p>
            <a:endParaRPr lang="en-GB"/>
          </a:p>
        </p:txBody>
      </p:sp>
      <p:sp>
        <p:nvSpPr>
          <p:cNvPr id="7" name="Text 5"/>
          <p:cNvSpPr>
            <a:spLocks noGrp="1"/>
          </p:cNvSpPr>
          <p:nvPr>
            <p:ph type="title" idx="105" hasCustomPrompt="1"/>
          </p:nvPr>
        </p:nvSpPr>
        <p:spPr>
          <a:xfrm>
            <a:off x="1234440" y="2529338"/>
            <a:ext cx="9692640" cy="1814062"/>
          </a:xfrm>
          <a:prstGeom prst="rect">
            <a:avLst/>
          </a:prstGeom>
          <a:noFill/>
          <a:ln/>
        </p:spPr>
        <p:txBody>
          <a:bodyPr wrap="square" rtlCol="0"/>
          <a:lstStyle>
            <a:lvl1pPr marL="0" indent="0" algn="l">
              <a:lnSpc>
                <a:spcPct val="116000"/>
              </a:lnSpc>
              <a:buNone/>
              <a:defRPr lang="en-US" sz="3800" b="1" dirty="0">
                <a:solidFill>
                  <a:schemeClr val="bg1"/>
                </a:solidFill>
                <a:latin typeface="Century Schoolbook" pitchFamily="34" charset="0"/>
                <a:ea typeface="Century Schoolbook" pitchFamily="34" charset="-122"/>
                <a:cs typeface="Century Schoolbook" pitchFamily="34" charset="-120"/>
              </a:defRPr>
            </a:lvl1pPr>
          </a:lstStyle>
          <a:p>
            <a:pPr marL="0" indent="0" algn="l">
              <a:lnSpc>
                <a:spcPct val="116000"/>
              </a:lnSpc>
              <a:buNone/>
            </a:pPr>
            <a:r>
              <a:rPr lang="en-US" sz="3800" b="1" dirty="0">
                <a:solidFill>
                  <a:schemeClr val="bg1"/>
                </a:solidFill>
                <a:latin typeface="Century Schoolbook" pitchFamily="34" charset="0"/>
                <a:ea typeface="Century Schoolbook" pitchFamily="34" charset="-122"/>
                <a:cs typeface="Century Schoolbook" pitchFamily="34" charset="-120"/>
              </a:rPr>
              <a:t>The one line to remember</a:t>
            </a:r>
            <a:endParaRPr lang="en-US" sz="3800" dirty="0"/>
          </a:p>
        </p:txBody>
      </p:sp>
      <p:sp>
        <p:nvSpPr>
          <p:cNvPr id="8" name="Text 5"/>
          <p:cNvSpPr>
            <a:spLocks noGrp="1"/>
          </p:cNvSpPr>
          <p:nvPr>
            <p:ph type="body" idx="106" hasCustomPrompt="1"/>
          </p:nvPr>
        </p:nvSpPr>
        <p:spPr>
          <a:xfrm>
            <a:off x="1234440" y="4709160"/>
            <a:ext cx="7315200" cy="457200"/>
          </a:xfrm>
          <a:prstGeom prst="rect">
            <a:avLst/>
          </a:prstGeom>
          <a:noFill/>
          <a:ln/>
        </p:spPr>
        <p:txBody>
          <a:bodyPr wrap="square" rtlCol="0"/>
          <a:lstStyle>
            <a:lvl1pPr marL="0" indent="0" algn="l">
              <a:buNone/>
              <a:defRPr lang="en-US" sz="1500" kern="0" spc="100" dirty="0">
                <a:solidFill>
                  <a:schemeClr val="accent5"/>
                </a:solidFill>
                <a:latin typeface="Calibri" pitchFamily="34" charset="0"/>
                <a:ea typeface="Calibri" pitchFamily="34" charset="-122"/>
                <a:cs typeface="Calibri" pitchFamily="34" charset="-120"/>
              </a:defRPr>
            </a:lvl1pPr>
          </a:lstStyle>
          <a:p>
            <a:pPr marL="0" indent="0" algn="l">
              <a:buNone/>
            </a:pPr>
            <a:r>
              <a:rPr lang="en-US" sz="1500" kern="0" spc="100" dirty="0">
                <a:solidFill>
                  <a:schemeClr val="accent5"/>
                </a:solidFill>
                <a:latin typeface="Calibri" pitchFamily="34" charset="0"/>
                <a:ea typeface="Calibri" pitchFamily="34" charset="-122"/>
                <a:cs typeface="Calibri" pitchFamily="34" charset="-120"/>
              </a:rPr>
              <a:t>ATTRIBUTION</a:t>
            </a:r>
            <a:endParaRPr lang="en-US" sz="15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4 Title and body">
    <p:bg>
      <p:bgPr>
        <a:solidFill>
          <a:schemeClr val="bg1"/>
        </a:solidFill>
        <a:effectLst/>
      </p:bgPr>
    </p:bg>
    <p:spTree>
      <p:nvGrpSpPr>
        <p:cNvPr id="1" name=""/>
        <p:cNvGrpSpPr/>
        <p:nvPr/>
      </p:nvGrpSpPr>
      <p:grpSpPr>
        <a:xfrm>
          <a:off x="0" y="0"/>
          <a:ext cx="0" cy="0"/>
          <a:chOff x="0" y="0"/>
          <a:chExt cx="0" cy="0"/>
        </a:xfrm>
      </p:grpSpPr>
      <p:sp>
        <p:nvSpPr>
          <p:cNvPr id="2" name="RND_57"/>
          <p:cNvSpPr/>
          <p:nvPr/>
        </p:nvSpPr>
        <p:spPr>
          <a:xfrm rot="1080000">
            <a:off x="10561320" y="-868680"/>
            <a:ext cx="2971800" cy="2971800"/>
          </a:xfrm>
          <a:prstGeom prst="roundRect">
            <a:avLst>
              <a:gd name="adj" fmla="val 8000"/>
            </a:avLst>
          </a:prstGeom>
          <a:solidFill>
            <a:schemeClr val="bg2"/>
          </a:solidFill>
          <a:ln/>
        </p:spPr>
        <p:txBody>
          <a:bodyPr/>
          <a:lstStyle/>
          <a:p>
            <a:endParaRPr lang="en-GB"/>
          </a:p>
        </p:txBody>
      </p:sp>
      <p:sp>
        <p:nvSpPr>
          <p:cNvPr id="3" name="RND_58"/>
          <p:cNvSpPr/>
          <p:nvPr/>
        </p:nvSpPr>
        <p:spPr>
          <a:xfrm rot="-1440000">
            <a:off x="11292840" y="2331720"/>
            <a:ext cx="1508760" cy="1508760"/>
          </a:xfrm>
          <a:prstGeom prst="roundRect">
            <a:avLst>
              <a:gd name="adj" fmla="val 15758"/>
            </a:avLst>
          </a:prstGeom>
          <a:solidFill>
            <a:schemeClr val="accent5"/>
          </a:solidFill>
          <a:ln/>
        </p:spPr>
        <p:txBody>
          <a:bodyPr/>
          <a:lstStyle/>
          <a:p>
            <a:endParaRPr lang="en-GB"/>
          </a:p>
        </p:txBody>
      </p:sp>
      <p:sp>
        <p:nvSpPr>
          <p:cNvPr id="4" name="RND_59"/>
          <p:cNvSpPr/>
          <p:nvPr/>
        </p:nvSpPr>
        <p:spPr>
          <a:xfrm rot="2460000">
            <a:off x="10378440" y="5349240"/>
            <a:ext cx="2423160" cy="2423160"/>
          </a:xfrm>
          <a:prstGeom prst="roundRect">
            <a:avLst>
              <a:gd name="adj" fmla="val 9811"/>
            </a:avLst>
          </a:prstGeom>
          <a:solidFill>
            <a:schemeClr val="bg2"/>
          </a:solidFill>
          <a:ln/>
        </p:spPr>
        <p:txBody>
          <a:bodyPr/>
          <a:lstStyle/>
          <a:p>
            <a:endParaRPr lang="en-GB"/>
          </a:p>
        </p:txBody>
      </p:sp>
      <p:sp>
        <p:nvSpPr>
          <p:cNvPr id="5" name="ELL_60"/>
          <p:cNvSpPr/>
          <p:nvPr/>
        </p:nvSpPr>
        <p:spPr>
          <a:xfrm>
            <a:off x="228600" y="6217920"/>
            <a:ext cx="960120" cy="960120"/>
          </a:xfrm>
          <a:prstGeom prst="ellipse">
            <a:avLst/>
          </a:prstGeom>
          <a:solidFill>
            <a:schemeClr val="accent5"/>
          </a:solidFill>
          <a:ln/>
        </p:spPr>
        <p:txBody>
          <a:bodyPr/>
          <a:lstStyle/>
          <a:p>
            <a:endParaRPr lang="en-GB"/>
          </a:p>
        </p:txBody>
      </p:sp>
      <p:sp>
        <p:nvSpPr>
          <p:cNvPr id="6" name="Text 4"/>
          <p:cNvSpPr>
            <a:spLocks noGrp="1"/>
          </p:cNvSpPr>
          <p:nvPr>
            <p:ph type="title" idx="104"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3200" dirty="0"/>
          </a:p>
        </p:txBody>
      </p:sp>
      <p:sp>
        <p:nvSpPr>
          <p:cNvPr id="7" name="Text 4"/>
          <p:cNvSpPr>
            <a:spLocks noGrp="1"/>
          </p:cNvSpPr>
          <p:nvPr>
            <p:ph type="body" idx="105" hasCustomPrompt="1"/>
          </p:nvPr>
        </p:nvSpPr>
        <p:spPr>
          <a:xfrm>
            <a:off x="713232" y="1874520"/>
            <a:ext cx="7863840" cy="402336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tx1"/>
                </a:solidFill>
                <a:latin typeface="Calibri" pitchFamily="34" charset="0"/>
                <a:ea typeface="Calibri" pitchFamily="34" charset="-122"/>
                <a:cs typeface="Calibri" pitchFamily="34" charset="-120"/>
              </a:rPr>
              <a:t>Body text</a:t>
            </a:r>
            <a:endParaRPr lang="en-US" sz="140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5 Body on ice panel">
    <p:bg>
      <p:bgPr>
        <a:solidFill>
          <a:schemeClr val="bg1"/>
        </a:solidFill>
        <a:effectLst/>
      </p:bgPr>
    </p:bg>
    <p:spTree>
      <p:nvGrpSpPr>
        <p:cNvPr id="1" name=""/>
        <p:cNvGrpSpPr/>
        <p:nvPr/>
      </p:nvGrpSpPr>
      <p:grpSpPr>
        <a:xfrm>
          <a:off x="0" y="0"/>
          <a:ext cx="0" cy="0"/>
          <a:chOff x="0" y="0"/>
          <a:chExt cx="0" cy="0"/>
        </a:xfrm>
      </p:grpSpPr>
      <p:sp>
        <p:nvSpPr>
          <p:cNvPr id="2" name="RND_61"/>
          <p:cNvSpPr/>
          <p:nvPr/>
        </p:nvSpPr>
        <p:spPr>
          <a:xfrm>
            <a:off x="713232" y="1783080"/>
            <a:ext cx="10744200" cy="4251960"/>
          </a:xfrm>
          <a:prstGeom prst="roundRect">
            <a:avLst>
              <a:gd name="adj" fmla="val 3441"/>
            </a:avLst>
          </a:prstGeom>
          <a:solidFill>
            <a:schemeClr val="bg2"/>
          </a:solidFill>
          <a:ln/>
        </p:spPr>
        <p:txBody>
          <a:bodyPr/>
          <a:lstStyle/>
          <a:p>
            <a:endParaRPr lang="en-GB"/>
          </a:p>
        </p:txBody>
      </p:sp>
      <p:sp>
        <p:nvSpPr>
          <p:cNvPr id="3" name="RND_62"/>
          <p:cNvSpPr/>
          <p:nvPr/>
        </p:nvSpPr>
        <p:spPr>
          <a:xfrm rot="1080000">
            <a:off x="11109960" y="228600"/>
            <a:ext cx="1371600" cy="1371600"/>
          </a:xfrm>
          <a:prstGeom prst="roundRect">
            <a:avLst>
              <a:gd name="adj" fmla="val 17333"/>
            </a:avLst>
          </a:prstGeom>
          <a:solidFill>
            <a:schemeClr val="accent5"/>
          </a:solidFill>
          <a:ln/>
        </p:spPr>
        <p:txBody>
          <a:bodyPr/>
          <a:lstStyle/>
          <a:p>
            <a:endParaRPr lang="en-GB"/>
          </a:p>
        </p:txBody>
      </p:sp>
      <p:sp>
        <p:nvSpPr>
          <p:cNvPr id="4" name="RND_63"/>
          <p:cNvSpPr/>
          <p:nvPr/>
        </p:nvSpPr>
        <p:spPr>
          <a:xfrm rot="-1440000">
            <a:off x="-457200" y="5806440"/>
            <a:ext cx="1554480" cy="1554480"/>
          </a:xfrm>
          <a:prstGeom prst="roundRect">
            <a:avLst>
              <a:gd name="adj" fmla="val 15294"/>
            </a:avLst>
          </a:prstGeom>
          <a:solidFill>
            <a:schemeClr val="bg2"/>
          </a:solidFill>
          <a:ln/>
        </p:spPr>
        <p:txBody>
          <a:bodyPr/>
          <a:lstStyle/>
          <a:p>
            <a:endParaRPr lang="en-GB"/>
          </a:p>
        </p:txBody>
      </p:sp>
      <p:sp>
        <p:nvSpPr>
          <p:cNvPr id="5" name="Text 3"/>
          <p:cNvSpPr>
            <a:spLocks noGrp="1"/>
          </p:cNvSpPr>
          <p:nvPr>
            <p:ph type="title" idx="103"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3200" dirty="0"/>
          </a:p>
        </p:txBody>
      </p:sp>
      <p:sp>
        <p:nvSpPr>
          <p:cNvPr id="6" name="Text 3"/>
          <p:cNvSpPr>
            <a:spLocks noGrp="1"/>
          </p:cNvSpPr>
          <p:nvPr>
            <p:ph type="body" idx="104" hasCustomPrompt="1"/>
          </p:nvPr>
        </p:nvSpPr>
        <p:spPr>
          <a:xfrm>
            <a:off x="1170432" y="2212848"/>
            <a:ext cx="9829800" cy="342900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tx1"/>
                </a:solidFill>
                <a:latin typeface="Calibri" pitchFamily="34" charset="0"/>
                <a:ea typeface="Calibri" pitchFamily="34" charset="-122"/>
                <a:cs typeface="Calibri" pitchFamily="34" charset="-120"/>
              </a:rPr>
              <a:t>Body text</a:t>
            </a:r>
            <a:endParaRPr lang="en-US" sz="140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6 Two columns">
    <p:bg>
      <p:bgPr>
        <a:solidFill>
          <a:schemeClr val="bg1"/>
        </a:solidFill>
        <a:effectLst/>
      </p:bgPr>
    </p:bg>
    <p:spTree>
      <p:nvGrpSpPr>
        <p:cNvPr id="1" name=""/>
        <p:cNvGrpSpPr/>
        <p:nvPr/>
      </p:nvGrpSpPr>
      <p:grpSpPr>
        <a:xfrm>
          <a:off x="0" y="0"/>
          <a:ext cx="0" cy="0"/>
          <a:chOff x="0" y="0"/>
          <a:chExt cx="0" cy="0"/>
        </a:xfrm>
      </p:grpSpPr>
      <p:sp>
        <p:nvSpPr>
          <p:cNvPr id="2" name="RND_64"/>
          <p:cNvSpPr/>
          <p:nvPr/>
        </p:nvSpPr>
        <p:spPr>
          <a:xfrm rot="1080000">
            <a:off x="10744200" y="-822960"/>
            <a:ext cx="2697480" cy="2697480"/>
          </a:xfrm>
          <a:prstGeom prst="roundRect">
            <a:avLst>
              <a:gd name="adj" fmla="val 8814"/>
            </a:avLst>
          </a:prstGeom>
          <a:solidFill>
            <a:schemeClr val="bg2"/>
          </a:solidFill>
          <a:ln/>
        </p:spPr>
        <p:txBody>
          <a:bodyPr/>
          <a:lstStyle/>
          <a:p>
            <a:endParaRPr lang="en-GB"/>
          </a:p>
        </p:txBody>
      </p:sp>
      <p:sp>
        <p:nvSpPr>
          <p:cNvPr id="3" name="RND_65"/>
          <p:cNvSpPr/>
          <p:nvPr/>
        </p:nvSpPr>
        <p:spPr>
          <a:xfrm rot="-1440000">
            <a:off x="-685800" y="5897880"/>
            <a:ext cx="2057400" cy="2057400"/>
          </a:xfrm>
          <a:prstGeom prst="roundRect">
            <a:avLst>
              <a:gd name="adj" fmla="val 11556"/>
            </a:avLst>
          </a:prstGeom>
          <a:solidFill>
            <a:schemeClr val="bg2"/>
          </a:solidFill>
          <a:ln/>
        </p:spPr>
        <p:txBody>
          <a:bodyPr/>
          <a:lstStyle/>
          <a:p>
            <a:endParaRPr lang="en-GB"/>
          </a:p>
        </p:txBody>
      </p:sp>
      <p:sp>
        <p:nvSpPr>
          <p:cNvPr id="4" name="RND_66"/>
          <p:cNvSpPr/>
          <p:nvPr/>
        </p:nvSpPr>
        <p:spPr>
          <a:xfrm rot="2460000">
            <a:off x="11338560" y="5989320"/>
            <a:ext cx="1691640" cy="1691640"/>
          </a:xfrm>
          <a:prstGeom prst="roundRect">
            <a:avLst>
              <a:gd name="adj" fmla="val 14054"/>
            </a:avLst>
          </a:prstGeom>
          <a:solidFill>
            <a:schemeClr val="accent5"/>
          </a:solidFill>
          <a:ln/>
        </p:spPr>
        <p:txBody>
          <a:bodyPr/>
          <a:lstStyle/>
          <a:p>
            <a:endParaRPr lang="en-GB"/>
          </a:p>
        </p:txBody>
      </p:sp>
      <p:sp>
        <p:nvSpPr>
          <p:cNvPr id="5" name="ELL_67"/>
          <p:cNvSpPr/>
          <p:nvPr/>
        </p:nvSpPr>
        <p:spPr>
          <a:xfrm>
            <a:off x="11841480" y="2880360"/>
            <a:ext cx="868680" cy="868680"/>
          </a:xfrm>
          <a:prstGeom prst="ellipse">
            <a:avLst/>
          </a:prstGeom>
          <a:solidFill>
            <a:schemeClr val="accent5"/>
          </a:solidFill>
          <a:ln/>
        </p:spPr>
        <p:txBody>
          <a:bodyPr/>
          <a:lstStyle/>
          <a:p>
            <a:endParaRPr lang="en-GB"/>
          </a:p>
        </p:txBody>
      </p:sp>
      <p:sp>
        <p:nvSpPr>
          <p:cNvPr id="6" name="Text 4"/>
          <p:cNvSpPr>
            <a:spLocks noGrp="1"/>
          </p:cNvSpPr>
          <p:nvPr>
            <p:ph type="title" idx="104"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3200" dirty="0"/>
          </a:p>
        </p:txBody>
      </p:sp>
      <p:sp>
        <p:nvSpPr>
          <p:cNvPr id="7" name="Text 4"/>
          <p:cNvSpPr>
            <a:spLocks noGrp="1"/>
          </p:cNvSpPr>
          <p:nvPr>
            <p:ph type="body" idx="105" hasCustomPrompt="1"/>
          </p:nvPr>
        </p:nvSpPr>
        <p:spPr>
          <a:xfrm>
            <a:off x="713232" y="1847088"/>
            <a:ext cx="5120640" cy="411480"/>
          </a:xfrm>
          <a:prstGeom prst="rect">
            <a:avLst/>
          </a:prstGeom>
          <a:noFill/>
          <a:ln/>
        </p:spPr>
        <p:txBody>
          <a:bodyPr wrap="square" rtlCol="0"/>
          <a:lstStyle>
            <a:lvl1pPr marL="0" indent="0" algn="l">
              <a:buNone/>
              <a:defRPr lang="en-US" sz="2000" b="1" dirty="0">
                <a:solidFill>
                  <a:schemeClr val="accent1"/>
                </a:solidFill>
                <a:latin typeface="Century Schoolbook" pitchFamily="34" charset="0"/>
                <a:ea typeface="Century Schoolbook" pitchFamily="34" charset="-122"/>
                <a:cs typeface="Century Schoolbook" pitchFamily="34" charset="-120"/>
              </a:defRPr>
            </a:lvl1pPr>
          </a:lstStyle>
          <a:p>
            <a:pPr marL="0" indent="0" algn="l">
              <a:buNone/>
            </a:pPr>
            <a:r>
              <a:rPr lang="en-US" sz="2000" b="1" dirty="0">
                <a:solidFill>
                  <a:schemeClr val="accent1"/>
                </a:solidFill>
                <a:latin typeface="Century Schoolbook" pitchFamily="34" charset="0"/>
                <a:ea typeface="Century Schoolbook" pitchFamily="34" charset="-122"/>
                <a:cs typeface="Century Schoolbook" pitchFamily="34" charset="-120"/>
              </a:rPr>
              <a:t>Heading</a:t>
            </a:r>
            <a:endParaRPr lang="en-US" sz="2000" dirty="0"/>
          </a:p>
        </p:txBody>
      </p:sp>
      <p:sp>
        <p:nvSpPr>
          <p:cNvPr id="8" name="Text 4"/>
          <p:cNvSpPr>
            <a:spLocks noGrp="1"/>
          </p:cNvSpPr>
          <p:nvPr>
            <p:ph type="body" idx="106" hasCustomPrompt="1"/>
          </p:nvPr>
        </p:nvSpPr>
        <p:spPr>
          <a:xfrm>
            <a:off x="713232" y="2432304"/>
            <a:ext cx="5120640" cy="347472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tx1"/>
                </a:solidFill>
                <a:latin typeface="Calibri" pitchFamily="34" charset="0"/>
                <a:ea typeface="Calibri" pitchFamily="34" charset="-122"/>
                <a:cs typeface="Calibri" pitchFamily="34" charset="-120"/>
              </a:rPr>
              <a:t>Body text</a:t>
            </a:r>
            <a:endParaRPr lang="en-US" sz="1400" dirty="0"/>
          </a:p>
        </p:txBody>
      </p:sp>
      <p:sp>
        <p:nvSpPr>
          <p:cNvPr id="9" name="Text 4"/>
          <p:cNvSpPr>
            <a:spLocks noGrp="1"/>
          </p:cNvSpPr>
          <p:nvPr>
            <p:ph type="body" idx="107" hasCustomPrompt="1"/>
          </p:nvPr>
        </p:nvSpPr>
        <p:spPr>
          <a:xfrm>
            <a:off x="6355080" y="1847088"/>
            <a:ext cx="5120640" cy="411480"/>
          </a:xfrm>
          <a:prstGeom prst="rect">
            <a:avLst/>
          </a:prstGeom>
          <a:noFill/>
          <a:ln/>
        </p:spPr>
        <p:txBody>
          <a:bodyPr wrap="square" rtlCol="0"/>
          <a:lstStyle>
            <a:lvl1pPr marL="0" indent="0" algn="l">
              <a:buNone/>
              <a:defRPr lang="en-US" sz="2000" b="1" dirty="0">
                <a:solidFill>
                  <a:schemeClr val="accent1"/>
                </a:solidFill>
                <a:latin typeface="Century Schoolbook" pitchFamily="34" charset="0"/>
                <a:ea typeface="Century Schoolbook" pitchFamily="34" charset="-122"/>
                <a:cs typeface="Century Schoolbook" pitchFamily="34" charset="-120"/>
              </a:defRPr>
            </a:lvl1pPr>
          </a:lstStyle>
          <a:p>
            <a:pPr marL="0" indent="0" algn="l">
              <a:buNone/>
            </a:pPr>
            <a:r>
              <a:rPr lang="en-US" sz="2000" b="1" dirty="0">
                <a:solidFill>
                  <a:schemeClr val="accent1"/>
                </a:solidFill>
                <a:latin typeface="Century Schoolbook" pitchFamily="34" charset="0"/>
                <a:ea typeface="Century Schoolbook" pitchFamily="34" charset="-122"/>
                <a:cs typeface="Century Schoolbook" pitchFamily="34" charset="-120"/>
              </a:rPr>
              <a:t>Heading</a:t>
            </a:r>
            <a:endParaRPr lang="en-US" sz="2000" dirty="0"/>
          </a:p>
        </p:txBody>
      </p:sp>
      <p:sp>
        <p:nvSpPr>
          <p:cNvPr id="10" name="Text 4"/>
          <p:cNvSpPr>
            <a:spLocks noGrp="1"/>
          </p:cNvSpPr>
          <p:nvPr>
            <p:ph type="body" idx="108" hasCustomPrompt="1"/>
          </p:nvPr>
        </p:nvSpPr>
        <p:spPr>
          <a:xfrm>
            <a:off x="6355080" y="2432304"/>
            <a:ext cx="5120640" cy="347472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tx1"/>
                </a:solidFill>
                <a:latin typeface="Calibri" pitchFamily="34" charset="0"/>
                <a:ea typeface="Calibri" pitchFamily="34" charset="-122"/>
                <a:cs typeface="Calibri" pitchFamily="34" charset="-120"/>
              </a:rPr>
              <a:t>Body text</a:t>
            </a:r>
            <a:endParaRPr lang="en-US" sz="140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7 Three cards">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3200" dirty="0"/>
          </a:p>
        </p:txBody>
      </p:sp>
      <p:sp>
        <p:nvSpPr>
          <p:cNvPr id="3" name="RND_68"/>
          <p:cNvSpPr/>
          <p:nvPr/>
        </p:nvSpPr>
        <p:spPr>
          <a:xfrm>
            <a:off x="713232" y="2654808"/>
            <a:ext cx="3364992" cy="3182112"/>
          </a:xfrm>
          <a:prstGeom prst="roundRect">
            <a:avLst>
              <a:gd name="adj" fmla="val 4076"/>
            </a:avLst>
          </a:prstGeom>
          <a:solidFill>
            <a:schemeClr val="accent1"/>
          </a:solidFill>
          <a:ln/>
        </p:spPr>
        <p:txBody>
          <a:bodyPr/>
          <a:lstStyle/>
          <a:p>
            <a:endParaRPr lang="en-GB"/>
          </a:p>
        </p:txBody>
      </p:sp>
      <p:sp>
        <p:nvSpPr>
          <p:cNvPr id="4" name="RND_69"/>
          <p:cNvSpPr/>
          <p:nvPr/>
        </p:nvSpPr>
        <p:spPr>
          <a:xfrm>
            <a:off x="4416552" y="2654808"/>
            <a:ext cx="3364992" cy="3182112"/>
          </a:xfrm>
          <a:prstGeom prst="roundRect">
            <a:avLst>
              <a:gd name="adj" fmla="val 4076"/>
            </a:avLst>
          </a:prstGeom>
          <a:solidFill>
            <a:schemeClr val="tx1"/>
          </a:solidFill>
          <a:ln/>
        </p:spPr>
        <p:txBody>
          <a:bodyPr/>
          <a:lstStyle/>
          <a:p>
            <a:endParaRPr lang="en-GB"/>
          </a:p>
        </p:txBody>
      </p:sp>
      <p:sp>
        <p:nvSpPr>
          <p:cNvPr id="5" name="RND_70"/>
          <p:cNvSpPr/>
          <p:nvPr/>
        </p:nvSpPr>
        <p:spPr>
          <a:xfrm>
            <a:off x="8119872" y="2654808"/>
            <a:ext cx="3364992" cy="3182112"/>
          </a:xfrm>
          <a:prstGeom prst="roundRect">
            <a:avLst>
              <a:gd name="adj" fmla="val 4076"/>
            </a:avLst>
          </a:prstGeom>
          <a:solidFill>
            <a:schemeClr val="bg2"/>
          </a:solidFill>
          <a:ln/>
        </p:spPr>
        <p:txBody>
          <a:bodyPr/>
          <a:lstStyle/>
          <a:p>
            <a:endParaRPr lang="en-GB"/>
          </a:p>
        </p:txBody>
      </p:sp>
      <p:sp>
        <p:nvSpPr>
          <p:cNvPr id="6" name="Text 3"/>
          <p:cNvSpPr>
            <a:spLocks noGrp="1"/>
          </p:cNvSpPr>
          <p:nvPr>
            <p:ph type="body" idx="104" hasCustomPrompt="1"/>
          </p:nvPr>
        </p:nvSpPr>
        <p:spPr>
          <a:xfrm>
            <a:off x="1060704" y="2654808"/>
            <a:ext cx="1097280" cy="256032"/>
          </a:xfrm>
          <a:prstGeom prst="rect">
            <a:avLst/>
          </a:prstGeom>
          <a:noFill/>
          <a:ln/>
        </p:spPr>
        <p:txBody>
          <a:bodyPr wrap="square" rtlCol="0"/>
          <a:lstStyle>
            <a:lvl1pPr marL="0" indent="0" algn="l">
              <a:buNone/>
              <a:defRPr lang="en-US" sz="1000" b="1" kern="0" spc="150" dirty="0">
                <a:solidFill>
                  <a:schemeClr val="accent5"/>
                </a:solidFill>
                <a:latin typeface="Calibri" pitchFamily="34" charset="0"/>
                <a:ea typeface="Calibri" pitchFamily="34" charset="-122"/>
                <a:cs typeface="Calibri" pitchFamily="34" charset="-120"/>
              </a:defRPr>
            </a:lvl1pPr>
          </a:lstStyle>
          <a:p>
            <a:pPr marL="0" indent="0" algn="l">
              <a:buNone/>
            </a:pPr>
            <a:r>
              <a:rPr lang="en-US" sz="1000" b="1" kern="0" spc="150" dirty="0">
                <a:solidFill>
                  <a:schemeClr val="accent5"/>
                </a:solidFill>
                <a:latin typeface="Calibri" pitchFamily="34" charset="0"/>
                <a:ea typeface="Calibri" pitchFamily="34" charset="-122"/>
                <a:cs typeface="Calibri" pitchFamily="34" charset="-120"/>
              </a:rPr>
              <a:t>LABEL</a:t>
            </a:r>
            <a:endParaRPr lang="en-US" sz="1000" dirty="0"/>
          </a:p>
        </p:txBody>
      </p:sp>
      <p:sp>
        <p:nvSpPr>
          <p:cNvPr id="7" name="Text 3"/>
          <p:cNvSpPr>
            <a:spLocks noGrp="1"/>
          </p:cNvSpPr>
          <p:nvPr>
            <p:ph type="body" idx="105" hasCustomPrompt="1"/>
          </p:nvPr>
        </p:nvSpPr>
        <p:spPr>
          <a:xfrm>
            <a:off x="1060704" y="3048000"/>
            <a:ext cx="2697480" cy="457200"/>
          </a:xfrm>
          <a:prstGeom prst="rect">
            <a:avLst/>
          </a:prstGeom>
          <a:noFill/>
          <a:ln/>
        </p:spPr>
        <p:txBody>
          <a:bodyPr wrap="square" rtlCol="0"/>
          <a:lstStyle>
            <a:lvl1pPr marL="0" indent="0" algn="l">
              <a:buNone/>
              <a:defRPr lang="en-US" sz="20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2000" b="1" dirty="0">
                <a:solidFill>
                  <a:schemeClr val="bg1"/>
                </a:solidFill>
                <a:latin typeface="Century Schoolbook" pitchFamily="34" charset="0"/>
                <a:ea typeface="Century Schoolbook" pitchFamily="34" charset="-122"/>
                <a:cs typeface="Century Schoolbook" pitchFamily="34" charset="-120"/>
              </a:rPr>
              <a:t>Heading</a:t>
            </a:r>
            <a:endParaRPr lang="en-US" sz="2000" dirty="0"/>
          </a:p>
        </p:txBody>
      </p:sp>
      <p:sp>
        <p:nvSpPr>
          <p:cNvPr id="8" name="Text 3"/>
          <p:cNvSpPr>
            <a:spLocks noGrp="1"/>
          </p:cNvSpPr>
          <p:nvPr>
            <p:ph type="body" idx="106" hasCustomPrompt="1"/>
          </p:nvPr>
        </p:nvSpPr>
        <p:spPr>
          <a:xfrm>
            <a:off x="1060704" y="3660648"/>
            <a:ext cx="2697480" cy="187452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350" dirty="0">
                <a:solidFill>
                  <a:schemeClr val="bg2"/>
                </a:solidFill>
                <a:latin typeface="Calibri" pitchFamily="34" charset="0"/>
                <a:ea typeface="Calibri" pitchFamily="34" charset="-122"/>
                <a:cs typeface="Calibri" pitchFamily="34" charset="-120"/>
              </a:rPr>
              <a:t>Body text</a:t>
            </a:r>
            <a:endParaRPr lang="en-US" sz="1350" dirty="0"/>
          </a:p>
        </p:txBody>
      </p:sp>
      <p:sp>
        <p:nvSpPr>
          <p:cNvPr id="9" name="Text 3"/>
          <p:cNvSpPr>
            <a:spLocks noGrp="1"/>
          </p:cNvSpPr>
          <p:nvPr>
            <p:ph type="body" idx="107" hasCustomPrompt="1"/>
          </p:nvPr>
        </p:nvSpPr>
        <p:spPr>
          <a:xfrm>
            <a:off x="4764024" y="2654808"/>
            <a:ext cx="1097280" cy="256032"/>
          </a:xfrm>
          <a:prstGeom prst="rect">
            <a:avLst/>
          </a:prstGeom>
          <a:noFill/>
          <a:ln/>
        </p:spPr>
        <p:txBody>
          <a:bodyPr wrap="square" rtlCol="0"/>
          <a:lstStyle>
            <a:lvl1pPr marL="0" indent="0" algn="l">
              <a:buNone/>
              <a:defRPr lang="en-US" sz="1000" b="1" kern="0" spc="150" dirty="0">
                <a:solidFill>
                  <a:schemeClr val="bg2"/>
                </a:solidFill>
                <a:latin typeface="Calibri" pitchFamily="34" charset="0"/>
                <a:ea typeface="Calibri" pitchFamily="34" charset="-122"/>
                <a:cs typeface="Calibri" pitchFamily="34" charset="-120"/>
              </a:defRPr>
            </a:lvl1pPr>
          </a:lstStyle>
          <a:p>
            <a:pPr marL="0" indent="0" algn="l">
              <a:buNone/>
            </a:pPr>
            <a:r>
              <a:rPr lang="en-US" sz="1000" b="1" kern="0" spc="150" dirty="0">
                <a:solidFill>
                  <a:schemeClr val="bg2"/>
                </a:solidFill>
                <a:latin typeface="Calibri" pitchFamily="34" charset="0"/>
                <a:ea typeface="Calibri" pitchFamily="34" charset="-122"/>
                <a:cs typeface="Calibri" pitchFamily="34" charset="-120"/>
              </a:rPr>
              <a:t>LABEL</a:t>
            </a:r>
            <a:endParaRPr lang="en-US" sz="1000" dirty="0"/>
          </a:p>
        </p:txBody>
      </p:sp>
      <p:sp>
        <p:nvSpPr>
          <p:cNvPr id="10" name="Text 3"/>
          <p:cNvSpPr>
            <a:spLocks noGrp="1"/>
          </p:cNvSpPr>
          <p:nvPr>
            <p:ph type="body" idx="108" hasCustomPrompt="1"/>
          </p:nvPr>
        </p:nvSpPr>
        <p:spPr>
          <a:xfrm>
            <a:off x="4764024" y="3048000"/>
            <a:ext cx="2697480" cy="457200"/>
          </a:xfrm>
          <a:prstGeom prst="rect">
            <a:avLst/>
          </a:prstGeom>
          <a:noFill/>
          <a:ln/>
        </p:spPr>
        <p:txBody>
          <a:bodyPr wrap="square" rtlCol="0"/>
          <a:lstStyle>
            <a:lvl1pPr marL="0" indent="0" algn="l">
              <a:buNone/>
              <a:defRPr lang="en-US" sz="2000" b="1" dirty="0">
                <a:solidFill>
                  <a:schemeClr val="accent2"/>
                </a:solidFill>
                <a:latin typeface="Century Schoolbook" pitchFamily="34" charset="0"/>
                <a:ea typeface="Century Schoolbook" pitchFamily="34" charset="-122"/>
                <a:cs typeface="Century Schoolbook" pitchFamily="34" charset="-120"/>
              </a:defRPr>
            </a:lvl1pPr>
          </a:lstStyle>
          <a:p>
            <a:pPr marL="0" indent="0" algn="l">
              <a:buNone/>
            </a:pPr>
            <a:r>
              <a:rPr lang="en-US" sz="2000" b="1" dirty="0">
                <a:solidFill>
                  <a:schemeClr val="accent2"/>
                </a:solidFill>
                <a:latin typeface="Century Schoolbook" pitchFamily="34" charset="0"/>
                <a:ea typeface="Century Schoolbook" pitchFamily="34" charset="-122"/>
                <a:cs typeface="Century Schoolbook" pitchFamily="34" charset="-120"/>
              </a:rPr>
              <a:t>Heading</a:t>
            </a:r>
            <a:endParaRPr lang="en-US" sz="2000" dirty="0"/>
          </a:p>
        </p:txBody>
      </p:sp>
      <p:sp>
        <p:nvSpPr>
          <p:cNvPr id="11" name="Text 3"/>
          <p:cNvSpPr>
            <a:spLocks noGrp="1"/>
          </p:cNvSpPr>
          <p:nvPr>
            <p:ph type="body" idx="109" hasCustomPrompt="1"/>
          </p:nvPr>
        </p:nvSpPr>
        <p:spPr>
          <a:xfrm>
            <a:off x="4764024" y="3660648"/>
            <a:ext cx="2697480" cy="187452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350" dirty="0">
                <a:solidFill>
                  <a:schemeClr val="accent5"/>
                </a:solidFill>
                <a:latin typeface="Calibri" pitchFamily="34" charset="0"/>
                <a:ea typeface="Calibri" pitchFamily="34" charset="-122"/>
                <a:cs typeface="Calibri" pitchFamily="34" charset="-120"/>
              </a:rPr>
              <a:t>Body text</a:t>
            </a:r>
            <a:endParaRPr lang="en-US" sz="1350" dirty="0"/>
          </a:p>
        </p:txBody>
      </p:sp>
      <p:sp>
        <p:nvSpPr>
          <p:cNvPr id="12" name="Text 3"/>
          <p:cNvSpPr>
            <a:spLocks noGrp="1"/>
          </p:cNvSpPr>
          <p:nvPr>
            <p:ph type="body" idx="110" hasCustomPrompt="1"/>
          </p:nvPr>
        </p:nvSpPr>
        <p:spPr>
          <a:xfrm>
            <a:off x="8467344" y="2654808"/>
            <a:ext cx="1097280" cy="256032"/>
          </a:xfrm>
          <a:prstGeom prst="rect">
            <a:avLst/>
          </a:prstGeom>
          <a:noFill/>
          <a:ln/>
        </p:spPr>
        <p:txBody>
          <a:bodyPr wrap="square" rtlCol="0"/>
          <a:lstStyle>
            <a:lvl1pPr marL="0" indent="0" algn="l">
              <a:buNone/>
              <a:defRPr lang="en-US" sz="1000" b="1" kern="0" spc="150" dirty="0">
                <a:solidFill>
                  <a:schemeClr val="accent1"/>
                </a:solidFill>
                <a:latin typeface="Calibri" pitchFamily="34" charset="0"/>
                <a:ea typeface="Calibri" pitchFamily="34" charset="-122"/>
                <a:cs typeface="Calibri" pitchFamily="34" charset="-120"/>
              </a:defRPr>
            </a:lvl1pPr>
          </a:lstStyle>
          <a:p>
            <a:pPr marL="0" indent="0" algn="l">
              <a:buNone/>
            </a:pPr>
            <a:r>
              <a:rPr lang="en-US" sz="1000" b="1" kern="0" spc="150" dirty="0">
                <a:solidFill>
                  <a:schemeClr val="accent1"/>
                </a:solidFill>
                <a:latin typeface="Calibri" pitchFamily="34" charset="0"/>
                <a:ea typeface="Calibri" pitchFamily="34" charset="-122"/>
                <a:cs typeface="Calibri" pitchFamily="34" charset="-120"/>
              </a:rPr>
              <a:t>LABEL</a:t>
            </a:r>
            <a:endParaRPr lang="en-US" sz="1000" dirty="0"/>
          </a:p>
        </p:txBody>
      </p:sp>
      <p:sp>
        <p:nvSpPr>
          <p:cNvPr id="13" name="Text 3"/>
          <p:cNvSpPr>
            <a:spLocks noGrp="1"/>
          </p:cNvSpPr>
          <p:nvPr>
            <p:ph type="body" idx="111" hasCustomPrompt="1"/>
          </p:nvPr>
        </p:nvSpPr>
        <p:spPr>
          <a:xfrm>
            <a:off x="8467344" y="3048000"/>
            <a:ext cx="2697480" cy="457200"/>
          </a:xfrm>
          <a:prstGeom prst="rect">
            <a:avLst/>
          </a:prstGeom>
          <a:noFill/>
          <a:ln/>
        </p:spPr>
        <p:txBody>
          <a:bodyPr wrap="square" rtlCol="0"/>
          <a:lstStyle>
            <a:lvl1pPr marL="0" indent="0" algn="l">
              <a:buNone/>
              <a:defRPr lang="en-US" sz="2000" b="1" dirty="0">
                <a:solidFill>
                  <a:schemeClr val="accent1"/>
                </a:solidFill>
                <a:latin typeface="Century Schoolbook" pitchFamily="34" charset="0"/>
                <a:ea typeface="Century Schoolbook" pitchFamily="34" charset="-122"/>
                <a:cs typeface="Century Schoolbook" pitchFamily="34" charset="-120"/>
              </a:defRPr>
            </a:lvl1pPr>
          </a:lstStyle>
          <a:p>
            <a:pPr marL="0" indent="0" algn="l">
              <a:buNone/>
            </a:pPr>
            <a:r>
              <a:rPr lang="en-US" sz="2000" b="1" dirty="0">
                <a:solidFill>
                  <a:schemeClr val="accent1"/>
                </a:solidFill>
                <a:latin typeface="Century Schoolbook" pitchFamily="34" charset="0"/>
                <a:ea typeface="Century Schoolbook" pitchFamily="34" charset="-122"/>
                <a:cs typeface="Century Schoolbook" pitchFamily="34" charset="-120"/>
              </a:rPr>
              <a:t>Heading</a:t>
            </a:r>
            <a:endParaRPr lang="en-US" sz="2000" dirty="0"/>
          </a:p>
        </p:txBody>
      </p:sp>
      <p:sp>
        <p:nvSpPr>
          <p:cNvPr id="14" name="Text 3"/>
          <p:cNvSpPr>
            <a:spLocks noGrp="1"/>
          </p:cNvSpPr>
          <p:nvPr>
            <p:ph type="body" idx="112" hasCustomPrompt="1"/>
          </p:nvPr>
        </p:nvSpPr>
        <p:spPr>
          <a:xfrm>
            <a:off x="8467344" y="3660648"/>
            <a:ext cx="2697480" cy="187452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350" dirty="0">
                <a:solidFill>
                  <a:schemeClr val="tx1"/>
                </a:solidFill>
                <a:latin typeface="Calibri" pitchFamily="34" charset="0"/>
                <a:ea typeface="Calibri" pitchFamily="34" charset="-122"/>
                <a:cs typeface="Calibri" pitchFamily="34" charset="-120"/>
              </a:rPr>
              <a:t>Body text</a:t>
            </a:r>
            <a:endParaRPr lang="en-US" sz="135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8 Three floes">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3200" dirty="0"/>
          </a:p>
        </p:txBody>
      </p:sp>
      <p:sp>
        <p:nvSpPr>
          <p:cNvPr id="3" name="ELL_71"/>
          <p:cNvSpPr/>
          <p:nvPr/>
        </p:nvSpPr>
        <p:spPr>
          <a:xfrm>
            <a:off x="1188720" y="1920240"/>
            <a:ext cx="2377440" cy="2377440"/>
          </a:xfrm>
          <a:prstGeom prst="ellipse">
            <a:avLst/>
          </a:prstGeom>
          <a:solidFill>
            <a:schemeClr val="bg2"/>
          </a:solidFill>
          <a:ln/>
        </p:spPr>
        <p:txBody>
          <a:bodyPr/>
          <a:lstStyle/>
          <a:p>
            <a:endParaRPr lang="en-GB"/>
          </a:p>
        </p:txBody>
      </p:sp>
      <p:sp>
        <p:nvSpPr>
          <p:cNvPr id="4" name="ELL_72"/>
          <p:cNvSpPr/>
          <p:nvPr/>
        </p:nvSpPr>
        <p:spPr>
          <a:xfrm>
            <a:off x="4892040" y="1920240"/>
            <a:ext cx="2377440" cy="2377440"/>
          </a:xfrm>
          <a:prstGeom prst="ellipse">
            <a:avLst/>
          </a:prstGeom>
          <a:solidFill>
            <a:schemeClr val="bg2"/>
          </a:solidFill>
          <a:ln/>
        </p:spPr>
        <p:txBody>
          <a:bodyPr/>
          <a:lstStyle/>
          <a:p>
            <a:endParaRPr lang="en-GB"/>
          </a:p>
        </p:txBody>
      </p:sp>
      <p:sp>
        <p:nvSpPr>
          <p:cNvPr id="5" name="ELL_73"/>
          <p:cNvSpPr/>
          <p:nvPr/>
        </p:nvSpPr>
        <p:spPr>
          <a:xfrm>
            <a:off x="8595360" y="1920240"/>
            <a:ext cx="2377440" cy="2377440"/>
          </a:xfrm>
          <a:prstGeom prst="ellipse">
            <a:avLst/>
          </a:prstGeom>
          <a:solidFill>
            <a:schemeClr val="accent1"/>
          </a:solidFill>
          <a:ln/>
        </p:spPr>
        <p:txBody>
          <a:bodyPr/>
          <a:lstStyle/>
          <a:p>
            <a:endParaRPr lang="en-GB"/>
          </a:p>
        </p:txBody>
      </p:sp>
      <p:sp>
        <p:nvSpPr>
          <p:cNvPr id="6" name="Text 3"/>
          <p:cNvSpPr>
            <a:spLocks noGrp="1"/>
          </p:cNvSpPr>
          <p:nvPr>
            <p:ph type="body" idx="104" hasCustomPrompt="1"/>
          </p:nvPr>
        </p:nvSpPr>
        <p:spPr>
          <a:xfrm>
            <a:off x="1188720" y="2788920"/>
            <a:ext cx="2377440" cy="640080"/>
          </a:xfrm>
          <a:prstGeom prst="rect">
            <a:avLst/>
          </a:prstGeom>
          <a:noFill/>
          <a:ln/>
        </p:spPr>
        <p:txBody>
          <a:bodyPr wrap="square" rtlCol="0"/>
          <a:lstStyle>
            <a:lvl1pPr marL="0" indent="0" algn="ctr">
              <a:buNone/>
              <a:defRPr lang="en-US" sz="3200" b="1" dirty="0">
                <a:solidFill>
                  <a:schemeClr val="accent1"/>
                </a:solidFill>
                <a:latin typeface="Century Schoolbook" pitchFamily="34" charset="0"/>
                <a:ea typeface="Century Schoolbook" pitchFamily="34" charset="-122"/>
                <a:cs typeface="Century Schoolbook" pitchFamily="34" charset="-120"/>
              </a:defRPr>
            </a:lvl1pPr>
          </a:lstStyle>
          <a:p>
            <a:pPr marL="0" indent="0" algn="ctr">
              <a:buNone/>
            </a:pPr>
            <a:r>
              <a:rPr lang="en-US" sz="3200" b="1" dirty="0">
                <a:solidFill>
                  <a:schemeClr val="accent1"/>
                </a:solidFill>
                <a:latin typeface="Century Schoolbook" pitchFamily="34" charset="0"/>
                <a:ea typeface="Century Schoolbook" pitchFamily="34" charset="-122"/>
                <a:cs typeface="Century Schoolbook" pitchFamily="34" charset="-120"/>
              </a:rPr>
              <a:t>01</a:t>
            </a:r>
            <a:endParaRPr lang="en-US" sz="3200" dirty="0"/>
          </a:p>
        </p:txBody>
      </p:sp>
      <p:sp>
        <p:nvSpPr>
          <p:cNvPr id="7" name="Text 3"/>
          <p:cNvSpPr>
            <a:spLocks noGrp="1"/>
          </p:cNvSpPr>
          <p:nvPr>
            <p:ph type="body" idx="105" hasCustomPrompt="1"/>
          </p:nvPr>
        </p:nvSpPr>
        <p:spPr>
          <a:xfrm>
            <a:off x="4892040" y="2788920"/>
            <a:ext cx="2377440" cy="640080"/>
          </a:xfrm>
          <a:prstGeom prst="rect">
            <a:avLst/>
          </a:prstGeom>
          <a:noFill/>
          <a:ln/>
        </p:spPr>
        <p:txBody>
          <a:bodyPr wrap="square" rtlCol="0"/>
          <a:lstStyle>
            <a:lvl1pPr marL="0" indent="0" algn="ctr">
              <a:buNone/>
              <a:defRPr lang="en-US" sz="3200" b="1" dirty="0">
                <a:solidFill>
                  <a:schemeClr val="accent1"/>
                </a:solidFill>
                <a:latin typeface="Century Schoolbook" pitchFamily="34" charset="0"/>
                <a:ea typeface="Century Schoolbook" pitchFamily="34" charset="-122"/>
                <a:cs typeface="Century Schoolbook" pitchFamily="34" charset="-120"/>
              </a:defRPr>
            </a:lvl1pPr>
          </a:lstStyle>
          <a:p>
            <a:pPr marL="0" indent="0" algn="ctr">
              <a:buNone/>
            </a:pPr>
            <a:r>
              <a:rPr lang="en-US" sz="3200" b="1" dirty="0">
                <a:solidFill>
                  <a:schemeClr val="bg1"/>
                </a:solidFill>
                <a:latin typeface="Century Schoolbook" pitchFamily="34" charset="0"/>
                <a:ea typeface="Century Schoolbook" pitchFamily="34" charset="-122"/>
                <a:cs typeface="Century Schoolbook" pitchFamily="34" charset="-120"/>
              </a:rPr>
              <a:t>02</a:t>
            </a:r>
            <a:endParaRPr lang="en-US" sz="3200" dirty="0"/>
          </a:p>
        </p:txBody>
      </p:sp>
      <p:sp>
        <p:nvSpPr>
          <p:cNvPr id="8" name="Text 3"/>
          <p:cNvSpPr>
            <a:spLocks noGrp="1"/>
          </p:cNvSpPr>
          <p:nvPr>
            <p:ph type="body" idx="106" hasCustomPrompt="1"/>
          </p:nvPr>
        </p:nvSpPr>
        <p:spPr>
          <a:xfrm>
            <a:off x="8595360" y="2788920"/>
            <a:ext cx="2377440" cy="640080"/>
          </a:xfrm>
          <a:prstGeom prst="rect">
            <a:avLst/>
          </a:prstGeom>
          <a:noFill/>
          <a:ln/>
        </p:spPr>
        <p:txBody>
          <a:bodyPr wrap="square" rtlCol="0"/>
          <a:lstStyle>
            <a:lvl1pPr marL="0" indent="0" algn="ctr">
              <a:buNone/>
              <a:defRPr lang="en-US" sz="3200" b="1" dirty="0">
                <a:solidFill>
                  <a:schemeClr val="accent1"/>
                </a:solidFill>
                <a:latin typeface="Century Schoolbook" pitchFamily="34" charset="0"/>
                <a:ea typeface="Century Schoolbook" pitchFamily="34" charset="-122"/>
                <a:cs typeface="Century Schoolbook" pitchFamily="34" charset="-120"/>
              </a:defRPr>
            </a:lvl1pPr>
          </a:lstStyle>
          <a:p>
            <a:pPr marL="0" indent="0" algn="ctr">
              <a:buNone/>
            </a:pPr>
            <a:r>
              <a:rPr lang="en-US" sz="3200" b="1" dirty="0">
                <a:solidFill>
                  <a:schemeClr val="accent1"/>
                </a:solidFill>
                <a:latin typeface="Century Schoolbook" pitchFamily="34" charset="0"/>
                <a:ea typeface="Century Schoolbook" pitchFamily="34" charset="-122"/>
                <a:cs typeface="Century Schoolbook" pitchFamily="34" charset="-120"/>
              </a:rPr>
              <a:t>03</a:t>
            </a:r>
            <a:endParaRPr lang="en-US" sz="3200" dirty="0"/>
          </a:p>
        </p:txBody>
      </p:sp>
      <p:sp>
        <p:nvSpPr>
          <p:cNvPr id="9" name="Text 3"/>
          <p:cNvSpPr>
            <a:spLocks noGrp="1"/>
          </p:cNvSpPr>
          <p:nvPr>
            <p:ph type="body" idx="107" hasCustomPrompt="1"/>
          </p:nvPr>
        </p:nvSpPr>
        <p:spPr>
          <a:xfrm>
            <a:off x="822960" y="4590288"/>
            <a:ext cx="3108960" cy="457200"/>
          </a:xfrm>
          <a:prstGeom prst="rect">
            <a:avLst/>
          </a:prstGeom>
          <a:noFill/>
          <a:ln/>
        </p:spPr>
        <p:txBody>
          <a:bodyPr wrap="square" rtlCol="0"/>
          <a:lstStyle>
            <a:lvl1pPr marL="0" indent="0" algn="l">
              <a:buNone/>
              <a:defRPr lang="en-US" sz="19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tx1"/>
                </a:solidFill>
                <a:latin typeface="Century Schoolbook" pitchFamily="34" charset="0"/>
                <a:ea typeface="Century Schoolbook" pitchFamily="34" charset="-122"/>
                <a:cs typeface="Century Schoolbook" pitchFamily="34" charset="-120"/>
              </a:rPr>
              <a:t>Heading</a:t>
            </a:r>
            <a:endParaRPr lang="en-US" sz="1900" dirty="0"/>
          </a:p>
        </p:txBody>
      </p:sp>
      <p:sp>
        <p:nvSpPr>
          <p:cNvPr id="10" name="Text 3"/>
          <p:cNvSpPr>
            <a:spLocks noGrp="1"/>
          </p:cNvSpPr>
          <p:nvPr>
            <p:ph type="body" idx="108" hasCustomPrompt="1"/>
          </p:nvPr>
        </p:nvSpPr>
        <p:spPr>
          <a:xfrm>
            <a:off x="822960" y="5175504"/>
            <a:ext cx="3108960" cy="1234440"/>
          </a:xfrm>
          <a:prstGeom prst="rect">
            <a:avLst/>
          </a:prstGeom>
          <a:noFill/>
          <a:ln/>
        </p:spPr>
        <p:txBody>
          <a:bodyPr wrap="square" rtlCol="0"/>
          <a:lstStyle>
            <a:lvl1pPr marL="0" indent="0" algn="l">
              <a:lnSpc>
                <a:spcPct val="122000"/>
              </a:lnSpc>
              <a:buNone/>
              <a:defRPr lang="en-US" sz="1300" dirty="0">
                <a:solidFill>
                  <a:schemeClr val="tx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tx2"/>
                </a:solidFill>
                <a:latin typeface="Calibri" pitchFamily="34" charset="0"/>
                <a:ea typeface="Calibri" pitchFamily="34" charset="-122"/>
                <a:cs typeface="Calibri" pitchFamily="34" charset="-120"/>
              </a:rPr>
              <a:t>Body text</a:t>
            </a:r>
            <a:endParaRPr lang="en-US" sz="1300" dirty="0"/>
          </a:p>
        </p:txBody>
      </p:sp>
      <p:sp>
        <p:nvSpPr>
          <p:cNvPr id="11" name="Text 3"/>
          <p:cNvSpPr>
            <a:spLocks noGrp="1"/>
          </p:cNvSpPr>
          <p:nvPr>
            <p:ph type="body" idx="109" hasCustomPrompt="1"/>
          </p:nvPr>
        </p:nvSpPr>
        <p:spPr>
          <a:xfrm>
            <a:off x="4526280" y="4590288"/>
            <a:ext cx="3108960" cy="457200"/>
          </a:xfrm>
          <a:prstGeom prst="rect">
            <a:avLst/>
          </a:prstGeom>
          <a:noFill/>
          <a:ln/>
        </p:spPr>
        <p:txBody>
          <a:bodyPr wrap="square" rtlCol="0"/>
          <a:lstStyle>
            <a:lvl1pPr marL="0" indent="0" algn="l">
              <a:buNone/>
              <a:defRPr lang="en-US" sz="19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tx1"/>
                </a:solidFill>
                <a:latin typeface="Century Schoolbook" pitchFamily="34" charset="0"/>
                <a:ea typeface="Century Schoolbook" pitchFamily="34" charset="-122"/>
                <a:cs typeface="Century Schoolbook" pitchFamily="34" charset="-120"/>
              </a:rPr>
              <a:t>Heading</a:t>
            </a:r>
            <a:endParaRPr lang="en-US" sz="1900" dirty="0"/>
          </a:p>
        </p:txBody>
      </p:sp>
      <p:sp>
        <p:nvSpPr>
          <p:cNvPr id="12" name="Text 3"/>
          <p:cNvSpPr>
            <a:spLocks noGrp="1"/>
          </p:cNvSpPr>
          <p:nvPr>
            <p:ph type="body" idx="110" hasCustomPrompt="1"/>
          </p:nvPr>
        </p:nvSpPr>
        <p:spPr>
          <a:xfrm>
            <a:off x="4526280" y="5175504"/>
            <a:ext cx="3108960" cy="1234440"/>
          </a:xfrm>
          <a:prstGeom prst="rect">
            <a:avLst/>
          </a:prstGeom>
          <a:noFill/>
          <a:ln/>
        </p:spPr>
        <p:txBody>
          <a:bodyPr wrap="square" rtlCol="0"/>
          <a:lstStyle>
            <a:lvl1pPr marL="0" indent="0" algn="l">
              <a:lnSpc>
                <a:spcPct val="122000"/>
              </a:lnSpc>
              <a:buNone/>
              <a:defRPr lang="en-US" sz="1300" dirty="0">
                <a:solidFill>
                  <a:schemeClr val="tx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tx2"/>
                </a:solidFill>
                <a:latin typeface="Calibri" pitchFamily="34" charset="0"/>
                <a:ea typeface="Calibri" pitchFamily="34" charset="-122"/>
                <a:cs typeface="Calibri" pitchFamily="34" charset="-120"/>
              </a:rPr>
              <a:t>Body text</a:t>
            </a:r>
            <a:endParaRPr lang="en-US" sz="1300" dirty="0"/>
          </a:p>
        </p:txBody>
      </p:sp>
      <p:sp>
        <p:nvSpPr>
          <p:cNvPr id="13" name="Text 3"/>
          <p:cNvSpPr>
            <a:spLocks noGrp="1"/>
          </p:cNvSpPr>
          <p:nvPr>
            <p:ph type="body" idx="111" hasCustomPrompt="1"/>
          </p:nvPr>
        </p:nvSpPr>
        <p:spPr>
          <a:xfrm>
            <a:off x="8229600" y="4590288"/>
            <a:ext cx="3108960" cy="457200"/>
          </a:xfrm>
          <a:prstGeom prst="rect">
            <a:avLst/>
          </a:prstGeom>
          <a:noFill/>
          <a:ln/>
        </p:spPr>
        <p:txBody>
          <a:bodyPr wrap="square" rtlCol="0"/>
          <a:lstStyle>
            <a:lvl1pPr marL="0" indent="0" algn="l">
              <a:buNone/>
              <a:defRPr lang="en-US" sz="19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tx1"/>
                </a:solidFill>
                <a:latin typeface="Century Schoolbook" pitchFamily="34" charset="0"/>
                <a:ea typeface="Century Schoolbook" pitchFamily="34" charset="-122"/>
                <a:cs typeface="Century Schoolbook" pitchFamily="34" charset="-120"/>
              </a:rPr>
              <a:t>Heading</a:t>
            </a:r>
            <a:endParaRPr lang="en-US" sz="1900" dirty="0"/>
          </a:p>
        </p:txBody>
      </p:sp>
      <p:sp>
        <p:nvSpPr>
          <p:cNvPr id="14" name="Text 3"/>
          <p:cNvSpPr>
            <a:spLocks noGrp="1"/>
          </p:cNvSpPr>
          <p:nvPr>
            <p:ph type="body" idx="112" hasCustomPrompt="1"/>
          </p:nvPr>
        </p:nvSpPr>
        <p:spPr>
          <a:xfrm>
            <a:off x="8229600" y="5175504"/>
            <a:ext cx="3108960" cy="1234440"/>
          </a:xfrm>
          <a:prstGeom prst="rect">
            <a:avLst/>
          </a:prstGeom>
          <a:noFill/>
          <a:ln/>
        </p:spPr>
        <p:txBody>
          <a:bodyPr wrap="square" rtlCol="0"/>
          <a:lstStyle>
            <a:lvl1pPr marL="0" indent="0" algn="l">
              <a:lnSpc>
                <a:spcPct val="122000"/>
              </a:lnSpc>
              <a:buNone/>
              <a:defRPr lang="en-US" sz="1300" dirty="0">
                <a:solidFill>
                  <a:schemeClr val="tx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tx2"/>
                </a:solidFill>
                <a:latin typeface="Calibri" pitchFamily="34" charset="0"/>
                <a:ea typeface="Calibri" pitchFamily="34" charset="-122"/>
                <a:cs typeface="Calibri" pitchFamily="34" charset="-120"/>
              </a:rPr>
              <a:t>Body text</a:t>
            </a:r>
            <a:endParaRPr lang="en-US" sz="130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09 Text left, image right">
    <p:bg>
      <p:bgPr>
        <a:solidFill>
          <a:schemeClr val="bg1"/>
        </a:solidFill>
        <a:effectLst/>
      </p:bgPr>
    </p:bg>
    <p:spTree>
      <p:nvGrpSpPr>
        <p:cNvPr id="1" name=""/>
        <p:cNvGrpSpPr/>
        <p:nvPr/>
      </p:nvGrpSpPr>
      <p:grpSpPr>
        <a:xfrm>
          <a:off x="0" y="0"/>
          <a:ext cx="0" cy="0"/>
          <a:chOff x="0" y="0"/>
          <a:chExt cx="0" cy="0"/>
        </a:xfrm>
      </p:grpSpPr>
      <p:sp>
        <p:nvSpPr>
          <p:cNvPr id="2" name="RND_74"/>
          <p:cNvSpPr/>
          <p:nvPr/>
        </p:nvSpPr>
        <p:spPr>
          <a:xfrm>
            <a:off x="6263640" y="1691640"/>
            <a:ext cx="5212080" cy="4434840"/>
          </a:xfrm>
          <a:prstGeom prst="roundRect">
            <a:avLst>
              <a:gd name="adj" fmla="val 3299"/>
            </a:avLst>
          </a:prstGeom>
          <a:solidFill>
            <a:schemeClr val="bg2"/>
          </a:solidFill>
          <a:ln/>
        </p:spPr>
        <p:txBody>
          <a:bodyPr/>
          <a:lstStyle/>
          <a:p>
            <a:endParaRPr lang="en-GB" sz="1600"/>
          </a:p>
        </p:txBody>
      </p:sp>
      <p:sp>
        <p:nvSpPr>
          <p:cNvPr id="3" name="RND_75"/>
          <p:cNvSpPr/>
          <p:nvPr/>
        </p:nvSpPr>
        <p:spPr>
          <a:xfrm rot="1080000">
            <a:off x="10881360" y="-777240"/>
            <a:ext cx="2423160" cy="2423160"/>
          </a:xfrm>
          <a:prstGeom prst="roundRect">
            <a:avLst>
              <a:gd name="adj" fmla="val 9811"/>
            </a:avLst>
          </a:prstGeom>
          <a:solidFill>
            <a:schemeClr val="accent5"/>
          </a:solidFill>
          <a:ln/>
        </p:spPr>
        <p:txBody>
          <a:bodyPr/>
          <a:lstStyle/>
          <a:p>
            <a:endParaRPr lang="en-GB"/>
          </a:p>
        </p:txBody>
      </p:sp>
      <p:sp>
        <p:nvSpPr>
          <p:cNvPr id="4" name="RND_76"/>
          <p:cNvSpPr/>
          <p:nvPr/>
        </p:nvSpPr>
        <p:spPr>
          <a:xfrm rot="-1440000">
            <a:off x="-731520" y="5760720"/>
            <a:ext cx="2240280" cy="2240280"/>
          </a:xfrm>
          <a:prstGeom prst="roundRect">
            <a:avLst>
              <a:gd name="adj" fmla="val 10612"/>
            </a:avLst>
          </a:prstGeom>
          <a:solidFill>
            <a:schemeClr val="bg2"/>
          </a:solidFill>
          <a:ln/>
        </p:spPr>
        <p:txBody>
          <a:bodyPr/>
          <a:lstStyle/>
          <a:p>
            <a:endParaRPr lang="en-GB"/>
          </a:p>
        </p:txBody>
      </p:sp>
      <p:sp>
        <p:nvSpPr>
          <p:cNvPr id="5" name="ELL_77"/>
          <p:cNvSpPr/>
          <p:nvPr/>
        </p:nvSpPr>
        <p:spPr>
          <a:xfrm>
            <a:off x="5806440" y="6263640"/>
            <a:ext cx="1051560" cy="1051560"/>
          </a:xfrm>
          <a:prstGeom prst="ellipse">
            <a:avLst/>
          </a:prstGeom>
          <a:solidFill>
            <a:schemeClr val="accent5"/>
          </a:solidFill>
          <a:ln/>
        </p:spPr>
        <p:txBody>
          <a:bodyPr/>
          <a:lstStyle/>
          <a:p>
            <a:endParaRPr lang="en-GB"/>
          </a:p>
        </p:txBody>
      </p:sp>
      <p:sp>
        <p:nvSpPr>
          <p:cNvPr id="6" name="RND_78"/>
          <p:cNvSpPr/>
          <p:nvPr/>
        </p:nvSpPr>
        <p:spPr>
          <a:xfrm rot="-720000">
            <a:off x="-502920" y="320040"/>
            <a:ext cx="1234440" cy="1234440"/>
          </a:xfrm>
          <a:prstGeom prst="roundRect">
            <a:avLst>
              <a:gd name="adj" fmla="val 19259"/>
            </a:avLst>
          </a:prstGeom>
          <a:solidFill>
            <a:schemeClr val="bg2"/>
          </a:solidFill>
          <a:ln/>
        </p:spPr>
        <p:txBody>
          <a:bodyPr/>
          <a:lstStyle/>
          <a:p>
            <a:endParaRPr lang="en-GB"/>
          </a:p>
        </p:txBody>
      </p:sp>
      <p:sp>
        <p:nvSpPr>
          <p:cNvPr id="7" name="Text 5"/>
          <p:cNvSpPr>
            <a:spLocks noGrp="1"/>
          </p:cNvSpPr>
          <p:nvPr>
            <p:ph type="title" idx="105" hasCustomPrompt="1"/>
          </p:nvPr>
        </p:nvSpPr>
        <p:spPr>
          <a:xfrm>
            <a:off x="713232" y="713232"/>
            <a:ext cx="5120640" cy="1188720"/>
          </a:xfrm>
          <a:prstGeom prst="rect">
            <a:avLst/>
          </a:prstGeom>
          <a:noFill/>
          <a:ln/>
        </p:spPr>
        <p:txBody>
          <a:bodyPr wrap="square" rtlCol="0"/>
          <a:lstStyle>
            <a:lvl1pPr marL="0" indent="0" algn="l">
              <a:buNone/>
              <a:defRPr lang="en-US" sz="32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3200" dirty="0"/>
          </a:p>
        </p:txBody>
      </p:sp>
      <p:sp>
        <p:nvSpPr>
          <p:cNvPr id="8" name="Text 5"/>
          <p:cNvSpPr>
            <a:spLocks noGrp="1"/>
          </p:cNvSpPr>
          <p:nvPr>
            <p:ph type="body" idx="106" hasCustomPrompt="1"/>
          </p:nvPr>
        </p:nvSpPr>
        <p:spPr>
          <a:xfrm>
            <a:off x="713232" y="2331720"/>
            <a:ext cx="5029200" cy="3566160"/>
          </a:xfrm>
          <a:prstGeom prst="rect">
            <a:avLst/>
          </a:prstGeom>
          <a:noFill/>
          <a:ln/>
        </p:spPr>
        <p:txBody>
          <a:bodyPr wrap="square" rtlCol="0"/>
          <a:lstStyle>
            <a:lvl1pPr marL="266700" indent="-266700">
              <a:buClr>
                <a:schemeClr val="accent2"/>
              </a:buClr>
              <a:buFont typeface="Arial"/>
              <a:buChar char="▸"/>
              <a:defRPr/>
            </a:lvl1pPr>
          </a:lstStyle>
          <a:p>
            <a:pPr marL="201168" indent="-201168" algn="l">
              <a:lnSpc>
                <a:spcPct val="122000"/>
              </a:lnSpc>
              <a:buSzPct val="100000"/>
              <a:buChar char="▸"/>
            </a:pPr>
            <a:r>
              <a:rPr lang="en-US" sz="1400" dirty="0">
                <a:solidFill>
                  <a:schemeClr val="tx1"/>
                </a:solidFill>
                <a:latin typeface="Calibri" pitchFamily="34" charset="0"/>
                <a:ea typeface="Calibri" pitchFamily="34" charset="-122"/>
                <a:cs typeface="Calibri" pitchFamily="34" charset="-120"/>
              </a:rPr>
              <a:t>Body text</a:t>
            </a:r>
            <a:endParaRPr lang="en-US" sz="1400" dirty="0"/>
          </a:p>
        </p:txBody>
      </p:sp>
      <p:sp>
        <p:nvSpPr>
          <p:cNvPr id="9" name="Text 5"/>
          <p:cNvSpPr>
            <a:spLocks noGrp="1"/>
          </p:cNvSpPr>
          <p:nvPr>
            <p:ph idx="107" hasCustomPrompt="1"/>
          </p:nvPr>
        </p:nvSpPr>
        <p:spPr>
          <a:xfrm>
            <a:off x="6446520" y="1874520"/>
            <a:ext cx="4846320" cy="4069080"/>
          </a:xfrm>
          <a:prstGeom prst="rect">
            <a:avLst/>
          </a:prstGeom>
          <a:noFill/>
          <a:ln/>
        </p:spPr>
        <p:txBody>
          <a:bodyPr wrap="square" rtlCol="0"/>
          <a:lstStyle>
            <a:lvl1pPr marL="0" indent="0" algn="l">
              <a:buNone/>
              <a:defRPr lang="en-US" sz="2400" dirty="0"/>
            </a:lvl1pPr>
          </a:lstStyle>
          <a:p>
            <a:pPr marL="0" indent="0" algn="l">
              <a:buNone/>
            </a:pPr>
            <a:r>
              <a:rPr lang="en-US" dirty="0">
                <a:solidFill>
                  <a:schemeClr val="tx1"/>
                </a:solidFill>
              </a:rPr>
              <a:t>Picture</a:t>
            </a:r>
            <a:endParaRPr lang="en-US"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0 Image left, text right">
    <p:bg>
      <p:bgPr>
        <a:solidFill>
          <a:schemeClr val="bg1"/>
        </a:solidFill>
        <a:effectLst/>
      </p:bgPr>
    </p:bg>
    <p:spTree>
      <p:nvGrpSpPr>
        <p:cNvPr id="1" name=""/>
        <p:cNvGrpSpPr/>
        <p:nvPr/>
      </p:nvGrpSpPr>
      <p:grpSpPr>
        <a:xfrm>
          <a:off x="0" y="0"/>
          <a:ext cx="0" cy="0"/>
          <a:chOff x="0" y="0"/>
          <a:chExt cx="0" cy="0"/>
        </a:xfrm>
      </p:grpSpPr>
      <p:sp>
        <p:nvSpPr>
          <p:cNvPr id="2" name="RND_79"/>
          <p:cNvSpPr/>
          <p:nvPr/>
        </p:nvSpPr>
        <p:spPr>
          <a:xfrm>
            <a:off x="713232" y="1691640"/>
            <a:ext cx="5212080" cy="4434840"/>
          </a:xfrm>
          <a:prstGeom prst="roundRect">
            <a:avLst>
              <a:gd name="adj" fmla="val 3299"/>
            </a:avLst>
          </a:prstGeom>
          <a:solidFill>
            <a:schemeClr val="bg2"/>
          </a:solidFill>
          <a:ln/>
        </p:spPr>
        <p:txBody>
          <a:bodyPr/>
          <a:lstStyle/>
          <a:p>
            <a:endParaRPr lang="en-GB"/>
          </a:p>
        </p:txBody>
      </p:sp>
      <p:sp>
        <p:nvSpPr>
          <p:cNvPr id="3" name="RND_80"/>
          <p:cNvSpPr/>
          <p:nvPr/>
        </p:nvSpPr>
        <p:spPr>
          <a:xfrm rot="1080000">
            <a:off x="-777240" y="-777240"/>
            <a:ext cx="2423160" cy="2423160"/>
          </a:xfrm>
          <a:prstGeom prst="roundRect">
            <a:avLst>
              <a:gd name="adj" fmla="val 9811"/>
            </a:avLst>
          </a:prstGeom>
          <a:solidFill>
            <a:schemeClr val="accent5"/>
          </a:solidFill>
          <a:ln/>
        </p:spPr>
        <p:txBody>
          <a:bodyPr/>
          <a:lstStyle/>
          <a:p>
            <a:endParaRPr lang="en-GB"/>
          </a:p>
        </p:txBody>
      </p:sp>
      <p:sp>
        <p:nvSpPr>
          <p:cNvPr id="4" name="RND_81"/>
          <p:cNvSpPr/>
          <p:nvPr/>
        </p:nvSpPr>
        <p:spPr>
          <a:xfrm rot="-1440000">
            <a:off x="10835640" y="5715000"/>
            <a:ext cx="2331720" cy="2331720"/>
          </a:xfrm>
          <a:prstGeom prst="roundRect">
            <a:avLst>
              <a:gd name="adj" fmla="val 10196"/>
            </a:avLst>
          </a:prstGeom>
          <a:solidFill>
            <a:schemeClr val="bg2"/>
          </a:solidFill>
          <a:ln/>
        </p:spPr>
        <p:txBody>
          <a:bodyPr/>
          <a:lstStyle/>
          <a:p>
            <a:endParaRPr lang="en-GB"/>
          </a:p>
        </p:txBody>
      </p:sp>
      <p:sp>
        <p:nvSpPr>
          <p:cNvPr id="5" name="ELL_82"/>
          <p:cNvSpPr/>
          <p:nvPr/>
        </p:nvSpPr>
        <p:spPr>
          <a:xfrm>
            <a:off x="5989320" y="6263640"/>
            <a:ext cx="1005840" cy="1005840"/>
          </a:xfrm>
          <a:prstGeom prst="ellipse">
            <a:avLst/>
          </a:prstGeom>
          <a:solidFill>
            <a:schemeClr val="accent5"/>
          </a:solidFill>
          <a:ln/>
        </p:spPr>
        <p:txBody>
          <a:bodyPr/>
          <a:lstStyle/>
          <a:p>
            <a:endParaRPr lang="en-GB"/>
          </a:p>
        </p:txBody>
      </p:sp>
      <p:sp>
        <p:nvSpPr>
          <p:cNvPr id="6" name="RND_83"/>
          <p:cNvSpPr/>
          <p:nvPr/>
        </p:nvSpPr>
        <p:spPr>
          <a:xfrm rot="-720000">
            <a:off x="11567160" y="274320"/>
            <a:ext cx="1280160" cy="1280160"/>
          </a:xfrm>
          <a:prstGeom prst="roundRect">
            <a:avLst>
              <a:gd name="adj" fmla="val 18571"/>
            </a:avLst>
          </a:prstGeom>
          <a:solidFill>
            <a:schemeClr val="bg2"/>
          </a:solidFill>
          <a:ln/>
        </p:spPr>
        <p:txBody>
          <a:bodyPr/>
          <a:lstStyle/>
          <a:p>
            <a:endParaRPr lang="en-GB"/>
          </a:p>
        </p:txBody>
      </p:sp>
      <p:sp>
        <p:nvSpPr>
          <p:cNvPr id="7" name="Text 5"/>
          <p:cNvSpPr>
            <a:spLocks noGrp="1"/>
          </p:cNvSpPr>
          <p:nvPr>
            <p:ph type="title" idx="105" hasCustomPrompt="1"/>
          </p:nvPr>
        </p:nvSpPr>
        <p:spPr>
          <a:xfrm>
            <a:off x="6355080" y="713232"/>
            <a:ext cx="5120640" cy="1188720"/>
          </a:xfrm>
          <a:prstGeom prst="rect">
            <a:avLst/>
          </a:prstGeom>
          <a:noFill/>
          <a:ln/>
        </p:spPr>
        <p:txBody>
          <a:bodyPr wrap="square" rtlCol="0"/>
          <a:lstStyle>
            <a:lvl1pPr marL="0" indent="0" algn="l">
              <a:buNone/>
              <a:defRPr lang="en-US" sz="32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3200" dirty="0"/>
          </a:p>
        </p:txBody>
      </p:sp>
      <p:sp>
        <p:nvSpPr>
          <p:cNvPr id="8" name="Text 5"/>
          <p:cNvSpPr>
            <a:spLocks noGrp="1"/>
          </p:cNvSpPr>
          <p:nvPr>
            <p:ph type="body" idx="106" hasCustomPrompt="1"/>
          </p:nvPr>
        </p:nvSpPr>
        <p:spPr>
          <a:xfrm>
            <a:off x="6355080" y="2331720"/>
            <a:ext cx="5029200" cy="3566160"/>
          </a:xfrm>
          <a:prstGeom prst="rect">
            <a:avLst/>
          </a:prstGeom>
          <a:noFill/>
          <a:ln/>
        </p:spPr>
        <p:txBody>
          <a:bodyPr wrap="square" rtlCol="0"/>
          <a:lstStyle>
            <a:lvl1pPr marL="271463" indent="-271463">
              <a:buClr>
                <a:schemeClr val="accent2"/>
              </a:buClr>
              <a:buFont typeface="Arial"/>
              <a:buChar char="▸"/>
              <a:defRPr/>
            </a:lvl1pPr>
          </a:lstStyle>
          <a:p>
            <a:pPr marL="201168" indent="-201168" algn="l">
              <a:lnSpc>
                <a:spcPct val="122000"/>
              </a:lnSpc>
              <a:buSzPct val="100000"/>
              <a:buChar char="▸"/>
            </a:pPr>
            <a:r>
              <a:rPr lang="en-US" sz="1400" dirty="0">
                <a:solidFill>
                  <a:schemeClr val="tx1"/>
                </a:solidFill>
                <a:latin typeface="Calibri" pitchFamily="34" charset="0"/>
                <a:ea typeface="Calibri" pitchFamily="34" charset="-122"/>
                <a:cs typeface="Calibri" pitchFamily="34" charset="-120"/>
              </a:rPr>
              <a:t>Body text</a:t>
            </a:r>
            <a:endParaRPr lang="en-US" sz="1400" dirty="0"/>
          </a:p>
        </p:txBody>
      </p:sp>
      <p:sp>
        <p:nvSpPr>
          <p:cNvPr id="9" name="Text 5"/>
          <p:cNvSpPr>
            <a:spLocks noGrp="1"/>
          </p:cNvSpPr>
          <p:nvPr>
            <p:ph idx="107" hasCustomPrompt="1"/>
          </p:nvPr>
        </p:nvSpPr>
        <p:spPr>
          <a:xfrm>
            <a:off x="896112" y="1874520"/>
            <a:ext cx="4846320" cy="4069080"/>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Picture</a:t>
            </a:r>
            <a:endParaRPr lang="en-US"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1 Full bleed imag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idx="100" hasCustomPrompt="1"/>
          </p:nvPr>
        </p:nvSpPr>
        <p:spPr>
          <a:xfrm>
            <a:off x="0" y="0"/>
            <a:ext cx="12191695" cy="4983480"/>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Picture</a:t>
            </a:r>
            <a:endParaRPr lang="en-US" dirty="0"/>
          </a:p>
        </p:txBody>
      </p:sp>
      <p:sp>
        <p:nvSpPr>
          <p:cNvPr id="3" name="SQ_84"/>
          <p:cNvSpPr/>
          <p:nvPr/>
        </p:nvSpPr>
        <p:spPr>
          <a:xfrm>
            <a:off x="0" y="4983480"/>
            <a:ext cx="12191695" cy="1874520"/>
          </a:xfrm>
          <a:prstGeom prst="rect">
            <a:avLst/>
          </a:prstGeom>
          <a:solidFill>
            <a:schemeClr val="tx1"/>
          </a:solidFill>
          <a:ln/>
        </p:spPr>
        <p:txBody>
          <a:bodyPr/>
          <a:lstStyle/>
          <a:p>
            <a:endParaRPr lang="en-GB"/>
          </a:p>
        </p:txBody>
      </p:sp>
      <p:sp>
        <p:nvSpPr>
          <p:cNvPr id="4" name="Text 1"/>
          <p:cNvSpPr>
            <a:spLocks noGrp="1"/>
          </p:cNvSpPr>
          <p:nvPr>
            <p:ph type="title" idx="102" hasCustomPrompt="1"/>
          </p:nvPr>
        </p:nvSpPr>
        <p:spPr>
          <a:xfrm>
            <a:off x="731520" y="5212080"/>
            <a:ext cx="7680960" cy="457200"/>
          </a:xfrm>
          <a:prstGeom prst="rect">
            <a:avLst/>
          </a:prstGeom>
          <a:noFill/>
          <a:ln/>
        </p:spPr>
        <p:txBody>
          <a:bodyPr wrap="square" rtlCol="0"/>
          <a:lstStyle>
            <a:lvl1pPr marL="0" indent="0" algn="l">
              <a:buNone/>
              <a:defRPr lang="en-US" sz="24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24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2400" dirty="0"/>
          </a:p>
        </p:txBody>
      </p:sp>
      <p:sp>
        <p:nvSpPr>
          <p:cNvPr id="5" name="Text 1"/>
          <p:cNvSpPr>
            <a:spLocks noGrp="1"/>
          </p:cNvSpPr>
          <p:nvPr>
            <p:ph type="body" idx="103" hasCustomPrompt="1"/>
          </p:nvPr>
        </p:nvSpPr>
        <p:spPr>
          <a:xfrm>
            <a:off x="731520" y="5815584"/>
            <a:ext cx="9692640" cy="685800"/>
          </a:xfrm>
          <a:prstGeom prst="rect">
            <a:avLst/>
          </a:prstGeom>
          <a:noFill/>
          <a:ln/>
        </p:spPr>
        <p:txBody>
          <a:bodyPr wrap="square" rtlCol="0"/>
          <a:lstStyle>
            <a:lvl1pPr marL="0" indent="0" algn="l">
              <a:lnSpc>
                <a:spcPct val="120000"/>
              </a:lnSpc>
              <a:buNone/>
              <a:defRPr lang="en-US" sz="1400" dirty="0">
                <a:solidFill>
                  <a:schemeClr val="accent5"/>
                </a:solidFill>
                <a:latin typeface="Calibri" pitchFamily="34" charset="0"/>
                <a:ea typeface="Calibri" pitchFamily="34" charset="-122"/>
                <a:cs typeface="Calibri" pitchFamily="34" charset="-120"/>
              </a:defRPr>
            </a:lvl1pPr>
          </a:lstStyle>
          <a:p>
            <a:pPr marL="0" indent="0" algn="l">
              <a:lnSpc>
                <a:spcPct val="120000"/>
              </a:lnSpc>
              <a:buNone/>
            </a:pPr>
            <a:r>
              <a:rPr lang="en-US" sz="1400" dirty="0">
                <a:solidFill>
                  <a:schemeClr val="accent5"/>
                </a:solidFill>
                <a:latin typeface="Calibri" pitchFamily="34" charset="0"/>
                <a:ea typeface="Calibri" pitchFamily="34" charset="-122"/>
                <a:cs typeface="Calibri" pitchFamily="34" charset="-120"/>
              </a:rPr>
              <a:t>Caption</a:t>
            </a:r>
            <a:endParaRPr lang="en-US" sz="14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2 Screenshot">
    <p:bg>
      <p:bgPr>
        <a:solidFill>
          <a:schemeClr val="bg1"/>
        </a:solidFill>
        <a:effectLst/>
      </p:bgPr>
    </p:bg>
    <p:spTree>
      <p:nvGrpSpPr>
        <p:cNvPr id="1" name=""/>
        <p:cNvGrpSpPr/>
        <p:nvPr/>
      </p:nvGrpSpPr>
      <p:grpSpPr>
        <a:xfrm>
          <a:off x="0" y="0"/>
          <a:ext cx="0" cy="0"/>
          <a:chOff x="0" y="0"/>
          <a:chExt cx="0" cy="0"/>
        </a:xfrm>
      </p:grpSpPr>
      <p:sp>
        <p:nvSpPr>
          <p:cNvPr id="2" name="RND_85"/>
          <p:cNvSpPr/>
          <p:nvPr/>
        </p:nvSpPr>
        <p:spPr>
          <a:xfrm>
            <a:off x="1417320" y="1691640"/>
            <a:ext cx="9372600" cy="4617720"/>
          </a:xfrm>
          <a:prstGeom prst="roundRect">
            <a:avLst>
              <a:gd name="adj" fmla="val 3168"/>
            </a:avLst>
          </a:prstGeom>
          <a:solidFill>
            <a:schemeClr val="bg2"/>
          </a:solidFill>
          <a:ln/>
        </p:spPr>
        <p:txBody>
          <a:bodyPr/>
          <a:lstStyle/>
          <a:p>
            <a:endParaRPr lang="en-GB"/>
          </a:p>
        </p:txBody>
      </p:sp>
      <p:sp>
        <p:nvSpPr>
          <p:cNvPr id="3" name="RND_86"/>
          <p:cNvSpPr/>
          <p:nvPr/>
        </p:nvSpPr>
        <p:spPr>
          <a:xfrm rot="1080000">
            <a:off x="11064240" y="-685800"/>
            <a:ext cx="2240280" cy="2240280"/>
          </a:xfrm>
          <a:prstGeom prst="roundRect">
            <a:avLst>
              <a:gd name="adj" fmla="val 10612"/>
            </a:avLst>
          </a:prstGeom>
          <a:solidFill>
            <a:schemeClr val="accent5"/>
          </a:solidFill>
          <a:ln/>
        </p:spPr>
        <p:txBody>
          <a:bodyPr/>
          <a:lstStyle/>
          <a:p>
            <a:endParaRPr lang="en-GB"/>
          </a:p>
        </p:txBody>
      </p:sp>
      <p:sp>
        <p:nvSpPr>
          <p:cNvPr id="4" name="RND_87"/>
          <p:cNvSpPr/>
          <p:nvPr/>
        </p:nvSpPr>
        <p:spPr>
          <a:xfrm rot="-1440000">
            <a:off x="-868680" y="2788920"/>
            <a:ext cx="1783080" cy="1783080"/>
          </a:xfrm>
          <a:prstGeom prst="roundRect">
            <a:avLst>
              <a:gd name="adj" fmla="val 13333"/>
            </a:avLst>
          </a:prstGeom>
          <a:solidFill>
            <a:schemeClr val="bg2"/>
          </a:solidFill>
          <a:ln/>
        </p:spPr>
        <p:txBody>
          <a:bodyPr/>
          <a:lstStyle/>
          <a:p>
            <a:endParaRPr lang="en-GB"/>
          </a:p>
        </p:txBody>
      </p:sp>
      <p:sp>
        <p:nvSpPr>
          <p:cNvPr id="5" name="RND_88"/>
          <p:cNvSpPr/>
          <p:nvPr/>
        </p:nvSpPr>
        <p:spPr>
          <a:xfrm rot="2460000">
            <a:off x="11201400" y="5806440"/>
            <a:ext cx="1874520" cy="1874520"/>
          </a:xfrm>
          <a:prstGeom prst="roundRect">
            <a:avLst>
              <a:gd name="adj" fmla="val 12683"/>
            </a:avLst>
          </a:prstGeom>
          <a:solidFill>
            <a:schemeClr val="bg2"/>
          </a:solidFill>
          <a:ln/>
        </p:spPr>
        <p:txBody>
          <a:bodyPr/>
          <a:lstStyle/>
          <a:p>
            <a:endParaRPr lang="en-GB"/>
          </a:p>
        </p:txBody>
      </p:sp>
      <p:sp>
        <p:nvSpPr>
          <p:cNvPr id="6" name="ELL_89"/>
          <p:cNvSpPr/>
          <p:nvPr/>
        </p:nvSpPr>
        <p:spPr>
          <a:xfrm>
            <a:off x="137160" y="4846320"/>
            <a:ext cx="960120" cy="960120"/>
          </a:xfrm>
          <a:prstGeom prst="ellipse">
            <a:avLst/>
          </a:prstGeom>
          <a:solidFill>
            <a:schemeClr val="accent5"/>
          </a:solidFill>
          <a:ln/>
        </p:spPr>
        <p:txBody>
          <a:bodyPr/>
          <a:lstStyle/>
          <a:p>
            <a:endParaRPr lang="en-GB"/>
          </a:p>
        </p:txBody>
      </p:sp>
      <p:sp>
        <p:nvSpPr>
          <p:cNvPr id="7" name="Text 5"/>
          <p:cNvSpPr>
            <a:spLocks noGrp="1"/>
          </p:cNvSpPr>
          <p:nvPr>
            <p:ph type="title" idx="105" hasCustomPrompt="1"/>
          </p:nvPr>
        </p:nvSpPr>
        <p:spPr>
          <a:xfrm>
            <a:off x="713232" y="658368"/>
            <a:ext cx="8229600" cy="685800"/>
          </a:xfrm>
          <a:prstGeom prst="rect">
            <a:avLst/>
          </a:prstGeom>
          <a:noFill/>
          <a:ln/>
        </p:spPr>
        <p:txBody>
          <a:bodyPr wrap="square" rtlCol="0"/>
          <a:lstStyle>
            <a:lvl1pPr marL="0" indent="0" algn="l">
              <a:buNone/>
              <a:defRPr lang="en-US" sz="28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28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2800" dirty="0"/>
          </a:p>
        </p:txBody>
      </p:sp>
      <p:sp>
        <p:nvSpPr>
          <p:cNvPr id="8" name="Text 5"/>
          <p:cNvSpPr>
            <a:spLocks noGrp="1"/>
          </p:cNvSpPr>
          <p:nvPr>
            <p:ph idx="106" hasCustomPrompt="1"/>
          </p:nvPr>
        </p:nvSpPr>
        <p:spPr>
          <a:xfrm>
            <a:off x="1645920" y="1920240"/>
            <a:ext cx="8915400" cy="4160520"/>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Screenshot</a:t>
            </a:r>
            <a:endParaRPr lang="en-US"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3 Screenshot and notes">
    <p:bg>
      <p:bgPr>
        <a:solidFill>
          <a:schemeClr val="bg1"/>
        </a:solidFill>
        <a:effectLst/>
      </p:bgPr>
    </p:bg>
    <p:spTree>
      <p:nvGrpSpPr>
        <p:cNvPr id="1" name=""/>
        <p:cNvGrpSpPr/>
        <p:nvPr/>
      </p:nvGrpSpPr>
      <p:grpSpPr>
        <a:xfrm>
          <a:off x="0" y="0"/>
          <a:ext cx="0" cy="0"/>
          <a:chOff x="0" y="0"/>
          <a:chExt cx="0" cy="0"/>
        </a:xfrm>
      </p:grpSpPr>
      <p:sp>
        <p:nvSpPr>
          <p:cNvPr id="2" name="RND_90"/>
          <p:cNvSpPr/>
          <p:nvPr/>
        </p:nvSpPr>
        <p:spPr>
          <a:xfrm>
            <a:off x="713232" y="1645920"/>
            <a:ext cx="7178040" cy="4526280"/>
          </a:xfrm>
          <a:prstGeom prst="roundRect">
            <a:avLst>
              <a:gd name="adj" fmla="val 3232"/>
            </a:avLst>
          </a:prstGeom>
          <a:solidFill>
            <a:schemeClr val="bg2"/>
          </a:solidFill>
          <a:ln/>
        </p:spPr>
        <p:txBody>
          <a:bodyPr/>
          <a:lstStyle/>
          <a:p>
            <a:endParaRPr lang="en-GB"/>
          </a:p>
        </p:txBody>
      </p:sp>
      <p:sp>
        <p:nvSpPr>
          <p:cNvPr id="3" name="RND_91"/>
          <p:cNvSpPr/>
          <p:nvPr/>
        </p:nvSpPr>
        <p:spPr>
          <a:xfrm rot="1080000">
            <a:off x="11109960" y="-731520"/>
            <a:ext cx="2286000" cy="2286000"/>
          </a:xfrm>
          <a:prstGeom prst="roundRect">
            <a:avLst>
              <a:gd name="adj" fmla="val 10400"/>
            </a:avLst>
          </a:prstGeom>
          <a:solidFill>
            <a:schemeClr val="accent5"/>
          </a:solidFill>
          <a:ln/>
        </p:spPr>
        <p:txBody>
          <a:bodyPr/>
          <a:lstStyle/>
          <a:p>
            <a:endParaRPr lang="en-GB"/>
          </a:p>
        </p:txBody>
      </p:sp>
      <p:sp>
        <p:nvSpPr>
          <p:cNvPr id="4" name="RND_92"/>
          <p:cNvSpPr/>
          <p:nvPr/>
        </p:nvSpPr>
        <p:spPr>
          <a:xfrm rot="-1440000">
            <a:off x="-777240" y="6126480"/>
            <a:ext cx="2057400" cy="2057400"/>
          </a:xfrm>
          <a:prstGeom prst="roundRect">
            <a:avLst>
              <a:gd name="adj" fmla="val 11556"/>
            </a:avLst>
          </a:prstGeom>
          <a:solidFill>
            <a:schemeClr val="bg2"/>
          </a:solidFill>
          <a:ln/>
        </p:spPr>
        <p:txBody>
          <a:bodyPr/>
          <a:lstStyle/>
          <a:p>
            <a:endParaRPr lang="en-GB"/>
          </a:p>
        </p:txBody>
      </p:sp>
      <p:sp>
        <p:nvSpPr>
          <p:cNvPr id="5" name="RND_93"/>
          <p:cNvSpPr/>
          <p:nvPr/>
        </p:nvSpPr>
        <p:spPr>
          <a:xfrm rot="2460000">
            <a:off x="10835640" y="6080760"/>
            <a:ext cx="2148840" cy="2148840"/>
          </a:xfrm>
          <a:prstGeom prst="roundRect">
            <a:avLst>
              <a:gd name="adj" fmla="val 11064"/>
            </a:avLst>
          </a:prstGeom>
          <a:solidFill>
            <a:schemeClr val="bg2"/>
          </a:solidFill>
          <a:ln/>
        </p:spPr>
        <p:txBody>
          <a:bodyPr/>
          <a:lstStyle/>
          <a:p>
            <a:endParaRPr lang="en-GB"/>
          </a:p>
        </p:txBody>
      </p:sp>
      <p:sp>
        <p:nvSpPr>
          <p:cNvPr id="6" name="ELL_94"/>
          <p:cNvSpPr/>
          <p:nvPr/>
        </p:nvSpPr>
        <p:spPr>
          <a:xfrm>
            <a:off x="11795760" y="3063240"/>
            <a:ext cx="822960" cy="822960"/>
          </a:xfrm>
          <a:prstGeom prst="ellipse">
            <a:avLst/>
          </a:prstGeom>
          <a:solidFill>
            <a:schemeClr val="accent5"/>
          </a:solidFill>
          <a:ln/>
        </p:spPr>
        <p:txBody>
          <a:bodyPr/>
          <a:lstStyle/>
          <a:p>
            <a:endParaRPr lang="en-GB"/>
          </a:p>
        </p:txBody>
      </p:sp>
      <p:sp>
        <p:nvSpPr>
          <p:cNvPr id="7" name="Text 5"/>
          <p:cNvSpPr>
            <a:spLocks noGrp="1"/>
          </p:cNvSpPr>
          <p:nvPr>
            <p:ph type="title" idx="105" hasCustomPrompt="1"/>
          </p:nvPr>
        </p:nvSpPr>
        <p:spPr>
          <a:xfrm>
            <a:off x="713232" y="658368"/>
            <a:ext cx="8229600" cy="685800"/>
          </a:xfrm>
          <a:prstGeom prst="rect">
            <a:avLst/>
          </a:prstGeom>
          <a:noFill/>
          <a:ln/>
        </p:spPr>
        <p:txBody>
          <a:bodyPr wrap="square" rtlCol="0"/>
          <a:lstStyle>
            <a:lvl1pPr marL="0" indent="0" algn="l">
              <a:buNone/>
              <a:defRPr lang="en-US" sz="28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28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2800" dirty="0"/>
          </a:p>
        </p:txBody>
      </p:sp>
      <p:sp>
        <p:nvSpPr>
          <p:cNvPr id="8" name="Text 5"/>
          <p:cNvSpPr>
            <a:spLocks noGrp="1"/>
          </p:cNvSpPr>
          <p:nvPr>
            <p:ph idx="106" hasCustomPrompt="1"/>
          </p:nvPr>
        </p:nvSpPr>
        <p:spPr>
          <a:xfrm>
            <a:off x="914400" y="1847088"/>
            <a:ext cx="6766560" cy="4114800"/>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Screenshot</a:t>
            </a:r>
            <a:endParaRPr lang="en-US" dirty="0"/>
          </a:p>
        </p:txBody>
      </p:sp>
      <p:sp>
        <p:nvSpPr>
          <p:cNvPr id="9" name="Text 5"/>
          <p:cNvSpPr>
            <a:spLocks noGrp="1"/>
          </p:cNvSpPr>
          <p:nvPr>
            <p:ph type="body" idx="107" hasCustomPrompt="1"/>
          </p:nvPr>
        </p:nvSpPr>
        <p:spPr>
          <a:xfrm>
            <a:off x="8275320" y="1783080"/>
            <a:ext cx="3200400" cy="457200"/>
          </a:xfrm>
          <a:prstGeom prst="rect">
            <a:avLst/>
          </a:prstGeom>
          <a:noFill/>
          <a:ln/>
        </p:spPr>
        <p:txBody>
          <a:bodyPr wrap="square" rtlCol="0"/>
          <a:lstStyle>
            <a:lvl1pPr marL="0" indent="0" algn="l">
              <a:buNone/>
              <a:defRPr lang="en-US" sz="1900" b="1" dirty="0">
                <a:solidFill>
                  <a:schemeClr val="accent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accent1"/>
                </a:solidFill>
                <a:latin typeface="Century Schoolbook" pitchFamily="34" charset="0"/>
                <a:ea typeface="Century Schoolbook" pitchFamily="34" charset="-122"/>
                <a:cs typeface="Century Schoolbook" pitchFamily="34" charset="-120"/>
              </a:rPr>
              <a:t>Heading</a:t>
            </a:r>
            <a:endParaRPr lang="en-US" sz="1900" dirty="0"/>
          </a:p>
        </p:txBody>
      </p:sp>
      <p:sp>
        <p:nvSpPr>
          <p:cNvPr id="10" name="Text 5"/>
          <p:cNvSpPr>
            <a:spLocks noGrp="1"/>
          </p:cNvSpPr>
          <p:nvPr>
            <p:ph type="body" idx="108" hasCustomPrompt="1"/>
          </p:nvPr>
        </p:nvSpPr>
        <p:spPr>
          <a:xfrm>
            <a:off x="8275320" y="2377440"/>
            <a:ext cx="3200400" cy="365760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350" dirty="0">
                <a:solidFill>
                  <a:schemeClr val="tx1"/>
                </a:solidFill>
                <a:latin typeface="Calibri" pitchFamily="34" charset="0"/>
                <a:ea typeface="Calibri" pitchFamily="34" charset="-122"/>
                <a:cs typeface="Calibri" pitchFamily="34" charset="-120"/>
              </a:rPr>
              <a:t>Body text</a:t>
            </a:r>
            <a:endParaRPr lang="en-US" sz="135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4 Above and below the line">
    <p:bg>
      <p:bgPr>
        <a:solidFill>
          <a:schemeClr val="bg1"/>
        </a:solidFill>
        <a:effectLst/>
      </p:bgPr>
    </p:bg>
    <p:spTree>
      <p:nvGrpSpPr>
        <p:cNvPr id="1" name=""/>
        <p:cNvGrpSpPr/>
        <p:nvPr/>
      </p:nvGrpSpPr>
      <p:grpSpPr>
        <a:xfrm>
          <a:off x="0" y="0"/>
          <a:ext cx="0" cy="0"/>
          <a:chOff x="0" y="0"/>
          <a:chExt cx="0" cy="0"/>
        </a:xfrm>
      </p:grpSpPr>
      <p:sp>
        <p:nvSpPr>
          <p:cNvPr id="2" name="RND_95"/>
          <p:cNvSpPr/>
          <p:nvPr/>
        </p:nvSpPr>
        <p:spPr>
          <a:xfrm>
            <a:off x="8567928" y="3287085"/>
            <a:ext cx="2249424" cy="644835"/>
          </a:xfrm>
          <a:prstGeom prst="roundRect">
            <a:avLst>
              <a:gd name="adj" fmla="val 36869"/>
            </a:avLst>
          </a:prstGeom>
          <a:solidFill>
            <a:schemeClr val="accent5"/>
          </a:solidFill>
          <a:ln/>
        </p:spPr>
        <p:txBody>
          <a:bodyPr/>
          <a:lstStyle/>
          <a:p>
            <a:endParaRPr lang="en-GB"/>
          </a:p>
        </p:txBody>
      </p:sp>
      <p:sp>
        <p:nvSpPr>
          <p:cNvPr id="3" name="RND_96"/>
          <p:cNvSpPr/>
          <p:nvPr/>
        </p:nvSpPr>
        <p:spPr>
          <a:xfrm rot="2700000">
            <a:off x="8530438" y="2207362"/>
            <a:ext cx="1424635" cy="1424635"/>
          </a:xfrm>
          <a:prstGeom prst="roundRect">
            <a:avLst>
              <a:gd name="adj" fmla="val 10270"/>
            </a:avLst>
          </a:prstGeom>
          <a:solidFill>
            <a:schemeClr val="accent5"/>
          </a:solidFill>
          <a:ln/>
        </p:spPr>
        <p:txBody>
          <a:bodyPr/>
          <a:lstStyle/>
          <a:p>
            <a:endParaRPr lang="en-GB"/>
          </a:p>
        </p:txBody>
      </p:sp>
      <p:sp>
        <p:nvSpPr>
          <p:cNvPr id="4" name="RND_97"/>
          <p:cNvSpPr/>
          <p:nvPr/>
        </p:nvSpPr>
        <p:spPr>
          <a:xfrm rot="2700000">
            <a:off x="9730130" y="2469794"/>
            <a:ext cx="1124712" cy="1124712"/>
          </a:xfrm>
          <a:prstGeom prst="roundRect">
            <a:avLst>
              <a:gd name="adj" fmla="val 13008"/>
            </a:avLst>
          </a:prstGeom>
          <a:solidFill>
            <a:schemeClr val="bg2"/>
          </a:solidFill>
          <a:ln/>
        </p:spPr>
        <p:txBody>
          <a:bodyPr/>
          <a:lstStyle/>
          <a:p>
            <a:endParaRPr lang="en-GB"/>
          </a:p>
        </p:txBody>
      </p:sp>
      <p:sp>
        <p:nvSpPr>
          <p:cNvPr id="5" name="SQ_98"/>
          <p:cNvSpPr/>
          <p:nvPr/>
        </p:nvSpPr>
        <p:spPr>
          <a:xfrm>
            <a:off x="0" y="3931920"/>
            <a:ext cx="12191695" cy="2926080"/>
          </a:xfrm>
          <a:prstGeom prst="rect">
            <a:avLst/>
          </a:prstGeom>
          <a:solidFill>
            <a:schemeClr val="accent6"/>
          </a:solidFill>
          <a:ln/>
        </p:spPr>
        <p:txBody>
          <a:bodyPr/>
          <a:lstStyle/>
          <a:p>
            <a:endParaRPr lang="en-GB"/>
          </a:p>
        </p:txBody>
      </p:sp>
      <p:sp>
        <p:nvSpPr>
          <p:cNvPr id="6" name="RND_99"/>
          <p:cNvSpPr/>
          <p:nvPr/>
        </p:nvSpPr>
        <p:spPr>
          <a:xfrm>
            <a:off x="8193024" y="3931920"/>
            <a:ext cx="4198925" cy="2174443"/>
          </a:xfrm>
          <a:prstGeom prst="roundRect">
            <a:avLst>
              <a:gd name="adj" fmla="val 16821"/>
            </a:avLst>
          </a:prstGeom>
          <a:solidFill>
            <a:schemeClr val="accent1"/>
          </a:solidFill>
          <a:ln/>
        </p:spPr>
        <p:txBody>
          <a:bodyPr/>
          <a:lstStyle/>
          <a:p>
            <a:endParaRPr lang="en-GB"/>
          </a:p>
        </p:txBody>
      </p:sp>
      <p:sp>
        <p:nvSpPr>
          <p:cNvPr id="7" name="RND_100"/>
          <p:cNvSpPr/>
          <p:nvPr/>
        </p:nvSpPr>
        <p:spPr>
          <a:xfrm rot="2700000">
            <a:off x="7893101" y="4396801"/>
            <a:ext cx="1949501" cy="1949501"/>
          </a:xfrm>
          <a:prstGeom prst="roundRect">
            <a:avLst>
              <a:gd name="adj" fmla="val 8443"/>
            </a:avLst>
          </a:prstGeom>
          <a:solidFill>
            <a:schemeClr val="accent3"/>
          </a:solidFill>
          <a:ln/>
        </p:spPr>
        <p:txBody>
          <a:bodyPr/>
          <a:lstStyle/>
          <a:p>
            <a:endParaRPr lang="en-GB"/>
          </a:p>
        </p:txBody>
      </p:sp>
      <p:sp>
        <p:nvSpPr>
          <p:cNvPr id="8" name="RND_101"/>
          <p:cNvSpPr/>
          <p:nvPr/>
        </p:nvSpPr>
        <p:spPr>
          <a:xfrm rot="2700000">
            <a:off x="10142525" y="4516770"/>
            <a:ext cx="1649578" cy="1649578"/>
          </a:xfrm>
          <a:prstGeom prst="roundRect">
            <a:avLst>
              <a:gd name="adj" fmla="val 9978"/>
            </a:avLst>
          </a:prstGeom>
          <a:solidFill>
            <a:schemeClr val="accent4"/>
          </a:solidFill>
          <a:ln/>
        </p:spPr>
        <p:txBody>
          <a:bodyPr/>
          <a:lstStyle/>
          <a:p>
            <a:endParaRPr lang="en-GB"/>
          </a:p>
        </p:txBody>
      </p:sp>
      <p:sp>
        <p:nvSpPr>
          <p:cNvPr id="9" name="SQ_102"/>
          <p:cNvSpPr/>
          <p:nvPr/>
        </p:nvSpPr>
        <p:spPr>
          <a:xfrm>
            <a:off x="0" y="3911803"/>
            <a:ext cx="12191695" cy="40234"/>
          </a:xfrm>
          <a:prstGeom prst="rect">
            <a:avLst/>
          </a:prstGeom>
          <a:solidFill>
            <a:schemeClr val="accent2"/>
          </a:solidFill>
          <a:ln/>
        </p:spPr>
        <p:txBody>
          <a:bodyPr/>
          <a:lstStyle/>
          <a:p>
            <a:endParaRPr lang="en-GB"/>
          </a:p>
        </p:txBody>
      </p:sp>
      <p:sp>
        <p:nvSpPr>
          <p:cNvPr id="10" name="Text 8"/>
          <p:cNvSpPr>
            <a:spLocks noGrp="1"/>
          </p:cNvSpPr>
          <p:nvPr>
            <p:ph type="title" idx="108" hasCustomPrompt="1"/>
          </p:nvPr>
        </p:nvSpPr>
        <p:spPr>
          <a:xfrm>
            <a:off x="731520" y="658368"/>
            <a:ext cx="6766560" cy="548640"/>
          </a:xfrm>
          <a:prstGeom prst="rect">
            <a:avLst/>
          </a:prstGeom>
          <a:noFill/>
          <a:ln/>
        </p:spPr>
        <p:txBody>
          <a:bodyPr wrap="square" rtlCol="0"/>
          <a:lstStyle>
            <a:lvl1pPr marL="0" indent="0" algn="l">
              <a:buNone/>
              <a:defRPr lang="en-US" sz="24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2400" b="1" dirty="0">
                <a:solidFill>
                  <a:schemeClr val="tx1"/>
                </a:solidFill>
                <a:latin typeface="Century Schoolbook" pitchFamily="34" charset="0"/>
                <a:ea typeface="Century Schoolbook" pitchFamily="34" charset="-122"/>
                <a:cs typeface="Century Schoolbook" pitchFamily="34" charset="-120"/>
              </a:rPr>
              <a:t>What they see</a:t>
            </a:r>
            <a:endParaRPr lang="en-US" sz="2400" dirty="0"/>
          </a:p>
        </p:txBody>
      </p:sp>
      <p:sp>
        <p:nvSpPr>
          <p:cNvPr id="11" name="Text 8"/>
          <p:cNvSpPr>
            <a:spLocks noGrp="1"/>
          </p:cNvSpPr>
          <p:nvPr>
            <p:ph type="body" idx="109" hasCustomPrompt="1"/>
          </p:nvPr>
        </p:nvSpPr>
        <p:spPr>
          <a:xfrm>
            <a:off x="731520" y="1389888"/>
            <a:ext cx="6035040" cy="228600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tx2"/>
                </a:solidFill>
                <a:latin typeface="Calibri" pitchFamily="34" charset="0"/>
                <a:ea typeface="Calibri" pitchFamily="34" charset="-122"/>
                <a:cs typeface="Calibri" pitchFamily="34" charset="-120"/>
              </a:rPr>
              <a:t>Body text</a:t>
            </a:r>
            <a:endParaRPr lang="en-US" sz="1400" dirty="0"/>
          </a:p>
        </p:txBody>
      </p:sp>
      <p:sp>
        <p:nvSpPr>
          <p:cNvPr id="12" name="Text 8"/>
          <p:cNvSpPr>
            <a:spLocks noGrp="1"/>
          </p:cNvSpPr>
          <p:nvPr>
            <p:ph type="body" idx="110" hasCustomPrompt="1"/>
          </p:nvPr>
        </p:nvSpPr>
        <p:spPr>
          <a:xfrm>
            <a:off x="731520" y="4224528"/>
            <a:ext cx="6766560" cy="502920"/>
          </a:xfrm>
          <a:prstGeom prst="rect">
            <a:avLst/>
          </a:prstGeom>
          <a:noFill/>
          <a:ln/>
        </p:spPr>
        <p:txBody>
          <a:bodyPr wrap="square" rtlCol="0"/>
          <a:lstStyle>
            <a:lvl1pPr marL="0" indent="0" algn="l">
              <a:buNone/>
              <a:defRPr lang="en-US" sz="2400" b="1" dirty="0">
                <a:solidFill>
                  <a:schemeClr val="bg2"/>
                </a:solidFill>
                <a:latin typeface="Century Schoolbook" pitchFamily="34" charset="0"/>
                <a:ea typeface="Century Schoolbook" pitchFamily="34" charset="-122"/>
                <a:cs typeface="Century Schoolbook" pitchFamily="34" charset="-120"/>
              </a:defRPr>
            </a:lvl1pPr>
          </a:lstStyle>
          <a:p>
            <a:pPr marL="0" indent="0" algn="l">
              <a:buNone/>
            </a:pPr>
            <a:r>
              <a:rPr lang="en-US" sz="2400" b="1" dirty="0">
                <a:solidFill>
                  <a:schemeClr val="bg2"/>
                </a:solidFill>
                <a:latin typeface="Century Schoolbook" pitchFamily="34" charset="0"/>
                <a:ea typeface="Century Schoolbook" pitchFamily="34" charset="-122"/>
                <a:cs typeface="Century Schoolbook" pitchFamily="34" charset="-120"/>
              </a:rPr>
              <a:t>Heading</a:t>
            </a:r>
            <a:endParaRPr lang="en-US" sz="2400" dirty="0"/>
          </a:p>
        </p:txBody>
      </p:sp>
      <p:sp>
        <p:nvSpPr>
          <p:cNvPr id="13" name="Text 8"/>
          <p:cNvSpPr>
            <a:spLocks noGrp="1"/>
          </p:cNvSpPr>
          <p:nvPr>
            <p:ph type="body" idx="111" hasCustomPrompt="1"/>
          </p:nvPr>
        </p:nvSpPr>
        <p:spPr>
          <a:xfrm>
            <a:off x="731520" y="4937760"/>
            <a:ext cx="6035040" cy="164592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accent5"/>
                </a:solidFill>
                <a:latin typeface="Calibri" pitchFamily="34" charset="0"/>
                <a:ea typeface="Calibri" pitchFamily="34" charset="-122"/>
                <a:cs typeface="Calibri" pitchFamily="34" charset="-120"/>
              </a:rPr>
              <a:t>Body text</a:t>
            </a:r>
            <a:endParaRPr lang="en-US" sz="140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5 Iceberg stat">
    <p:bg>
      <p:bgPr>
        <a:solidFill>
          <a:schemeClr val="bg1"/>
        </a:solidFill>
        <a:effectLst/>
      </p:bgPr>
    </p:bg>
    <p:spTree>
      <p:nvGrpSpPr>
        <p:cNvPr id="1" name=""/>
        <p:cNvGrpSpPr/>
        <p:nvPr/>
      </p:nvGrpSpPr>
      <p:grpSpPr>
        <a:xfrm>
          <a:off x="0" y="0"/>
          <a:ext cx="0" cy="0"/>
          <a:chOff x="0" y="0"/>
          <a:chExt cx="0" cy="0"/>
        </a:xfrm>
      </p:grpSpPr>
      <p:sp>
        <p:nvSpPr>
          <p:cNvPr id="2" name="RND_103"/>
          <p:cNvSpPr/>
          <p:nvPr/>
        </p:nvSpPr>
        <p:spPr>
          <a:xfrm>
            <a:off x="8567928" y="3287085"/>
            <a:ext cx="2249424" cy="644835"/>
          </a:xfrm>
          <a:prstGeom prst="roundRect">
            <a:avLst>
              <a:gd name="adj" fmla="val 36869"/>
            </a:avLst>
          </a:prstGeom>
          <a:solidFill>
            <a:schemeClr val="accent5"/>
          </a:solidFill>
          <a:ln/>
        </p:spPr>
        <p:txBody>
          <a:bodyPr/>
          <a:lstStyle/>
          <a:p>
            <a:endParaRPr lang="en-GB"/>
          </a:p>
        </p:txBody>
      </p:sp>
      <p:sp>
        <p:nvSpPr>
          <p:cNvPr id="3" name="RND_104"/>
          <p:cNvSpPr/>
          <p:nvPr/>
        </p:nvSpPr>
        <p:spPr>
          <a:xfrm rot="2700000">
            <a:off x="8530438" y="2207362"/>
            <a:ext cx="1424635" cy="1424635"/>
          </a:xfrm>
          <a:prstGeom prst="roundRect">
            <a:avLst>
              <a:gd name="adj" fmla="val 10270"/>
            </a:avLst>
          </a:prstGeom>
          <a:solidFill>
            <a:schemeClr val="accent5"/>
          </a:solidFill>
          <a:ln/>
        </p:spPr>
        <p:txBody>
          <a:bodyPr/>
          <a:lstStyle/>
          <a:p>
            <a:endParaRPr lang="en-GB"/>
          </a:p>
        </p:txBody>
      </p:sp>
      <p:sp>
        <p:nvSpPr>
          <p:cNvPr id="4" name="RND_105"/>
          <p:cNvSpPr/>
          <p:nvPr/>
        </p:nvSpPr>
        <p:spPr>
          <a:xfrm rot="2700000">
            <a:off x="9730130" y="2469794"/>
            <a:ext cx="1124712" cy="1124712"/>
          </a:xfrm>
          <a:prstGeom prst="roundRect">
            <a:avLst>
              <a:gd name="adj" fmla="val 13008"/>
            </a:avLst>
          </a:prstGeom>
          <a:solidFill>
            <a:schemeClr val="bg2"/>
          </a:solidFill>
          <a:ln/>
        </p:spPr>
        <p:txBody>
          <a:bodyPr/>
          <a:lstStyle/>
          <a:p>
            <a:endParaRPr lang="en-GB"/>
          </a:p>
        </p:txBody>
      </p:sp>
      <p:sp>
        <p:nvSpPr>
          <p:cNvPr id="5" name="SQ_106"/>
          <p:cNvSpPr/>
          <p:nvPr/>
        </p:nvSpPr>
        <p:spPr>
          <a:xfrm>
            <a:off x="0" y="3931920"/>
            <a:ext cx="12191695" cy="2926080"/>
          </a:xfrm>
          <a:prstGeom prst="rect">
            <a:avLst/>
          </a:prstGeom>
          <a:solidFill>
            <a:schemeClr val="accent6"/>
          </a:solidFill>
          <a:ln/>
        </p:spPr>
        <p:txBody>
          <a:bodyPr/>
          <a:lstStyle/>
          <a:p>
            <a:endParaRPr lang="en-GB"/>
          </a:p>
        </p:txBody>
      </p:sp>
      <p:sp>
        <p:nvSpPr>
          <p:cNvPr id="6" name="RND_107"/>
          <p:cNvSpPr/>
          <p:nvPr/>
        </p:nvSpPr>
        <p:spPr>
          <a:xfrm>
            <a:off x="8193024" y="3931920"/>
            <a:ext cx="4198925" cy="2174443"/>
          </a:xfrm>
          <a:prstGeom prst="roundRect">
            <a:avLst>
              <a:gd name="adj" fmla="val 16821"/>
            </a:avLst>
          </a:prstGeom>
          <a:solidFill>
            <a:schemeClr val="accent1"/>
          </a:solidFill>
          <a:ln/>
        </p:spPr>
        <p:txBody>
          <a:bodyPr/>
          <a:lstStyle/>
          <a:p>
            <a:endParaRPr lang="en-GB"/>
          </a:p>
        </p:txBody>
      </p:sp>
      <p:sp>
        <p:nvSpPr>
          <p:cNvPr id="7" name="RND_108"/>
          <p:cNvSpPr/>
          <p:nvPr/>
        </p:nvSpPr>
        <p:spPr>
          <a:xfrm rot="2700000">
            <a:off x="7893101" y="4396801"/>
            <a:ext cx="1949501" cy="1949501"/>
          </a:xfrm>
          <a:prstGeom prst="roundRect">
            <a:avLst>
              <a:gd name="adj" fmla="val 8443"/>
            </a:avLst>
          </a:prstGeom>
          <a:solidFill>
            <a:schemeClr val="accent3"/>
          </a:solidFill>
          <a:ln/>
        </p:spPr>
        <p:txBody>
          <a:bodyPr/>
          <a:lstStyle/>
          <a:p>
            <a:endParaRPr lang="en-GB"/>
          </a:p>
        </p:txBody>
      </p:sp>
      <p:sp>
        <p:nvSpPr>
          <p:cNvPr id="8" name="RND_109"/>
          <p:cNvSpPr/>
          <p:nvPr/>
        </p:nvSpPr>
        <p:spPr>
          <a:xfrm rot="2700000">
            <a:off x="10142525" y="4516770"/>
            <a:ext cx="1649578" cy="1649578"/>
          </a:xfrm>
          <a:prstGeom prst="roundRect">
            <a:avLst>
              <a:gd name="adj" fmla="val 9978"/>
            </a:avLst>
          </a:prstGeom>
          <a:solidFill>
            <a:schemeClr val="accent4"/>
          </a:solidFill>
          <a:ln/>
        </p:spPr>
        <p:txBody>
          <a:bodyPr/>
          <a:lstStyle/>
          <a:p>
            <a:endParaRPr lang="en-GB"/>
          </a:p>
        </p:txBody>
      </p:sp>
      <p:sp>
        <p:nvSpPr>
          <p:cNvPr id="9" name="SQ_110"/>
          <p:cNvSpPr/>
          <p:nvPr/>
        </p:nvSpPr>
        <p:spPr>
          <a:xfrm>
            <a:off x="0" y="3911803"/>
            <a:ext cx="12191695" cy="40234"/>
          </a:xfrm>
          <a:prstGeom prst="rect">
            <a:avLst/>
          </a:prstGeom>
          <a:solidFill>
            <a:schemeClr val="accent2"/>
          </a:solidFill>
          <a:ln/>
        </p:spPr>
        <p:txBody>
          <a:bodyPr/>
          <a:lstStyle/>
          <a:p>
            <a:endParaRPr lang="en-GB"/>
          </a:p>
        </p:txBody>
      </p:sp>
      <p:sp>
        <p:nvSpPr>
          <p:cNvPr id="10" name="Text 8"/>
          <p:cNvSpPr>
            <a:spLocks noGrp="1"/>
          </p:cNvSpPr>
          <p:nvPr>
            <p:ph type="title" idx="108" hasCustomPrompt="1"/>
          </p:nvPr>
        </p:nvSpPr>
        <p:spPr>
          <a:xfrm>
            <a:off x="749808" y="1691640"/>
            <a:ext cx="4754880" cy="1371600"/>
          </a:xfrm>
          <a:prstGeom prst="rect">
            <a:avLst/>
          </a:prstGeom>
          <a:noFill/>
          <a:ln/>
        </p:spPr>
        <p:txBody>
          <a:bodyPr wrap="square" rtlCol="0"/>
          <a:lstStyle>
            <a:lvl1pPr marL="0" indent="0" algn="l">
              <a:buNone/>
              <a:defRPr lang="en-US" sz="7600" b="1" dirty="0">
                <a:solidFill>
                  <a:schemeClr val="accent2"/>
                </a:solidFill>
                <a:latin typeface="Century Schoolbook" pitchFamily="34" charset="0"/>
                <a:ea typeface="Century Schoolbook" pitchFamily="34" charset="-122"/>
                <a:cs typeface="Century Schoolbook" pitchFamily="34" charset="-120"/>
              </a:defRPr>
            </a:lvl1pPr>
          </a:lstStyle>
          <a:p>
            <a:pPr marL="0" indent="0" algn="l">
              <a:buNone/>
            </a:pPr>
            <a:r>
              <a:rPr lang="en-US" sz="7600" b="1" dirty="0">
                <a:solidFill>
                  <a:schemeClr val="accent2"/>
                </a:solidFill>
                <a:latin typeface="Century Schoolbook" pitchFamily="34" charset="0"/>
                <a:ea typeface="Century Schoolbook" pitchFamily="34" charset="-122"/>
                <a:cs typeface="Century Schoolbook" pitchFamily="34" charset="-120"/>
              </a:rPr>
              <a:t>90%</a:t>
            </a:r>
            <a:endParaRPr lang="en-US" sz="7600" dirty="0"/>
          </a:p>
        </p:txBody>
      </p:sp>
      <p:sp>
        <p:nvSpPr>
          <p:cNvPr id="11" name="Text 8"/>
          <p:cNvSpPr>
            <a:spLocks noGrp="1"/>
          </p:cNvSpPr>
          <p:nvPr>
            <p:ph type="body" idx="109" hasCustomPrompt="1"/>
          </p:nvPr>
        </p:nvSpPr>
        <p:spPr>
          <a:xfrm>
            <a:off x="749808" y="3108960"/>
            <a:ext cx="4754880" cy="777240"/>
          </a:xfrm>
          <a:prstGeom prst="rect">
            <a:avLst/>
          </a:prstGeom>
          <a:noFill/>
          <a:ln/>
        </p:spPr>
        <p:txBody>
          <a:bodyPr wrap="square" rtlCol="0"/>
          <a:lstStyle>
            <a:lvl1pPr marL="0" indent="0" algn="l">
              <a:lnSpc>
                <a:spcPct val="120000"/>
              </a:lnSpc>
              <a:buNone/>
              <a:defRPr lang="en-US" sz="2100" dirty="0">
                <a:solidFill>
                  <a:schemeClr val="tx1"/>
                </a:solidFill>
                <a:latin typeface="Century Schoolbook" pitchFamily="34" charset="0"/>
                <a:ea typeface="Century Schoolbook" pitchFamily="34" charset="-122"/>
                <a:cs typeface="Century Schoolbook" pitchFamily="34" charset="-120"/>
              </a:defRPr>
            </a:lvl1pPr>
          </a:lstStyle>
          <a:p>
            <a:pPr marL="0" indent="0" algn="l">
              <a:lnSpc>
                <a:spcPct val="120000"/>
              </a:lnSpc>
              <a:buNone/>
            </a:pPr>
            <a:r>
              <a:rPr lang="en-US" sz="2100" dirty="0">
                <a:solidFill>
                  <a:schemeClr val="tx1"/>
                </a:solidFill>
                <a:latin typeface="Century Schoolbook" pitchFamily="34" charset="0"/>
                <a:ea typeface="Century Schoolbook" pitchFamily="34" charset="-122"/>
                <a:cs typeface="Century Schoolbook" pitchFamily="34" charset="-120"/>
              </a:rPr>
              <a:t>What that number means</a:t>
            </a:r>
            <a:endParaRPr lang="en-US" sz="2100" dirty="0"/>
          </a:p>
        </p:txBody>
      </p:sp>
      <p:sp>
        <p:nvSpPr>
          <p:cNvPr id="12" name="Text 8"/>
          <p:cNvSpPr>
            <a:spLocks noGrp="1"/>
          </p:cNvSpPr>
          <p:nvPr>
            <p:ph type="body" idx="110" hasCustomPrompt="1"/>
          </p:nvPr>
        </p:nvSpPr>
        <p:spPr>
          <a:xfrm>
            <a:off x="749808" y="4526280"/>
            <a:ext cx="4572000" cy="822960"/>
          </a:xfrm>
          <a:prstGeom prst="rect">
            <a:avLst/>
          </a:prstGeom>
          <a:noFill/>
          <a:ln/>
        </p:spPr>
        <p:txBody>
          <a:bodyPr wrap="square" rtlCol="0"/>
          <a:lstStyle>
            <a:lvl1pPr marL="0" indent="0" algn="l">
              <a:lnSpc>
                <a:spcPct val="120000"/>
              </a:lnSpc>
              <a:buNone/>
              <a:defRPr lang="en-US" sz="1500" dirty="0">
                <a:solidFill>
                  <a:schemeClr val="accent5"/>
                </a:solidFill>
                <a:latin typeface="Calibri" pitchFamily="34" charset="0"/>
                <a:ea typeface="Calibri" pitchFamily="34" charset="-122"/>
                <a:cs typeface="Calibri" pitchFamily="34" charset="-120"/>
              </a:defRPr>
            </a:lvl1pPr>
          </a:lstStyle>
          <a:p>
            <a:pPr marL="0" indent="0" algn="l">
              <a:lnSpc>
                <a:spcPct val="120000"/>
              </a:lnSpc>
              <a:buNone/>
            </a:pPr>
            <a:r>
              <a:rPr lang="en-US" sz="1500" dirty="0">
                <a:solidFill>
                  <a:schemeClr val="accent5"/>
                </a:solidFill>
                <a:latin typeface="Calibri" pitchFamily="34" charset="0"/>
                <a:ea typeface="Calibri" pitchFamily="34" charset="-122"/>
                <a:cs typeface="Calibri" pitchFamily="34" charset="-120"/>
              </a:rPr>
              <a:t>The part nobody sees</a:t>
            </a:r>
            <a:endParaRPr lang="en-US" sz="1500"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6 Track timeline">
    <p:bg>
      <p:bgPr>
        <a:solidFill>
          <a:schemeClr val="bg1"/>
        </a:solidFill>
        <a:effectLst/>
      </p:bgPr>
    </p:bg>
    <p:spTree>
      <p:nvGrpSpPr>
        <p:cNvPr id="1" name=""/>
        <p:cNvGrpSpPr/>
        <p:nvPr/>
      </p:nvGrpSpPr>
      <p:grpSpPr>
        <a:xfrm>
          <a:off x="0" y="0"/>
          <a:ext cx="0" cy="0"/>
          <a:chOff x="0" y="0"/>
          <a:chExt cx="0" cy="0"/>
        </a:xfrm>
      </p:grpSpPr>
      <p:sp>
        <p:nvSpPr>
          <p:cNvPr id="2" name="RND_111"/>
          <p:cNvSpPr/>
          <p:nvPr/>
        </p:nvSpPr>
        <p:spPr>
          <a:xfrm rot="1080000">
            <a:off x="10927080" y="-822960"/>
            <a:ext cx="2606040" cy="2606040"/>
          </a:xfrm>
          <a:prstGeom prst="roundRect">
            <a:avLst>
              <a:gd name="adj" fmla="val 9123"/>
            </a:avLst>
          </a:prstGeom>
          <a:solidFill>
            <a:schemeClr val="bg2"/>
          </a:solidFill>
          <a:ln/>
        </p:spPr>
        <p:txBody>
          <a:bodyPr/>
          <a:lstStyle/>
          <a:p>
            <a:endParaRPr lang="en-GB"/>
          </a:p>
        </p:txBody>
      </p:sp>
      <p:sp>
        <p:nvSpPr>
          <p:cNvPr id="3" name="RND_112"/>
          <p:cNvSpPr/>
          <p:nvPr/>
        </p:nvSpPr>
        <p:spPr>
          <a:xfrm rot="-1440000">
            <a:off x="-731520" y="5852160"/>
            <a:ext cx="2148840" cy="2148840"/>
          </a:xfrm>
          <a:prstGeom prst="roundRect">
            <a:avLst>
              <a:gd name="adj" fmla="val 11064"/>
            </a:avLst>
          </a:prstGeom>
          <a:solidFill>
            <a:schemeClr val="accent5"/>
          </a:solidFill>
          <a:ln/>
        </p:spPr>
        <p:txBody>
          <a:bodyPr/>
          <a:lstStyle/>
          <a:p>
            <a:endParaRPr lang="en-GB"/>
          </a:p>
        </p:txBody>
      </p:sp>
      <p:sp>
        <p:nvSpPr>
          <p:cNvPr id="4" name="RND_113"/>
          <p:cNvSpPr/>
          <p:nvPr/>
        </p:nvSpPr>
        <p:spPr>
          <a:xfrm rot="2460000">
            <a:off x="11430000" y="5897880"/>
            <a:ext cx="1783080" cy="1783080"/>
          </a:xfrm>
          <a:prstGeom prst="roundRect">
            <a:avLst>
              <a:gd name="adj" fmla="val 13333"/>
            </a:avLst>
          </a:prstGeom>
          <a:solidFill>
            <a:schemeClr val="bg2"/>
          </a:solidFill>
          <a:ln/>
        </p:spPr>
        <p:txBody>
          <a:bodyPr/>
          <a:lstStyle/>
          <a:p>
            <a:endParaRPr lang="en-GB"/>
          </a:p>
        </p:txBody>
      </p:sp>
      <p:sp>
        <p:nvSpPr>
          <p:cNvPr id="5" name="ELL_114"/>
          <p:cNvSpPr/>
          <p:nvPr/>
        </p:nvSpPr>
        <p:spPr>
          <a:xfrm>
            <a:off x="-502920" y="4617720"/>
            <a:ext cx="1188720" cy="1188720"/>
          </a:xfrm>
          <a:prstGeom prst="ellipse">
            <a:avLst/>
          </a:prstGeom>
          <a:solidFill>
            <a:schemeClr val="accent5"/>
          </a:solidFill>
          <a:ln/>
        </p:spPr>
        <p:txBody>
          <a:bodyPr/>
          <a:lstStyle/>
          <a:p>
            <a:endParaRPr lang="en-GB"/>
          </a:p>
        </p:txBody>
      </p:sp>
      <p:sp>
        <p:nvSpPr>
          <p:cNvPr id="6" name="Text 4"/>
          <p:cNvSpPr>
            <a:spLocks noGrp="1"/>
          </p:cNvSpPr>
          <p:nvPr>
            <p:ph type="title" idx="104"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3200" dirty="0"/>
          </a:p>
        </p:txBody>
      </p:sp>
      <p:sp>
        <p:nvSpPr>
          <p:cNvPr id="7" name="ELL_115"/>
          <p:cNvSpPr/>
          <p:nvPr/>
        </p:nvSpPr>
        <p:spPr>
          <a:xfrm rot="-1620000">
            <a:off x="1893265" y="2262226"/>
            <a:ext cx="88880" cy="382676"/>
          </a:xfrm>
          <a:prstGeom prst="ellipse">
            <a:avLst/>
          </a:prstGeom>
          <a:solidFill>
            <a:schemeClr val="accent2"/>
          </a:solidFill>
          <a:ln/>
        </p:spPr>
        <p:txBody>
          <a:bodyPr/>
          <a:lstStyle/>
          <a:p>
            <a:endParaRPr lang="en-GB"/>
          </a:p>
        </p:txBody>
      </p:sp>
      <p:sp>
        <p:nvSpPr>
          <p:cNvPr id="8" name="ELL_116"/>
          <p:cNvSpPr/>
          <p:nvPr/>
        </p:nvSpPr>
        <p:spPr>
          <a:xfrm>
            <a:off x="2058680" y="2212848"/>
            <a:ext cx="88880" cy="407365"/>
          </a:xfrm>
          <a:prstGeom prst="ellipse">
            <a:avLst/>
          </a:prstGeom>
          <a:solidFill>
            <a:schemeClr val="accent2"/>
          </a:solidFill>
          <a:ln/>
        </p:spPr>
        <p:txBody>
          <a:bodyPr/>
          <a:lstStyle/>
          <a:p>
            <a:endParaRPr lang="en-GB"/>
          </a:p>
        </p:txBody>
      </p:sp>
      <p:sp>
        <p:nvSpPr>
          <p:cNvPr id="9" name="ELL_117"/>
          <p:cNvSpPr/>
          <p:nvPr/>
        </p:nvSpPr>
        <p:spPr>
          <a:xfrm rot="1620000">
            <a:off x="2224095" y="2262226"/>
            <a:ext cx="88880" cy="382676"/>
          </a:xfrm>
          <a:prstGeom prst="ellipse">
            <a:avLst/>
          </a:prstGeom>
          <a:solidFill>
            <a:schemeClr val="accent2"/>
          </a:solidFill>
          <a:ln/>
        </p:spPr>
        <p:txBody>
          <a:bodyPr/>
          <a:lstStyle/>
          <a:p>
            <a:endParaRPr lang="en-GB"/>
          </a:p>
        </p:txBody>
      </p:sp>
      <p:sp>
        <p:nvSpPr>
          <p:cNvPr id="10" name="ELL_118"/>
          <p:cNvSpPr/>
          <p:nvPr/>
        </p:nvSpPr>
        <p:spPr>
          <a:xfrm>
            <a:off x="2029054" y="2570836"/>
            <a:ext cx="148133" cy="118506"/>
          </a:xfrm>
          <a:prstGeom prst="ellipse">
            <a:avLst/>
          </a:prstGeom>
          <a:solidFill>
            <a:schemeClr val="accent2"/>
          </a:solidFill>
          <a:ln/>
        </p:spPr>
        <p:txBody>
          <a:bodyPr/>
          <a:lstStyle/>
          <a:p>
            <a:endParaRPr lang="en-GB"/>
          </a:p>
        </p:txBody>
      </p:sp>
      <p:sp>
        <p:nvSpPr>
          <p:cNvPr id="11" name="ELL_119"/>
          <p:cNvSpPr/>
          <p:nvPr/>
        </p:nvSpPr>
        <p:spPr>
          <a:xfrm rot="-1620000">
            <a:off x="4654753" y="2317090"/>
            <a:ext cx="88880" cy="382676"/>
          </a:xfrm>
          <a:prstGeom prst="ellipse">
            <a:avLst/>
          </a:prstGeom>
          <a:solidFill>
            <a:schemeClr val="accent2"/>
          </a:solidFill>
          <a:ln/>
        </p:spPr>
        <p:txBody>
          <a:bodyPr/>
          <a:lstStyle/>
          <a:p>
            <a:endParaRPr lang="en-GB"/>
          </a:p>
        </p:txBody>
      </p:sp>
      <p:sp>
        <p:nvSpPr>
          <p:cNvPr id="12" name="ELL_120"/>
          <p:cNvSpPr/>
          <p:nvPr/>
        </p:nvSpPr>
        <p:spPr>
          <a:xfrm>
            <a:off x="4820168" y="2267712"/>
            <a:ext cx="88880" cy="407365"/>
          </a:xfrm>
          <a:prstGeom prst="ellipse">
            <a:avLst/>
          </a:prstGeom>
          <a:solidFill>
            <a:schemeClr val="accent2"/>
          </a:solidFill>
          <a:ln/>
        </p:spPr>
        <p:txBody>
          <a:bodyPr/>
          <a:lstStyle/>
          <a:p>
            <a:endParaRPr lang="en-GB"/>
          </a:p>
        </p:txBody>
      </p:sp>
      <p:sp>
        <p:nvSpPr>
          <p:cNvPr id="13" name="ELL_121"/>
          <p:cNvSpPr/>
          <p:nvPr/>
        </p:nvSpPr>
        <p:spPr>
          <a:xfrm rot="1620000">
            <a:off x="4985583" y="2317090"/>
            <a:ext cx="88880" cy="382676"/>
          </a:xfrm>
          <a:prstGeom prst="ellipse">
            <a:avLst/>
          </a:prstGeom>
          <a:solidFill>
            <a:schemeClr val="accent2"/>
          </a:solidFill>
          <a:ln/>
        </p:spPr>
        <p:txBody>
          <a:bodyPr/>
          <a:lstStyle/>
          <a:p>
            <a:endParaRPr lang="en-GB"/>
          </a:p>
        </p:txBody>
      </p:sp>
      <p:sp>
        <p:nvSpPr>
          <p:cNvPr id="14" name="ELL_122"/>
          <p:cNvSpPr/>
          <p:nvPr/>
        </p:nvSpPr>
        <p:spPr>
          <a:xfrm>
            <a:off x="4790542" y="2625700"/>
            <a:ext cx="148133" cy="118506"/>
          </a:xfrm>
          <a:prstGeom prst="ellipse">
            <a:avLst/>
          </a:prstGeom>
          <a:solidFill>
            <a:schemeClr val="accent2"/>
          </a:solidFill>
          <a:ln/>
        </p:spPr>
        <p:txBody>
          <a:bodyPr/>
          <a:lstStyle/>
          <a:p>
            <a:endParaRPr lang="en-GB"/>
          </a:p>
        </p:txBody>
      </p:sp>
      <p:sp>
        <p:nvSpPr>
          <p:cNvPr id="15" name="ELL_123"/>
          <p:cNvSpPr/>
          <p:nvPr/>
        </p:nvSpPr>
        <p:spPr>
          <a:xfrm rot="-1620000">
            <a:off x="7416241" y="2262226"/>
            <a:ext cx="88880" cy="382676"/>
          </a:xfrm>
          <a:prstGeom prst="ellipse">
            <a:avLst/>
          </a:prstGeom>
          <a:solidFill>
            <a:schemeClr val="accent5"/>
          </a:solidFill>
          <a:ln/>
        </p:spPr>
        <p:txBody>
          <a:bodyPr/>
          <a:lstStyle/>
          <a:p>
            <a:endParaRPr lang="en-GB"/>
          </a:p>
        </p:txBody>
      </p:sp>
      <p:sp>
        <p:nvSpPr>
          <p:cNvPr id="16" name="ELL_124"/>
          <p:cNvSpPr/>
          <p:nvPr/>
        </p:nvSpPr>
        <p:spPr>
          <a:xfrm>
            <a:off x="7581656" y="2212848"/>
            <a:ext cx="88880" cy="407365"/>
          </a:xfrm>
          <a:prstGeom prst="ellipse">
            <a:avLst/>
          </a:prstGeom>
          <a:solidFill>
            <a:schemeClr val="accent5"/>
          </a:solidFill>
          <a:ln/>
        </p:spPr>
        <p:txBody>
          <a:bodyPr/>
          <a:lstStyle/>
          <a:p>
            <a:endParaRPr lang="en-GB"/>
          </a:p>
        </p:txBody>
      </p:sp>
      <p:sp>
        <p:nvSpPr>
          <p:cNvPr id="17" name="ELL_125"/>
          <p:cNvSpPr/>
          <p:nvPr/>
        </p:nvSpPr>
        <p:spPr>
          <a:xfrm rot="1620000">
            <a:off x="7747071" y="2262226"/>
            <a:ext cx="88880" cy="382676"/>
          </a:xfrm>
          <a:prstGeom prst="ellipse">
            <a:avLst/>
          </a:prstGeom>
          <a:solidFill>
            <a:schemeClr val="accent5"/>
          </a:solidFill>
          <a:ln/>
        </p:spPr>
        <p:txBody>
          <a:bodyPr/>
          <a:lstStyle/>
          <a:p>
            <a:endParaRPr lang="en-GB"/>
          </a:p>
        </p:txBody>
      </p:sp>
      <p:sp>
        <p:nvSpPr>
          <p:cNvPr id="18" name="ELL_126"/>
          <p:cNvSpPr/>
          <p:nvPr/>
        </p:nvSpPr>
        <p:spPr>
          <a:xfrm>
            <a:off x="7552030" y="2570836"/>
            <a:ext cx="148133" cy="118506"/>
          </a:xfrm>
          <a:prstGeom prst="ellipse">
            <a:avLst/>
          </a:prstGeom>
          <a:solidFill>
            <a:schemeClr val="accent5"/>
          </a:solidFill>
          <a:ln/>
        </p:spPr>
        <p:txBody>
          <a:bodyPr/>
          <a:lstStyle/>
          <a:p>
            <a:endParaRPr lang="en-GB"/>
          </a:p>
        </p:txBody>
      </p:sp>
      <p:sp>
        <p:nvSpPr>
          <p:cNvPr id="19" name="ELL_127"/>
          <p:cNvSpPr/>
          <p:nvPr/>
        </p:nvSpPr>
        <p:spPr>
          <a:xfrm rot="-1620000">
            <a:off x="10177729" y="2317090"/>
            <a:ext cx="88880" cy="382676"/>
          </a:xfrm>
          <a:prstGeom prst="ellipse">
            <a:avLst/>
          </a:prstGeom>
          <a:solidFill>
            <a:schemeClr val="accent5"/>
          </a:solidFill>
          <a:ln/>
        </p:spPr>
        <p:txBody>
          <a:bodyPr/>
          <a:lstStyle/>
          <a:p>
            <a:endParaRPr lang="en-GB"/>
          </a:p>
        </p:txBody>
      </p:sp>
      <p:sp>
        <p:nvSpPr>
          <p:cNvPr id="20" name="ELL_128"/>
          <p:cNvSpPr/>
          <p:nvPr/>
        </p:nvSpPr>
        <p:spPr>
          <a:xfrm>
            <a:off x="10343144" y="2267712"/>
            <a:ext cx="88880" cy="407365"/>
          </a:xfrm>
          <a:prstGeom prst="ellipse">
            <a:avLst/>
          </a:prstGeom>
          <a:solidFill>
            <a:schemeClr val="accent5"/>
          </a:solidFill>
          <a:ln/>
        </p:spPr>
        <p:txBody>
          <a:bodyPr/>
          <a:lstStyle/>
          <a:p>
            <a:endParaRPr lang="en-GB"/>
          </a:p>
        </p:txBody>
      </p:sp>
      <p:sp>
        <p:nvSpPr>
          <p:cNvPr id="21" name="ELL_129"/>
          <p:cNvSpPr/>
          <p:nvPr/>
        </p:nvSpPr>
        <p:spPr>
          <a:xfrm rot="1620000">
            <a:off x="10508559" y="2317090"/>
            <a:ext cx="88880" cy="382676"/>
          </a:xfrm>
          <a:prstGeom prst="ellipse">
            <a:avLst/>
          </a:prstGeom>
          <a:solidFill>
            <a:schemeClr val="accent5"/>
          </a:solidFill>
          <a:ln/>
        </p:spPr>
        <p:txBody>
          <a:bodyPr/>
          <a:lstStyle/>
          <a:p>
            <a:endParaRPr lang="en-GB"/>
          </a:p>
        </p:txBody>
      </p:sp>
      <p:sp>
        <p:nvSpPr>
          <p:cNvPr id="22" name="ELL_130"/>
          <p:cNvSpPr/>
          <p:nvPr/>
        </p:nvSpPr>
        <p:spPr>
          <a:xfrm>
            <a:off x="10313518" y="2625700"/>
            <a:ext cx="148133" cy="118506"/>
          </a:xfrm>
          <a:prstGeom prst="ellipse">
            <a:avLst/>
          </a:prstGeom>
          <a:solidFill>
            <a:schemeClr val="accent5"/>
          </a:solidFill>
          <a:ln/>
        </p:spPr>
        <p:txBody>
          <a:bodyPr/>
          <a:lstStyle/>
          <a:p>
            <a:endParaRPr lang="en-GB"/>
          </a:p>
        </p:txBody>
      </p:sp>
      <p:sp>
        <p:nvSpPr>
          <p:cNvPr id="23" name="Text 20"/>
          <p:cNvSpPr>
            <a:spLocks noGrp="1"/>
          </p:cNvSpPr>
          <p:nvPr>
            <p:ph type="body" idx="121" hasCustomPrompt="1"/>
          </p:nvPr>
        </p:nvSpPr>
        <p:spPr>
          <a:xfrm>
            <a:off x="868680" y="3520440"/>
            <a:ext cx="2468880" cy="411480"/>
          </a:xfrm>
          <a:prstGeom prst="rect">
            <a:avLst/>
          </a:prstGeom>
          <a:noFill/>
          <a:ln/>
        </p:spPr>
        <p:txBody>
          <a:bodyPr wrap="square" rtlCol="0"/>
          <a:lstStyle>
            <a:lvl1pPr marL="0" indent="0" algn="l">
              <a:buNone/>
              <a:defRPr lang="en-US" sz="18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tx1"/>
                </a:solidFill>
                <a:latin typeface="Century Schoolbook" pitchFamily="34" charset="0"/>
                <a:ea typeface="Century Schoolbook" pitchFamily="34" charset="-122"/>
                <a:cs typeface="Century Schoolbook" pitchFamily="34" charset="-120"/>
              </a:rPr>
              <a:t>Heading</a:t>
            </a:r>
            <a:endParaRPr lang="en-US" sz="1800" dirty="0"/>
          </a:p>
        </p:txBody>
      </p:sp>
      <p:sp>
        <p:nvSpPr>
          <p:cNvPr id="24" name="Text 20"/>
          <p:cNvSpPr>
            <a:spLocks noGrp="1"/>
          </p:cNvSpPr>
          <p:nvPr>
            <p:ph type="body" idx="122" hasCustomPrompt="1"/>
          </p:nvPr>
        </p:nvSpPr>
        <p:spPr>
          <a:xfrm>
            <a:off x="868680" y="4041648"/>
            <a:ext cx="2468880" cy="1737360"/>
          </a:xfrm>
          <a:prstGeom prst="rect">
            <a:avLst/>
          </a:prstGeom>
          <a:noFill/>
          <a:ln/>
        </p:spPr>
        <p:txBody>
          <a:bodyPr wrap="square" rtlCol="0"/>
          <a:lstStyle>
            <a:lvl1pPr marL="0" indent="0" algn="l">
              <a:lnSpc>
                <a:spcPct val="122000"/>
              </a:lnSpc>
              <a:buNone/>
              <a:defRPr lang="en-US" sz="1300" dirty="0">
                <a:solidFill>
                  <a:schemeClr val="tx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tx2"/>
                </a:solidFill>
                <a:latin typeface="Calibri" pitchFamily="34" charset="0"/>
                <a:ea typeface="Calibri" pitchFamily="34" charset="-122"/>
                <a:cs typeface="Calibri" pitchFamily="34" charset="-120"/>
              </a:rPr>
              <a:t>Body text</a:t>
            </a:r>
            <a:endParaRPr lang="en-US" sz="1300" dirty="0"/>
          </a:p>
        </p:txBody>
      </p:sp>
      <p:sp>
        <p:nvSpPr>
          <p:cNvPr id="25" name="Text 20"/>
          <p:cNvSpPr>
            <a:spLocks noGrp="1"/>
          </p:cNvSpPr>
          <p:nvPr>
            <p:ph type="body" idx="123" hasCustomPrompt="1"/>
          </p:nvPr>
        </p:nvSpPr>
        <p:spPr>
          <a:xfrm>
            <a:off x="3630168" y="3520440"/>
            <a:ext cx="2468880" cy="411480"/>
          </a:xfrm>
          <a:prstGeom prst="rect">
            <a:avLst/>
          </a:prstGeom>
          <a:noFill/>
          <a:ln/>
        </p:spPr>
        <p:txBody>
          <a:bodyPr wrap="square" rtlCol="0"/>
          <a:lstStyle>
            <a:lvl1pPr marL="0" indent="0" algn="l">
              <a:buNone/>
              <a:defRPr lang="en-US" sz="18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tx1"/>
                </a:solidFill>
                <a:latin typeface="Century Schoolbook" pitchFamily="34" charset="0"/>
                <a:ea typeface="Century Schoolbook" pitchFamily="34" charset="-122"/>
                <a:cs typeface="Century Schoolbook" pitchFamily="34" charset="-120"/>
              </a:rPr>
              <a:t>Heading</a:t>
            </a:r>
            <a:endParaRPr lang="en-US" sz="1800" dirty="0"/>
          </a:p>
        </p:txBody>
      </p:sp>
      <p:sp>
        <p:nvSpPr>
          <p:cNvPr id="26" name="Text 20"/>
          <p:cNvSpPr>
            <a:spLocks noGrp="1"/>
          </p:cNvSpPr>
          <p:nvPr>
            <p:ph type="body" idx="124" hasCustomPrompt="1"/>
          </p:nvPr>
        </p:nvSpPr>
        <p:spPr>
          <a:xfrm>
            <a:off x="3630168" y="4041648"/>
            <a:ext cx="2468880" cy="1737360"/>
          </a:xfrm>
          <a:prstGeom prst="rect">
            <a:avLst/>
          </a:prstGeom>
          <a:noFill/>
          <a:ln/>
        </p:spPr>
        <p:txBody>
          <a:bodyPr wrap="square" rtlCol="0"/>
          <a:lstStyle>
            <a:lvl1pPr marL="0" indent="0" algn="l">
              <a:lnSpc>
                <a:spcPct val="122000"/>
              </a:lnSpc>
              <a:buNone/>
              <a:defRPr lang="en-US" sz="1300" dirty="0">
                <a:solidFill>
                  <a:schemeClr val="tx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tx2"/>
                </a:solidFill>
                <a:latin typeface="Calibri" pitchFamily="34" charset="0"/>
                <a:ea typeface="Calibri" pitchFamily="34" charset="-122"/>
                <a:cs typeface="Calibri" pitchFamily="34" charset="-120"/>
              </a:rPr>
              <a:t>Body text</a:t>
            </a:r>
            <a:endParaRPr lang="en-US" sz="1300" dirty="0"/>
          </a:p>
        </p:txBody>
      </p:sp>
      <p:sp>
        <p:nvSpPr>
          <p:cNvPr id="27" name="Text 20"/>
          <p:cNvSpPr>
            <a:spLocks noGrp="1"/>
          </p:cNvSpPr>
          <p:nvPr>
            <p:ph type="body" idx="125" hasCustomPrompt="1"/>
          </p:nvPr>
        </p:nvSpPr>
        <p:spPr>
          <a:xfrm>
            <a:off x="6391656" y="3520440"/>
            <a:ext cx="2468880" cy="411480"/>
          </a:xfrm>
          <a:prstGeom prst="rect">
            <a:avLst/>
          </a:prstGeom>
          <a:noFill/>
          <a:ln/>
        </p:spPr>
        <p:txBody>
          <a:bodyPr wrap="square" rtlCol="0"/>
          <a:lstStyle>
            <a:lvl1pPr marL="0" indent="0" algn="l">
              <a:buNone/>
              <a:defRPr lang="en-US" sz="18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tx1"/>
                </a:solidFill>
                <a:latin typeface="Century Schoolbook" pitchFamily="34" charset="0"/>
                <a:ea typeface="Century Schoolbook" pitchFamily="34" charset="-122"/>
                <a:cs typeface="Century Schoolbook" pitchFamily="34" charset="-120"/>
              </a:rPr>
              <a:t>Heading</a:t>
            </a:r>
            <a:endParaRPr lang="en-US" sz="1800" dirty="0"/>
          </a:p>
        </p:txBody>
      </p:sp>
      <p:sp>
        <p:nvSpPr>
          <p:cNvPr id="28" name="Text 20"/>
          <p:cNvSpPr>
            <a:spLocks noGrp="1"/>
          </p:cNvSpPr>
          <p:nvPr>
            <p:ph type="body" idx="126" hasCustomPrompt="1"/>
          </p:nvPr>
        </p:nvSpPr>
        <p:spPr>
          <a:xfrm>
            <a:off x="6391656" y="4041648"/>
            <a:ext cx="2468880" cy="1737360"/>
          </a:xfrm>
          <a:prstGeom prst="rect">
            <a:avLst/>
          </a:prstGeom>
          <a:noFill/>
          <a:ln/>
        </p:spPr>
        <p:txBody>
          <a:bodyPr wrap="square" rtlCol="0"/>
          <a:lstStyle>
            <a:lvl1pPr marL="0" indent="0" algn="l">
              <a:lnSpc>
                <a:spcPct val="122000"/>
              </a:lnSpc>
              <a:buNone/>
              <a:defRPr lang="en-US" sz="1300" dirty="0">
                <a:solidFill>
                  <a:schemeClr val="tx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tx2"/>
                </a:solidFill>
                <a:latin typeface="Calibri" pitchFamily="34" charset="0"/>
                <a:ea typeface="Calibri" pitchFamily="34" charset="-122"/>
                <a:cs typeface="Calibri" pitchFamily="34" charset="-120"/>
              </a:rPr>
              <a:t>Body text</a:t>
            </a:r>
            <a:endParaRPr lang="en-US" sz="1300" dirty="0"/>
          </a:p>
        </p:txBody>
      </p:sp>
      <p:sp>
        <p:nvSpPr>
          <p:cNvPr id="29" name="Text 20"/>
          <p:cNvSpPr>
            <a:spLocks noGrp="1"/>
          </p:cNvSpPr>
          <p:nvPr>
            <p:ph type="body" idx="127" hasCustomPrompt="1"/>
          </p:nvPr>
        </p:nvSpPr>
        <p:spPr>
          <a:xfrm>
            <a:off x="9153144" y="3520440"/>
            <a:ext cx="2468880" cy="411480"/>
          </a:xfrm>
          <a:prstGeom prst="rect">
            <a:avLst/>
          </a:prstGeom>
          <a:noFill/>
          <a:ln/>
        </p:spPr>
        <p:txBody>
          <a:bodyPr wrap="square" rtlCol="0"/>
          <a:lstStyle>
            <a:lvl1pPr marL="0" indent="0" algn="l">
              <a:buNone/>
              <a:defRPr lang="en-US" sz="18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tx1"/>
                </a:solidFill>
                <a:latin typeface="Century Schoolbook" pitchFamily="34" charset="0"/>
                <a:ea typeface="Century Schoolbook" pitchFamily="34" charset="-122"/>
                <a:cs typeface="Century Schoolbook" pitchFamily="34" charset="-120"/>
              </a:rPr>
              <a:t>Heading</a:t>
            </a:r>
            <a:endParaRPr lang="en-US" sz="1800" dirty="0"/>
          </a:p>
        </p:txBody>
      </p:sp>
      <p:sp>
        <p:nvSpPr>
          <p:cNvPr id="30" name="Text 20"/>
          <p:cNvSpPr>
            <a:spLocks noGrp="1"/>
          </p:cNvSpPr>
          <p:nvPr>
            <p:ph type="body" idx="128" hasCustomPrompt="1"/>
          </p:nvPr>
        </p:nvSpPr>
        <p:spPr>
          <a:xfrm>
            <a:off x="9153144" y="4041648"/>
            <a:ext cx="2468880" cy="1737360"/>
          </a:xfrm>
          <a:prstGeom prst="rect">
            <a:avLst/>
          </a:prstGeom>
          <a:noFill/>
          <a:ln/>
        </p:spPr>
        <p:txBody>
          <a:bodyPr wrap="square" rtlCol="0"/>
          <a:lstStyle>
            <a:lvl1pPr marL="0" indent="0" algn="l">
              <a:lnSpc>
                <a:spcPct val="122000"/>
              </a:lnSpc>
              <a:buNone/>
              <a:defRPr lang="en-US" sz="1300" dirty="0">
                <a:solidFill>
                  <a:schemeClr val="tx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tx2"/>
                </a:solidFill>
                <a:latin typeface="Calibri" pitchFamily="34" charset="0"/>
                <a:ea typeface="Calibri" pitchFamily="34" charset="-122"/>
                <a:cs typeface="Calibri" pitchFamily="34" charset="-120"/>
              </a:rPr>
              <a:t>Body text</a:t>
            </a:r>
            <a:endParaRPr lang="en-US" sz="1300" dirty="0"/>
          </a:p>
        </p:txBody>
      </p:sp>
      <p:sp>
        <p:nvSpPr>
          <p:cNvPr id="31"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7 Depth stack">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3200" dirty="0"/>
          </a:p>
        </p:txBody>
      </p:sp>
      <p:sp>
        <p:nvSpPr>
          <p:cNvPr id="3" name="RND_131"/>
          <p:cNvSpPr/>
          <p:nvPr/>
        </p:nvSpPr>
        <p:spPr>
          <a:xfrm>
            <a:off x="713232" y="1874520"/>
            <a:ext cx="10744200" cy="1005840"/>
          </a:xfrm>
          <a:prstGeom prst="roundRect">
            <a:avLst>
              <a:gd name="adj" fmla="val 14545"/>
            </a:avLst>
          </a:prstGeom>
          <a:solidFill>
            <a:schemeClr val="bg2"/>
          </a:solidFill>
          <a:ln/>
        </p:spPr>
        <p:txBody>
          <a:bodyPr/>
          <a:lstStyle/>
          <a:p>
            <a:endParaRPr lang="en-GB"/>
          </a:p>
        </p:txBody>
      </p:sp>
      <p:sp>
        <p:nvSpPr>
          <p:cNvPr id="4" name="RND_132"/>
          <p:cNvSpPr/>
          <p:nvPr/>
        </p:nvSpPr>
        <p:spPr>
          <a:xfrm>
            <a:off x="713232" y="2999232"/>
            <a:ext cx="10744200" cy="1005840"/>
          </a:xfrm>
          <a:prstGeom prst="roundRect">
            <a:avLst>
              <a:gd name="adj" fmla="val 14545"/>
            </a:avLst>
          </a:prstGeom>
          <a:solidFill>
            <a:schemeClr val="accent5"/>
          </a:solidFill>
          <a:ln/>
        </p:spPr>
        <p:txBody>
          <a:bodyPr/>
          <a:lstStyle/>
          <a:p>
            <a:endParaRPr lang="en-GB"/>
          </a:p>
        </p:txBody>
      </p:sp>
      <p:sp>
        <p:nvSpPr>
          <p:cNvPr id="5" name="RND_133"/>
          <p:cNvSpPr/>
          <p:nvPr/>
        </p:nvSpPr>
        <p:spPr>
          <a:xfrm>
            <a:off x="713232" y="4123944"/>
            <a:ext cx="10744200" cy="1005840"/>
          </a:xfrm>
          <a:prstGeom prst="roundRect">
            <a:avLst>
              <a:gd name="adj" fmla="val 14545"/>
            </a:avLst>
          </a:prstGeom>
          <a:solidFill>
            <a:schemeClr val="accent1"/>
          </a:solidFill>
          <a:ln/>
        </p:spPr>
        <p:txBody>
          <a:bodyPr/>
          <a:lstStyle/>
          <a:p>
            <a:endParaRPr lang="en-GB"/>
          </a:p>
        </p:txBody>
      </p:sp>
      <p:sp>
        <p:nvSpPr>
          <p:cNvPr id="6" name="RND_134"/>
          <p:cNvSpPr/>
          <p:nvPr/>
        </p:nvSpPr>
        <p:spPr>
          <a:xfrm>
            <a:off x="713232" y="5248656"/>
            <a:ext cx="10744200" cy="1005840"/>
          </a:xfrm>
          <a:prstGeom prst="roundRect">
            <a:avLst>
              <a:gd name="adj" fmla="val 14545"/>
            </a:avLst>
          </a:prstGeom>
          <a:solidFill>
            <a:schemeClr val="accent6"/>
          </a:solidFill>
          <a:ln/>
        </p:spPr>
        <p:txBody>
          <a:bodyPr/>
          <a:lstStyle/>
          <a:p>
            <a:endParaRPr lang="en-GB"/>
          </a:p>
        </p:txBody>
      </p:sp>
      <p:sp>
        <p:nvSpPr>
          <p:cNvPr id="7" name="Text 4"/>
          <p:cNvSpPr>
            <a:spLocks noGrp="1"/>
          </p:cNvSpPr>
          <p:nvPr>
            <p:ph type="body" idx="105" hasCustomPrompt="1"/>
          </p:nvPr>
        </p:nvSpPr>
        <p:spPr>
          <a:xfrm>
            <a:off x="1097280" y="2084832"/>
            <a:ext cx="1280160" cy="256032"/>
          </a:xfrm>
          <a:prstGeom prst="rect">
            <a:avLst/>
          </a:prstGeom>
          <a:noFill/>
          <a:ln/>
        </p:spPr>
        <p:txBody>
          <a:bodyPr wrap="square" rtlCol="0"/>
          <a:lstStyle>
            <a:lvl1pPr marL="0" indent="0" algn="l">
              <a:buNone/>
              <a:defRPr lang="en-US" sz="1000" b="1" kern="0" spc="150" dirty="0">
                <a:solidFill>
                  <a:schemeClr val="tx2"/>
                </a:solidFill>
                <a:latin typeface="Calibri" pitchFamily="34" charset="0"/>
                <a:ea typeface="Calibri" pitchFamily="34" charset="-122"/>
                <a:cs typeface="Calibri" pitchFamily="34" charset="-120"/>
              </a:defRPr>
            </a:lvl1pPr>
          </a:lstStyle>
          <a:p>
            <a:pPr marL="0" indent="0" algn="l">
              <a:buNone/>
            </a:pPr>
            <a:r>
              <a:rPr lang="en-US" sz="1000" b="1" kern="0" spc="150" dirty="0">
                <a:solidFill>
                  <a:schemeClr val="tx2"/>
                </a:solidFill>
                <a:latin typeface="Calibri" pitchFamily="34" charset="0"/>
                <a:ea typeface="Calibri" pitchFamily="34" charset="-122"/>
                <a:cs typeface="Calibri" pitchFamily="34" charset="-120"/>
              </a:rPr>
              <a:t>LABEL</a:t>
            </a:r>
            <a:endParaRPr lang="en-US" sz="1000" dirty="0"/>
          </a:p>
        </p:txBody>
      </p:sp>
      <p:sp>
        <p:nvSpPr>
          <p:cNvPr id="8" name="Text 4"/>
          <p:cNvSpPr>
            <a:spLocks noGrp="1"/>
          </p:cNvSpPr>
          <p:nvPr>
            <p:ph type="body" idx="106" hasCustomPrompt="1"/>
          </p:nvPr>
        </p:nvSpPr>
        <p:spPr>
          <a:xfrm>
            <a:off x="1097280" y="2395728"/>
            <a:ext cx="4023360" cy="365760"/>
          </a:xfrm>
          <a:prstGeom prst="rect">
            <a:avLst/>
          </a:prstGeom>
          <a:noFill/>
          <a:ln/>
        </p:spPr>
        <p:txBody>
          <a:bodyPr wrap="square" rtlCol="0"/>
          <a:lstStyle>
            <a:lvl1pPr marL="0" indent="0" algn="l">
              <a:buNone/>
              <a:defRPr lang="en-US" sz="17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700" b="1" dirty="0">
                <a:solidFill>
                  <a:schemeClr val="tx1"/>
                </a:solidFill>
                <a:latin typeface="Century Schoolbook" pitchFamily="34" charset="0"/>
                <a:ea typeface="Century Schoolbook" pitchFamily="34" charset="-122"/>
                <a:cs typeface="Century Schoolbook" pitchFamily="34" charset="-120"/>
              </a:rPr>
              <a:t>Heading</a:t>
            </a:r>
            <a:endParaRPr lang="en-US" sz="1700" dirty="0"/>
          </a:p>
        </p:txBody>
      </p:sp>
      <p:sp>
        <p:nvSpPr>
          <p:cNvPr id="9" name="Text 4"/>
          <p:cNvSpPr>
            <a:spLocks noGrp="1"/>
          </p:cNvSpPr>
          <p:nvPr>
            <p:ph type="body" idx="107" hasCustomPrompt="1"/>
          </p:nvPr>
        </p:nvSpPr>
        <p:spPr>
          <a:xfrm>
            <a:off x="5669280" y="2414016"/>
            <a:ext cx="5486400" cy="457200"/>
          </a:xfrm>
          <a:prstGeom prst="rect">
            <a:avLst/>
          </a:prstGeom>
          <a:noFill/>
          <a:ln/>
        </p:spPr>
        <p:txBody>
          <a:bodyPr wrap="square" rtlCol="0"/>
          <a:lstStyle>
            <a:lvl1pPr marL="0" indent="0" algn="l">
              <a:lnSpc>
                <a:spcPct val="122000"/>
              </a:lnSpc>
              <a:buNone/>
              <a:defRPr lang="en-US" sz="1300" dirty="0">
                <a:solidFill>
                  <a:schemeClr val="tx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tx2"/>
                </a:solidFill>
                <a:latin typeface="Calibri" pitchFamily="34" charset="0"/>
                <a:ea typeface="Calibri" pitchFamily="34" charset="-122"/>
                <a:cs typeface="Calibri" pitchFamily="34" charset="-120"/>
              </a:rPr>
              <a:t>Body text</a:t>
            </a:r>
            <a:endParaRPr lang="en-US" sz="1300" dirty="0"/>
          </a:p>
        </p:txBody>
      </p:sp>
      <p:sp>
        <p:nvSpPr>
          <p:cNvPr id="10" name="Text 4"/>
          <p:cNvSpPr>
            <a:spLocks noGrp="1"/>
          </p:cNvSpPr>
          <p:nvPr>
            <p:ph type="body" idx="108" hasCustomPrompt="1"/>
          </p:nvPr>
        </p:nvSpPr>
        <p:spPr>
          <a:xfrm>
            <a:off x="1097280" y="3209544"/>
            <a:ext cx="1280160" cy="256032"/>
          </a:xfrm>
          <a:prstGeom prst="rect">
            <a:avLst/>
          </a:prstGeom>
          <a:noFill/>
          <a:ln/>
        </p:spPr>
        <p:txBody>
          <a:bodyPr wrap="square" rtlCol="0"/>
          <a:lstStyle>
            <a:lvl1pPr marL="0" indent="0" algn="l">
              <a:buNone/>
              <a:defRPr lang="en-US" sz="1000" b="1" kern="0" spc="150" dirty="0">
                <a:solidFill>
                  <a:schemeClr val="tx2"/>
                </a:solidFill>
                <a:latin typeface="Calibri" pitchFamily="34" charset="0"/>
                <a:ea typeface="Calibri" pitchFamily="34" charset="-122"/>
                <a:cs typeface="Calibri" pitchFamily="34" charset="-120"/>
              </a:defRPr>
            </a:lvl1pPr>
          </a:lstStyle>
          <a:p>
            <a:pPr marL="0" indent="0" algn="l">
              <a:buNone/>
            </a:pPr>
            <a:r>
              <a:rPr lang="en-US" sz="1000" b="1" kern="0" spc="150" dirty="0">
                <a:solidFill>
                  <a:schemeClr val="tx2"/>
                </a:solidFill>
                <a:latin typeface="Calibri" pitchFamily="34" charset="0"/>
                <a:ea typeface="Calibri" pitchFamily="34" charset="-122"/>
                <a:cs typeface="Calibri" pitchFamily="34" charset="-120"/>
              </a:rPr>
              <a:t>LABEL</a:t>
            </a:r>
            <a:endParaRPr lang="en-US" sz="1000" dirty="0"/>
          </a:p>
        </p:txBody>
      </p:sp>
      <p:sp>
        <p:nvSpPr>
          <p:cNvPr id="11" name="Text 4"/>
          <p:cNvSpPr>
            <a:spLocks noGrp="1"/>
          </p:cNvSpPr>
          <p:nvPr>
            <p:ph type="body" idx="109" hasCustomPrompt="1"/>
          </p:nvPr>
        </p:nvSpPr>
        <p:spPr>
          <a:xfrm>
            <a:off x="1097280" y="3520440"/>
            <a:ext cx="4023360" cy="365760"/>
          </a:xfrm>
          <a:prstGeom prst="rect">
            <a:avLst/>
          </a:prstGeom>
          <a:noFill/>
          <a:ln/>
        </p:spPr>
        <p:txBody>
          <a:bodyPr wrap="square" rtlCol="0"/>
          <a:lstStyle>
            <a:lvl1pPr marL="0" indent="0" algn="l">
              <a:buNone/>
              <a:defRPr lang="en-US" sz="17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700" b="1" dirty="0">
                <a:solidFill>
                  <a:schemeClr val="tx1"/>
                </a:solidFill>
                <a:latin typeface="Century Schoolbook" pitchFamily="34" charset="0"/>
                <a:ea typeface="Century Schoolbook" pitchFamily="34" charset="-122"/>
                <a:cs typeface="Century Schoolbook" pitchFamily="34" charset="-120"/>
              </a:rPr>
              <a:t>Heading</a:t>
            </a:r>
            <a:endParaRPr lang="en-US" sz="1700" dirty="0"/>
          </a:p>
        </p:txBody>
      </p:sp>
      <p:sp>
        <p:nvSpPr>
          <p:cNvPr id="12" name="Text 4"/>
          <p:cNvSpPr>
            <a:spLocks noGrp="1"/>
          </p:cNvSpPr>
          <p:nvPr>
            <p:ph type="body" idx="110" hasCustomPrompt="1"/>
          </p:nvPr>
        </p:nvSpPr>
        <p:spPr>
          <a:xfrm>
            <a:off x="5669280" y="3538728"/>
            <a:ext cx="5486400" cy="457200"/>
          </a:xfrm>
          <a:prstGeom prst="rect">
            <a:avLst/>
          </a:prstGeom>
          <a:noFill/>
          <a:ln/>
        </p:spPr>
        <p:txBody>
          <a:bodyPr wrap="square" rtlCol="0"/>
          <a:lstStyle>
            <a:lvl1pPr marL="0" indent="0" algn="l">
              <a:lnSpc>
                <a:spcPct val="122000"/>
              </a:lnSpc>
              <a:buNone/>
              <a:defRPr lang="en-US" sz="1300" dirty="0">
                <a:solidFill>
                  <a:schemeClr val="tx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tx2"/>
                </a:solidFill>
                <a:latin typeface="Calibri" pitchFamily="34" charset="0"/>
                <a:ea typeface="Calibri" pitchFamily="34" charset="-122"/>
                <a:cs typeface="Calibri" pitchFamily="34" charset="-120"/>
              </a:rPr>
              <a:t>Body text</a:t>
            </a:r>
            <a:endParaRPr lang="en-US" sz="1300" dirty="0"/>
          </a:p>
        </p:txBody>
      </p:sp>
      <p:sp>
        <p:nvSpPr>
          <p:cNvPr id="13" name="Text 4"/>
          <p:cNvSpPr>
            <a:spLocks noGrp="1"/>
          </p:cNvSpPr>
          <p:nvPr>
            <p:ph type="body" idx="111" hasCustomPrompt="1"/>
          </p:nvPr>
        </p:nvSpPr>
        <p:spPr>
          <a:xfrm>
            <a:off x="1097280" y="4334256"/>
            <a:ext cx="1280160" cy="256032"/>
          </a:xfrm>
          <a:prstGeom prst="rect">
            <a:avLst/>
          </a:prstGeom>
          <a:noFill/>
          <a:ln/>
        </p:spPr>
        <p:txBody>
          <a:bodyPr wrap="square" rtlCol="0"/>
          <a:lstStyle>
            <a:lvl1pPr marL="0" indent="0" algn="l">
              <a:buNone/>
              <a:defRPr lang="en-US" sz="1000" b="1" kern="0" spc="150" dirty="0">
                <a:solidFill>
                  <a:schemeClr val="bg2"/>
                </a:solidFill>
                <a:latin typeface="Calibri" pitchFamily="34" charset="0"/>
                <a:ea typeface="Calibri" pitchFamily="34" charset="-122"/>
                <a:cs typeface="Calibri" pitchFamily="34" charset="-120"/>
              </a:defRPr>
            </a:lvl1pPr>
          </a:lstStyle>
          <a:p>
            <a:pPr marL="0" indent="0" algn="l">
              <a:buNone/>
            </a:pPr>
            <a:r>
              <a:rPr lang="en-US" sz="1000" b="1" kern="0" spc="150" dirty="0">
                <a:solidFill>
                  <a:schemeClr val="bg2"/>
                </a:solidFill>
                <a:latin typeface="Calibri" pitchFamily="34" charset="0"/>
                <a:ea typeface="Calibri" pitchFamily="34" charset="-122"/>
                <a:cs typeface="Calibri" pitchFamily="34" charset="-120"/>
              </a:rPr>
              <a:t>LABEL</a:t>
            </a:r>
            <a:endParaRPr lang="en-US" sz="1000" dirty="0"/>
          </a:p>
        </p:txBody>
      </p:sp>
      <p:sp>
        <p:nvSpPr>
          <p:cNvPr id="14" name="Text 4"/>
          <p:cNvSpPr>
            <a:spLocks noGrp="1"/>
          </p:cNvSpPr>
          <p:nvPr>
            <p:ph type="body" idx="112" hasCustomPrompt="1"/>
          </p:nvPr>
        </p:nvSpPr>
        <p:spPr>
          <a:xfrm>
            <a:off x="1097280" y="4645152"/>
            <a:ext cx="4023360" cy="365760"/>
          </a:xfrm>
          <a:prstGeom prst="rect">
            <a:avLst/>
          </a:prstGeom>
          <a:noFill/>
          <a:ln/>
        </p:spPr>
        <p:txBody>
          <a:bodyPr wrap="square" rtlCol="0"/>
          <a:lstStyle>
            <a:lvl1pPr marL="0" indent="0" algn="l">
              <a:buNone/>
              <a:defRPr lang="en-US" sz="17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700" b="1" dirty="0">
                <a:solidFill>
                  <a:schemeClr val="bg1"/>
                </a:solidFill>
                <a:latin typeface="Century Schoolbook" pitchFamily="34" charset="0"/>
                <a:ea typeface="Century Schoolbook" pitchFamily="34" charset="-122"/>
                <a:cs typeface="Century Schoolbook" pitchFamily="34" charset="-120"/>
              </a:rPr>
              <a:t>Heading</a:t>
            </a:r>
            <a:endParaRPr lang="en-US" sz="1700" dirty="0"/>
          </a:p>
        </p:txBody>
      </p:sp>
      <p:sp>
        <p:nvSpPr>
          <p:cNvPr id="15" name="Text 4"/>
          <p:cNvSpPr>
            <a:spLocks noGrp="1"/>
          </p:cNvSpPr>
          <p:nvPr>
            <p:ph type="body" idx="113" hasCustomPrompt="1"/>
          </p:nvPr>
        </p:nvSpPr>
        <p:spPr>
          <a:xfrm>
            <a:off x="5669280" y="4663440"/>
            <a:ext cx="5486400" cy="457200"/>
          </a:xfrm>
          <a:prstGeom prst="rect">
            <a:avLst/>
          </a:prstGeom>
          <a:noFill/>
          <a:ln/>
        </p:spPr>
        <p:txBody>
          <a:bodyPr wrap="square" rtlCol="0"/>
          <a:lstStyle>
            <a:lvl1pPr marL="0" indent="0" algn="l">
              <a:lnSpc>
                <a:spcPct val="122000"/>
              </a:lnSpc>
              <a:buNone/>
              <a:defRPr lang="en-US" sz="1300" dirty="0">
                <a:solidFill>
                  <a:schemeClr val="bg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bg2"/>
                </a:solidFill>
                <a:latin typeface="Calibri" pitchFamily="34" charset="0"/>
                <a:ea typeface="Calibri" pitchFamily="34" charset="-122"/>
                <a:cs typeface="Calibri" pitchFamily="34" charset="-120"/>
              </a:rPr>
              <a:t>Body text</a:t>
            </a:r>
            <a:endParaRPr lang="en-US" sz="1300" dirty="0"/>
          </a:p>
        </p:txBody>
      </p:sp>
      <p:sp>
        <p:nvSpPr>
          <p:cNvPr id="16" name="Text 4"/>
          <p:cNvSpPr>
            <a:spLocks noGrp="1"/>
          </p:cNvSpPr>
          <p:nvPr>
            <p:ph type="body" idx="114" hasCustomPrompt="1"/>
          </p:nvPr>
        </p:nvSpPr>
        <p:spPr>
          <a:xfrm>
            <a:off x="1097280" y="5458968"/>
            <a:ext cx="1280160" cy="256032"/>
          </a:xfrm>
          <a:prstGeom prst="rect">
            <a:avLst/>
          </a:prstGeom>
          <a:noFill/>
          <a:ln/>
        </p:spPr>
        <p:txBody>
          <a:bodyPr wrap="square" rtlCol="0"/>
          <a:lstStyle>
            <a:lvl1pPr marL="0" indent="0" algn="l">
              <a:buNone/>
              <a:defRPr lang="en-US" sz="1000" b="1" kern="0" spc="150" dirty="0">
                <a:solidFill>
                  <a:schemeClr val="accent5"/>
                </a:solidFill>
                <a:latin typeface="Calibri" pitchFamily="34" charset="0"/>
                <a:ea typeface="Calibri" pitchFamily="34" charset="-122"/>
                <a:cs typeface="Calibri" pitchFamily="34" charset="-120"/>
              </a:defRPr>
            </a:lvl1pPr>
          </a:lstStyle>
          <a:p>
            <a:pPr marL="0" indent="0" algn="l">
              <a:buNone/>
            </a:pPr>
            <a:r>
              <a:rPr lang="en-US" sz="1000" b="1" kern="0" spc="150" dirty="0">
                <a:solidFill>
                  <a:schemeClr val="accent5"/>
                </a:solidFill>
                <a:latin typeface="Calibri" pitchFamily="34" charset="0"/>
                <a:ea typeface="Calibri" pitchFamily="34" charset="-122"/>
                <a:cs typeface="Calibri" pitchFamily="34" charset="-120"/>
              </a:rPr>
              <a:t>LABEL</a:t>
            </a:r>
            <a:endParaRPr lang="en-US" sz="1000" dirty="0"/>
          </a:p>
        </p:txBody>
      </p:sp>
      <p:sp>
        <p:nvSpPr>
          <p:cNvPr id="17" name="Text 4"/>
          <p:cNvSpPr>
            <a:spLocks noGrp="1"/>
          </p:cNvSpPr>
          <p:nvPr>
            <p:ph type="body" idx="115" hasCustomPrompt="1"/>
          </p:nvPr>
        </p:nvSpPr>
        <p:spPr>
          <a:xfrm>
            <a:off x="1097280" y="5769864"/>
            <a:ext cx="4023360" cy="365760"/>
          </a:xfrm>
          <a:prstGeom prst="rect">
            <a:avLst/>
          </a:prstGeom>
          <a:noFill/>
          <a:ln/>
        </p:spPr>
        <p:txBody>
          <a:bodyPr wrap="square" rtlCol="0"/>
          <a:lstStyle>
            <a:lvl1pPr marL="0" indent="0" algn="l">
              <a:buNone/>
              <a:defRPr lang="en-US" sz="17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700" b="1" dirty="0">
                <a:solidFill>
                  <a:schemeClr val="bg1"/>
                </a:solidFill>
                <a:latin typeface="Century Schoolbook" pitchFamily="34" charset="0"/>
                <a:ea typeface="Century Schoolbook" pitchFamily="34" charset="-122"/>
                <a:cs typeface="Century Schoolbook" pitchFamily="34" charset="-120"/>
              </a:rPr>
              <a:t>Heading</a:t>
            </a:r>
            <a:endParaRPr lang="en-US" sz="1700" dirty="0"/>
          </a:p>
        </p:txBody>
      </p:sp>
      <p:sp>
        <p:nvSpPr>
          <p:cNvPr id="18" name="Text 4"/>
          <p:cNvSpPr>
            <a:spLocks noGrp="1"/>
          </p:cNvSpPr>
          <p:nvPr>
            <p:ph type="body" idx="116" hasCustomPrompt="1"/>
          </p:nvPr>
        </p:nvSpPr>
        <p:spPr>
          <a:xfrm>
            <a:off x="5669280" y="5788152"/>
            <a:ext cx="5486400" cy="457200"/>
          </a:xfrm>
          <a:prstGeom prst="rect">
            <a:avLst/>
          </a:prstGeom>
          <a:noFill/>
          <a:ln/>
        </p:spPr>
        <p:txBody>
          <a:bodyPr wrap="square" rtlCol="0"/>
          <a:lstStyle>
            <a:lvl1pPr marL="0" indent="0" algn="l">
              <a:lnSpc>
                <a:spcPct val="122000"/>
              </a:lnSpc>
              <a:buNone/>
              <a:defRPr lang="en-US" sz="1300" dirty="0">
                <a:solidFill>
                  <a:schemeClr val="accent5"/>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accent5"/>
                </a:solidFill>
                <a:latin typeface="Calibri" pitchFamily="34" charset="0"/>
                <a:ea typeface="Calibri" pitchFamily="34" charset="-122"/>
                <a:cs typeface="Calibri" pitchFamily="34" charset="-120"/>
              </a:rPr>
              <a:t>Body text</a:t>
            </a:r>
            <a:endParaRPr lang="en-US" sz="130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8 Two by tw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13232" y="658368"/>
            <a:ext cx="8229600" cy="731520"/>
          </a:xfrm>
          <a:prstGeom prst="rect">
            <a:avLst/>
          </a:prstGeom>
          <a:noFill/>
          <a:ln/>
        </p:spPr>
        <p:txBody>
          <a:bodyPr wrap="square" rtlCol="0"/>
          <a:lstStyle>
            <a:lvl1pPr marL="0" indent="0" algn="l">
              <a:buNone/>
              <a:defRPr lang="en-US" sz="32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3200" dirty="0"/>
          </a:p>
        </p:txBody>
      </p:sp>
      <p:sp>
        <p:nvSpPr>
          <p:cNvPr id="3" name="RND_135"/>
          <p:cNvSpPr/>
          <p:nvPr/>
        </p:nvSpPr>
        <p:spPr>
          <a:xfrm>
            <a:off x="713232" y="1783080"/>
            <a:ext cx="5285232" cy="2121408"/>
          </a:xfrm>
          <a:prstGeom prst="roundRect">
            <a:avLst>
              <a:gd name="adj" fmla="val 6466"/>
            </a:avLst>
          </a:prstGeom>
          <a:solidFill>
            <a:schemeClr val="bg2"/>
          </a:solidFill>
          <a:ln/>
        </p:spPr>
        <p:txBody>
          <a:bodyPr/>
          <a:lstStyle/>
          <a:p>
            <a:endParaRPr lang="en-GB"/>
          </a:p>
        </p:txBody>
      </p:sp>
      <p:sp>
        <p:nvSpPr>
          <p:cNvPr id="4" name="RND_136"/>
          <p:cNvSpPr/>
          <p:nvPr/>
        </p:nvSpPr>
        <p:spPr>
          <a:xfrm>
            <a:off x="6172200" y="1783080"/>
            <a:ext cx="5285232" cy="2121408"/>
          </a:xfrm>
          <a:prstGeom prst="roundRect">
            <a:avLst>
              <a:gd name="adj" fmla="val 6466"/>
            </a:avLst>
          </a:prstGeom>
          <a:solidFill>
            <a:schemeClr val="bg2"/>
          </a:solidFill>
          <a:ln/>
        </p:spPr>
        <p:txBody>
          <a:bodyPr/>
          <a:lstStyle/>
          <a:p>
            <a:endParaRPr lang="en-GB"/>
          </a:p>
        </p:txBody>
      </p:sp>
      <p:sp>
        <p:nvSpPr>
          <p:cNvPr id="5" name="RND_137"/>
          <p:cNvSpPr/>
          <p:nvPr/>
        </p:nvSpPr>
        <p:spPr>
          <a:xfrm>
            <a:off x="713232" y="4041648"/>
            <a:ext cx="5285232" cy="2121408"/>
          </a:xfrm>
          <a:prstGeom prst="roundRect">
            <a:avLst>
              <a:gd name="adj" fmla="val 6466"/>
            </a:avLst>
          </a:prstGeom>
          <a:solidFill>
            <a:schemeClr val="bg2"/>
          </a:solidFill>
          <a:ln/>
        </p:spPr>
        <p:txBody>
          <a:bodyPr/>
          <a:lstStyle/>
          <a:p>
            <a:endParaRPr lang="en-GB"/>
          </a:p>
        </p:txBody>
      </p:sp>
      <p:sp>
        <p:nvSpPr>
          <p:cNvPr id="6" name="RND_138"/>
          <p:cNvSpPr/>
          <p:nvPr/>
        </p:nvSpPr>
        <p:spPr>
          <a:xfrm>
            <a:off x="6172200" y="4041648"/>
            <a:ext cx="5285232" cy="2121408"/>
          </a:xfrm>
          <a:prstGeom prst="roundRect">
            <a:avLst>
              <a:gd name="adj" fmla="val 6466"/>
            </a:avLst>
          </a:prstGeom>
          <a:solidFill>
            <a:schemeClr val="bg2"/>
          </a:solidFill>
          <a:ln/>
        </p:spPr>
        <p:txBody>
          <a:bodyPr/>
          <a:lstStyle/>
          <a:p>
            <a:endParaRPr lang="en-GB"/>
          </a:p>
        </p:txBody>
      </p:sp>
      <p:sp>
        <p:nvSpPr>
          <p:cNvPr id="7" name="RND_139"/>
          <p:cNvSpPr/>
          <p:nvPr/>
        </p:nvSpPr>
        <p:spPr>
          <a:xfrm>
            <a:off x="1042416" y="2048256"/>
            <a:ext cx="384048" cy="384048"/>
          </a:xfrm>
          <a:prstGeom prst="roundRect">
            <a:avLst>
              <a:gd name="adj" fmla="val 33333"/>
            </a:avLst>
          </a:prstGeom>
          <a:solidFill>
            <a:schemeClr val="accent2"/>
          </a:solidFill>
          <a:ln/>
        </p:spPr>
        <p:txBody>
          <a:bodyPr/>
          <a:lstStyle/>
          <a:p>
            <a:endParaRPr lang="en-GB"/>
          </a:p>
        </p:txBody>
      </p:sp>
      <p:sp>
        <p:nvSpPr>
          <p:cNvPr id="8" name="RND_140"/>
          <p:cNvSpPr/>
          <p:nvPr/>
        </p:nvSpPr>
        <p:spPr>
          <a:xfrm>
            <a:off x="6501384" y="2048256"/>
            <a:ext cx="384048" cy="384048"/>
          </a:xfrm>
          <a:prstGeom prst="roundRect">
            <a:avLst>
              <a:gd name="adj" fmla="val 33333"/>
            </a:avLst>
          </a:prstGeom>
          <a:solidFill>
            <a:schemeClr val="accent1"/>
          </a:solidFill>
          <a:ln/>
        </p:spPr>
        <p:txBody>
          <a:bodyPr/>
          <a:lstStyle/>
          <a:p>
            <a:endParaRPr lang="en-GB"/>
          </a:p>
        </p:txBody>
      </p:sp>
      <p:sp>
        <p:nvSpPr>
          <p:cNvPr id="9" name="RND_141"/>
          <p:cNvSpPr/>
          <p:nvPr/>
        </p:nvSpPr>
        <p:spPr>
          <a:xfrm>
            <a:off x="1042416" y="4306824"/>
            <a:ext cx="384048" cy="384048"/>
          </a:xfrm>
          <a:prstGeom prst="roundRect">
            <a:avLst>
              <a:gd name="adj" fmla="val 33333"/>
            </a:avLst>
          </a:prstGeom>
          <a:solidFill>
            <a:schemeClr val="accent1"/>
          </a:solidFill>
          <a:ln/>
        </p:spPr>
        <p:txBody>
          <a:bodyPr/>
          <a:lstStyle/>
          <a:p>
            <a:endParaRPr lang="en-GB"/>
          </a:p>
        </p:txBody>
      </p:sp>
      <p:sp>
        <p:nvSpPr>
          <p:cNvPr id="10" name="RND_142"/>
          <p:cNvSpPr/>
          <p:nvPr/>
        </p:nvSpPr>
        <p:spPr>
          <a:xfrm>
            <a:off x="6501384" y="4306824"/>
            <a:ext cx="384048" cy="384048"/>
          </a:xfrm>
          <a:prstGeom prst="roundRect">
            <a:avLst>
              <a:gd name="adj" fmla="val 33333"/>
            </a:avLst>
          </a:prstGeom>
          <a:solidFill>
            <a:schemeClr val="accent2"/>
          </a:solidFill>
          <a:ln/>
        </p:spPr>
        <p:txBody>
          <a:bodyPr/>
          <a:lstStyle/>
          <a:p>
            <a:endParaRPr lang="en-GB"/>
          </a:p>
        </p:txBody>
      </p:sp>
      <p:sp>
        <p:nvSpPr>
          <p:cNvPr id="11" name="Text 8"/>
          <p:cNvSpPr>
            <a:spLocks noGrp="1"/>
          </p:cNvSpPr>
          <p:nvPr>
            <p:ph type="body" idx="109" hasCustomPrompt="1"/>
          </p:nvPr>
        </p:nvSpPr>
        <p:spPr>
          <a:xfrm>
            <a:off x="1572768" y="2011680"/>
            <a:ext cx="4023360" cy="411480"/>
          </a:xfrm>
          <a:prstGeom prst="rect">
            <a:avLst/>
          </a:prstGeom>
          <a:noFill/>
          <a:ln/>
        </p:spPr>
        <p:txBody>
          <a:bodyPr wrap="square" rtlCol="0"/>
          <a:lstStyle>
            <a:lvl1pPr marL="0" indent="0" algn="l">
              <a:buNone/>
              <a:defRPr lang="en-US" sz="18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tx1"/>
                </a:solidFill>
                <a:latin typeface="Century Schoolbook" pitchFamily="34" charset="0"/>
                <a:ea typeface="Century Schoolbook" pitchFamily="34" charset="-122"/>
                <a:cs typeface="Century Schoolbook" pitchFamily="34" charset="-120"/>
              </a:rPr>
              <a:t>Heading</a:t>
            </a:r>
            <a:endParaRPr lang="en-US" sz="1800" dirty="0"/>
          </a:p>
        </p:txBody>
      </p:sp>
      <p:sp>
        <p:nvSpPr>
          <p:cNvPr id="12" name="Text 8"/>
          <p:cNvSpPr>
            <a:spLocks noGrp="1"/>
          </p:cNvSpPr>
          <p:nvPr>
            <p:ph type="body" idx="110" hasCustomPrompt="1"/>
          </p:nvPr>
        </p:nvSpPr>
        <p:spPr>
          <a:xfrm>
            <a:off x="1042416" y="2670048"/>
            <a:ext cx="4617720" cy="1097280"/>
          </a:xfrm>
          <a:prstGeom prst="rect">
            <a:avLst/>
          </a:prstGeom>
          <a:noFill/>
          <a:ln/>
        </p:spPr>
        <p:txBody>
          <a:bodyPr wrap="square" rtlCol="0"/>
          <a:lstStyle>
            <a:lvl1pPr marL="0" indent="0" algn="l">
              <a:lnSpc>
                <a:spcPct val="122000"/>
              </a:lnSpc>
              <a:buNone/>
              <a:defRPr lang="en-US" sz="1300" dirty="0">
                <a:solidFill>
                  <a:schemeClr val="tx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tx2"/>
                </a:solidFill>
                <a:latin typeface="Calibri" pitchFamily="34" charset="0"/>
                <a:ea typeface="Calibri" pitchFamily="34" charset="-122"/>
                <a:cs typeface="Calibri" pitchFamily="34" charset="-120"/>
              </a:rPr>
              <a:t>Body text</a:t>
            </a:r>
            <a:endParaRPr lang="en-US" sz="1300" dirty="0"/>
          </a:p>
        </p:txBody>
      </p:sp>
      <p:sp>
        <p:nvSpPr>
          <p:cNvPr id="13" name="Text 8"/>
          <p:cNvSpPr>
            <a:spLocks noGrp="1"/>
          </p:cNvSpPr>
          <p:nvPr>
            <p:ph type="body" idx="111" hasCustomPrompt="1"/>
          </p:nvPr>
        </p:nvSpPr>
        <p:spPr>
          <a:xfrm>
            <a:off x="7031736" y="2011680"/>
            <a:ext cx="4023360" cy="411480"/>
          </a:xfrm>
          <a:prstGeom prst="rect">
            <a:avLst/>
          </a:prstGeom>
          <a:noFill/>
          <a:ln/>
        </p:spPr>
        <p:txBody>
          <a:bodyPr wrap="square" rtlCol="0"/>
          <a:lstStyle>
            <a:lvl1pPr marL="0" indent="0" algn="l">
              <a:buNone/>
              <a:defRPr lang="en-US" sz="18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tx1"/>
                </a:solidFill>
                <a:latin typeface="Century Schoolbook" pitchFamily="34" charset="0"/>
                <a:ea typeface="Century Schoolbook" pitchFamily="34" charset="-122"/>
                <a:cs typeface="Century Schoolbook" pitchFamily="34" charset="-120"/>
              </a:rPr>
              <a:t>Heading</a:t>
            </a:r>
            <a:endParaRPr lang="en-US" sz="1800" dirty="0"/>
          </a:p>
        </p:txBody>
      </p:sp>
      <p:sp>
        <p:nvSpPr>
          <p:cNvPr id="14" name="Text 8"/>
          <p:cNvSpPr>
            <a:spLocks noGrp="1"/>
          </p:cNvSpPr>
          <p:nvPr>
            <p:ph type="body" idx="112" hasCustomPrompt="1"/>
          </p:nvPr>
        </p:nvSpPr>
        <p:spPr>
          <a:xfrm>
            <a:off x="6501384" y="2670048"/>
            <a:ext cx="4617720" cy="1097280"/>
          </a:xfrm>
          <a:prstGeom prst="rect">
            <a:avLst/>
          </a:prstGeom>
          <a:noFill/>
          <a:ln/>
        </p:spPr>
        <p:txBody>
          <a:bodyPr wrap="square" rtlCol="0"/>
          <a:lstStyle>
            <a:lvl1pPr marL="0" indent="0" algn="l">
              <a:lnSpc>
                <a:spcPct val="122000"/>
              </a:lnSpc>
              <a:buNone/>
              <a:defRPr lang="en-US" sz="1300" dirty="0">
                <a:solidFill>
                  <a:schemeClr val="tx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tx2"/>
                </a:solidFill>
                <a:latin typeface="Calibri" pitchFamily="34" charset="0"/>
                <a:ea typeface="Calibri" pitchFamily="34" charset="-122"/>
                <a:cs typeface="Calibri" pitchFamily="34" charset="-120"/>
              </a:rPr>
              <a:t>Body text</a:t>
            </a:r>
            <a:endParaRPr lang="en-US" sz="1300" dirty="0"/>
          </a:p>
        </p:txBody>
      </p:sp>
      <p:sp>
        <p:nvSpPr>
          <p:cNvPr id="15" name="Text 8"/>
          <p:cNvSpPr>
            <a:spLocks noGrp="1"/>
          </p:cNvSpPr>
          <p:nvPr>
            <p:ph type="body" idx="113" hasCustomPrompt="1"/>
          </p:nvPr>
        </p:nvSpPr>
        <p:spPr>
          <a:xfrm>
            <a:off x="1572768" y="4270248"/>
            <a:ext cx="4023360" cy="411480"/>
          </a:xfrm>
          <a:prstGeom prst="rect">
            <a:avLst/>
          </a:prstGeom>
          <a:noFill/>
          <a:ln/>
        </p:spPr>
        <p:txBody>
          <a:bodyPr wrap="square" rtlCol="0"/>
          <a:lstStyle>
            <a:lvl1pPr marL="0" indent="0" algn="l">
              <a:buNone/>
              <a:defRPr lang="en-US" sz="18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tx1"/>
                </a:solidFill>
                <a:latin typeface="Century Schoolbook" pitchFamily="34" charset="0"/>
                <a:ea typeface="Century Schoolbook" pitchFamily="34" charset="-122"/>
                <a:cs typeface="Century Schoolbook" pitchFamily="34" charset="-120"/>
              </a:rPr>
              <a:t>Heading</a:t>
            </a:r>
            <a:endParaRPr lang="en-US" sz="1800" dirty="0"/>
          </a:p>
        </p:txBody>
      </p:sp>
      <p:sp>
        <p:nvSpPr>
          <p:cNvPr id="16" name="Text 8"/>
          <p:cNvSpPr>
            <a:spLocks noGrp="1"/>
          </p:cNvSpPr>
          <p:nvPr>
            <p:ph type="body" idx="114" hasCustomPrompt="1"/>
          </p:nvPr>
        </p:nvSpPr>
        <p:spPr>
          <a:xfrm>
            <a:off x="1042416" y="4928616"/>
            <a:ext cx="4617720" cy="1097280"/>
          </a:xfrm>
          <a:prstGeom prst="rect">
            <a:avLst/>
          </a:prstGeom>
          <a:noFill/>
          <a:ln/>
        </p:spPr>
        <p:txBody>
          <a:bodyPr wrap="square" rtlCol="0"/>
          <a:lstStyle>
            <a:lvl1pPr marL="0" indent="0" algn="l">
              <a:lnSpc>
                <a:spcPct val="122000"/>
              </a:lnSpc>
              <a:buNone/>
              <a:defRPr lang="en-US" sz="1300" dirty="0">
                <a:solidFill>
                  <a:schemeClr val="tx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tx2"/>
                </a:solidFill>
                <a:latin typeface="Calibri" pitchFamily="34" charset="0"/>
                <a:ea typeface="Calibri" pitchFamily="34" charset="-122"/>
                <a:cs typeface="Calibri" pitchFamily="34" charset="-120"/>
              </a:rPr>
              <a:t>Body text</a:t>
            </a:r>
            <a:endParaRPr lang="en-US" sz="1300" dirty="0"/>
          </a:p>
        </p:txBody>
      </p:sp>
      <p:sp>
        <p:nvSpPr>
          <p:cNvPr id="17" name="Text 8"/>
          <p:cNvSpPr>
            <a:spLocks noGrp="1"/>
          </p:cNvSpPr>
          <p:nvPr>
            <p:ph type="body" idx="115" hasCustomPrompt="1"/>
          </p:nvPr>
        </p:nvSpPr>
        <p:spPr>
          <a:xfrm>
            <a:off x="7031736" y="4270248"/>
            <a:ext cx="4023360" cy="411480"/>
          </a:xfrm>
          <a:prstGeom prst="rect">
            <a:avLst/>
          </a:prstGeom>
          <a:noFill/>
          <a:ln/>
        </p:spPr>
        <p:txBody>
          <a:bodyPr wrap="square" rtlCol="0"/>
          <a:lstStyle>
            <a:lvl1pPr marL="0" indent="0" algn="l">
              <a:buNone/>
              <a:defRPr lang="en-US" sz="1800" b="1"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tx1"/>
                </a:solidFill>
                <a:latin typeface="Century Schoolbook" pitchFamily="34" charset="0"/>
                <a:ea typeface="Century Schoolbook" pitchFamily="34" charset="-122"/>
                <a:cs typeface="Century Schoolbook" pitchFamily="34" charset="-120"/>
              </a:rPr>
              <a:t>Heading</a:t>
            </a:r>
            <a:endParaRPr lang="en-US" sz="1800" dirty="0"/>
          </a:p>
        </p:txBody>
      </p:sp>
      <p:sp>
        <p:nvSpPr>
          <p:cNvPr id="18" name="Text 8"/>
          <p:cNvSpPr>
            <a:spLocks noGrp="1"/>
          </p:cNvSpPr>
          <p:nvPr>
            <p:ph type="body" idx="116" hasCustomPrompt="1"/>
          </p:nvPr>
        </p:nvSpPr>
        <p:spPr>
          <a:xfrm>
            <a:off x="6501384" y="4928616"/>
            <a:ext cx="4617720" cy="1097280"/>
          </a:xfrm>
          <a:prstGeom prst="rect">
            <a:avLst/>
          </a:prstGeom>
          <a:noFill/>
          <a:ln/>
        </p:spPr>
        <p:txBody>
          <a:bodyPr wrap="square" rtlCol="0"/>
          <a:lstStyle>
            <a:lvl1pPr marL="0" indent="0" algn="l">
              <a:lnSpc>
                <a:spcPct val="122000"/>
              </a:lnSpc>
              <a:buNone/>
              <a:defRPr lang="en-US" sz="1300" dirty="0">
                <a:solidFill>
                  <a:schemeClr val="tx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tx2"/>
                </a:solidFill>
                <a:latin typeface="Calibri" pitchFamily="34" charset="0"/>
                <a:ea typeface="Calibri" pitchFamily="34" charset="-122"/>
                <a:cs typeface="Calibri" pitchFamily="34" charset="-120"/>
              </a:rPr>
              <a:t>Body text</a:t>
            </a:r>
            <a:endParaRPr lang="en-US" sz="130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3 Quote">
    <p:bg>
      <p:bgPr>
        <a:solidFill>
          <a:schemeClr val="bg1"/>
        </a:solidFill>
        <a:effectLst/>
      </p:bgPr>
    </p:bg>
    <p:spTree>
      <p:nvGrpSpPr>
        <p:cNvPr id="1" name=""/>
        <p:cNvGrpSpPr/>
        <p:nvPr/>
      </p:nvGrpSpPr>
      <p:grpSpPr>
        <a:xfrm>
          <a:off x="0" y="0"/>
          <a:ext cx="0" cy="0"/>
          <a:chOff x="0" y="0"/>
          <a:chExt cx="0" cy="0"/>
        </a:xfrm>
      </p:grpSpPr>
      <p:sp>
        <p:nvSpPr>
          <p:cNvPr id="2" name="RND_0"/>
          <p:cNvSpPr/>
          <p:nvPr/>
        </p:nvSpPr>
        <p:spPr>
          <a:xfrm>
            <a:off x="1371600" y="1005840"/>
            <a:ext cx="9464040" cy="4846320"/>
          </a:xfrm>
          <a:prstGeom prst="roundRect">
            <a:avLst>
              <a:gd name="adj" fmla="val 3774"/>
            </a:avLst>
          </a:prstGeom>
          <a:solidFill>
            <a:schemeClr val="bg2"/>
          </a:solidFill>
          <a:ln/>
        </p:spPr>
        <p:txBody>
          <a:bodyPr/>
          <a:lstStyle/>
          <a:p>
            <a:endParaRPr lang="en-GB"/>
          </a:p>
        </p:txBody>
      </p:sp>
      <p:sp>
        <p:nvSpPr>
          <p:cNvPr id="3" name="RND_1"/>
          <p:cNvSpPr/>
          <p:nvPr/>
        </p:nvSpPr>
        <p:spPr>
          <a:xfrm rot="1080000">
            <a:off x="-960120" y="-960120"/>
            <a:ext cx="2103120" cy="2103120"/>
          </a:xfrm>
          <a:prstGeom prst="roundRect">
            <a:avLst>
              <a:gd name="adj" fmla="val 11304"/>
            </a:avLst>
          </a:prstGeom>
          <a:solidFill>
            <a:schemeClr val="bg2"/>
          </a:solidFill>
          <a:ln/>
        </p:spPr>
        <p:txBody>
          <a:bodyPr/>
          <a:lstStyle/>
          <a:p>
            <a:endParaRPr lang="en-GB"/>
          </a:p>
        </p:txBody>
      </p:sp>
      <p:sp>
        <p:nvSpPr>
          <p:cNvPr id="4" name="RND_2"/>
          <p:cNvSpPr/>
          <p:nvPr/>
        </p:nvSpPr>
        <p:spPr>
          <a:xfrm rot="-1440000">
            <a:off x="11247120" y="182880"/>
            <a:ext cx="1554480" cy="1554480"/>
          </a:xfrm>
          <a:prstGeom prst="roundRect">
            <a:avLst>
              <a:gd name="adj" fmla="val 15294"/>
            </a:avLst>
          </a:prstGeom>
          <a:solidFill>
            <a:schemeClr val="bg2"/>
          </a:solidFill>
          <a:ln/>
        </p:spPr>
        <p:txBody>
          <a:bodyPr/>
          <a:lstStyle/>
          <a:p>
            <a:endParaRPr lang="en-GB"/>
          </a:p>
        </p:txBody>
      </p:sp>
      <p:sp>
        <p:nvSpPr>
          <p:cNvPr id="5" name="RND_3"/>
          <p:cNvSpPr/>
          <p:nvPr/>
        </p:nvSpPr>
        <p:spPr>
          <a:xfrm rot="2460000">
            <a:off x="10927080" y="5669280"/>
            <a:ext cx="2103120" cy="2103120"/>
          </a:xfrm>
          <a:prstGeom prst="roundRect">
            <a:avLst>
              <a:gd name="adj" fmla="val 11304"/>
            </a:avLst>
          </a:prstGeom>
          <a:solidFill>
            <a:schemeClr val="bg2"/>
          </a:solidFill>
          <a:ln/>
        </p:spPr>
        <p:txBody>
          <a:bodyPr/>
          <a:lstStyle/>
          <a:p>
            <a:endParaRPr lang="en-GB"/>
          </a:p>
        </p:txBody>
      </p:sp>
      <p:sp>
        <p:nvSpPr>
          <p:cNvPr id="6" name="ELL_4"/>
          <p:cNvSpPr/>
          <p:nvPr/>
        </p:nvSpPr>
        <p:spPr>
          <a:xfrm>
            <a:off x="274320" y="5989320"/>
            <a:ext cx="1051560" cy="1051560"/>
          </a:xfrm>
          <a:prstGeom prst="ellipse">
            <a:avLst/>
          </a:prstGeom>
          <a:solidFill>
            <a:schemeClr val="accent5"/>
          </a:solidFill>
          <a:ln/>
        </p:spPr>
        <p:txBody>
          <a:bodyPr/>
          <a:lstStyle/>
          <a:p>
            <a:endParaRPr lang="en-GB"/>
          </a:p>
        </p:txBody>
      </p:sp>
      <p:sp>
        <p:nvSpPr>
          <p:cNvPr id="7" name="Text 5"/>
          <p:cNvSpPr/>
          <p:nvPr/>
        </p:nvSpPr>
        <p:spPr>
          <a:xfrm>
            <a:off x="1719072" y="932688"/>
            <a:ext cx="1828800" cy="1828800"/>
          </a:xfrm>
          <a:prstGeom prst="rect">
            <a:avLst/>
          </a:prstGeom>
          <a:noFill/>
          <a:ln/>
        </p:spPr>
        <p:txBody>
          <a:bodyPr wrap="square" lIns="0" tIns="0" rIns="0" bIns="0" rtlCol="0" anchor="t"/>
          <a:lstStyle/>
          <a:p>
            <a:pPr marL="0" indent="0">
              <a:buNone/>
            </a:pPr>
            <a:r>
              <a:rPr lang="en-US" sz="14000" b="1" dirty="0">
                <a:solidFill>
                  <a:schemeClr val="accent2"/>
                </a:solidFill>
                <a:latin typeface="Century Schoolbook" pitchFamily="34" charset="0"/>
                <a:ea typeface="Century Schoolbook" pitchFamily="34" charset="-122"/>
                <a:cs typeface="Century Schoolbook" pitchFamily="34" charset="-120"/>
              </a:rPr>
              <a:t>“</a:t>
            </a:r>
            <a:endParaRPr lang="en-US" sz="14000" dirty="0"/>
          </a:p>
        </p:txBody>
      </p:sp>
      <p:sp>
        <p:nvSpPr>
          <p:cNvPr id="8" name="Text 6"/>
          <p:cNvSpPr>
            <a:spLocks noGrp="1"/>
          </p:cNvSpPr>
          <p:nvPr>
            <p:ph type="title" idx="106" hasCustomPrompt="1"/>
          </p:nvPr>
        </p:nvSpPr>
        <p:spPr>
          <a:xfrm>
            <a:off x="2560320" y="1847088"/>
            <a:ext cx="7680960" cy="2148840"/>
          </a:xfrm>
          <a:prstGeom prst="rect">
            <a:avLst/>
          </a:prstGeom>
          <a:noFill/>
          <a:ln/>
        </p:spPr>
        <p:txBody>
          <a:bodyPr wrap="square" rtlCol="0"/>
          <a:lstStyle>
            <a:lvl1pPr marL="0" indent="0" algn="l">
              <a:lnSpc>
                <a:spcPct val="118000"/>
              </a:lnSpc>
              <a:buNone/>
              <a:defRPr lang="en-US" sz="2900" dirty="0">
                <a:solidFill>
                  <a:schemeClr val="tx1"/>
                </a:solidFill>
                <a:latin typeface="Century Schoolbook" pitchFamily="34" charset="0"/>
                <a:ea typeface="Century Schoolbook" pitchFamily="34" charset="-122"/>
                <a:cs typeface="Century Schoolbook" pitchFamily="34" charset="-120"/>
              </a:defRPr>
            </a:lvl1pPr>
          </a:lstStyle>
          <a:p>
            <a:pPr marL="0" indent="0" algn="l">
              <a:lnSpc>
                <a:spcPct val="118000"/>
              </a:lnSpc>
              <a:buNone/>
            </a:pPr>
            <a:r>
              <a:rPr lang="en-US" sz="2900" dirty="0">
                <a:solidFill>
                  <a:schemeClr val="tx1"/>
                </a:solidFill>
                <a:latin typeface="Century Schoolbook" pitchFamily="34" charset="0"/>
                <a:ea typeface="Century Schoolbook" pitchFamily="34" charset="-122"/>
                <a:cs typeface="Century Schoolbook" pitchFamily="34" charset="-120"/>
              </a:rPr>
              <a:t>The quote goes here</a:t>
            </a:r>
            <a:endParaRPr lang="en-US" sz="2900" dirty="0"/>
          </a:p>
        </p:txBody>
      </p:sp>
      <p:sp>
        <p:nvSpPr>
          <p:cNvPr id="9" name="SQ_5"/>
          <p:cNvSpPr/>
          <p:nvPr/>
        </p:nvSpPr>
        <p:spPr>
          <a:xfrm>
            <a:off x="2560320" y="4224528"/>
            <a:ext cx="960120" cy="25603"/>
          </a:xfrm>
          <a:prstGeom prst="rect">
            <a:avLst/>
          </a:prstGeom>
          <a:solidFill>
            <a:schemeClr val="accent2"/>
          </a:solidFill>
          <a:ln/>
        </p:spPr>
        <p:txBody>
          <a:bodyPr/>
          <a:lstStyle/>
          <a:p>
            <a:endParaRPr lang="en-GB"/>
          </a:p>
        </p:txBody>
      </p:sp>
      <p:sp>
        <p:nvSpPr>
          <p:cNvPr id="10" name="ELL_6"/>
          <p:cNvSpPr/>
          <p:nvPr/>
        </p:nvSpPr>
        <p:spPr>
          <a:xfrm>
            <a:off x="2560320" y="4498848"/>
            <a:ext cx="841248" cy="841248"/>
          </a:xfrm>
          <a:prstGeom prst="ellipse">
            <a:avLst/>
          </a:prstGeom>
          <a:solidFill>
            <a:schemeClr val="bg2"/>
          </a:solidFill>
          <a:ln/>
        </p:spPr>
        <p:txBody>
          <a:bodyPr/>
          <a:lstStyle/>
          <a:p>
            <a:endParaRPr lang="en-GB"/>
          </a:p>
        </p:txBody>
      </p:sp>
      <p:sp>
        <p:nvSpPr>
          <p:cNvPr id="11" name="Text 8"/>
          <p:cNvSpPr>
            <a:spLocks noGrp="1"/>
          </p:cNvSpPr>
          <p:nvPr>
            <p:ph idx="109" hasCustomPrompt="1"/>
          </p:nvPr>
        </p:nvSpPr>
        <p:spPr>
          <a:xfrm>
            <a:off x="2615184" y="4553712"/>
            <a:ext cx="731520" cy="731520"/>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Photo</a:t>
            </a:r>
            <a:endParaRPr lang="en-US" dirty="0"/>
          </a:p>
        </p:txBody>
      </p:sp>
      <p:sp>
        <p:nvSpPr>
          <p:cNvPr id="12" name="Text 8"/>
          <p:cNvSpPr>
            <a:spLocks noGrp="1"/>
          </p:cNvSpPr>
          <p:nvPr>
            <p:ph type="body" idx="110" hasCustomPrompt="1"/>
          </p:nvPr>
        </p:nvSpPr>
        <p:spPr>
          <a:xfrm>
            <a:off x="3611880" y="4626864"/>
            <a:ext cx="4389120" cy="310896"/>
          </a:xfrm>
          <a:prstGeom prst="rect">
            <a:avLst/>
          </a:prstGeom>
          <a:noFill/>
          <a:ln/>
        </p:spPr>
        <p:txBody>
          <a:bodyPr wrap="square" rtlCol="0"/>
          <a:lstStyle>
            <a:lvl1pPr marL="0" indent="0" algn="l">
              <a:buNone/>
              <a:defRPr lang="en-US" sz="1600" b="1" dirty="0">
                <a:solidFill>
                  <a:schemeClr val="tx1"/>
                </a:solidFill>
                <a:latin typeface="Calibri" pitchFamily="34" charset="0"/>
                <a:ea typeface="Calibri" pitchFamily="34" charset="-122"/>
                <a:cs typeface="Calibri" pitchFamily="34" charset="-120"/>
              </a:defRPr>
            </a:lvl1pPr>
          </a:lstStyle>
          <a:p>
            <a:pPr marL="0" indent="0" algn="l">
              <a:buNone/>
            </a:pPr>
            <a:r>
              <a:rPr lang="en-US" sz="1600" b="1" dirty="0">
                <a:solidFill>
                  <a:schemeClr val="tx1"/>
                </a:solidFill>
                <a:latin typeface="Calibri" pitchFamily="34" charset="0"/>
                <a:ea typeface="Calibri" pitchFamily="34" charset="-122"/>
                <a:cs typeface="Calibri" pitchFamily="34" charset="-120"/>
              </a:rPr>
              <a:t>Who said it</a:t>
            </a:r>
            <a:endParaRPr lang="en-US" sz="1600" dirty="0"/>
          </a:p>
        </p:txBody>
      </p:sp>
      <p:sp>
        <p:nvSpPr>
          <p:cNvPr id="13" name="Text 8"/>
          <p:cNvSpPr>
            <a:spLocks noGrp="1"/>
          </p:cNvSpPr>
          <p:nvPr>
            <p:ph type="body" idx="111" hasCustomPrompt="1"/>
          </p:nvPr>
        </p:nvSpPr>
        <p:spPr>
          <a:xfrm>
            <a:off x="3611880" y="4983480"/>
            <a:ext cx="4389120" cy="292608"/>
          </a:xfrm>
          <a:prstGeom prst="rect">
            <a:avLst/>
          </a:prstGeom>
          <a:noFill/>
          <a:ln/>
        </p:spPr>
        <p:txBody>
          <a:bodyPr wrap="square" rtlCol="0"/>
          <a:lstStyle>
            <a:lvl1pPr marL="0" indent="0" algn="l">
              <a:buNone/>
              <a:defRPr lang="en-US" sz="1300" dirty="0">
                <a:solidFill>
                  <a:schemeClr val="tx2"/>
                </a:solidFill>
                <a:latin typeface="Calibri" pitchFamily="34" charset="0"/>
                <a:ea typeface="Calibri" pitchFamily="34" charset="-122"/>
                <a:cs typeface="Calibri" pitchFamily="34" charset="-120"/>
              </a:defRPr>
            </a:lvl1pPr>
          </a:lstStyle>
          <a:p>
            <a:pPr marL="0" indent="0" algn="l">
              <a:buNone/>
            </a:pPr>
            <a:r>
              <a:rPr lang="en-US" sz="1300" dirty="0">
                <a:solidFill>
                  <a:schemeClr val="tx2"/>
                </a:solidFill>
                <a:latin typeface="Calibri" pitchFamily="34" charset="0"/>
                <a:ea typeface="Calibri" pitchFamily="34" charset="-122"/>
                <a:cs typeface="Calibri" pitchFamily="34" charset="-120"/>
              </a:rPr>
              <a:t>Their role</a:t>
            </a:r>
            <a:endParaRPr lang="en-US" sz="1300" dirty="0"/>
          </a:p>
        </p:txBody>
      </p:sp>
    </p:spTree>
    <p:extLst>
      <p:ext uri="{BB962C8B-B14F-4D97-AF65-F5344CB8AC3E}">
        <p14:creationId xmlns:p14="http://schemas.microsoft.com/office/powerpoint/2010/main" val="36073198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24 Statement boxed">
    <p:bg>
      <p:bgPr>
        <a:solidFill>
          <a:schemeClr val="bg1"/>
        </a:solidFill>
        <a:effectLst/>
      </p:bgPr>
    </p:bg>
    <p:spTree>
      <p:nvGrpSpPr>
        <p:cNvPr id="1" name=""/>
        <p:cNvGrpSpPr/>
        <p:nvPr/>
      </p:nvGrpSpPr>
      <p:grpSpPr>
        <a:xfrm>
          <a:off x="0" y="0"/>
          <a:ext cx="0" cy="0"/>
          <a:chOff x="0" y="0"/>
          <a:chExt cx="0" cy="0"/>
        </a:xfrm>
      </p:grpSpPr>
      <p:sp>
        <p:nvSpPr>
          <p:cNvPr id="2" name="RND_7"/>
          <p:cNvSpPr/>
          <p:nvPr/>
        </p:nvSpPr>
        <p:spPr>
          <a:xfrm rot="1080000">
            <a:off x="-868680" y="320040"/>
            <a:ext cx="2103120" cy="2103120"/>
          </a:xfrm>
          <a:prstGeom prst="roundRect">
            <a:avLst>
              <a:gd name="adj" fmla="val 11304"/>
            </a:avLst>
          </a:prstGeom>
          <a:solidFill>
            <a:schemeClr val="bg2"/>
          </a:solidFill>
          <a:ln/>
        </p:spPr>
        <p:txBody>
          <a:bodyPr/>
          <a:lstStyle/>
          <a:p>
            <a:endParaRPr lang="en-GB"/>
          </a:p>
        </p:txBody>
      </p:sp>
      <p:sp>
        <p:nvSpPr>
          <p:cNvPr id="3" name="RND_8"/>
          <p:cNvSpPr/>
          <p:nvPr/>
        </p:nvSpPr>
        <p:spPr>
          <a:xfrm rot="-1440000">
            <a:off x="11384280" y="-548640"/>
            <a:ext cx="1920240" cy="1920240"/>
          </a:xfrm>
          <a:prstGeom prst="roundRect">
            <a:avLst>
              <a:gd name="adj" fmla="val 12381"/>
            </a:avLst>
          </a:prstGeom>
          <a:solidFill>
            <a:schemeClr val="bg2"/>
          </a:solidFill>
          <a:ln/>
        </p:spPr>
        <p:txBody>
          <a:bodyPr/>
          <a:lstStyle/>
          <a:p>
            <a:endParaRPr lang="en-GB"/>
          </a:p>
        </p:txBody>
      </p:sp>
      <p:sp>
        <p:nvSpPr>
          <p:cNvPr id="4" name="RND_9"/>
          <p:cNvSpPr/>
          <p:nvPr/>
        </p:nvSpPr>
        <p:spPr>
          <a:xfrm rot="2460000">
            <a:off x="11155680" y="5440680"/>
            <a:ext cx="2011680" cy="2011680"/>
          </a:xfrm>
          <a:prstGeom prst="roundRect">
            <a:avLst>
              <a:gd name="adj" fmla="val 11818"/>
            </a:avLst>
          </a:prstGeom>
          <a:solidFill>
            <a:schemeClr val="bg2"/>
          </a:solidFill>
          <a:ln/>
        </p:spPr>
        <p:txBody>
          <a:bodyPr/>
          <a:lstStyle/>
          <a:p>
            <a:endParaRPr lang="en-GB"/>
          </a:p>
        </p:txBody>
      </p:sp>
      <p:sp>
        <p:nvSpPr>
          <p:cNvPr id="5" name="ELL_10"/>
          <p:cNvSpPr/>
          <p:nvPr/>
        </p:nvSpPr>
        <p:spPr>
          <a:xfrm>
            <a:off x="502920" y="6172200"/>
            <a:ext cx="914400" cy="914400"/>
          </a:xfrm>
          <a:prstGeom prst="ellipse">
            <a:avLst/>
          </a:prstGeom>
          <a:solidFill>
            <a:schemeClr val="accent5"/>
          </a:solidFill>
          <a:ln/>
        </p:spPr>
        <p:txBody>
          <a:bodyPr/>
          <a:lstStyle/>
          <a:p>
            <a:endParaRPr lang="en-GB"/>
          </a:p>
        </p:txBody>
      </p:sp>
      <p:sp>
        <p:nvSpPr>
          <p:cNvPr id="6" name="RND_11"/>
          <p:cNvSpPr/>
          <p:nvPr/>
        </p:nvSpPr>
        <p:spPr>
          <a:xfrm>
            <a:off x="1005840" y="1325880"/>
            <a:ext cx="10149840" cy="4023360"/>
          </a:xfrm>
          <a:prstGeom prst="roundRect">
            <a:avLst>
              <a:gd name="adj" fmla="val 4091"/>
            </a:avLst>
          </a:prstGeom>
          <a:solidFill>
            <a:schemeClr val="tx1"/>
          </a:solidFill>
          <a:ln/>
        </p:spPr>
        <p:txBody>
          <a:bodyPr/>
          <a:lstStyle/>
          <a:p>
            <a:endParaRPr lang="en-GB"/>
          </a:p>
        </p:txBody>
      </p:sp>
      <p:sp>
        <p:nvSpPr>
          <p:cNvPr id="7" name="Text 5"/>
          <p:cNvSpPr>
            <a:spLocks noGrp="1"/>
          </p:cNvSpPr>
          <p:nvPr>
            <p:ph type="body" idx="105" hasCustomPrompt="1"/>
          </p:nvPr>
        </p:nvSpPr>
        <p:spPr>
          <a:xfrm>
            <a:off x="1691640" y="1810512"/>
            <a:ext cx="4572000" cy="274320"/>
          </a:xfrm>
          <a:prstGeom prst="rect">
            <a:avLst/>
          </a:prstGeom>
          <a:noFill/>
          <a:ln/>
        </p:spPr>
        <p:txBody>
          <a:bodyPr wrap="square" rtlCol="0"/>
          <a:lstStyle>
            <a:lvl1pPr marL="0" indent="0" algn="l">
              <a:buNone/>
              <a:defRPr lang="en-US" sz="1200" b="1" kern="0" spc="200" dirty="0">
                <a:solidFill>
                  <a:schemeClr val="accent2"/>
                </a:solidFill>
                <a:latin typeface="Calibri" pitchFamily="34" charset="0"/>
                <a:ea typeface="Calibri" pitchFamily="34" charset="-122"/>
                <a:cs typeface="Calibri" pitchFamily="34" charset="-120"/>
              </a:defRPr>
            </a:lvl1pPr>
          </a:lstStyle>
          <a:p>
            <a:pPr marL="0" indent="0" algn="l">
              <a:buNone/>
            </a:pPr>
            <a:r>
              <a:rPr lang="en-US" sz="1200" b="1" kern="0" spc="200" dirty="0">
                <a:solidFill>
                  <a:schemeClr val="accent2"/>
                </a:solidFill>
                <a:latin typeface="Calibri" pitchFamily="34" charset="0"/>
                <a:ea typeface="Calibri" pitchFamily="34" charset="-122"/>
                <a:cs typeface="Calibri" pitchFamily="34" charset="-120"/>
              </a:rPr>
              <a:t>EYEBROW LABEL</a:t>
            </a:r>
            <a:endParaRPr lang="en-US" sz="1200" dirty="0"/>
          </a:p>
        </p:txBody>
      </p:sp>
      <p:sp>
        <p:nvSpPr>
          <p:cNvPr id="8" name="SQ_12"/>
          <p:cNvSpPr/>
          <p:nvPr/>
        </p:nvSpPr>
        <p:spPr>
          <a:xfrm>
            <a:off x="1691640" y="2176272"/>
            <a:ext cx="960120" cy="25603"/>
          </a:xfrm>
          <a:prstGeom prst="rect">
            <a:avLst/>
          </a:prstGeom>
          <a:solidFill>
            <a:schemeClr val="accent2"/>
          </a:solidFill>
          <a:ln/>
        </p:spPr>
        <p:txBody>
          <a:bodyPr/>
          <a:lstStyle/>
          <a:p>
            <a:endParaRPr lang="en-GB"/>
          </a:p>
        </p:txBody>
      </p:sp>
      <p:sp>
        <p:nvSpPr>
          <p:cNvPr id="9" name="Text 6"/>
          <p:cNvSpPr>
            <a:spLocks noGrp="1"/>
          </p:cNvSpPr>
          <p:nvPr>
            <p:ph type="title" idx="107" hasCustomPrompt="1"/>
          </p:nvPr>
        </p:nvSpPr>
        <p:spPr>
          <a:xfrm>
            <a:off x="1691640" y="2395728"/>
            <a:ext cx="8732520" cy="1691640"/>
          </a:xfrm>
          <a:prstGeom prst="rect">
            <a:avLst/>
          </a:prstGeom>
          <a:noFill/>
          <a:ln/>
        </p:spPr>
        <p:txBody>
          <a:bodyPr wrap="square" rtlCol="0"/>
          <a:lstStyle>
            <a:lvl1pPr marL="0" indent="0" algn="l">
              <a:lnSpc>
                <a:spcPct val="114000"/>
              </a:lnSpc>
              <a:buNone/>
              <a:defRPr lang="en-US" sz="3400" b="1" dirty="0">
                <a:solidFill>
                  <a:schemeClr val="bg1"/>
                </a:solidFill>
                <a:latin typeface="Century Schoolbook" pitchFamily="34" charset="0"/>
                <a:ea typeface="Century Schoolbook" pitchFamily="34" charset="-122"/>
                <a:cs typeface="Century Schoolbook" pitchFamily="34" charset="-120"/>
              </a:defRPr>
            </a:lvl1pPr>
          </a:lstStyle>
          <a:p>
            <a:pPr marL="0" indent="0" algn="l">
              <a:lnSpc>
                <a:spcPct val="114000"/>
              </a:lnSpc>
              <a:buNone/>
            </a:pPr>
            <a:r>
              <a:rPr lang="en-US" sz="3400" b="1" dirty="0">
                <a:solidFill>
                  <a:schemeClr val="bg1"/>
                </a:solidFill>
                <a:latin typeface="Century Schoolbook" pitchFamily="34" charset="0"/>
                <a:ea typeface="Century Schoolbook" pitchFamily="34" charset="-122"/>
                <a:cs typeface="Century Schoolbook" pitchFamily="34" charset="-120"/>
              </a:rPr>
              <a:t>A statement that sits in a box</a:t>
            </a:r>
            <a:endParaRPr lang="en-US" sz="3400" dirty="0"/>
          </a:p>
        </p:txBody>
      </p:sp>
      <p:sp>
        <p:nvSpPr>
          <p:cNvPr id="10" name="Text 6"/>
          <p:cNvSpPr>
            <a:spLocks noGrp="1"/>
          </p:cNvSpPr>
          <p:nvPr>
            <p:ph type="body" idx="108" hasCustomPrompt="1"/>
          </p:nvPr>
        </p:nvSpPr>
        <p:spPr>
          <a:xfrm>
            <a:off x="1691640" y="4315968"/>
            <a:ext cx="7863840" cy="457200"/>
          </a:xfrm>
          <a:prstGeom prst="rect">
            <a:avLst/>
          </a:prstGeom>
          <a:noFill/>
          <a:ln/>
        </p:spPr>
        <p:txBody>
          <a:bodyPr wrap="square" rtlCol="0"/>
          <a:lstStyle>
            <a:lvl1pPr marL="0" indent="0" algn="l">
              <a:buNone/>
              <a:defRPr lang="en-US" sz="1500" dirty="0">
                <a:solidFill>
                  <a:schemeClr val="accent5"/>
                </a:solidFill>
                <a:latin typeface="Calibri" pitchFamily="34" charset="0"/>
                <a:ea typeface="Calibri" pitchFamily="34" charset="-122"/>
                <a:cs typeface="Calibri" pitchFamily="34" charset="-120"/>
              </a:defRPr>
            </a:lvl1pPr>
          </a:lstStyle>
          <a:p>
            <a:pPr marL="0" indent="0" algn="l">
              <a:buNone/>
            </a:pPr>
            <a:r>
              <a:rPr lang="en-US" sz="1500" dirty="0">
                <a:solidFill>
                  <a:schemeClr val="accent5"/>
                </a:solidFill>
                <a:latin typeface="Calibri" pitchFamily="34" charset="0"/>
                <a:ea typeface="Calibri" pitchFamily="34" charset="-122"/>
                <a:cs typeface="Calibri" pitchFamily="34" charset="-120"/>
              </a:rPr>
              <a:t>Supporting line</a:t>
            </a:r>
            <a:endParaRPr lang="en-US" sz="1500" dirty="0"/>
          </a:p>
        </p:txBody>
      </p:sp>
    </p:spTree>
    <p:extLst>
      <p:ext uri="{BB962C8B-B14F-4D97-AF65-F5344CB8AC3E}">
        <p14:creationId xmlns:p14="http://schemas.microsoft.com/office/powerpoint/2010/main" val="36697052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24 Statement boxed">
    <p:bg>
      <p:bgPr>
        <a:solidFill>
          <a:schemeClr val="bg1"/>
        </a:solidFill>
        <a:effectLst/>
      </p:bgPr>
    </p:bg>
    <p:spTree>
      <p:nvGrpSpPr>
        <p:cNvPr id="1" name=""/>
        <p:cNvGrpSpPr/>
        <p:nvPr/>
      </p:nvGrpSpPr>
      <p:grpSpPr>
        <a:xfrm>
          <a:off x="0" y="0"/>
          <a:ext cx="0" cy="0"/>
          <a:chOff x="0" y="0"/>
          <a:chExt cx="0" cy="0"/>
        </a:xfrm>
      </p:grpSpPr>
      <p:sp>
        <p:nvSpPr>
          <p:cNvPr id="2" name="RND_7"/>
          <p:cNvSpPr/>
          <p:nvPr/>
        </p:nvSpPr>
        <p:spPr>
          <a:xfrm rot="1080000">
            <a:off x="-868680" y="320040"/>
            <a:ext cx="2103120" cy="2103120"/>
          </a:xfrm>
          <a:prstGeom prst="roundRect">
            <a:avLst>
              <a:gd name="adj" fmla="val 11304"/>
            </a:avLst>
          </a:prstGeom>
          <a:solidFill>
            <a:schemeClr val="bg2"/>
          </a:solidFill>
          <a:ln/>
        </p:spPr>
        <p:txBody>
          <a:bodyPr/>
          <a:lstStyle/>
          <a:p>
            <a:endParaRPr lang="en-GB"/>
          </a:p>
        </p:txBody>
      </p:sp>
      <p:sp>
        <p:nvSpPr>
          <p:cNvPr id="6" name="RND_11"/>
          <p:cNvSpPr/>
          <p:nvPr/>
        </p:nvSpPr>
        <p:spPr>
          <a:xfrm>
            <a:off x="1005840" y="1325880"/>
            <a:ext cx="10149840" cy="4023360"/>
          </a:xfrm>
          <a:prstGeom prst="roundRect">
            <a:avLst>
              <a:gd name="adj" fmla="val 4091"/>
            </a:avLst>
          </a:prstGeom>
          <a:solidFill>
            <a:schemeClr val="tx1"/>
          </a:solidFill>
          <a:ln/>
        </p:spPr>
        <p:txBody>
          <a:bodyPr/>
          <a:lstStyle/>
          <a:p>
            <a:endParaRPr lang="en-GB"/>
          </a:p>
        </p:txBody>
      </p:sp>
      <p:sp>
        <p:nvSpPr>
          <p:cNvPr id="9" name="Text 6"/>
          <p:cNvSpPr>
            <a:spLocks noGrp="1"/>
          </p:cNvSpPr>
          <p:nvPr>
            <p:ph type="title" idx="107" hasCustomPrompt="1"/>
          </p:nvPr>
        </p:nvSpPr>
        <p:spPr>
          <a:xfrm>
            <a:off x="1691640" y="1799680"/>
            <a:ext cx="8732520" cy="1691640"/>
          </a:xfrm>
          <a:prstGeom prst="rect">
            <a:avLst/>
          </a:prstGeom>
          <a:noFill/>
          <a:ln/>
        </p:spPr>
        <p:txBody>
          <a:bodyPr wrap="square" rtlCol="0"/>
          <a:lstStyle>
            <a:lvl1pPr marL="0" indent="0" algn="l">
              <a:lnSpc>
                <a:spcPct val="114000"/>
              </a:lnSpc>
              <a:buNone/>
              <a:defRPr lang="en-US" sz="3400" b="1" dirty="0">
                <a:solidFill>
                  <a:schemeClr val="bg1"/>
                </a:solidFill>
                <a:latin typeface="Century Schoolbook" pitchFamily="34" charset="0"/>
                <a:ea typeface="Century Schoolbook" pitchFamily="34" charset="-122"/>
                <a:cs typeface="Century Schoolbook" pitchFamily="34" charset="-120"/>
              </a:defRPr>
            </a:lvl1pPr>
          </a:lstStyle>
          <a:p>
            <a:pPr marL="0" indent="0" algn="l">
              <a:lnSpc>
                <a:spcPct val="114000"/>
              </a:lnSpc>
              <a:buNone/>
            </a:pPr>
            <a:r>
              <a:rPr lang="en-US" sz="3400" b="1" dirty="0">
                <a:solidFill>
                  <a:schemeClr val="bg1"/>
                </a:solidFill>
                <a:latin typeface="Century Schoolbook" pitchFamily="34" charset="0"/>
                <a:ea typeface="Century Schoolbook" pitchFamily="34" charset="-122"/>
                <a:cs typeface="Century Schoolbook" pitchFamily="34" charset="-120"/>
              </a:rPr>
              <a:t>A statement that sits in a box</a:t>
            </a:r>
            <a:endParaRPr lang="en-US" sz="3400" dirty="0"/>
          </a:p>
        </p:txBody>
      </p:sp>
      <p:sp>
        <p:nvSpPr>
          <p:cNvPr id="3" name="RND_8"/>
          <p:cNvSpPr/>
          <p:nvPr/>
        </p:nvSpPr>
        <p:spPr>
          <a:xfrm rot="-1440000">
            <a:off x="11384280" y="-548640"/>
            <a:ext cx="1920240" cy="1920240"/>
          </a:xfrm>
          <a:prstGeom prst="roundRect">
            <a:avLst>
              <a:gd name="adj" fmla="val 12381"/>
            </a:avLst>
          </a:prstGeom>
          <a:solidFill>
            <a:schemeClr val="bg2"/>
          </a:solidFill>
          <a:ln/>
        </p:spPr>
        <p:txBody>
          <a:bodyPr/>
          <a:lstStyle/>
          <a:p>
            <a:endParaRPr lang="en-GB"/>
          </a:p>
        </p:txBody>
      </p:sp>
      <p:sp>
        <p:nvSpPr>
          <p:cNvPr id="4" name="RND_9"/>
          <p:cNvSpPr/>
          <p:nvPr/>
        </p:nvSpPr>
        <p:spPr>
          <a:xfrm rot="2460000">
            <a:off x="11155680" y="5440680"/>
            <a:ext cx="2011680" cy="2011680"/>
          </a:xfrm>
          <a:prstGeom prst="roundRect">
            <a:avLst>
              <a:gd name="adj" fmla="val 11818"/>
            </a:avLst>
          </a:prstGeom>
          <a:solidFill>
            <a:schemeClr val="bg2"/>
          </a:solidFill>
          <a:ln/>
        </p:spPr>
        <p:txBody>
          <a:bodyPr/>
          <a:lstStyle/>
          <a:p>
            <a:endParaRPr lang="en-GB"/>
          </a:p>
        </p:txBody>
      </p:sp>
      <p:sp>
        <p:nvSpPr>
          <p:cNvPr id="5" name="ELL_10"/>
          <p:cNvSpPr/>
          <p:nvPr/>
        </p:nvSpPr>
        <p:spPr>
          <a:xfrm>
            <a:off x="502920" y="6172200"/>
            <a:ext cx="914400" cy="914400"/>
          </a:xfrm>
          <a:prstGeom prst="ellipse">
            <a:avLst/>
          </a:prstGeom>
          <a:solidFill>
            <a:schemeClr val="accent5"/>
          </a:solidFill>
          <a:ln/>
        </p:spPr>
        <p:txBody>
          <a:bodyPr/>
          <a:lstStyle/>
          <a:p>
            <a:endParaRPr lang="en-GB"/>
          </a:p>
        </p:txBody>
      </p:sp>
      <p:sp>
        <p:nvSpPr>
          <p:cNvPr id="8" name="SQ_12"/>
          <p:cNvSpPr/>
          <p:nvPr/>
        </p:nvSpPr>
        <p:spPr>
          <a:xfrm>
            <a:off x="1691640" y="3877196"/>
            <a:ext cx="960120" cy="25603"/>
          </a:xfrm>
          <a:prstGeom prst="rect">
            <a:avLst/>
          </a:prstGeom>
          <a:solidFill>
            <a:schemeClr val="accent2"/>
          </a:solidFill>
          <a:ln/>
        </p:spPr>
        <p:txBody>
          <a:bodyPr/>
          <a:lstStyle/>
          <a:p>
            <a:endParaRPr lang="en-GB"/>
          </a:p>
        </p:txBody>
      </p:sp>
      <p:sp>
        <p:nvSpPr>
          <p:cNvPr id="10" name="Text 6"/>
          <p:cNvSpPr>
            <a:spLocks noGrp="1"/>
          </p:cNvSpPr>
          <p:nvPr>
            <p:ph type="body" idx="108" hasCustomPrompt="1"/>
          </p:nvPr>
        </p:nvSpPr>
        <p:spPr>
          <a:xfrm>
            <a:off x="1691640" y="4315968"/>
            <a:ext cx="7863840" cy="457200"/>
          </a:xfrm>
          <a:prstGeom prst="rect">
            <a:avLst/>
          </a:prstGeom>
          <a:noFill/>
          <a:ln/>
        </p:spPr>
        <p:txBody>
          <a:bodyPr wrap="square" rtlCol="0"/>
          <a:lstStyle>
            <a:lvl1pPr marL="0" indent="0" algn="l">
              <a:buNone/>
              <a:defRPr lang="en-US" sz="1500" dirty="0">
                <a:solidFill>
                  <a:schemeClr val="accent5"/>
                </a:solidFill>
                <a:latin typeface="Calibri" pitchFamily="34" charset="0"/>
                <a:ea typeface="Calibri" pitchFamily="34" charset="-122"/>
                <a:cs typeface="Calibri" pitchFamily="34" charset="-120"/>
              </a:defRPr>
            </a:lvl1pPr>
          </a:lstStyle>
          <a:p>
            <a:pPr marL="0" indent="0" algn="l">
              <a:buNone/>
            </a:pPr>
            <a:r>
              <a:rPr lang="en-US" sz="1500" dirty="0">
                <a:solidFill>
                  <a:schemeClr val="accent5"/>
                </a:solidFill>
                <a:latin typeface="Calibri" pitchFamily="34" charset="0"/>
                <a:ea typeface="Calibri" pitchFamily="34" charset="-122"/>
                <a:cs typeface="Calibri" pitchFamily="34" charset="-120"/>
              </a:rPr>
              <a:t>Supporting line</a:t>
            </a:r>
            <a:endParaRPr lang="en-US" sz="1500" dirty="0"/>
          </a:p>
        </p:txBody>
      </p:sp>
    </p:spTree>
    <p:extLst>
      <p:ext uri="{BB962C8B-B14F-4D97-AF65-F5344CB8AC3E}">
        <p14:creationId xmlns:p14="http://schemas.microsoft.com/office/powerpoint/2010/main" val="14017788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9 About the speaker">
    <p:bg>
      <p:bgPr>
        <a:solidFill>
          <a:schemeClr val="bg1"/>
        </a:solidFill>
        <a:effectLst/>
      </p:bgPr>
    </p:bg>
    <p:spTree>
      <p:nvGrpSpPr>
        <p:cNvPr id="1" name=""/>
        <p:cNvGrpSpPr/>
        <p:nvPr/>
      </p:nvGrpSpPr>
      <p:grpSpPr>
        <a:xfrm>
          <a:off x="0" y="0"/>
          <a:ext cx="0" cy="0"/>
          <a:chOff x="0" y="0"/>
          <a:chExt cx="0" cy="0"/>
        </a:xfrm>
      </p:grpSpPr>
      <p:sp>
        <p:nvSpPr>
          <p:cNvPr id="2" name="SQ_143"/>
          <p:cNvSpPr/>
          <p:nvPr/>
        </p:nvSpPr>
        <p:spPr>
          <a:xfrm>
            <a:off x="0" y="0"/>
            <a:ext cx="4572000" cy="6858000"/>
          </a:xfrm>
          <a:prstGeom prst="rect">
            <a:avLst/>
          </a:prstGeom>
          <a:solidFill>
            <a:schemeClr val="accent1"/>
          </a:solidFill>
          <a:ln/>
        </p:spPr>
        <p:txBody>
          <a:bodyPr/>
          <a:lstStyle/>
          <a:p>
            <a:endParaRPr lang="en-GB"/>
          </a:p>
        </p:txBody>
      </p:sp>
      <p:sp>
        <p:nvSpPr>
          <p:cNvPr id="3" name="RND_144"/>
          <p:cNvSpPr/>
          <p:nvPr/>
        </p:nvSpPr>
        <p:spPr>
          <a:xfrm rot="1080000">
            <a:off x="411480" y="457200"/>
            <a:ext cx="914400" cy="914400"/>
          </a:xfrm>
          <a:prstGeom prst="roundRect">
            <a:avLst>
              <a:gd name="adj" fmla="val 26000"/>
            </a:avLst>
          </a:prstGeom>
          <a:solidFill>
            <a:schemeClr val="accent4"/>
          </a:solidFill>
          <a:ln/>
        </p:spPr>
        <p:txBody>
          <a:bodyPr/>
          <a:lstStyle/>
          <a:p>
            <a:endParaRPr lang="en-GB"/>
          </a:p>
        </p:txBody>
      </p:sp>
      <p:sp>
        <p:nvSpPr>
          <p:cNvPr id="4" name="RND_145"/>
          <p:cNvSpPr/>
          <p:nvPr/>
        </p:nvSpPr>
        <p:spPr>
          <a:xfrm rot="-1440000">
            <a:off x="3520440" y="5669280"/>
            <a:ext cx="1463040" cy="1463040"/>
          </a:xfrm>
          <a:prstGeom prst="roundRect">
            <a:avLst>
              <a:gd name="adj" fmla="val 16250"/>
            </a:avLst>
          </a:prstGeom>
          <a:solidFill>
            <a:schemeClr val="accent4"/>
          </a:solidFill>
          <a:ln/>
        </p:spPr>
        <p:txBody>
          <a:bodyPr/>
          <a:lstStyle/>
          <a:p>
            <a:endParaRPr lang="en-GB"/>
          </a:p>
        </p:txBody>
      </p:sp>
      <p:sp>
        <p:nvSpPr>
          <p:cNvPr id="5" name="RND_146"/>
          <p:cNvSpPr/>
          <p:nvPr/>
        </p:nvSpPr>
        <p:spPr>
          <a:xfrm rot="2460000">
            <a:off x="11430000" y="274320"/>
            <a:ext cx="1463040" cy="1463040"/>
          </a:xfrm>
          <a:prstGeom prst="roundRect">
            <a:avLst>
              <a:gd name="adj" fmla="val 16250"/>
            </a:avLst>
          </a:prstGeom>
          <a:solidFill>
            <a:schemeClr val="bg2"/>
          </a:solidFill>
          <a:ln/>
        </p:spPr>
        <p:txBody>
          <a:bodyPr/>
          <a:lstStyle/>
          <a:p>
            <a:endParaRPr lang="en-GB"/>
          </a:p>
        </p:txBody>
      </p:sp>
      <p:sp>
        <p:nvSpPr>
          <p:cNvPr id="6" name="RND_147"/>
          <p:cNvSpPr/>
          <p:nvPr/>
        </p:nvSpPr>
        <p:spPr>
          <a:xfrm rot="-720000">
            <a:off x="11155680" y="5852160"/>
            <a:ext cx="1554480" cy="1554480"/>
          </a:xfrm>
          <a:prstGeom prst="roundRect">
            <a:avLst>
              <a:gd name="adj" fmla="val 15294"/>
            </a:avLst>
          </a:prstGeom>
          <a:solidFill>
            <a:schemeClr val="bg2"/>
          </a:solidFill>
          <a:ln/>
        </p:spPr>
        <p:txBody>
          <a:bodyPr/>
          <a:lstStyle/>
          <a:p>
            <a:endParaRPr lang="en-GB"/>
          </a:p>
        </p:txBody>
      </p:sp>
      <p:sp>
        <p:nvSpPr>
          <p:cNvPr id="7" name="ELL_148"/>
          <p:cNvSpPr/>
          <p:nvPr/>
        </p:nvSpPr>
        <p:spPr>
          <a:xfrm>
            <a:off x="932688" y="1874520"/>
            <a:ext cx="2697480" cy="2697480"/>
          </a:xfrm>
          <a:prstGeom prst="ellipse">
            <a:avLst/>
          </a:prstGeom>
          <a:solidFill>
            <a:schemeClr val="bg2"/>
          </a:solidFill>
          <a:ln/>
        </p:spPr>
        <p:txBody>
          <a:bodyPr/>
          <a:lstStyle/>
          <a:p>
            <a:endParaRPr lang="en-GB"/>
          </a:p>
        </p:txBody>
      </p:sp>
      <p:sp>
        <p:nvSpPr>
          <p:cNvPr id="8" name="Text 6"/>
          <p:cNvSpPr>
            <a:spLocks noGrp="1"/>
          </p:cNvSpPr>
          <p:nvPr>
            <p:ph idx="106" hasCustomPrompt="1"/>
          </p:nvPr>
        </p:nvSpPr>
        <p:spPr>
          <a:xfrm>
            <a:off x="1042416" y="1984248"/>
            <a:ext cx="2478024" cy="2478024"/>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Photo</a:t>
            </a:r>
            <a:endParaRPr lang="en-US" dirty="0"/>
          </a:p>
        </p:txBody>
      </p:sp>
      <p:sp>
        <p:nvSpPr>
          <p:cNvPr id="21" name="Text 18"/>
          <p:cNvSpPr>
            <a:spLocks noGrp="1"/>
          </p:cNvSpPr>
          <p:nvPr>
            <p:ph type="body" idx="119" hasCustomPrompt="1"/>
          </p:nvPr>
        </p:nvSpPr>
        <p:spPr>
          <a:xfrm>
            <a:off x="5440680" y="1417320"/>
            <a:ext cx="5852160" cy="274320"/>
          </a:xfrm>
          <a:prstGeom prst="rect">
            <a:avLst/>
          </a:prstGeom>
          <a:noFill/>
          <a:ln/>
        </p:spPr>
        <p:txBody>
          <a:bodyPr wrap="square" rtlCol="0"/>
          <a:lstStyle>
            <a:lvl1pPr marL="0" indent="0" algn="l">
              <a:buNone/>
              <a:defRPr lang="en-US" sz="1200" b="1" kern="0" spc="200" dirty="0">
                <a:solidFill>
                  <a:schemeClr val="accent2"/>
                </a:solidFill>
                <a:latin typeface="Calibri" pitchFamily="34" charset="0"/>
                <a:ea typeface="Calibri" pitchFamily="34" charset="-122"/>
                <a:cs typeface="Calibri" pitchFamily="34" charset="-120"/>
              </a:defRPr>
            </a:lvl1pPr>
          </a:lstStyle>
          <a:p>
            <a:pPr marL="0" indent="0" algn="l">
              <a:buNone/>
            </a:pPr>
            <a:r>
              <a:rPr lang="en-US" sz="1200" b="1" kern="0" spc="200" dirty="0">
                <a:solidFill>
                  <a:schemeClr val="accent2"/>
                </a:solidFill>
                <a:latin typeface="Calibri" pitchFamily="34" charset="0"/>
                <a:ea typeface="Calibri" pitchFamily="34" charset="-122"/>
                <a:cs typeface="Calibri" pitchFamily="34" charset="-120"/>
              </a:rPr>
              <a:t>EYEBROW LABEL</a:t>
            </a:r>
            <a:endParaRPr lang="en-US" sz="1200" dirty="0"/>
          </a:p>
        </p:txBody>
      </p:sp>
      <p:sp>
        <p:nvSpPr>
          <p:cNvPr id="22" name="Text 18"/>
          <p:cNvSpPr>
            <a:spLocks noGrp="1"/>
          </p:cNvSpPr>
          <p:nvPr>
            <p:ph type="title" idx="120" hasCustomPrompt="1"/>
          </p:nvPr>
        </p:nvSpPr>
        <p:spPr>
          <a:xfrm>
            <a:off x="5440680" y="1828800"/>
            <a:ext cx="5852160" cy="822960"/>
          </a:xfrm>
          <a:prstGeom prst="rect">
            <a:avLst/>
          </a:prstGeom>
          <a:noFill/>
          <a:ln/>
        </p:spPr>
        <p:txBody>
          <a:bodyPr wrap="square" rtlCol="0"/>
          <a:lstStyle>
            <a:lvl1pPr marL="0" indent="0" algn="l">
              <a:buNone/>
              <a:defRPr lang="en-US" sz="34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34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3400" dirty="0"/>
          </a:p>
        </p:txBody>
      </p:sp>
      <p:sp>
        <p:nvSpPr>
          <p:cNvPr id="23" name="Text 18"/>
          <p:cNvSpPr>
            <a:spLocks noGrp="1"/>
          </p:cNvSpPr>
          <p:nvPr>
            <p:ph type="body" idx="121" hasCustomPrompt="1"/>
          </p:nvPr>
        </p:nvSpPr>
        <p:spPr>
          <a:xfrm>
            <a:off x="5440680" y="2880360"/>
            <a:ext cx="5760720" cy="301752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tx2"/>
                </a:solidFill>
                <a:latin typeface="Calibri" pitchFamily="34" charset="0"/>
                <a:ea typeface="Calibri" pitchFamily="34" charset="-122"/>
                <a:cs typeface="Calibri" pitchFamily="34" charset="-120"/>
              </a:rPr>
              <a:t>Body text</a:t>
            </a:r>
            <a:endParaRPr lang="en-US" sz="1400" dirty="0"/>
          </a:p>
        </p:txBody>
      </p:sp>
      <p:grpSp>
        <p:nvGrpSpPr>
          <p:cNvPr id="56" name="Group 55">
            <a:extLst>
              <a:ext uri="{FF2B5EF4-FFF2-40B4-BE49-F238E27FC236}">
                <a16:creationId xmlns:a16="http://schemas.microsoft.com/office/drawing/2014/main" id="{A4136E1B-91E0-449F-FC77-A5D42461ECFE}"/>
              </a:ext>
            </a:extLst>
          </p:cNvPr>
          <p:cNvGrpSpPr/>
          <p:nvPr userDrawn="1"/>
        </p:nvGrpSpPr>
        <p:grpSpPr>
          <a:xfrm>
            <a:off x="1151862" y="5074920"/>
            <a:ext cx="1581912" cy="231343"/>
            <a:chOff x="1151862" y="5074920"/>
            <a:chExt cx="1581912" cy="231343"/>
          </a:xfrm>
        </p:grpSpPr>
        <p:sp>
          <p:nvSpPr>
            <p:cNvPr id="25" name="ELL_7">
              <a:extLst>
                <a:ext uri="{FF2B5EF4-FFF2-40B4-BE49-F238E27FC236}">
                  <a16:creationId xmlns:a16="http://schemas.microsoft.com/office/drawing/2014/main" id="{B559DB7A-78F4-3495-1201-97ADA29B9996}"/>
                </a:ext>
              </a:extLst>
            </p:cNvPr>
            <p:cNvSpPr/>
            <p:nvPr userDrawn="1"/>
          </p:nvSpPr>
          <p:spPr>
            <a:xfrm rot="19980000">
              <a:off x="1151862" y="5093208"/>
              <a:ext cx="32918" cy="141732"/>
            </a:xfrm>
            <a:prstGeom prst="ellipse">
              <a:avLst/>
            </a:prstGeom>
            <a:solidFill>
              <a:schemeClr val="accent2"/>
            </a:solidFill>
            <a:ln/>
          </p:spPr>
          <p:txBody>
            <a:bodyPr/>
            <a:lstStyle/>
            <a:p>
              <a:endParaRPr lang="en-GB"/>
            </a:p>
          </p:txBody>
        </p:sp>
        <p:sp>
          <p:nvSpPr>
            <p:cNvPr id="27" name="ELL_8">
              <a:extLst>
                <a:ext uri="{FF2B5EF4-FFF2-40B4-BE49-F238E27FC236}">
                  <a16:creationId xmlns:a16="http://schemas.microsoft.com/office/drawing/2014/main" id="{D2EF4E4A-5204-C4E3-9A1F-C06C26838C65}"/>
                </a:ext>
              </a:extLst>
            </p:cNvPr>
            <p:cNvSpPr/>
            <p:nvPr userDrawn="1"/>
          </p:nvSpPr>
          <p:spPr>
            <a:xfrm>
              <a:off x="1213127" y="5074920"/>
              <a:ext cx="32918" cy="150876"/>
            </a:xfrm>
            <a:prstGeom prst="ellipse">
              <a:avLst/>
            </a:prstGeom>
            <a:solidFill>
              <a:schemeClr val="accent2"/>
            </a:solidFill>
            <a:ln/>
          </p:spPr>
          <p:txBody>
            <a:bodyPr/>
            <a:lstStyle/>
            <a:p>
              <a:endParaRPr lang="en-GB"/>
            </a:p>
          </p:txBody>
        </p:sp>
        <p:sp>
          <p:nvSpPr>
            <p:cNvPr id="29" name="ELL_9">
              <a:extLst>
                <a:ext uri="{FF2B5EF4-FFF2-40B4-BE49-F238E27FC236}">
                  <a16:creationId xmlns:a16="http://schemas.microsoft.com/office/drawing/2014/main" id="{C8C7A1C7-35A0-F055-B587-8C431481229C}"/>
                </a:ext>
              </a:extLst>
            </p:cNvPr>
            <p:cNvSpPr/>
            <p:nvPr userDrawn="1"/>
          </p:nvSpPr>
          <p:spPr>
            <a:xfrm rot="1620000">
              <a:off x="1274392" y="5093208"/>
              <a:ext cx="32918" cy="141732"/>
            </a:xfrm>
            <a:prstGeom prst="ellipse">
              <a:avLst/>
            </a:prstGeom>
            <a:solidFill>
              <a:schemeClr val="accent2"/>
            </a:solidFill>
            <a:ln/>
          </p:spPr>
          <p:txBody>
            <a:bodyPr/>
            <a:lstStyle/>
            <a:p>
              <a:endParaRPr lang="en-GB"/>
            </a:p>
          </p:txBody>
        </p:sp>
        <p:sp>
          <p:nvSpPr>
            <p:cNvPr id="31" name="ELL_10">
              <a:extLst>
                <a:ext uri="{FF2B5EF4-FFF2-40B4-BE49-F238E27FC236}">
                  <a16:creationId xmlns:a16="http://schemas.microsoft.com/office/drawing/2014/main" id="{DE9DC7CA-872A-510C-6049-1E0653ACAA41}"/>
                </a:ext>
              </a:extLst>
            </p:cNvPr>
            <p:cNvSpPr/>
            <p:nvPr userDrawn="1"/>
          </p:nvSpPr>
          <p:spPr>
            <a:xfrm>
              <a:off x="1202154" y="5207508"/>
              <a:ext cx="54864" cy="43891"/>
            </a:xfrm>
            <a:prstGeom prst="ellipse">
              <a:avLst/>
            </a:prstGeom>
            <a:solidFill>
              <a:schemeClr val="accent2"/>
            </a:solidFill>
            <a:ln/>
          </p:spPr>
          <p:txBody>
            <a:bodyPr/>
            <a:lstStyle/>
            <a:p>
              <a:endParaRPr lang="en-GB"/>
            </a:p>
          </p:txBody>
        </p:sp>
        <p:sp>
          <p:nvSpPr>
            <p:cNvPr id="33" name="ELL_11">
              <a:extLst>
                <a:ext uri="{FF2B5EF4-FFF2-40B4-BE49-F238E27FC236}">
                  <a16:creationId xmlns:a16="http://schemas.microsoft.com/office/drawing/2014/main" id="{B9AB5DE3-582C-90E0-8D43-6EE05E3E02E9}"/>
                </a:ext>
              </a:extLst>
            </p:cNvPr>
            <p:cNvSpPr/>
            <p:nvPr userDrawn="1"/>
          </p:nvSpPr>
          <p:spPr>
            <a:xfrm rot="19980000">
              <a:off x="1627350" y="5148072"/>
              <a:ext cx="32918" cy="141732"/>
            </a:xfrm>
            <a:prstGeom prst="ellipse">
              <a:avLst/>
            </a:prstGeom>
            <a:solidFill>
              <a:schemeClr val="accent2"/>
            </a:solidFill>
            <a:ln/>
          </p:spPr>
          <p:txBody>
            <a:bodyPr/>
            <a:lstStyle/>
            <a:p>
              <a:endParaRPr lang="en-GB"/>
            </a:p>
          </p:txBody>
        </p:sp>
        <p:sp>
          <p:nvSpPr>
            <p:cNvPr id="35" name="ELL_12">
              <a:extLst>
                <a:ext uri="{FF2B5EF4-FFF2-40B4-BE49-F238E27FC236}">
                  <a16:creationId xmlns:a16="http://schemas.microsoft.com/office/drawing/2014/main" id="{0318ECD4-9005-F59C-9102-0F2EB92ECA18}"/>
                </a:ext>
              </a:extLst>
            </p:cNvPr>
            <p:cNvSpPr/>
            <p:nvPr userDrawn="1"/>
          </p:nvSpPr>
          <p:spPr>
            <a:xfrm>
              <a:off x="1688615" y="5129784"/>
              <a:ext cx="32918" cy="150876"/>
            </a:xfrm>
            <a:prstGeom prst="ellipse">
              <a:avLst/>
            </a:prstGeom>
            <a:solidFill>
              <a:schemeClr val="accent2"/>
            </a:solidFill>
            <a:ln/>
          </p:spPr>
          <p:txBody>
            <a:bodyPr/>
            <a:lstStyle/>
            <a:p>
              <a:endParaRPr lang="en-GB"/>
            </a:p>
          </p:txBody>
        </p:sp>
        <p:sp>
          <p:nvSpPr>
            <p:cNvPr id="37" name="ELL_13">
              <a:extLst>
                <a:ext uri="{FF2B5EF4-FFF2-40B4-BE49-F238E27FC236}">
                  <a16:creationId xmlns:a16="http://schemas.microsoft.com/office/drawing/2014/main" id="{19279BC9-5F74-342B-F5EA-D8BAE2498FD6}"/>
                </a:ext>
              </a:extLst>
            </p:cNvPr>
            <p:cNvSpPr/>
            <p:nvPr userDrawn="1"/>
          </p:nvSpPr>
          <p:spPr>
            <a:xfrm rot="1620000">
              <a:off x="1749880" y="5148072"/>
              <a:ext cx="32918" cy="141732"/>
            </a:xfrm>
            <a:prstGeom prst="ellipse">
              <a:avLst/>
            </a:prstGeom>
            <a:solidFill>
              <a:schemeClr val="accent2"/>
            </a:solidFill>
            <a:ln/>
          </p:spPr>
          <p:txBody>
            <a:bodyPr/>
            <a:lstStyle/>
            <a:p>
              <a:endParaRPr lang="en-GB"/>
            </a:p>
          </p:txBody>
        </p:sp>
        <p:sp>
          <p:nvSpPr>
            <p:cNvPr id="39" name="ELL_14">
              <a:extLst>
                <a:ext uri="{FF2B5EF4-FFF2-40B4-BE49-F238E27FC236}">
                  <a16:creationId xmlns:a16="http://schemas.microsoft.com/office/drawing/2014/main" id="{C1A80C27-46CE-85C6-9B87-9635E22BDAEB}"/>
                </a:ext>
              </a:extLst>
            </p:cNvPr>
            <p:cNvSpPr/>
            <p:nvPr userDrawn="1"/>
          </p:nvSpPr>
          <p:spPr>
            <a:xfrm>
              <a:off x="1677642" y="5262372"/>
              <a:ext cx="54864" cy="43891"/>
            </a:xfrm>
            <a:prstGeom prst="ellipse">
              <a:avLst/>
            </a:prstGeom>
            <a:solidFill>
              <a:schemeClr val="accent2"/>
            </a:solidFill>
            <a:ln/>
          </p:spPr>
          <p:txBody>
            <a:bodyPr/>
            <a:lstStyle/>
            <a:p>
              <a:endParaRPr lang="en-GB"/>
            </a:p>
          </p:txBody>
        </p:sp>
        <p:sp>
          <p:nvSpPr>
            <p:cNvPr id="41" name="ELL_15">
              <a:extLst>
                <a:ext uri="{FF2B5EF4-FFF2-40B4-BE49-F238E27FC236}">
                  <a16:creationId xmlns:a16="http://schemas.microsoft.com/office/drawing/2014/main" id="{5AFF2858-058A-DF25-41E5-225B5A0F2119}"/>
                </a:ext>
              </a:extLst>
            </p:cNvPr>
            <p:cNvSpPr/>
            <p:nvPr userDrawn="1"/>
          </p:nvSpPr>
          <p:spPr>
            <a:xfrm rot="19980000">
              <a:off x="2102838" y="5093208"/>
              <a:ext cx="32918" cy="141732"/>
            </a:xfrm>
            <a:prstGeom prst="ellipse">
              <a:avLst/>
            </a:prstGeom>
            <a:solidFill>
              <a:schemeClr val="accent2"/>
            </a:solidFill>
            <a:ln/>
          </p:spPr>
          <p:txBody>
            <a:bodyPr/>
            <a:lstStyle/>
            <a:p>
              <a:endParaRPr lang="en-GB"/>
            </a:p>
          </p:txBody>
        </p:sp>
        <p:sp>
          <p:nvSpPr>
            <p:cNvPr id="43" name="ELL_16">
              <a:extLst>
                <a:ext uri="{FF2B5EF4-FFF2-40B4-BE49-F238E27FC236}">
                  <a16:creationId xmlns:a16="http://schemas.microsoft.com/office/drawing/2014/main" id="{A47E77D7-773D-D21C-08D8-4D2D7A01F59B}"/>
                </a:ext>
              </a:extLst>
            </p:cNvPr>
            <p:cNvSpPr/>
            <p:nvPr userDrawn="1"/>
          </p:nvSpPr>
          <p:spPr>
            <a:xfrm>
              <a:off x="2164103" y="5074920"/>
              <a:ext cx="32918" cy="150876"/>
            </a:xfrm>
            <a:prstGeom prst="ellipse">
              <a:avLst/>
            </a:prstGeom>
            <a:solidFill>
              <a:schemeClr val="accent2"/>
            </a:solidFill>
            <a:ln/>
          </p:spPr>
          <p:txBody>
            <a:bodyPr/>
            <a:lstStyle/>
            <a:p>
              <a:endParaRPr lang="en-GB"/>
            </a:p>
          </p:txBody>
        </p:sp>
        <p:sp>
          <p:nvSpPr>
            <p:cNvPr id="45" name="ELL_17">
              <a:extLst>
                <a:ext uri="{FF2B5EF4-FFF2-40B4-BE49-F238E27FC236}">
                  <a16:creationId xmlns:a16="http://schemas.microsoft.com/office/drawing/2014/main" id="{52065490-9DD9-C194-2377-6098EFFD575B}"/>
                </a:ext>
              </a:extLst>
            </p:cNvPr>
            <p:cNvSpPr/>
            <p:nvPr userDrawn="1"/>
          </p:nvSpPr>
          <p:spPr>
            <a:xfrm rot="1620000">
              <a:off x="2225368" y="5093208"/>
              <a:ext cx="32918" cy="141732"/>
            </a:xfrm>
            <a:prstGeom prst="ellipse">
              <a:avLst/>
            </a:prstGeom>
            <a:solidFill>
              <a:schemeClr val="accent2"/>
            </a:solidFill>
            <a:ln/>
          </p:spPr>
          <p:txBody>
            <a:bodyPr/>
            <a:lstStyle/>
            <a:p>
              <a:endParaRPr lang="en-GB"/>
            </a:p>
          </p:txBody>
        </p:sp>
        <p:sp>
          <p:nvSpPr>
            <p:cNvPr id="47" name="ELL_18">
              <a:extLst>
                <a:ext uri="{FF2B5EF4-FFF2-40B4-BE49-F238E27FC236}">
                  <a16:creationId xmlns:a16="http://schemas.microsoft.com/office/drawing/2014/main" id="{FC0A422B-4DF0-7C16-94A5-8B3E77850954}"/>
                </a:ext>
              </a:extLst>
            </p:cNvPr>
            <p:cNvSpPr/>
            <p:nvPr userDrawn="1"/>
          </p:nvSpPr>
          <p:spPr>
            <a:xfrm>
              <a:off x="2153130" y="5207508"/>
              <a:ext cx="54864" cy="43891"/>
            </a:xfrm>
            <a:prstGeom prst="ellipse">
              <a:avLst/>
            </a:prstGeom>
            <a:solidFill>
              <a:schemeClr val="accent2"/>
            </a:solidFill>
            <a:ln/>
          </p:spPr>
          <p:txBody>
            <a:bodyPr/>
            <a:lstStyle/>
            <a:p>
              <a:endParaRPr lang="en-GB"/>
            </a:p>
          </p:txBody>
        </p:sp>
        <p:sp>
          <p:nvSpPr>
            <p:cNvPr id="49" name="ELL_19">
              <a:extLst>
                <a:ext uri="{FF2B5EF4-FFF2-40B4-BE49-F238E27FC236}">
                  <a16:creationId xmlns:a16="http://schemas.microsoft.com/office/drawing/2014/main" id="{457FF151-B3E6-BC85-108F-B23E79AEECA3}"/>
                </a:ext>
              </a:extLst>
            </p:cNvPr>
            <p:cNvSpPr/>
            <p:nvPr userDrawn="1"/>
          </p:nvSpPr>
          <p:spPr>
            <a:xfrm rot="19980000">
              <a:off x="2578326" y="5148072"/>
              <a:ext cx="32918" cy="141732"/>
            </a:xfrm>
            <a:prstGeom prst="ellipse">
              <a:avLst/>
            </a:prstGeom>
            <a:solidFill>
              <a:schemeClr val="accent2"/>
            </a:solidFill>
            <a:ln/>
          </p:spPr>
          <p:txBody>
            <a:bodyPr/>
            <a:lstStyle/>
            <a:p>
              <a:endParaRPr lang="en-GB"/>
            </a:p>
          </p:txBody>
        </p:sp>
        <p:sp>
          <p:nvSpPr>
            <p:cNvPr id="51" name="ELL_20">
              <a:extLst>
                <a:ext uri="{FF2B5EF4-FFF2-40B4-BE49-F238E27FC236}">
                  <a16:creationId xmlns:a16="http://schemas.microsoft.com/office/drawing/2014/main" id="{A9497EFA-830C-6720-DF81-F5B97841772D}"/>
                </a:ext>
              </a:extLst>
            </p:cNvPr>
            <p:cNvSpPr/>
            <p:nvPr userDrawn="1"/>
          </p:nvSpPr>
          <p:spPr>
            <a:xfrm>
              <a:off x="2639591" y="5129784"/>
              <a:ext cx="32918" cy="150876"/>
            </a:xfrm>
            <a:prstGeom prst="ellipse">
              <a:avLst/>
            </a:prstGeom>
            <a:solidFill>
              <a:schemeClr val="accent2"/>
            </a:solidFill>
            <a:ln/>
          </p:spPr>
          <p:txBody>
            <a:bodyPr/>
            <a:lstStyle/>
            <a:p>
              <a:endParaRPr lang="en-GB"/>
            </a:p>
          </p:txBody>
        </p:sp>
        <p:sp>
          <p:nvSpPr>
            <p:cNvPr id="53" name="ELL_21">
              <a:extLst>
                <a:ext uri="{FF2B5EF4-FFF2-40B4-BE49-F238E27FC236}">
                  <a16:creationId xmlns:a16="http://schemas.microsoft.com/office/drawing/2014/main" id="{B34A7147-4FFE-D927-DC54-979FC764A71F}"/>
                </a:ext>
              </a:extLst>
            </p:cNvPr>
            <p:cNvSpPr/>
            <p:nvPr userDrawn="1"/>
          </p:nvSpPr>
          <p:spPr>
            <a:xfrm rot="1620000">
              <a:off x="2700856" y="5148072"/>
              <a:ext cx="32918" cy="141732"/>
            </a:xfrm>
            <a:prstGeom prst="ellipse">
              <a:avLst/>
            </a:prstGeom>
            <a:solidFill>
              <a:schemeClr val="accent2"/>
            </a:solidFill>
            <a:ln/>
          </p:spPr>
          <p:txBody>
            <a:bodyPr/>
            <a:lstStyle/>
            <a:p>
              <a:endParaRPr lang="en-GB"/>
            </a:p>
          </p:txBody>
        </p:sp>
        <p:sp>
          <p:nvSpPr>
            <p:cNvPr id="55" name="ELL_22">
              <a:extLst>
                <a:ext uri="{FF2B5EF4-FFF2-40B4-BE49-F238E27FC236}">
                  <a16:creationId xmlns:a16="http://schemas.microsoft.com/office/drawing/2014/main" id="{74D5B3F6-4E32-0813-E64D-7BCC7180F16D}"/>
                </a:ext>
              </a:extLst>
            </p:cNvPr>
            <p:cNvSpPr/>
            <p:nvPr userDrawn="1"/>
          </p:nvSpPr>
          <p:spPr>
            <a:xfrm>
              <a:off x="2628618" y="5262372"/>
              <a:ext cx="54864" cy="43891"/>
            </a:xfrm>
            <a:prstGeom prst="ellipse">
              <a:avLst/>
            </a:prstGeom>
            <a:solidFill>
              <a:schemeClr val="accent2"/>
            </a:solidFill>
            <a:ln/>
          </p:spPr>
          <p:txBody>
            <a:bodyPr/>
            <a:lstStyle/>
            <a:p>
              <a:endParaRPr lang="en-GB"/>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0 Connect">
    <p:bg>
      <p:bgPr>
        <a:solidFill>
          <a:schemeClr val="accent1"/>
        </a:solidFill>
        <a:effectLst/>
      </p:bgPr>
    </p:bg>
    <p:spTree>
      <p:nvGrpSpPr>
        <p:cNvPr id="1" name=""/>
        <p:cNvGrpSpPr/>
        <p:nvPr/>
      </p:nvGrpSpPr>
      <p:grpSpPr>
        <a:xfrm>
          <a:off x="0" y="0"/>
          <a:ext cx="0" cy="0"/>
          <a:chOff x="0" y="0"/>
          <a:chExt cx="0" cy="0"/>
        </a:xfrm>
      </p:grpSpPr>
      <p:sp>
        <p:nvSpPr>
          <p:cNvPr id="2" name="RND_161"/>
          <p:cNvSpPr/>
          <p:nvPr/>
        </p:nvSpPr>
        <p:spPr>
          <a:xfrm rot="1080000">
            <a:off x="-960120" y="-960120"/>
            <a:ext cx="3291840" cy="3291840"/>
          </a:xfrm>
          <a:prstGeom prst="roundRect">
            <a:avLst>
              <a:gd name="adj" fmla="val 7222"/>
            </a:avLst>
          </a:prstGeom>
          <a:solidFill>
            <a:schemeClr val="accent4"/>
          </a:solidFill>
          <a:ln/>
        </p:spPr>
        <p:txBody>
          <a:bodyPr/>
          <a:lstStyle/>
          <a:p>
            <a:endParaRPr lang="en-GB"/>
          </a:p>
        </p:txBody>
      </p:sp>
      <p:sp>
        <p:nvSpPr>
          <p:cNvPr id="3" name="RND_162"/>
          <p:cNvSpPr/>
          <p:nvPr/>
        </p:nvSpPr>
        <p:spPr>
          <a:xfrm rot="-1440000">
            <a:off x="10195560" y="4892040"/>
            <a:ext cx="3291840" cy="3291840"/>
          </a:xfrm>
          <a:prstGeom prst="roundRect">
            <a:avLst>
              <a:gd name="adj" fmla="val 7222"/>
            </a:avLst>
          </a:prstGeom>
          <a:solidFill>
            <a:schemeClr val="accent4"/>
          </a:solidFill>
          <a:ln/>
        </p:spPr>
        <p:txBody>
          <a:bodyPr/>
          <a:lstStyle/>
          <a:p>
            <a:endParaRPr lang="en-GB"/>
          </a:p>
        </p:txBody>
      </p:sp>
      <p:sp>
        <p:nvSpPr>
          <p:cNvPr id="4" name="RND_163"/>
          <p:cNvSpPr/>
          <p:nvPr/>
        </p:nvSpPr>
        <p:spPr>
          <a:xfrm rot="2460000">
            <a:off x="9646920" y="-502920"/>
            <a:ext cx="1371600" cy="1371600"/>
          </a:xfrm>
          <a:prstGeom prst="roundRect">
            <a:avLst>
              <a:gd name="adj" fmla="val 17333"/>
            </a:avLst>
          </a:prstGeom>
          <a:solidFill>
            <a:schemeClr val="accent5"/>
          </a:solidFill>
          <a:ln/>
        </p:spPr>
        <p:txBody>
          <a:bodyPr/>
          <a:lstStyle/>
          <a:p>
            <a:endParaRPr lang="en-GB"/>
          </a:p>
        </p:txBody>
      </p:sp>
      <p:sp>
        <p:nvSpPr>
          <p:cNvPr id="5" name="ELL_164"/>
          <p:cNvSpPr/>
          <p:nvPr/>
        </p:nvSpPr>
        <p:spPr>
          <a:xfrm>
            <a:off x="960120" y="5349240"/>
            <a:ext cx="1005840" cy="1005840"/>
          </a:xfrm>
          <a:prstGeom prst="ellipse">
            <a:avLst/>
          </a:prstGeom>
          <a:solidFill>
            <a:schemeClr val="accent5"/>
          </a:solidFill>
          <a:ln/>
        </p:spPr>
        <p:txBody>
          <a:bodyPr/>
          <a:lstStyle/>
          <a:p>
            <a:endParaRPr lang="en-GB"/>
          </a:p>
        </p:txBody>
      </p:sp>
      <p:sp>
        <p:nvSpPr>
          <p:cNvPr id="6" name="ELL_165"/>
          <p:cNvSpPr/>
          <p:nvPr/>
        </p:nvSpPr>
        <p:spPr>
          <a:xfrm rot="-1620000">
            <a:off x="966064" y="1437437"/>
            <a:ext cx="36210" cy="155905"/>
          </a:xfrm>
          <a:prstGeom prst="ellipse">
            <a:avLst/>
          </a:prstGeom>
          <a:solidFill>
            <a:schemeClr val="accent2"/>
          </a:solidFill>
          <a:ln/>
        </p:spPr>
        <p:txBody>
          <a:bodyPr/>
          <a:lstStyle/>
          <a:p>
            <a:endParaRPr lang="en-GB"/>
          </a:p>
        </p:txBody>
      </p:sp>
      <p:sp>
        <p:nvSpPr>
          <p:cNvPr id="7" name="ELL_166"/>
          <p:cNvSpPr/>
          <p:nvPr/>
        </p:nvSpPr>
        <p:spPr>
          <a:xfrm>
            <a:off x="1033455" y="1417320"/>
            <a:ext cx="36210" cy="165964"/>
          </a:xfrm>
          <a:prstGeom prst="ellipse">
            <a:avLst/>
          </a:prstGeom>
          <a:solidFill>
            <a:schemeClr val="accent2"/>
          </a:solidFill>
          <a:ln/>
        </p:spPr>
        <p:txBody>
          <a:bodyPr/>
          <a:lstStyle/>
          <a:p>
            <a:endParaRPr lang="en-GB"/>
          </a:p>
        </p:txBody>
      </p:sp>
      <p:sp>
        <p:nvSpPr>
          <p:cNvPr id="8" name="ELL_167"/>
          <p:cNvSpPr/>
          <p:nvPr/>
        </p:nvSpPr>
        <p:spPr>
          <a:xfrm rot="1620000">
            <a:off x="1100846" y="1437437"/>
            <a:ext cx="36210" cy="155905"/>
          </a:xfrm>
          <a:prstGeom prst="ellipse">
            <a:avLst/>
          </a:prstGeom>
          <a:solidFill>
            <a:schemeClr val="accent2"/>
          </a:solidFill>
          <a:ln/>
        </p:spPr>
        <p:txBody>
          <a:bodyPr/>
          <a:lstStyle/>
          <a:p>
            <a:endParaRPr lang="en-GB"/>
          </a:p>
        </p:txBody>
      </p:sp>
      <p:sp>
        <p:nvSpPr>
          <p:cNvPr id="9" name="ELL_168"/>
          <p:cNvSpPr/>
          <p:nvPr/>
        </p:nvSpPr>
        <p:spPr>
          <a:xfrm>
            <a:off x="1021385" y="1563167"/>
            <a:ext cx="60350" cy="48280"/>
          </a:xfrm>
          <a:prstGeom prst="ellipse">
            <a:avLst/>
          </a:prstGeom>
          <a:solidFill>
            <a:schemeClr val="accent2"/>
          </a:solidFill>
          <a:ln/>
        </p:spPr>
        <p:txBody>
          <a:bodyPr/>
          <a:lstStyle/>
          <a:p>
            <a:endParaRPr lang="en-GB"/>
          </a:p>
        </p:txBody>
      </p:sp>
      <p:sp>
        <p:nvSpPr>
          <p:cNvPr id="10" name="ELL_169"/>
          <p:cNvSpPr/>
          <p:nvPr/>
        </p:nvSpPr>
        <p:spPr>
          <a:xfrm rot="-1620000">
            <a:off x="1468984" y="1492301"/>
            <a:ext cx="36210" cy="155905"/>
          </a:xfrm>
          <a:prstGeom prst="ellipse">
            <a:avLst/>
          </a:prstGeom>
          <a:solidFill>
            <a:schemeClr val="accent2"/>
          </a:solidFill>
          <a:ln/>
        </p:spPr>
        <p:txBody>
          <a:bodyPr/>
          <a:lstStyle/>
          <a:p>
            <a:endParaRPr lang="en-GB"/>
          </a:p>
        </p:txBody>
      </p:sp>
      <p:sp>
        <p:nvSpPr>
          <p:cNvPr id="11" name="ELL_170"/>
          <p:cNvSpPr/>
          <p:nvPr/>
        </p:nvSpPr>
        <p:spPr>
          <a:xfrm>
            <a:off x="1536375" y="1472184"/>
            <a:ext cx="36210" cy="165964"/>
          </a:xfrm>
          <a:prstGeom prst="ellipse">
            <a:avLst/>
          </a:prstGeom>
          <a:solidFill>
            <a:schemeClr val="accent2"/>
          </a:solidFill>
          <a:ln/>
        </p:spPr>
        <p:txBody>
          <a:bodyPr/>
          <a:lstStyle/>
          <a:p>
            <a:endParaRPr lang="en-GB"/>
          </a:p>
        </p:txBody>
      </p:sp>
      <p:sp>
        <p:nvSpPr>
          <p:cNvPr id="12" name="ELL_171"/>
          <p:cNvSpPr/>
          <p:nvPr/>
        </p:nvSpPr>
        <p:spPr>
          <a:xfrm rot="1620000">
            <a:off x="1603766" y="1492301"/>
            <a:ext cx="36210" cy="155905"/>
          </a:xfrm>
          <a:prstGeom prst="ellipse">
            <a:avLst/>
          </a:prstGeom>
          <a:solidFill>
            <a:schemeClr val="accent2"/>
          </a:solidFill>
          <a:ln/>
        </p:spPr>
        <p:txBody>
          <a:bodyPr/>
          <a:lstStyle/>
          <a:p>
            <a:endParaRPr lang="en-GB"/>
          </a:p>
        </p:txBody>
      </p:sp>
      <p:sp>
        <p:nvSpPr>
          <p:cNvPr id="13" name="ELL_172"/>
          <p:cNvSpPr/>
          <p:nvPr/>
        </p:nvSpPr>
        <p:spPr>
          <a:xfrm>
            <a:off x="1524305" y="1618031"/>
            <a:ext cx="60350" cy="48280"/>
          </a:xfrm>
          <a:prstGeom prst="ellipse">
            <a:avLst/>
          </a:prstGeom>
          <a:solidFill>
            <a:schemeClr val="accent2"/>
          </a:solidFill>
          <a:ln/>
        </p:spPr>
        <p:txBody>
          <a:bodyPr/>
          <a:lstStyle/>
          <a:p>
            <a:endParaRPr lang="en-GB"/>
          </a:p>
        </p:txBody>
      </p:sp>
      <p:sp>
        <p:nvSpPr>
          <p:cNvPr id="14" name="ELL_173"/>
          <p:cNvSpPr/>
          <p:nvPr/>
        </p:nvSpPr>
        <p:spPr>
          <a:xfrm rot="-1620000">
            <a:off x="1971904" y="1437437"/>
            <a:ext cx="36210" cy="155905"/>
          </a:xfrm>
          <a:prstGeom prst="ellipse">
            <a:avLst/>
          </a:prstGeom>
          <a:solidFill>
            <a:schemeClr val="accent2"/>
          </a:solidFill>
          <a:ln/>
        </p:spPr>
        <p:txBody>
          <a:bodyPr/>
          <a:lstStyle/>
          <a:p>
            <a:endParaRPr lang="en-GB"/>
          </a:p>
        </p:txBody>
      </p:sp>
      <p:sp>
        <p:nvSpPr>
          <p:cNvPr id="15" name="ELL_174"/>
          <p:cNvSpPr/>
          <p:nvPr/>
        </p:nvSpPr>
        <p:spPr>
          <a:xfrm>
            <a:off x="2039295" y="1417320"/>
            <a:ext cx="36210" cy="165964"/>
          </a:xfrm>
          <a:prstGeom prst="ellipse">
            <a:avLst/>
          </a:prstGeom>
          <a:solidFill>
            <a:schemeClr val="accent2"/>
          </a:solidFill>
          <a:ln/>
        </p:spPr>
        <p:txBody>
          <a:bodyPr/>
          <a:lstStyle/>
          <a:p>
            <a:endParaRPr lang="en-GB"/>
          </a:p>
        </p:txBody>
      </p:sp>
      <p:sp>
        <p:nvSpPr>
          <p:cNvPr id="16" name="ELL_175"/>
          <p:cNvSpPr/>
          <p:nvPr/>
        </p:nvSpPr>
        <p:spPr>
          <a:xfrm rot="1620000">
            <a:off x="2106686" y="1437437"/>
            <a:ext cx="36210" cy="155905"/>
          </a:xfrm>
          <a:prstGeom prst="ellipse">
            <a:avLst/>
          </a:prstGeom>
          <a:solidFill>
            <a:schemeClr val="accent2"/>
          </a:solidFill>
          <a:ln/>
        </p:spPr>
        <p:txBody>
          <a:bodyPr/>
          <a:lstStyle/>
          <a:p>
            <a:endParaRPr lang="en-GB"/>
          </a:p>
        </p:txBody>
      </p:sp>
      <p:sp>
        <p:nvSpPr>
          <p:cNvPr id="17" name="ELL_176"/>
          <p:cNvSpPr/>
          <p:nvPr/>
        </p:nvSpPr>
        <p:spPr>
          <a:xfrm>
            <a:off x="2027225" y="1563167"/>
            <a:ext cx="60350" cy="48280"/>
          </a:xfrm>
          <a:prstGeom prst="ellipse">
            <a:avLst/>
          </a:prstGeom>
          <a:solidFill>
            <a:schemeClr val="accent2"/>
          </a:solidFill>
          <a:ln/>
        </p:spPr>
        <p:txBody>
          <a:bodyPr/>
          <a:lstStyle/>
          <a:p>
            <a:endParaRPr lang="en-GB"/>
          </a:p>
        </p:txBody>
      </p:sp>
      <p:sp>
        <p:nvSpPr>
          <p:cNvPr id="18" name="ELL_177"/>
          <p:cNvSpPr/>
          <p:nvPr/>
        </p:nvSpPr>
        <p:spPr>
          <a:xfrm rot="-1620000">
            <a:off x="2474824" y="1492301"/>
            <a:ext cx="36210" cy="155905"/>
          </a:xfrm>
          <a:prstGeom prst="ellipse">
            <a:avLst/>
          </a:prstGeom>
          <a:solidFill>
            <a:schemeClr val="accent2"/>
          </a:solidFill>
          <a:ln/>
        </p:spPr>
        <p:txBody>
          <a:bodyPr/>
          <a:lstStyle/>
          <a:p>
            <a:endParaRPr lang="en-GB"/>
          </a:p>
        </p:txBody>
      </p:sp>
      <p:sp>
        <p:nvSpPr>
          <p:cNvPr id="19" name="ELL_178"/>
          <p:cNvSpPr/>
          <p:nvPr/>
        </p:nvSpPr>
        <p:spPr>
          <a:xfrm>
            <a:off x="2542215" y="1472184"/>
            <a:ext cx="36210" cy="165964"/>
          </a:xfrm>
          <a:prstGeom prst="ellipse">
            <a:avLst/>
          </a:prstGeom>
          <a:solidFill>
            <a:schemeClr val="accent2"/>
          </a:solidFill>
          <a:ln/>
        </p:spPr>
        <p:txBody>
          <a:bodyPr/>
          <a:lstStyle/>
          <a:p>
            <a:endParaRPr lang="en-GB"/>
          </a:p>
        </p:txBody>
      </p:sp>
      <p:sp>
        <p:nvSpPr>
          <p:cNvPr id="20" name="ELL_179"/>
          <p:cNvSpPr/>
          <p:nvPr/>
        </p:nvSpPr>
        <p:spPr>
          <a:xfrm rot="1620000">
            <a:off x="2609606" y="1492301"/>
            <a:ext cx="36210" cy="155905"/>
          </a:xfrm>
          <a:prstGeom prst="ellipse">
            <a:avLst/>
          </a:prstGeom>
          <a:solidFill>
            <a:schemeClr val="accent2"/>
          </a:solidFill>
          <a:ln/>
        </p:spPr>
        <p:txBody>
          <a:bodyPr/>
          <a:lstStyle/>
          <a:p>
            <a:endParaRPr lang="en-GB"/>
          </a:p>
        </p:txBody>
      </p:sp>
      <p:sp>
        <p:nvSpPr>
          <p:cNvPr id="21" name="ELL_180"/>
          <p:cNvSpPr/>
          <p:nvPr/>
        </p:nvSpPr>
        <p:spPr>
          <a:xfrm>
            <a:off x="2530145" y="1618031"/>
            <a:ext cx="60350" cy="48280"/>
          </a:xfrm>
          <a:prstGeom prst="ellipse">
            <a:avLst/>
          </a:prstGeom>
          <a:solidFill>
            <a:schemeClr val="accent2"/>
          </a:solidFill>
          <a:ln/>
        </p:spPr>
        <p:txBody>
          <a:bodyPr/>
          <a:lstStyle/>
          <a:p>
            <a:endParaRPr lang="en-GB"/>
          </a:p>
        </p:txBody>
      </p:sp>
      <p:sp>
        <p:nvSpPr>
          <p:cNvPr id="22" name="Text 20"/>
          <p:cNvSpPr>
            <a:spLocks noGrp="1"/>
          </p:cNvSpPr>
          <p:nvPr>
            <p:ph type="title" idx="120" hasCustomPrompt="1"/>
          </p:nvPr>
        </p:nvSpPr>
        <p:spPr>
          <a:xfrm>
            <a:off x="960120" y="2240280"/>
            <a:ext cx="6583680" cy="1097280"/>
          </a:xfrm>
          <a:prstGeom prst="rect">
            <a:avLst/>
          </a:prstGeom>
          <a:noFill/>
          <a:ln/>
        </p:spPr>
        <p:txBody>
          <a:bodyPr wrap="square" rtlCol="0"/>
          <a:lstStyle>
            <a:lvl1pPr marL="0" indent="0" algn="l">
              <a:buNone/>
              <a:defRPr lang="en-US" sz="50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50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5000" dirty="0"/>
          </a:p>
        </p:txBody>
      </p:sp>
      <p:sp>
        <p:nvSpPr>
          <p:cNvPr id="23" name="Text 20"/>
          <p:cNvSpPr>
            <a:spLocks noGrp="1"/>
          </p:cNvSpPr>
          <p:nvPr>
            <p:ph type="body" idx="121" hasCustomPrompt="1"/>
          </p:nvPr>
        </p:nvSpPr>
        <p:spPr>
          <a:xfrm>
            <a:off x="960120" y="3611880"/>
            <a:ext cx="5669280" cy="192024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600" dirty="0">
                <a:solidFill>
                  <a:schemeClr val="bg2"/>
                </a:solidFill>
                <a:latin typeface="Calibri" pitchFamily="34" charset="0"/>
                <a:ea typeface="Calibri" pitchFamily="34" charset="-122"/>
                <a:cs typeface="Calibri" pitchFamily="34" charset="-120"/>
              </a:rPr>
              <a:t>Body text</a:t>
            </a:r>
            <a:endParaRPr lang="en-US" sz="1600" dirty="0"/>
          </a:p>
        </p:txBody>
      </p:sp>
      <p:sp>
        <p:nvSpPr>
          <p:cNvPr id="24" name="RND_181"/>
          <p:cNvSpPr/>
          <p:nvPr/>
        </p:nvSpPr>
        <p:spPr>
          <a:xfrm>
            <a:off x="8183880" y="2148840"/>
            <a:ext cx="3108960" cy="3108960"/>
          </a:xfrm>
          <a:prstGeom prst="roundRect">
            <a:avLst>
              <a:gd name="adj" fmla="val 5294"/>
            </a:avLst>
          </a:prstGeom>
          <a:solidFill>
            <a:schemeClr val="bg1"/>
          </a:solidFill>
          <a:ln/>
        </p:spPr>
        <p:txBody>
          <a:bodyPr/>
          <a:lstStyle/>
          <a:p>
            <a:endParaRPr lang="en-GB"/>
          </a:p>
        </p:txBody>
      </p:sp>
      <p:sp>
        <p:nvSpPr>
          <p:cNvPr id="25" name="Text 21"/>
          <p:cNvSpPr>
            <a:spLocks noGrp="1"/>
          </p:cNvSpPr>
          <p:nvPr>
            <p:ph idx="123" hasCustomPrompt="1"/>
          </p:nvPr>
        </p:nvSpPr>
        <p:spPr>
          <a:xfrm>
            <a:off x="8458200" y="2423160"/>
            <a:ext cx="2560320" cy="2560320"/>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QR code</a:t>
            </a:r>
            <a:endParaRPr lang="en-US" dirty="0"/>
          </a:p>
        </p:txBody>
      </p:sp>
      <p:sp>
        <p:nvSpPr>
          <p:cNvPr id="26" name="Text 21"/>
          <p:cNvSpPr>
            <a:spLocks noGrp="1"/>
          </p:cNvSpPr>
          <p:nvPr>
            <p:ph type="body" idx="124" hasCustomPrompt="1"/>
          </p:nvPr>
        </p:nvSpPr>
        <p:spPr>
          <a:xfrm>
            <a:off x="8183880" y="5440680"/>
            <a:ext cx="3108960" cy="365760"/>
          </a:xfrm>
          <a:prstGeom prst="rect">
            <a:avLst/>
          </a:prstGeom>
          <a:noFill/>
          <a:ln/>
        </p:spPr>
        <p:txBody>
          <a:bodyPr wrap="square" rtlCol="0"/>
          <a:lstStyle>
            <a:lvl1pPr marL="0" indent="0" algn="ctr">
              <a:buNone/>
              <a:defRPr lang="en-US" sz="1200" kern="0" spc="100" dirty="0">
                <a:solidFill>
                  <a:schemeClr val="accent5"/>
                </a:solidFill>
                <a:latin typeface="Calibri" pitchFamily="34" charset="0"/>
                <a:ea typeface="Calibri" pitchFamily="34" charset="-122"/>
                <a:cs typeface="Calibri" pitchFamily="34" charset="-120"/>
              </a:defRPr>
            </a:lvl1pPr>
          </a:lstStyle>
          <a:p>
            <a:pPr marL="0" indent="0" algn="ctr">
              <a:buNone/>
            </a:pPr>
            <a:r>
              <a:rPr lang="en-US" sz="1200" kern="0" spc="100" dirty="0">
                <a:solidFill>
                  <a:schemeClr val="accent5"/>
                </a:solidFill>
                <a:latin typeface="Calibri" pitchFamily="34" charset="0"/>
                <a:ea typeface="Calibri" pitchFamily="34" charset="-122"/>
                <a:cs typeface="Calibri" pitchFamily="34" charset="-120"/>
              </a:rPr>
              <a:t>SCAN FOR SLIDES</a:t>
            </a:r>
            <a:endParaRPr lang="en-US" sz="120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6 Blank titled">
    <p:bg>
      <p:bgPr>
        <a:solidFill>
          <a:schemeClr val="bg1"/>
        </a:solidFill>
        <a:effectLst/>
      </p:bgPr>
    </p:bg>
    <p:spTree>
      <p:nvGrpSpPr>
        <p:cNvPr id="1" name=""/>
        <p:cNvGrpSpPr/>
        <p:nvPr/>
      </p:nvGrpSpPr>
      <p:grpSpPr>
        <a:xfrm>
          <a:off x="0" y="0"/>
          <a:ext cx="0" cy="0"/>
          <a:chOff x="0" y="0"/>
          <a:chExt cx="0" cy="0"/>
        </a:xfrm>
      </p:grpSpPr>
      <p:sp>
        <p:nvSpPr>
          <p:cNvPr id="2" name="RND_37"/>
          <p:cNvSpPr/>
          <p:nvPr/>
        </p:nvSpPr>
        <p:spPr>
          <a:xfrm rot="1080000">
            <a:off x="10927080" y="-822960"/>
            <a:ext cx="2651760" cy="2651760"/>
          </a:xfrm>
          <a:prstGeom prst="roundRect">
            <a:avLst>
              <a:gd name="adj" fmla="val 8966"/>
            </a:avLst>
          </a:prstGeom>
          <a:solidFill>
            <a:schemeClr val="bg2"/>
          </a:solidFill>
          <a:ln/>
        </p:spPr>
        <p:txBody>
          <a:bodyPr/>
          <a:lstStyle/>
          <a:p>
            <a:endParaRPr lang="en-GB"/>
          </a:p>
        </p:txBody>
      </p:sp>
      <p:sp>
        <p:nvSpPr>
          <p:cNvPr id="3" name="ELL_38"/>
          <p:cNvSpPr/>
          <p:nvPr/>
        </p:nvSpPr>
        <p:spPr>
          <a:xfrm>
            <a:off x="11384280" y="2788920"/>
            <a:ext cx="914400" cy="914400"/>
          </a:xfrm>
          <a:prstGeom prst="ellipse">
            <a:avLst/>
          </a:prstGeom>
          <a:solidFill>
            <a:schemeClr val="accent5"/>
          </a:solidFill>
          <a:ln/>
        </p:spPr>
        <p:txBody>
          <a:bodyPr/>
          <a:lstStyle/>
          <a:p>
            <a:endParaRPr lang="en-GB"/>
          </a:p>
        </p:txBody>
      </p:sp>
      <p:sp>
        <p:nvSpPr>
          <p:cNvPr id="4" name="RND_39"/>
          <p:cNvSpPr/>
          <p:nvPr/>
        </p:nvSpPr>
        <p:spPr>
          <a:xfrm rot="2460000">
            <a:off x="10744200" y="5623560"/>
            <a:ext cx="2286000" cy="2286000"/>
          </a:xfrm>
          <a:prstGeom prst="roundRect">
            <a:avLst>
              <a:gd name="adj" fmla="val 10400"/>
            </a:avLst>
          </a:prstGeom>
          <a:solidFill>
            <a:schemeClr val="bg2"/>
          </a:solidFill>
          <a:ln/>
        </p:spPr>
        <p:txBody>
          <a:bodyPr/>
          <a:lstStyle/>
          <a:p>
            <a:endParaRPr lang="en-GB"/>
          </a:p>
        </p:txBody>
      </p:sp>
      <p:sp>
        <p:nvSpPr>
          <p:cNvPr id="5" name="RND_40"/>
          <p:cNvSpPr/>
          <p:nvPr/>
        </p:nvSpPr>
        <p:spPr>
          <a:xfrm rot="-720000">
            <a:off x="-502920" y="5989320"/>
            <a:ext cx="1463040" cy="1463040"/>
          </a:xfrm>
          <a:prstGeom prst="roundRect">
            <a:avLst>
              <a:gd name="adj" fmla="val 16250"/>
            </a:avLst>
          </a:prstGeom>
          <a:solidFill>
            <a:schemeClr val="accent5"/>
          </a:solidFill>
          <a:ln/>
        </p:spPr>
        <p:txBody>
          <a:bodyPr/>
          <a:lstStyle/>
          <a:p>
            <a:endParaRPr lang="en-GB"/>
          </a:p>
        </p:txBody>
      </p:sp>
      <p:sp>
        <p:nvSpPr>
          <p:cNvPr id="6" name="Text 4"/>
          <p:cNvSpPr>
            <a:spLocks noGrp="1"/>
          </p:cNvSpPr>
          <p:nvPr>
            <p:ph type="title" idx="104"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tx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tx1"/>
                </a:solidFill>
                <a:latin typeface="Century Schoolbook" pitchFamily="34" charset="0"/>
                <a:ea typeface="Century Schoolbook" pitchFamily="34" charset="-122"/>
                <a:cs typeface="Century Schoolbook" pitchFamily="34" charset="-120"/>
              </a:rPr>
              <a:t>Slide title</a:t>
            </a:r>
            <a:endParaRPr lang="en-US" sz="320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9656805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8 Blank panel">
    <p:bg>
      <p:bgPr>
        <a:solidFill>
          <a:schemeClr val="bg1"/>
        </a:solidFill>
        <a:effectLst/>
      </p:bgPr>
    </p:bg>
    <p:spTree>
      <p:nvGrpSpPr>
        <p:cNvPr id="1" name=""/>
        <p:cNvGrpSpPr/>
        <p:nvPr/>
      </p:nvGrpSpPr>
      <p:grpSpPr>
        <a:xfrm>
          <a:off x="0" y="0"/>
          <a:ext cx="0" cy="0"/>
          <a:chOff x="0" y="0"/>
          <a:chExt cx="0" cy="0"/>
        </a:xfrm>
      </p:grpSpPr>
      <p:sp>
        <p:nvSpPr>
          <p:cNvPr id="2" name="RND_41"/>
          <p:cNvSpPr/>
          <p:nvPr/>
        </p:nvSpPr>
        <p:spPr>
          <a:xfrm rot="1080000">
            <a:off x="-822960" y="-822960"/>
            <a:ext cx="2468880" cy="2468880"/>
          </a:xfrm>
          <a:prstGeom prst="roundRect">
            <a:avLst>
              <a:gd name="adj" fmla="val 9630"/>
            </a:avLst>
          </a:prstGeom>
          <a:solidFill>
            <a:schemeClr val="accent5"/>
          </a:solidFill>
          <a:ln/>
        </p:spPr>
        <p:txBody>
          <a:bodyPr/>
          <a:lstStyle/>
          <a:p>
            <a:endParaRPr lang="en-GB"/>
          </a:p>
        </p:txBody>
      </p:sp>
      <p:sp>
        <p:nvSpPr>
          <p:cNvPr id="3" name="RND_42"/>
          <p:cNvSpPr/>
          <p:nvPr/>
        </p:nvSpPr>
        <p:spPr>
          <a:xfrm rot="-1440000">
            <a:off x="11521440" y="502920"/>
            <a:ext cx="1463040" cy="1463040"/>
          </a:xfrm>
          <a:prstGeom prst="roundRect">
            <a:avLst>
              <a:gd name="adj" fmla="val 16250"/>
            </a:avLst>
          </a:prstGeom>
          <a:solidFill>
            <a:schemeClr val="accent5"/>
          </a:solidFill>
          <a:ln/>
        </p:spPr>
        <p:txBody>
          <a:bodyPr/>
          <a:lstStyle/>
          <a:p>
            <a:endParaRPr lang="en-GB"/>
          </a:p>
        </p:txBody>
      </p:sp>
      <p:sp>
        <p:nvSpPr>
          <p:cNvPr id="4" name="RND_43"/>
          <p:cNvSpPr/>
          <p:nvPr/>
        </p:nvSpPr>
        <p:spPr>
          <a:xfrm rot="2460000">
            <a:off x="11109960" y="5897880"/>
            <a:ext cx="1920240" cy="1920240"/>
          </a:xfrm>
          <a:prstGeom prst="roundRect">
            <a:avLst>
              <a:gd name="adj" fmla="val 12381"/>
            </a:avLst>
          </a:prstGeom>
          <a:solidFill>
            <a:schemeClr val="accent5"/>
          </a:solidFill>
          <a:ln/>
        </p:spPr>
        <p:txBody>
          <a:bodyPr/>
          <a:lstStyle/>
          <a:p>
            <a:endParaRPr lang="en-GB"/>
          </a:p>
        </p:txBody>
      </p:sp>
      <p:sp>
        <p:nvSpPr>
          <p:cNvPr id="5" name="ELL_44"/>
          <p:cNvSpPr/>
          <p:nvPr/>
        </p:nvSpPr>
        <p:spPr>
          <a:xfrm>
            <a:off x="228600" y="6126480"/>
            <a:ext cx="960120" cy="960120"/>
          </a:xfrm>
          <a:prstGeom prst="ellipse">
            <a:avLst/>
          </a:prstGeom>
          <a:solidFill>
            <a:schemeClr val="accent5"/>
          </a:solidFill>
          <a:ln/>
        </p:spPr>
        <p:txBody>
          <a:bodyPr/>
          <a:lstStyle/>
          <a:p>
            <a:endParaRPr lang="en-GB"/>
          </a:p>
        </p:txBody>
      </p:sp>
      <p:sp>
        <p:nvSpPr>
          <p:cNvPr id="6" name="RND_45"/>
          <p:cNvSpPr/>
          <p:nvPr/>
        </p:nvSpPr>
        <p:spPr>
          <a:xfrm>
            <a:off x="713232" y="841248"/>
            <a:ext cx="10744200" cy="5394960"/>
          </a:xfrm>
          <a:prstGeom prst="roundRect">
            <a:avLst>
              <a:gd name="adj" fmla="val 3051"/>
            </a:avLst>
          </a:prstGeom>
          <a:solidFill>
            <a:schemeClr val="bg2"/>
          </a:solidFill>
          <a:ln/>
        </p:spPr>
        <p:txBody>
          <a:bodyPr/>
          <a:lstStyle/>
          <a:p>
            <a:endParaRPr lang="en-GB"/>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5176612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9 Blank split">
    <p:bg>
      <p:bgPr>
        <a:solidFill>
          <a:schemeClr val="bg1"/>
        </a:solidFill>
        <a:effectLst/>
      </p:bgPr>
    </p:bg>
    <p:spTree>
      <p:nvGrpSpPr>
        <p:cNvPr id="1" name=""/>
        <p:cNvGrpSpPr/>
        <p:nvPr/>
      </p:nvGrpSpPr>
      <p:grpSpPr>
        <a:xfrm>
          <a:off x="0" y="0"/>
          <a:ext cx="0" cy="0"/>
          <a:chOff x="0" y="0"/>
          <a:chExt cx="0" cy="0"/>
        </a:xfrm>
      </p:grpSpPr>
      <p:sp>
        <p:nvSpPr>
          <p:cNvPr id="2" name="RND_46"/>
          <p:cNvSpPr/>
          <p:nvPr/>
        </p:nvSpPr>
        <p:spPr>
          <a:xfrm rot="1080000">
            <a:off x="-777240" y="-777240"/>
            <a:ext cx="2194560" cy="2194560"/>
          </a:xfrm>
          <a:prstGeom prst="roundRect">
            <a:avLst>
              <a:gd name="adj" fmla="val 10833"/>
            </a:avLst>
          </a:prstGeom>
          <a:solidFill>
            <a:schemeClr val="accent5"/>
          </a:solidFill>
          <a:ln/>
        </p:spPr>
      </p:sp>
      <p:sp>
        <p:nvSpPr>
          <p:cNvPr id="3" name="RND_47"/>
          <p:cNvSpPr/>
          <p:nvPr/>
        </p:nvSpPr>
        <p:spPr>
          <a:xfrm rot="-1440000">
            <a:off x="11430000" y="-411480"/>
            <a:ext cx="1828800" cy="1828800"/>
          </a:xfrm>
          <a:prstGeom prst="roundRect">
            <a:avLst>
              <a:gd name="adj" fmla="val 13000"/>
            </a:avLst>
          </a:prstGeom>
          <a:solidFill>
            <a:schemeClr val="accent5"/>
          </a:solidFill>
          <a:ln/>
        </p:spPr>
      </p:sp>
      <p:sp>
        <p:nvSpPr>
          <p:cNvPr id="4" name="RND_48"/>
          <p:cNvSpPr/>
          <p:nvPr/>
        </p:nvSpPr>
        <p:spPr>
          <a:xfrm rot="2460000">
            <a:off x="11292840" y="5943600"/>
            <a:ext cx="1737360" cy="1737360"/>
          </a:xfrm>
          <a:prstGeom prst="roundRect">
            <a:avLst>
              <a:gd name="adj" fmla="val 13684"/>
            </a:avLst>
          </a:prstGeom>
          <a:solidFill>
            <a:schemeClr val="accent5"/>
          </a:solidFill>
          <a:ln/>
        </p:spPr>
      </p:sp>
      <p:sp>
        <p:nvSpPr>
          <p:cNvPr id="5" name="ELL_49"/>
          <p:cNvSpPr/>
          <p:nvPr/>
        </p:nvSpPr>
        <p:spPr>
          <a:xfrm>
            <a:off x="365760" y="6126480"/>
            <a:ext cx="914400" cy="914400"/>
          </a:xfrm>
          <a:prstGeom prst="ellipse">
            <a:avLst/>
          </a:prstGeom>
          <a:solidFill>
            <a:schemeClr val="accent5"/>
          </a:solidFill>
          <a:ln/>
        </p:spPr>
      </p:sp>
      <p:sp>
        <p:nvSpPr>
          <p:cNvPr id="6" name="RND_50"/>
          <p:cNvSpPr/>
          <p:nvPr/>
        </p:nvSpPr>
        <p:spPr>
          <a:xfrm>
            <a:off x="713232" y="1188720"/>
            <a:ext cx="5285232" cy="4526280"/>
          </a:xfrm>
          <a:prstGeom prst="roundRect">
            <a:avLst>
              <a:gd name="adj" fmla="val 3232"/>
            </a:avLst>
          </a:prstGeom>
          <a:solidFill>
            <a:schemeClr val="bg2"/>
          </a:solidFill>
          <a:ln/>
        </p:spPr>
      </p:sp>
      <p:sp>
        <p:nvSpPr>
          <p:cNvPr id="7" name="RND_51"/>
          <p:cNvSpPr/>
          <p:nvPr/>
        </p:nvSpPr>
        <p:spPr>
          <a:xfrm>
            <a:off x="6199632" y="1188720"/>
            <a:ext cx="5285232" cy="4526280"/>
          </a:xfrm>
          <a:prstGeom prst="roundRect">
            <a:avLst>
              <a:gd name="adj" fmla="val 3232"/>
            </a:avLst>
          </a:prstGeom>
          <a:solidFill>
            <a:schemeClr val="bg2"/>
          </a:solidFill>
          <a:ln/>
        </p:spPr>
      </p:sp>
      <p:sp>
        <p:nvSpPr>
          <p:cNvPr id="8" name="SQ_52"/>
          <p:cNvSpPr/>
          <p:nvPr/>
        </p:nvSpPr>
        <p:spPr>
          <a:xfrm>
            <a:off x="6078931" y="1783080"/>
            <a:ext cx="38405" cy="3337560"/>
          </a:xfrm>
          <a:prstGeom prst="rect">
            <a:avLst/>
          </a:prstGeom>
          <a:solidFill>
            <a:schemeClr val="accent2"/>
          </a:solidFill>
          <a:ln/>
        </p:spPr>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2124752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1 Blank">
    <p:bg>
      <p:bgPr>
        <a:solidFill>
          <a:schemeClr val="bg1"/>
        </a:solidFill>
        <a:effectLst/>
      </p:bgPr>
    </p:bg>
    <p:spTree>
      <p:nvGrpSpPr>
        <p:cNvPr id="1" name=""/>
        <p:cNvGrpSpPr/>
        <p:nvPr/>
      </p:nvGrpSpPr>
      <p:grpSpPr>
        <a:xfrm>
          <a:off x="0" y="0"/>
          <a:ext cx="0" cy="0"/>
          <a:chOff x="0" y="0"/>
          <a:chExt cx="0" cy="0"/>
        </a:xfrm>
      </p:grpSpPr>
      <p:sp>
        <p:nvSpPr>
          <p:cNvPr id="2" name="RND_182"/>
          <p:cNvSpPr/>
          <p:nvPr/>
        </p:nvSpPr>
        <p:spPr>
          <a:xfrm rot="1080000">
            <a:off x="-685800" y="-685800"/>
            <a:ext cx="2286000" cy="2286000"/>
          </a:xfrm>
          <a:prstGeom prst="roundRect">
            <a:avLst>
              <a:gd name="adj" fmla="val 10400"/>
            </a:avLst>
          </a:prstGeom>
          <a:solidFill>
            <a:schemeClr val="bg2"/>
          </a:solidFill>
          <a:ln/>
        </p:spPr>
        <p:txBody>
          <a:bodyPr/>
          <a:lstStyle/>
          <a:p>
            <a:endParaRPr lang="en-GB"/>
          </a:p>
        </p:txBody>
      </p:sp>
      <p:sp>
        <p:nvSpPr>
          <p:cNvPr id="3" name="RND_183"/>
          <p:cNvSpPr/>
          <p:nvPr/>
        </p:nvSpPr>
        <p:spPr>
          <a:xfrm rot="-1440000">
            <a:off x="11475720" y="411480"/>
            <a:ext cx="1371600" cy="1371600"/>
          </a:xfrm>
          <a:prstGeom prst="roundRect">
            <a:avLst>
              <a:gd name="adj" fmla="val 17333"/>
            </a:avLst>
          </a:prstGeom>
          <a:solidFill>
            <a:schemeClr val="bg2"/>
          </a:solidFill>
          <a:ln/>
        </p:spPr>
        <p:txBody>
          <a:bodyPr/>
          <a:lstStyle/>
          <a:p>
            <a:endParaRPr lang="en-GB"/>
          </a:p>
        </p:txBody>
      </p:sp>
      <p:sp>
        <p:nvSpPr>
          <p:cNvPr id="4" name="RND_184"/>
          <p:cNvSpPr/>
          <p:nvPr/>
        </p:nvSpPr>
        <p:spPr>
          <a:xfrm rot="2460000">
            <a:off x="11109960" y="5806440"/>
            <a:ext cx="1828800" cy="1828800"/>
          </a:xfrm>
          <a:prstGeom prst="roundRect">
            <a:avLst>
              <a:gd name="adj" fmla="val 13000"/>
            </a:avLst>
          </a:prstGeom>
          <a:solidFill>
            <a:schemeClr val="bg2"/>
          </a:solidFill>
          <a:ln/>
        </p:spPr>
        <p:txBody>
          <a:bodyPr/>
          <a:lstStyle/>
          <a:p>
            <a:endParaRPr lang="en-GB"/>
          </a:p>
        </p:txBody>
      </p:sp>
      <p:sp>
        <p:nvSpPr>
          <p:cNvPr id="5" name="ELL_185"/>
          <p:cNvSpPr/>
          <p:nvPr/>
        </p:nvSpPr>
        <p:spPr>
          <a:xfrm>
            <a:off x="320040" y="6172200"/>
            <a:ext cx="1097280" cy="1097280"/>
          </a:xfrm>
          <a:prstGeom prst="ellipse">
            <a:avLst/>
          </a:prstGeom>
          <a:solidFill>
            <a:schemeClr val="accent5"/>
          </a:solidFill>
          <a:ln/>
        </p:spPr>
        <p:txBody>
          <a:bodyPr/>
          <a:lstStyle/>
          <a:p>
            <a:endParaRPr lang="en-GB"/>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D24 Statement boxed">
    <p:bg>
      <p:bgPr>
        <a:solidFill>
          <a:schemeClr val="tx1"/>
        </a:solidFill>
        <a:effectLst/>
      </p:bgPr>
    </p:bg>
    <p:spTree>
      <p:nvGrpSpPr>
        <p:cNvPr id="1" name=""/>
        <p:cNvGrpSpPr/>
        <p:nvPr/>
      </p:nvGrpSpPr>
      <p:grpSpPr>
        <a:xfrm>
          <a:off x="0" y="0"/>
          <a:ext cx="0" cy="0"/>
          <a:chOff x="0" y="0"/>
          <a:chExt cx="0" cy="0"/>
        </a:xfrm>
      </p:grpSpPr>
      <p:sp>
        <p:nvSpPr>
          <p:cNvPr id="2" name="RND_60"/>
          <p:cNvSpPr/>
          <p:nvPr/>
        </p:nvSpPr>
        <p:spPr>
          <a:xfrm rot="1080000">
            <a:off x="-868680" y="320040"/>
            <a:ext cx="2103120" cy="2103120"/>
          </a:xfrm>
          <a:prstGeom prst="roundRect">
            <a:avLst>
              <a:gd name="adj" fmla="val 11304"/>
            </a:avLst>
          </a:prstGeom>
          <a:solidFill>
            <a:schemeClr val="tx2"/>
          </a:solidFill>
          <a:ln/>
        </p:spPr>
        <p:txBody>
          <a:bodyPr/>
          <a:lstStyle/>
          <a:p>
            <a:endParaRPr lang="en-GB"/>
          </a:p>
        </p:txBody>
      </p:sp>
      <p:sp>
        <p:nvSpPr>
          <p:cNvPr id="3" name="RND_61"/>
          <p:cNvSpPr/>
          <p:nvPr/>
        </p:nvSpPr>
        <p:spPr>
          <a:xfrm rot="-1440000">
            <a:off x="11384280" y="-548640"/>
            <a:ext cx="1920240" cy="1920240"/>
          </a:xfrm>
          <a:prstGeom prst="roundRect">
            <a:avLst>
              <a:gd name="adj" fmla="val 12381"/>
            </a:avLst>
          </a:prstGeom>
          <a:solidFill>
            <a:schemeClr val="tx2"/>
          </a:solidFill>
          <a:ln/>
        </p:spPr>
        <p:txBody>
          <a:bodyPr/>
          <a:lstStyle/>
          <a:p>
            <a:endParaRPr lang="en-GB"/>
          </a:p>
        </p:txBody>
      </p:sp>
      <p:sp>
        <p:nvSpPr>
          <p:cNvPr id="4" name="RND_62"/>
          <p:cNvSpPr/>
          <p:nvPr/>
        </p:nvSpPr>
        <p:spPr>
          <a:xfrm rot="2460000">
            <a:off x="11155680" y="5440680"/>
            <a:ext cx="2011680" cy="2011680"/>
          </a:xfrm>
          <a:prstGeom prst="roundRect">
            <a:avLst>
              <a:gd name="adj" fmla="val 11818"/>
            </a:avLst>
          </a:prstGeom>
          <a:solidFill>
            <a:schemeClr val="tx2"/>
          </a:solidFill>
          <a:ln/>
        </p:spPr>
        <p:txBody>
          <a:bodyPr/>
          <a:lstStyle/>
          <a:p>
            <a:endParaRPr lang="en-GB"/>
          </a:p>
        </p:txBody>
      </p:sp>
      <p:sp>
        <p:nvSpPr>
          <p:cNvPr id="5" name="ELL_63"/>
          <p:cNvSpPr/>
          <p:nvPr/>
        </p:nvSpPr>
        <p:spPr>
          <a:xfrm>
            <a:off x="502920" y="6172200"/>
            <a:ext cx="914400" cy="914400"/>
          </a:xfrm>
          <a:prstGeom prst="ellipse">
            <a:avLst/>
          </a:prstGeom>
          <a:solidFill>
            <a:schemeClr val="accent3"/>
          </a:solidFill>
          <a:ln/>
        </p:spPr>
        <p:txBody>
          <a:bodyPr/>
          <a:lstStyle/>
          <a:p>
            <a:endParaRPr lang="en-GB"/>
          </a:p>
        </p:txBody>
      </p:sp>
      <p:sp>
        <p:nvSpPr>
          <p:cNvPr id="6" name="RND_64"/>
          <p:cNvSpPr/>
          <p:nvPr/>
        </p:nvSpPr>
        <p:spPr>
          <a:xfrm>
            <a:off x="1005840" y="1325880"/>
            <a:ext cx="10149840" cy="4023360"/>
          </a:xfrm>
          <a:prstGeom prst="roundRect">
            <a:avLst>
              <a:gd name="adj" fmla="val 4091"/>
            </a:avLst>
          </a:prstGeom>
          <a:solidFill>
            <a:schemeClr val="accent3"/>
          </a:solidFill>
          <a:ln/>
        </p:spPr>
        <p:txBody>
          <a:bodyPr/>
          <a:lstStyle/>
          <a:p>
            <a:endParaRPr lang="en-GB"/>
          </a:p>
        </p:txBody>
      </p:sp>
      <p:sp>
        <p:nvSpPr>
          <p:cNvPr id="7" name="Text 5"/>
          <p:cNvSpPr>
            <a:spLocks noGrp="1"/>
          </p:cNvSpPr>
          <p:nvPr>
            <p:ph type="body" idx="105" hasCustomPrompt="1"/>
          </p:nvPr>
        </p:nvSpPr>
        <p:spPr>
          <a:xfrm>
            <a:off x="1691640" y="1810512"/>
            <a:ext cx="4572000" cy="274320"/>
          </a:xfrm>
          <a:prstGeom prst="rect">
            <a:avLst/>
          </a:prstGeom>
          <a:noFill/>
          <a:ln/>
        </p:spPr>
        <p:txBody>
          <a:bodyPr wrap="square" rtlCol="0"/>
          <a:lstStyle>
            <a:lvl1pPr marL="0" indent="0" algn="l">
              <a:buNone/>
              <a:defRPr lang="en-US" sz="1200" b="1" kern="0" spc="200" dirty="0">
                <a:solidFill>
                  <a:schemeClr val="accent2"/>
                </a:solidFill>
                <a:latin typeface="Calibri" pitchFamily="34" charset="0"/>
                <a:ea typeface="Calibri" pitchFamily="34" charset="-122"/>
                <a:cs typeface="Calibri" pitchFamily="34" charset="-120"/>
              </a:defRPr>
            </a:lvl1pPr>
          </a:lstStyle>
          <a:p>
            <a:pPr marL="0" indent="0" algn="l">
              <a:buNone/>
            </a:pPr>
            <a:r>
              <a:rPr lang="en-US" sz="1200" b="1" kern="0" spc="200" dirty="0">
                <a:solidFill>
                  <a:schemeClr val="accent2"/>
                </a:solidFill>
                <a:latin typeface="Calibri" pitchFamily="34" charset="0"/>
                <a:ea typeface="Calibri" pitchFamily="34" charset="-122"/>
                <a:cs typeface="Calibri" pitchFamily="34" charset="-120"/>
              </a:rPr>
              <a:t>EYEBROW LABEL</a:t>
            </a:r>
            <a:endParaRPr lang="en-US" sz="1200" dirty="0"/>
          </a:p>
        </p:txBody>
      </p:sp>
      <p:sp>
        <p:nvSpPr>
          <p:cNvPr id="8" name="SQ_65"/>
          <p:cNvSpPr/>
          <p:nvPr/>
        </p:nvSpPr>
        <p:spPr>
          <a:xfrm>
            <a:off x="1691640" y="2176272"/>
            <a:ext cx="960120" cy="25603"/>
          </a:xfrm>
          <a:prstGeom prst="rect">
            <a:avLst/>
          </a:prstGeom>
          <a:solidFill>
            <a:schemeClr val="accent2"/>
          </a:solidFill>
          <a:ln/>
        </p:spPr>
        <p:txBody>
          <a:bodyPr/>
          <a:lstStyle/>
          <a:p>
            <a:endParaRPr lang="en-GB"/>
          </a:p>
        </p:txBody>
      </p:sp>
      <p:sp>
        <p:nvSpPr>
          <p:cNvPr id="9" name="Text 6"/>
          <p:cNvSpPr>
            <a:spLocks noGrp="1"/>
          </p:cNvSpPr>
          <p:nvPr>
            <p:ph type="title" idx="107" hasCustomPrompt="1"/>
          </p:nvPr>
        </p:nvSpPr>
        <p:spPr>
          <a:xfrm>
            <a:off x="1691640" y="2395728"/>
            <a:ext cx="8732520" cy="1691640"/>
          </a:xfrm>
          <a:prstGeom prst="rect">
            <a:avLst/>
          </a:prstGeom>
          <a:noFill/>
          <a:ln/>
        </p:spPr>
        <p:txBody>
          <a:bodyPr wrap="square" rtlCol="0"/>
          <a:lstStyle>
            <a:lvl1pPr marL="0" indent="0" algn="l">
              <a:lnSpc>
                <a:spcPct val="114000"/>
              </a:lnSpc>
              <a:buNone/>
              <a:defRPr lang="en-US" sz="3400" b="1" dirty="0">
                <a:solidFill>
                  <a:schemeClr val="bg1"/>
                </a:solidFill>
                <a:latin typeface="Century Schoolbook" pitchFamily="34" charset="0"/>
                <a:ea typeface="Century Schoolbook" pitchFamily="34" charset="-122"/>
                <a:cs typeface="Century Schoolbook" pitchFamily="34" charset="-120"/>
              </a:defRPr>
            </a:lvl1pPr>
          </a:lstStyle>
          <a:p>
            <a:pPr marL="0" indent="0" algn="l">
              <a:lnSpc>
                <a:spcPct val="114000"/>
              </a:lnSpc>
              <a:buNone/>
            </a:pPr>
            <a:r>
              <a:rPr lang="en-US" sz="3400" b="1" dirty="0">
                <a:solidFill>
                  <a:schemeClr val="bg1"/>
                </a:solidFill>
                <a:latin typeface="Century Schoolbook" pitchFamily="34" charset="0"/>
                <a:ea typeface="Century Schoolbook" pitchFamily="34" charset="-122"/>
                <a:cs typeface="Century Schoolbook" pitchFamily="34" charset="-120"/>
              </a:rPr>
              <a:t>A statement that sits in a box</a:t>
            </a:r>
            <a:endParaRPr lang="en-US" sz="3400" dirty="0"/>
          </a:p>
        </p:txBody>
      </p:sp>
      <p:sp>
        <p:nvSpPr>
          <p:cNvPr id="10" name="Text 6"/>
          <p:cNvSpPr>
            <a:spLocks noGrp="1"/>
          </p:cNvSpPr>
          <p:nvPr>
            <p:ph type="body" idx="108" hasCustomPrompt="1"/>
          </p:nvPr>
        </p:nvSpPr>
        <p:spPr>
          <a:xfrm>
            <a:off x="1691640" y="4315968"/>
            <a:ext cx="7863840" cy="457200"/>
          </a:xfrm>
          <a:prstGeom prst="rect">
            <a:avLst/>
          </a:prstGeom>
          <a:noFill/>
          <a:ln/>
        </p:spPr>
        <p:txBody>
          <a:bodyPr wrap="square" rtlCol="0"/>
          <a:lstStyle>
            <a:lvl1pPr marL="0" indent="0" algn="l">
              <a:buNone/>
              <a:defRPr lang="en-US" sz="1500" dirty="0">
                <a:solidFill>
                  <a:schemeClr val="accent5"/>
                </a:solidFill>
                <a:latin typeface="Calibri" pitchFamily="34" charset="0"/>
                <a:ea typeface="Calibri" pitchFamily="34" charset="-122"/>
                <a:cs typeface="Calibri" pitchFamily="34" charset="-120"/>
              </a:defRPr>
            </a:lvl1pPr>
          </a:lstStyle>
          <a:p>
            <a:pPr marL="0" indent="0" algn="l">
              <a:buNone/>
            </a:pPr>
            <a:r>
              <a:rPr lang="en-US" sz="1500" dirty="0">
                <a:solidFill>
                  <a:schemeClr val="accent5"/>
                </a:solidFill>
                <a:latin typeface="Calibri" pitchFamily="34" charset="0"/>
                <a:ea typeface="Calibri" pitchFamily="34" charset="-122"/>
                <a:cs typeface="Calibri" pitchFamily="34" charset="-120"/>
              </a:rPr>
              <a:t>Supporting line</a:t>
            </a:r>
            <a:endParaRPr lang="en-US" sz="1500" dirty="0"/>
          </a:p>
        </p:txBody>
      </p:sp>
    </p:spTree>
    <p:extLst>
      <p:ext uri="{BB962C8B-B14F-4D97-AF65-F5344CB8AC3E}">
        <p14:creationId xmlns:p14="http://schemas.microsoft.com/office/powerpoint/2010/main" val="3369911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Green">
    <p:bg>
      <p:bgPr>
        <a:solidFill>
          <a:srgbClr val="151A26"/>
        </a:solidFill>
        <a:effectLst/>
      </p:bgPr>
    </p:bg>
    <p:spTree>
      <p:nvGrpSpPr>
        <p:cNvPr id="1" name=""/>
        <p:cNvGrpSpPr/>
        <p:nvPr/>
      </p:nvGrpSpPr>
      <p:grpSpPr>
        <a:xfrm>
          <a:off x="0" y="0"/>
          <a:ext cx="0" cy="0"/>
          <a:chOff x="0" y="0"/>
          <a:chExt cx="0" cy="0"/>
        </a:xfrm>
      </p:grpSpPr>
      <p:sp>
        <p:nvSpPr>
          <p:cNvPr id="2" name="Shape 0"/>
          <p:cNvSpPr/>
          <p:nvPr/>
        </p:nvSpPr>
        <p:spPr>
          <a:xfrm>
            <a:off x="0" y="0"/>
            <a:ext cx="12192001" cy="6858000"/>
          </a:xfrm>
          <a:prstGeom prst="rect">
            <a:avLst/>
          </a:prstGeom>
          <a:gradFill rotWithShape="1">
            <a:gsLst>
              <a:gs pos="0">
                <a:srgbClr val="4FD08A">
                  <a:alpha val="14000"/>
                </a:srgbClr>
              </a:gs>
              <a:gs pos="55000">
                <a:srgbClr val="4FD08A">
                  <a:alpha val="0"/>
                </a:srgbClr>
              </a:gs>
            </a:gsLst>
            <a:path path="circle">
              <a:fillToRect r="100000" b="100000"/>
            </a:path>
          </a:gradFill>
          <a:ln/>
        </p:spPr>
        <p:txBody>
          <a:bodyPr/>
          <a:lstStyle/>
          <a:p>
            <a:endParaRPr lang="en-US" sz="1200"/>
          </a:p>
        </p:txBody>
      </p:sp>
      <p:pic>
        <p:nvPicPr>
          <p:cNvPr id="4" name="Image 1" descr="preencoded.png"/>
          <p:cNvPicPr>
            <a:picLocks noChangeAspect="1"/>
          </p:cNvPicPr>
          <p:nvPr/>
        </p:nvPicPr>
        <p:blipFill>
          <a:blip r:embed="rId2"/>
          <a:stretch>
            <a:fillRect/>
          </a:stretch>
        </p:blipFill>
        <p:spPr>
          <a:xfrm>
            <a:off x="11099933" y="406357"/>
            <a:ext cx="533356" cy="549451"/>
          </a:xfrm>
          <a:prstGeom prst="rect">
            <a:avLst/>
          </a:prstGeom>
        </p:spPr>
      </p:pic>
    </p:spTree>
    <p:extLst>
      <p:ext uri="{BB962C8B-B14F-4D97-AF65-F5344CB8AC3E}">
        <p14:creationId xmlns:p14="http://schemas.microsoft.com/office/powerpoint/2010/main" val="10369593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Blank slide 3">
    <p:spTree>
      <p:nvGrpSpPr>
        <p:cNvPr id="1" name=""/>
        <p:cNvGrpSpPr/>
        <p:nvPr/>
      </p:nvGrpSpPr>
      <p:grpSpPr>
        <a:xfrm>
          <a:off x="0" y="0"/>
          <a:ext cx="0" cy="0"/>
          <a:chOff x="0" y="0"/>
          <a:chExt cx="0" cy="0"/>
        </a:xfrm>
      </p:grpSpPr>
      <p:sp>
        <p:nvSpPr>
          <p:cNvPr id="2" name="Graphic 66">
            <a:extLst>
              <a:ext uri="{FF2B5EF4-FFF2-40B4-BE49-F238E27FC236}">
                <a16:creationId xmlns:a16="http://schemas.microsoft.com/office/drawing/2014/main" id="{FBFA1C52-CAFE-6300-45E8-0171D3571FBE}"/>
              </a:ext>
            </a:extLst>
          </p:cNvPr>
          <p:cNvSpPr/>
          <p:nvPr userDrawn="1"/>
        </p:nvSpPr>
        <p:spPr>
          <a:xfrm rot="1214966">
            <a:off x="10753726" y="3065387"/>
            <a:ext cx="1004286" cy="897137"/>
          </a:xfrm>
          <a:custGeom>
            <a:avLst/>
            <a:gdLst>
              <a:gd name="connsiteX0" fmla="*/ 501937 w 1004286"/>
              <a:gd name="connsiteY0" fmla="*/ 897138 h 897137"/>
              <a:gd name="connsiteX1" fmla="*/ 95791 w 1004286"/>
              <a:gd name="connsiteY1" fmla="*/ 897138 h 897137"/>
              <a:gd name="connsiteX2" fmla="*/ 29497 w 1004286"/>
              <a:gd name="connsiteY2" fmla="*/ 873802 h 897137"/>
              <a:gd name="connsiteX3" fmla="*/ 13971 w 1004286"/>
              <a:gd name="connsiteY3" fmla="*/ 757216 h 897137"/>
              <a:gd name="connsiteX4" fmla="*/ 127509 w 1004286"/>
              <a:gd name="connsiteY4" fmla="*/ 560143 h 897137"/>
              <a:gd name="connsiteX5" fmla="*/ 422594 w 1004286"/>
              <a:gd name="connsiteY5" fmla="*/ 46936 h 897137"/>
              <a:gd name="connsiteX6" fmla="*/ 582233 w 1004286"/>
              <a:gd name="connsiteY6" fmla="*/ 46746 h 897137"/>
              <a:gd name="connsiteX7" fmla="*/ 719107 w 1004286"/>
              <a:gd name="connsiteY7" fmla="*/ 285538 h 897137"/>
              <a:gd name="connsiteX8" fmla="*/ 990855 w 1004286"/>
              <a:gd name="connsiteY8" fmla="*/ 758168 h 897137"/>
              <a:gd name="connsiteX9" fmla="*/ 968852 w 1004286"/>
              <a:gd name="connsiteY9" fmla="*/ 879326 h 897137"/>
              <a:gd name="connsiteX10" fmla="*/ 909035 w 1004286"/>
              <a:gd name="connsiteY10" fmla="*/ 897138 h 897137"/>
              <a:gd name="connsiteX11" fmla="*/ 501842 w 1004286"/>
              <a:gd name="connsiteY11" fmla="*/ 897138 h 897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4286" h="897137">
                <a:moveTo>
                  <a:pt x="501937" y="897138"/>
                </a:moveTo>
                <a:cubicBezTo>
                  <a:pt x="366587" y="897138"/>
                  <a:pt x="231236" y="897138"/>
                  <a:pt x="95791" y="897138"/>
                </a:cubicBezTo>
                <a:cubicBezTo>
                  <a:pt x="70835" y="897138"/>
                  <a:pt x="48356" y="890756"/>
                  <a:pt x="29497" y="873802"/>
                </a:cubicBezTo>
                <a:cubicBezTo>
                  <a:pt x="-2983" y="844465"/>
                  <a:pt x="-9365" y="797887"/>
                  <a:pt x="13971" y="757216"/>
                </a:cubicBezTo>
                <a:cubicBezTo>
                  <a:pt x="51690" y="691398"/>
                  <a:pt x="89695" y="625866"/>
                  <a:pt x="127509" y="560143"/>
                </a:cubicBezTo>
                <a:cubicBezTo>
                  <a:pt x="226093" y="389170"/>
                  <a:pt x="325820" y="218958"/>
                  <a:pt x="422594" y="46936"/>
                </a:cubicBezTo>
                <a:cubicBezTo>
                  <a:pt x="456598" y="-13547"/>
                  <a:pt x="546038" y="-17643"/>
                  <a:pt x="582233" y="46746"/>
                </a:cubicBezTo>
                <a:cubicBezTo>
                  <a:pt x="627191" y="126661"/>
                  <a:pt x="673387" y="206004"/>
                  <a:pt x="719107" y="285538"/>
                </a:cubicBezTo>
                <a:cubicBezTo>
                  <a:pt x="809594" y="443176"/>
                  <a:pt x="899701" y="601006"/>
                  <a:pt x="990855" y="758168"/>
                </a:cubicBezTo>
                <a:cubicBezTo>
                  <a:pt x="1017049" y="803412"/>
                  <a:pt x="1002380" y="853228"/>
                  <a:pt x="968852" y="879326"/>
                </a:cubicBezTo>
                <a:cubicBezTo>
                  <a:pt x="951326" y="893042"/>
                  <a:pt x="930848" y="897138"/>
                  <a:pt x="909035" y="897138"/>
                </a:cubicBezTo>
                <a:cubicBezTo>
                  <a:pt x="773304" y="897138"/>
                  <a:pt x="637573" y="897138"/>
                  <a:pt x="501842" y="897138"/>
                </a:cubicBezTo>
                <a:close/>
              </a:path>
            </a:pathLst>
          </a:custGeom>
          <a:noFill/>
          <a:ln w="28575" cap="flat">
            <a:solidFill>
              <a:srgbClr val="4B64FF"/>
            </a:solidFill>
            <a:prstDash val="solid"/>
            <a:miter/>
          </a:ln>
        </p:spPr>
        <p:txBody>
          <a:bodyPr rtlCol="0" anchor="ctr"/>
          <a:lstStyle/>
          <a:p>
            <a:endParaRPr lang="en-GB"/>
          </a:p>
        </p:txBody>
      </p:sp>
      <p:grpSp>
        <p:nvGrpSpPr>
          <p:cNvPr id="19" name="Group 18">
            <a:extLst>
              <a:ext uri="{FF2B5EF4-FFF2-40B4-BE49-F238E27FC236}">
                <a16:creationId xmlns:a16="http://schemas.microsoft.com/office/drawing/2014/main" id="{06BA9FC7-83EC-15EC-326A-0ED689367662}"/>
              </a:ext>
            </a:extLst>
          </p:cNvPr>
          <p:cNvGrpSpPr/>
          <p:nvPr userDrawn="1"/>
        </p:nvGrpSpPr>
        <p:grpSpPr>
          <a:xfrm>
            <a:off x="2157203" y="5911289"/>
            <a:ext cx="1001346" cy="1108087"/>
            <a:chOff x="5638800" y="2919409"/>
            <a:chExt cx="918591" cy="1016510"/>
          </a:xfrm>
          <a:solidFill>
            <a:srgbClr val="3CAB68"/>
          </a:solidFill>
        </p:grpSpPr>
        <p:sp>
          <p:nvSpPr>
            <p:cNvPr id="20" name="Freeform: Shape 19">
              <a:extLst>
                <a:ext uri="{FF2B5EF4-FFF2-40B4-BE49-F238E27FC236}">
                  <a16:creationId xmlns:a16="http://schemas.microsoft.com/office/drawing/2014/main" id="{A8015B78-E504-35A9-FDAA-E8E02973B943}"/>
                </a:ext>
              </a:extLst>
            </p:cNvPr>
            <p:cNvSpPr/>
            <p:nvPr/>
          </p:nvSpPr>
          <p:spPr>
            <a:xfrm>
              <a:off x="6537674" y="3456241"/>
              <a:ext cx="19050" cy="136302"/>
            </a:xfrm>
            <a:custGeom>
              <a:avLst/>
              <a:gdLst>
                <a:gd name="connsiteX0" fmla="*/ 0 w 19050"/>
                <a:gd name="connsiteY0" fmla="*/ 126778 h 136302"/>
                <a:gd name="connsiteX1" fmla="*/ 9430 w 19050"/>
                <a:gd name="connsiteY1" fmla="*/ 117253 h 136302"/>
                <a:gd name="connsiteX2" fmla="*/ 9430 w 19050"/>
                <a:gd name="connsiteY2" fmla="*/ 117253 h 136302"/>
                <a:gd name="connsiteX3" fmla="*/ 19050 w 19050"/>
                <a:gd name="connsiteY3" fmla="*/ 126778 h 136302"/>
                <a:gd name="connsiteX4" fmla="*/ 19050 w 19050"/>
                <a:gd name="connsiteY4" fmla="*/ 126778 h 136302"/>
                <a:gd name="connsiteX5" fmla="*/ 9525 w 19050"/>
                <a:gd name="connsiteY5" fmla="*/ 136303 h 136302"/>
                <a:gd name="connsiteX6" fmla="*/ 9525 w 19050"/>
                <a:gd name="connsiteY6" fmla="*/ 136303 h 136302"/>
                <a:gd name="connsiteX7" fmla="*/ 95 w 19050"/>
                <a:gd name="connsiteY7" fmla="*/ 126778 h 136302"/>
                <a:gd name="connsiteX8" fmla="*/ 0 w 19050"/>
                <a:gd name="connsiteY8" fmla="*/ 87725 h 136302"/>
                <a:gd name="connsiteX9" fmla="*/ 9525 w 19050"/>
                <a:gd name="connsiteY9" fmla="*/ 78200 h 136302"/>
                <a:gd name="connsiteX10" fmla="*/ 9525 w 19050"/>
                <a:gd name="connsiteY10" fmla="*/ 78200 h 136302"/>
                <a:gd name="connsiteX11" fmla="*/ 19050 w 19050"/>
                <a:gd name="connsiteY11" fmla="*/ 87725 h 136302"/>
                <a:gd name="connsiteX12" fmla="*/ 19050 w 19050"/>
                <a:gd name="connsiteY12" fmla="*/ 87725 h 136302"/>
                <a:gd name="connsiteX13" fmla="*/ 9525 w 19050"/>
                <a:gd name="connsiteY13" fmla="*/ 97250 h 136302"/>
                <a:gd name="connsiteX14" fmla="*/ 9525 w 19050"/>
                <a:gd name="connsiteY14" fmla="*/ 97250 h 136302"/>
                <a:gd name="connsiteX15" fmla="*/ 0 w 19050"/>
                <a:gd name="connsiteY15" fmla="*/ 87725 h 136302"/>
                <a:gd name="connsiteX16" fmla="*/ 0 w 19050"/>
                <a:gd name="connsiteY16" fmla="*/ 48577 h 136302"/>
                <a:gd name="connsiteX17" fmla="*/ 9525 w 19050"/>
                <a:gd name="connsiteY17" fmla="*/ 39052 h 136302"/>
                <a:gd name="connsiteX18" fmla="*/ 9525 w 19050"/>
                <a:gd name="connsiteY18" fmla="*/ 39052 h 136302"/>
                <a:gd name="connsiteX19" fmla="*/ 19050 w 19050"/>
                <a:gd name="connsiteY19" fmla="*/ 48673 h 136302"/>
                <a:gd name="connsiteX20" fmla="*/ 19050 w 19050"/>
                <a:gd name="connsiteY20" fmla="*/ 48673 h 136302"/>
                <a:gd name="connsiteX21" fmla="*/ 9525 w 19050"/>
                <a:gd name="connsiteY21" fmla="*/ 58102 h 136302"/>
                <a:gd name="connsiteX22" fmla="*/ 9525 w 19050"/>
                <a:gd name="connsiteY22" fmla="*/ 58102 h 136302"/>
                <a:gd name="connsiteX23" fmla="*/ 0 w 19050"/>
                <a:gd name="connsiteY23" fmla="*/ 48577 h 136302"/>
                <a:gd name="connsiteX24" fmla="*/ 0 w 19050"/>
                <a:gd name="connsiteY24" fmla="*/ 9525 h 136302"/>
                <a:gd name="connsiteX25" fmla="*/ 0 w 19050"/>
                <a:gd name="connsiteY25" fmla="*/ 9525 h 136302"/>
                <a:gd name="connsiteX26" fmla="*/ 9525 w 19050"/>
                <a:gd name="connsiteY26" fmla="*/ 0 h 136302"/>
                <a:gd name="connsiteX27" fmla="*/ 9525 w 19050"/>
                <a:gd name="connsiteY27" fmla="*/ 0 h 136302"/>
                <a:gd name="connsiteX28" fmla="*/ 19050 w 19050"/>
                <a:gd name="connsiteY28" fmla="*/ 9525 h 136302"/>
                <a:gd name="connsiteX29" fmla="*/ 19050 w 19050"/>
                <a:gd name="connsiteY29" fmla="*/ 9525 h 136302"/>
                <a:gd name="connsiteX30" fmla="*/ 9525 w 19050"/>
                <a:gd name="connsiteY30" fmla="*/ 19050 h 136302"/>
                <a:gd name="connsiteX31" fmla="*/ 9525 w 19050"/>
                <a:gd name="connsiteY31" fmla="*/ 19050 h 136302"/>
                <a:gd name="connsiteX32" fmla="*/ 0 w 19050"/>
                <a:gd name="connsiteY32" fmla="*/ 9525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50" h="136302">
                  <a:moveTo>
                    <a:pt x="0" y="126778"/>
                  </a:moveTo>
                  <a:cubicBezTo>
                    <a:pt x="0" y="121539"/>
                    <a:pt x="4191" y="117253"/>
                    <a:pt x="9430" y="117253"/>
                  </a:cubicBezTo>
                  <a:lnTo>
                    <a:pt x="9430" y="117253"/>
                  </a:lnTo>
                  <a:cubicBezTo>
                    <a:pt x="14669" y="117253"/>
                    <a:pt x="18955" y="121444"/>
                    <a:pt x="19050" y="126778"/>
                  </a:cubicBezTo>
                  <a:lnTo>
                    <a:pt x="19050" y="126778"/>
                  </a:lnTo>
                  <a:cubicBezTo>
                    <a:pt x="19050" y="132017"/>
                    <a:pt x="14764" y="136303"/>
                    <a:pt x="9525" y="136303"/>
                  </a:cubicBezTo>
                  <a:lnTo>
                    <a:pt x="9525" y="136303"/>
                  </a:lnTo>
                  <a:cubicBezTo>
                    <a:pt x="4286" y="136303"/>
                    <a:pt x="95" y="132017"/>
                    <a:pt x="95" y="126778"/>
                  </a:cubicBezTo>
                  <a:close/>
                  <a:moveTo>
                    <a:pt x="0" y="87725"/>
                  </a:moveTo>
                  <a:cubicBezTo>
                    <a:pt x="0" y="82391"/>
                    <a:pt x="4286" y="78200"/>
                    <a:pt x="9525" y="78200"/>
                  </a:cubicBezTo>
                  <a:lnTo>
                    <a:pt x="9525" y="78200"/>
                  </a:lnTo>
                  <a:cubicBezTo>
                    <a:pt x="14764" y="78200"/>
                    <a:pt x="19050" y="82391"/>
                    <a:pt x="19050" y="87725"/>
                  </a:cubicBezTo>
                  <a:lnTo>
                    <a:pt x="19050" y="87725"/>
                  </a:lnTo>
                  <a:cubicBezTo>
                    <a:pt x="19050" y="92964"/>
                    <a:pt x="14764" y="97250"/>
                    <a:pt x="9525" y="97250"/>
                  </a:cubicBezTo>
                  <a:lnTo>
                    <a:pt x="9525" y="97250"/>
                  </a:lnTo>
                  <a:cubicBezTo>
                    <a:pt x="4286" y="97250"/>
                    <a:pt x="0" y="92964"/>
                    <a:pt x="0" y="87725"/>
                  </a:cubicBezTo>
                  <a:close/>
                  <a:moveTo>
                    <a:pt x="0" y="48577"/>
                  </a:moveTo>
                  <a:cubicBezTo>
                    <a:pt x="0" y="43339"/>
                    <a:pt x="4286" y="39052"/>
                    <a:pt x="9525" y="39052"/>
                  </a:cubicBezTo>
                  <a:lnTo>
                    <a:pt x="9525" y="39052"/>
                  </a:lnTo>
                  <a:cubicBezTo>
                    <a:pt x="14859" y="39052"/>
                    <a:pt x="19050" y="43339"/>
                    <a:pt x="19050" y="48673"/>
                  </a:cubicBezTo>
                  <a:lnTo>
                    <a:pt x="19050" y="48673"/>
                  </a:lnTo>
                  <a:cubicBezTo>
                    <a:pt x="19050" y="53912"/>
                    <a:pt x="14764" y="58102"/>
                    <a:pt x="9525" y="58102"/>
                  </a:cubicBezTo>
                  <a:lnTo>
                    <a:pt x="9525" y="58102"/>
                  </a:lnTo>
                  <a:cubicBezTo>
                    <a:pt x="4286" y="58102"/>
                    <a:pt x="0" y="53816"/>
                    <a:pt x="0" y="48577"/>
                  </a:cubicBezTo>
                  <a:close/>
                  <a:moveTo>
                    <a:pt x="0" y="9525"/>
                  </a:moveTo>
                  <a:lnTo>
                    <a:pt x="0" y="9525"/>
                  </a:lnTo>
                  <a:cubicBezTo>
                    <a:pt x="0" y="4286"/>
                    <a:pt x="4286" y="0"/>
                    <a:pt x="9525" y="0"/>
                  </a:cubicBezTo>
                  <a:lnTo>
                    <a:pt x="9525" y="0"/>
                  </a:lnTo>
                  <a:cubicBezTo>
                    <a:pt x="14764" y="0"/>
                    <a:pt x="19050" y="4286"/>
                    <a:pt x="19050" y="9525"/>
                  </a:cubicBezTo>
                  <a:lnTo>
                    <a:pt x="19050" y="9525"/>
                  </a:lnTo>
                  <a:cubicBezTo>
                    <a:pt x="19050" y="14764"/>
                    <a:pt x="14764"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B357B374-2CD7-4A57-C9C2-5563AFE0370D}"/>
                </a:ext>
              </a:extLst>
            </p:cNvPr>
            <p:cNvSpPr/>
            <p:nvPr/>
          </p:nvSpPr>
          <p:spPr>
            <a:xfrm>
              <a:off x="6513778" y="3649374"/>
              <a:ext cx="37702" cy="51087"/>
            </a:xfrm>
            <a:custGeom>
              <a:avLst/>
              <a:gdLst>
                <a:gd name="connsiteX0" fmla="*/ 3131 w 37702"/>
                <a:gd name="connsiteY0" fmla="*/ 48706 h 51087"/>
                <a:gd name="connsiteX1" fmla="*/ 2464 w 37702"/>
                <a:gd name="connsiteY1" fmla="*/ 35181 h 51087"/>
                <a:gd name="connsiteX2" fmla="*/ 2464 w 37702"/>
                <a:gd name="connsiteY2" fmla="*/ 35181 h 51087"/>
                <a:gd name="connsiteX3" fmla="*/ 15894 w 37702"/>
                <a:gd name="connsiteY3" fmla="*/ 34514 h 51087"/>
                <a:gd name="connsiteX4" fmla="*/ 15894 w 37702"/>
                <a:gd name="connsiteY4" fmla="*/ 34514 h 51087"/>
                <a:gd name="connsiteX5" fmla="*/ 16656 w 37702"/>
                <a:gd name="connsiteY5" fmla="*/ 47944 h 51087"/>
                <a:gd name="connsiteX6" fmla="*/ 16656 w 37702"/>
                <a:gd name="connsiteY6" fmla="*/ 47944 h 51087"/>
                <a:gd name="connsiteX7" fmla="*/ 9513 w 37702"/>
                <a:gd name="connsiteY7" fmla="*/ 51088 h 51087"/>
                <a:gd name="connsiteX8" fmla="*/ 9513 w 37702"/>
                <a:gd name="connsiteY8" fmla="*/ 51088 h 51087"/>
                <a:gd name="connsiteX9" fmla="*/ 3131 w 37702"/>
                <a:gd name="connsiteY9" fmla="*/ 48706 h 51087"/>
                <a:gd name="connsiteX10" fmla="*/ 25134 w 37702"/>
                <a:gd name="connsiteY10" fmla="*/ 18512 h 51087"/>
                <a:gd name="connsiteX11" fmla="*/ 19133 w 37702"/>
                <a:gd name="connsiteY11" fmla="*/ 6511 h 51087"/>
                <a:gd name="connsiteX12" fmla="*/ 19133 w 37702"/>
                <a:gd name="connsiteY12" fmla="*/ 6511 h 51087"/>
                <a:gd name="connsiteX13" fmla="*/ 31134 w 37702"/>
                <a:gd name="connsiteY13" fmla="*/ 510 h 51087"/>
                <a:gd name="connsiteX14" fmla="*/ 31134 w 37702"/>
                <a:gd name="connsiteY14" fmla="*/ 510 h 51087"/>
                <a:gd name="connsiteX15" fmla="*/ 37230 w 37702"/>
                <a:gd name="connsiteY15" fmla="*/ 12511 h 51087"/>
                <a:gd name="connsiteX16" fmla="*/ 37230 w 37702"/>
                <a:gd name="connsiteY16" fmla="*/ 12511 h 51087"/>
                <a:gd name="connsiteX17" fmla="*/ 28182 w 37702"/>
                <a:gd name="connsiteY17" fmla="*/ 19084 h 51087"/>
                <a:gd name="connsiteX18" fmla="*/ 28182 w 37702"/>
                <a:gd name="connsiteY18" fmla="*/ 19084 h 51087"/>
                <a:gd name="connsiteX19" fmla="*/ 25134 w 37702"/>
                <a:gd name="connsiteY19" fmla="*/ 18512 h 51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702" h="51087">
                  <a:moveTo>
                    <a:pt x="3131" y="48706"/>
                  </a:moveTo>
                  <a:cubicBezTo>
                    <a:pt x="-774" y="45182"/>
                    <a:pt x="-1060" y="39181"/>
                    <a:pt x="2464" y="35181"/>
                  </a:cubicBezTo>
                  <a:lnTo>
                    <a:pt x="2464" y="35181"/>
                  </a:lnTo>
                  <a:cubicBezTo>
                    <a:pt x="5988" y="31276"/>
                    <a:pt x="11989" y="30990"/>
                    <a:pt x="15894" y="34514"/>
                  </a:cubicBezTo>
                  <a:lnTo>
                    <a:pt x="15894" y="34514"/>
                  </a:lnTo>
                  <a:cubicBezTo>
                    <a:pt x="19800" y="37943"/>
                    <a:pt x="20181" y="44039"/>
                    <a:pt x="16656" y="47944"/>
                  </a:cubicBezTo>
                  <a:lnTo>
                    <a:pt x="16656" y="47944"/>
                  </a:lnTo>
                  <a:cubicBezTo>
                    <a:pt x="14751" y="50040"/>
                    <a:pt x="12180" y="51088"/>
                    <a:pt x="9513" y="51088"/>
                  </a:cubicBezTo>
                  <a:lnTo>
                    <a:pt x="9513" y="51088"/>
                  </a:lnTo>
                  <a:cubicBezTo>
                    <a:pt x="7227" y="51088"/>
                    <a:pt x="4941" y="50326"/>
                    <a:pt x="3131" y="48706"/>
                  </a:cubicBezTo>
                  <a:close/>
                  <a:moveTo>
                    <a:pt x="25134" y="18512"/>
                  </a:moveTo>
                  <a:cubicBezTo>
                    <a:pt x="20181" y="16893"/>
                    <a:pt x="17514" y="11464"/>
                    <a:pt x="19133" y="6511"/>
                  </a:cubicBezTo>
                  <a:lnTo>
                    <a:pt x="19133" y="6511"/>
                  </a:lnTo>
                  <a:cubicBezTo>
                    <a:pt x="20847" y="1558"/>
                    <a:pt x="26181" y="-1205"/>
                    <a:pt x="31134" y="510"/>
                  </a:cubicBezTo>
                  <a:lnTo>
                    <a:pt x="31134" y="510"/>
                  </a:lnTo>
                  <a:cubicBezTo>
                    <a:pt x="36183" y="2129"/>
                    <a:pt x="38850" y="7558"/>
                    <a:pt x="37230" y="12511"/>
                  </a:cubicBezTo>
                  <a:lnTo>
                    <a:pt x="37230" y="12511"/>
                  </a:lnTo>
                  <a:cubicBezTo>
                    <a:pt x="35897" y="16512"/>
                    <a:pt x="32182" y="19084"/>
                    <a:pt x="28182" y="19084"/>
                  </a:cubicBezTo>
                  <a:lnTo>
                    <a:pt x="28182" y="19084"/>
                  </a:lnTo>
                  <a:cubicBezTo>
                    <a:pt x="27134" y="19084"/>
                    <a:pt x="26181" y="18893"/>
                    <a:pt x="25134" y="18512"/>
                  </a:cubicBezTo>
                  <a:close/>
                </a:path>
              </a:pathLst>
            </a:custGeom>
            <a:grpFill/>
            <a:ln w="0" cap="flat">
              <a:noFill/>
              <a:prstDash val="solid"/>
              <a:miter/>
            </a:ln>
          </p:spPr>
          <p:txBody>
            <a:bodyPr rtlCol="0" anchor="ctr"/>
            <a:lstStyle/>
            <a:p>
              <a:endParaRPr lang="en-GB"/>
            </a:p>
          </p:txBody>
        </p:sp>
        <p:sp>
          <p:nvSpPr>
            <p:cNvPr id="22" name="Freeform: Shape 21">
              <a:extLst>
                <a:ext uri="{FF2B5EF4-FFF2-40B4-BE49-F238E27FC236}">
                  <a16:creationId xmlns:a16="http://schemas.microsoft.com/office/drawing/2014/main" id="{1DD49CD9-5785-7CFF-7D0B-4022C7CB7601}"/>
                </a:ext>
              </a:extLst>
            </p:cNvPr>
            <p:cNvSpPr/>
            <p:nvPr/>
          </p:nvSpPr>
          <p:spPr>
            <a:xfrm>
              <a:off x="6177576" y="3724034"/>
              <a:ext cx="291906" cy="176071"/>
            </a:xfrm>
            <a:custGeom>
              <a:avLst/>
              <a:gdLst>
                <a:gd name="connsiteX0" fmla="*/ 1291 w 291906"/>
                <a:gd name="connsiteY0" fmla="*/ 171309 h 176071"/>
                <a:gd name="connsiteX1" fmla="*/ 4720 w 291906"/>
                <a:gd name="connsiteY1" fmla="*/ 158260 h 176071"/>
                <a:gd name="connsiteX2" fmla="*/ 4720 w 291906"/>
                <a:gd name="connsiteY2" fmla="*/ 158260 h 176071"/>
                <a:gd name="connsiteX3" fmla="*/ 17770 w 291906"/>
                <a:gd name="connsiteY3" fmla="*/ 161784 h 176071"/>
                <a:gd name="connsiteX4" fmla="*/ 17770 w 291906"/>
                <a:gd name="connsiteY4" fmla="*/ 161784 h 176071"/>
                <a:gd name="connsiteX5" fmla="*/ 14245 w 291906"/>
                <a:gd name="connsiteY5" fmla="*/ 174738 h 176071"/>
                <a:gd name="connsiteX6" fmla="*/ 14245 w 291906"/>
                <a:gd name="connsiteY6" fmla="*/ 174738 h 176071"/>
                <a:gd name="connsiteX7" fmla="*/ 9483 w 291906"/>
                <a:gd name="connsiteY7" fmla="*/ 176072 h 176071"/>
                <a:gd name="connsiteX8" fmla="*/ 9483 w 291906"/>
                <a:gd name="connsiteY8" fmla="*/ 176072 h 176071"/>
                <a:gd name="connsiteX9" fmla="*/ 1291 w 291906"/>
                <a:gd name="connsiteY9" fmla="*/ 171309 h 176071"/>
                <a:gd name="connsiteX10" fmla="*/ 35391 w 291906"/>
                <a:gd name="connsiteY10" fmla="*/ 151592 h 176071"/>
                <a:gd name="connsiteX11" fmla="*/ 38820 w 291906"/>
                <a:gd name="connsiteY11" fmla="*/ 138638 h 176071"/>
                <a:gd name="connsiteX12" fmla="*/ 38820 w 291906"/>
                <a:gd name="connsiteY12" fmla="*/ 138638 h 176071"/>
                <a:gd name="connsiteX13" fmla="*/ 51869 w 291906"/>
                <a:gd name="connsiteY13" fmla="*/ 142067 h 176071"/>
                <a:gd name="connsiteX14" fmla="*/ 51869 w 291906"/>
                <a:gd name="connsiteY14" fmla="*/ 142067 h 176071"/>
                <a:gd name="connsiteX15" fmla="*/ 48345 w 291906"/>
                <a:gd name="connsiteY15" fmla="*/ 155117 h 176071"/>
                <a:gd name="connsiteX16" fmla="*/ 48345 w 291906"/>
                <a:gd name="connsiteY16" fmla="*/ 155117 h 176071"/>
                <a:gd name="connsiteX17" fmla="*/ 43582 w 291906"/>
                <a:gd name="connsiteY17" fmla="*/ 156355 h 176071"/>
                <a:gd name="connsiteX18" fmla="*/ 43582 w 291906"/>
                <a:gd name="connsiteY18" fmla="*/ 156355 h 176071"/>
                <a:gd name="connsiteX19" fmla="*/ 35391 w 291906"/>
                <a:gd name="connsiteY19" fmla="*/ 151592 h 176071"/>
                <a:gd name="connsiteX20" fmla="*/ 69395 w 291906"/>
                <a:gd name="connsiteY20" fmla="*/ 131971 h 176071"/>
                <a:gd name="connsiteX21" fmla="*/ 72919 w 291906"/>
                <a:gd name="connsiteY21" fmla="*/ 118922 h 176071"/>
                <a:gd name="connsiteX22" fmla="*/ 72919 w 291906"/>
                <a:gd name="connsiteY22" fmla="*/ 118922 h 176071"/>
                <a:gd name="connsiteX23" fmla="*/ 85969 w 291906"/>
                <a:gd name="connsiteY23" fmla="*/ 122446 h 176071"/>
                <a:gd name="connsiteX24" fmla="*/ 85969 w 291906"/>
                <a:gd name="connsiteY24" fmla="*/ 122446 h 176071"/>
                <a:gd name="connsiteX25" fmla="*/ 82444 w 291906"/>
                <a:gd name="connsiteY25" fmla="*/ 135400 h 176071"/>
                <a:gd name="connsiteX26" fmla="*/ 82444 w 291906"/>
                <a:gd name="connsiteY26" fmla="*/ 135400 h 176071"/>
                <a:gd name="connsiteX27" fmla="*/ 77682 w 291906"/>
                <a:gd name="connsiteY27" fmla="*/ 136734 h 176071"/>
                <a:gd name="connsiteX28" fmla="*/ 77682 w 291906"/>
                <a:gd name="connsiteY28" fmla="*/ 136734 h 176071"/>
                <a:gd name="connsiteX29" fmla="*/ 69395 w 291906"/>
                <a:gd name="connsiteY29" fmla="*/ 131971 h 176071"/>
                <a:gd name="connsiteX30" fmla="*/ 103495 w 291906"/>
                <a:gd name="connsiteY30" fmla="*/ 112254 h 176071"/>
                <a:gd name="connsiteX31" fmla="*/ 107019 w 291906"/>
                <a:gd name="connsiteY31" fmla="*/ 99300 h 176071"/>
                <a:gd name="connsiteX32" fmla="*/ 107019 w 291906"/>
                <a:gd name="connsiteY32" fmla="*/ 99300 h 176071"/>
                <a:gd name="connsiteX33" fmla="*/ 120068 w 291906"/>
                <a:gd name="connsiteY33" fmla="*/ 102824 h 176071"/>
                <a:gd name="connsiteX34" fmla="*/ 120068 w 291906"/>
                <a:gd name="connsiteY34" fmla="*/ 102824 h 176071"/>
                <a:gd name="connsiteX35" fmla="*/ 116544 w 291906"/>
                <a:gd name="connsiteY35" fmla="*/ 115778 h 176071"/>
                <a:gd name="connsiteX36" fmla="*/ 116544 w 291906"/>
                <a:gd name="connsiteY36" fmla="*/ 115778 h 176071"/>
                <a:gd name="connsiteX37" fmla="*/ 111781 w 291906"/>
                <a:gd name="connsiteY37" fmla="*/ 117112 h 176071"/>
                <a:gd name="connsiteX38" fmla="*/ 111781 w 291906"/>
                <a:gd name="connsiteY38" fmla="*/ 117112 h 176071"/>
                <a:gd name="connsiteX39" fmla="*/ 103495 w 291906"/>
                <a:gd name="connsiteY39" fmla="*/ 112254 h 176071"/>
                <a:gd name="connsiteX40" fmla="*/ 137594 w 291906"/>
                <a:gd name="connsiteY40" fmla="*/ 92633 h 176071"/>
                <a:gd name="connsiteX41" fmla="*/ 141118 w 291906"/>
                <a:gd name="connsiteY41" fmla="*/ 79679 h 176071"/>
                <a:gd name="connsiteX42" fmla="*/ 141118 w 291906"/>
                <a:gd name="connsiteY42" fmla="*/ 79679 h 176071"/>
                <a:gd name="connsiteX43" fmla="*/ 154168 w 291906"/>
                <a:gd name="connsiteY43" fmla="*/ 83203 h 176071"/>
                <a:gd name="connsiteX44" fmla="*/ 154168 w 291906"/>
                <a:gd name="connsiteY44" fmla="*/ 83203 h 176071"/>
                <a:gd name="connsiteX45" fmla="*/ 150643 w 291906"/>
                <a:gd name="connsiteY45" fmla="*/ 96157 h 176071"/>
                <a:gd name="connsiteX46" fmla="*/ 150643 w 291906"/>
                <a:gd name="connsiteY46" fmla="*/ 96157 h 176071"/>
                <a:gd name="connsiteX47" fmla="*/ 145881 w 291906"/>
                <a:gd name="connsiteY47" fmla="*/ 97395 h 176071"/>
                <a:gd name="connsiteX48" fmla="*/ 145881 w 291906"/>
                <a:gd name="connsiteY48" fmla="*/ 97395 h 176071"/>
                <a:gd name="connsiteX49" fmla="*/ 137594 w 291906"/>
                <a:gd name="connsiteY49" fmla="*/ 92633 h 176071"/>
                <a:gd name="connsiteX50" fmla="*/ 171694 w 291906"/>
                <a:gd name="connsiteY50" fmla="*/ 73011 h 176071"/>
                <a:gd name="connsiteX51" fmla="*/ 175218 w 291906"/>
                <a:gd name="connsiteY51" fmla="*/ 60057 h 176071"/>
                <a:gd name="connsiteX52" fmla="*/ 175218 w 291906"/>
                <a:gd name="connsiteY52" fmla="*/ 60057 h 176071"/>
                <a:gd name="connsiteX53" fmla="*/ 188267 w 291906"/>
                <a:gd name="connsiteY53" fmla="*/ 63581 h 176071"/>
                <a:gd name="connsiteX54" fmla="*/ 188267 w 291906"/>
                <a:gd name="connsiteY54" fmla="*/ 63581 h 176071"/>
                <a:gd name="connsiteX55" fmla="*/ 184743 w 291906"/>
                <a:gd name="connsiteY55" fmla="*/ 76536 h 176071"/>
                <a:gd name="connsiteX56" fmla="*/ 184743 w 291906"/>
                <a:gd name="connsiteY56" fmla="*/ 76536 h 176071"/>
                <a:gd name="connsiteX57" fmla="*/ 179980 w 291906"/>
                <a:gd name="connsiteY57" fmla="*/ 77869 h 176071"/>
                <a:gd name="connsiteX58" fmla="*/ 179980 w 291906"/>
                <a:gd name="connsiteY58" fmla="*/ 77869 h 176071"/>
                <a:gd name="connsiteX59" fmla="*/ 171694 w 291906"/>
                <a:gd name="connsiteY59" fmla="*/ 73011 h 176071"/>
                <a:gd name="connsiteX60" fmla="*/ 205888 w 291906"/>
                <a:gd name="connsiteY60" fmla="*/ 53485 h 176071"/>
                <a:gd name="connsiteX61" fmla="*/ 209317 w 291906"/>
                <a:gd name="connsiteY61" fmla="*/ 40436 h 176071"/>
                <a:gd name="connsiteX62" fmla="*/ 209317 w 291906"/>
                <a:gd name="connsiteY62" fmla="*/ 40436 h 176071"/>
                <a:gd name="connsiteX63" fmla="*/ 222367 w 291906"/>
                <a:gd name="connsiteY63" fmla="*/ 43960 h 176071"/>
                <a:gd name="connsiteX64" fmla="*/ 222367 w 291906"/>
                <a:gd name="connsiteY64" fmla="*/ 43960 h 176071"/>
                <a:gd name="connsiteX65" fmla="*/ 218842 w 291906"/>
                <a:gd name="connsiteY65" fmla="*/ 56914 h 176071"/>
                <a:gd name="connsiteX66" fmla="*/ 218842 w 291906"/>
                <a:gd name="connsiteY66" fmla="*/ 56914 h 176071"/>
                <a:gd name="connsiteX67" fmla="*/ 214080 w 291906"/>
                <a:gd name="connsiteY67" fmla="*/ 58247 h 176071"/>
                <a:gd name="connsiteX68" fmla="*/ 214080 w 291906"/>
                <a:gd name="connsiteY68" fmla="*/ 58247 h 176071"/>
                <a:gd name="connsiteX69" fmla="*/ 205888 w 291906"/>
                <a:gd name="connsiteY69" fmla="*/ 53485 h 176071"/>
                <a:gd name="connsiteX70" fmla="*/ 239988 w 291906"/>
                <a:gd name="connsiteY70" fmla="*/ 33863 h 176071"/>
                <a:gd name="connsiteX71" fmla="*/ 243512 w 291906"/>
                <a:gd name="connsiteY71" fmla="*/ 20814 h 176071"/>
                <a:gd name="connsiteX72" fmla="*/ 243512 w 291906"/>
                <a:gd name="connsiteY72" fmla="*/ 20814 h 176071"/>
                <a:gd name="connsiteX73" fmla="*/ 256466 w 291906"/>
                <a:gd name="connsiteY73" fmla="*/ 24338 h 176071"/>
                <a:gd name="connsiteX74" fmla="*/ 256466 w 291906"/>
                <a:gd name="connsiteY74" fmla="*/ 24338 h 176071"/>
                <a:gd name="connsiteX75" fmla="*/ 252942 w 291906"/>
                <a:gd name="connsiteY75" fmla="*/ 37388 h 176071"/>
                <a:gd name="connsiteX76" fmla="*/ 252942 w 291906"/>
                <a:gd name="connsiteY76" fmla="*/ 37388 h 176071"/>
                <a:gd name="connsiteX77" fmla="*/ 248275 w 291906"/>
                <a:gd name="connsiteY77" fmla="*/ 38626 h 176071"/>
                <a:gd name="connsiteX78" fmla="*/ 248275 w 291906"/>
                <a:gd name="connsiteY78" fmla="*/ 38626 h 176071"/>
                <a:gd name="connsiteX79" fmla="*/ 239988 w 291906"/>
                <a:gd name="connsiteY79" fmla="*/ 33863 h 176071"/>
                <a:gd name="connsiteX80" fmla="*/ 274087 w 291906"/>
                <a:gd name="connsiteY80" fmla="*/ 14242 h 176071"/>
                <a:gd name="connsiteX81" fmla="*/ 277612 w 291906"/>
                <a:gd name="connsiteY81" fmla="*/ 1288 h 176071"/>
                <a:gd name="connsiteX82" fmla="*/ 277612 w 291906"/>
                <a:gd name="connsiteY82" fmla="*/ 1288 h 176071"/>
                <a:gd name="connsiteX83" fmla="*/ 290661 w 291906"/>
                <a:gd name="connsiteY83" fmla="*/ 4812 h 176071"/>
                <a:gd name="connsiteX84" fmla="*/ 290661 w 291906"/>
                <a:gd name="connsiteY84" fmla="*/ 4812 h 176071"/>
                <a:gd name="connsiteX85" fmla="*/ 287137 w 291906"/>
                <a:gd name="connsiteY85" fmla="*/ 17766 h 176071"/>
                <a:gd name="connsiteX86" fmla="*/ 287137 w 291906"/>
                <a:gd name="connsiteY86" fmla="*/ 17766 h 176071"/>
                <a:gd name="connsiteX87" fmla="*/ 282374 w 291906"/>
                <a:gd name="connsiteY87" fmla="*/ 19100 h 176071"/>
                <a:gd name="connsiteX88" fmla="*/ 282374 w 291906"/>
                <a:gd name="connsiteY88" fmla="*/ 19100 h 176071"/>
                <a:gd name="connsiteX89" fmla="*/ 274087 w 291906"/>
                <a:gd name="connsiteY89" fmla="*/ 14242 h 17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91906" h="176071">
                  <a:moveTo>
                    <a:pt x="1291" y="171309"/>
                  </a:moveTo>
                  <a:cubicBezTo>
                    <a:pt x="-1376" y="166737"/>
                    <a:pt x="244" y="160927"/>
                    <a:pt x="4720" y="158260"/>
                  </a:cubicBezTo>
                  <a:lnTo>
                    <a:pt x="4720" y="158260"/>
                  </a:lnTo>
                  <a:cubicBezTo>
                    <a:pt x="9292" y="155593"/>
                    <a:pt x="15198" y="157212"/>
                    <a:pt x="17770" y="161784"/>
                  </a:cubicBezTo>
                  <a:lnTo>
                    <a:pt x="17770" y="161784"/>
                  </a:lnTo>
                  <a:cubicBezTo>
                    <a:pt x="20437" y="166261"/>
                    <a:pt x="18817" y="172167"/>
                    <a:pt x="14245" y="174738"/>
                  </a:cubicBezTo>
                  <a:lnTo>
                    <a:pt x="14245" y="174738"/>
                  </a:lnTo>
                  <a:cubicBezTo>
                    <a:pt x="12817" y="175596"/>
                    <a:pt x="11102" y="176072"/>
                    <a:pt x="9483" y="176072"/>
                  </a:cubicBezTo>
                  <a:lnTo>
                    <a:pt x="9483" y="176072"/>
                  </a:lnTo>
                  <a:cubicBezTo>
                    <a:pt x="6244" y="176072"/>
                    <a:pt x="3006" y="174357"/>
                    <a:pt x="1291" y="171309"/>
                  </a:cubicBezTo>
                  <a:close/>
                  <a:moveTo>
                    <a:pt x="35391" y="151592"/>
                  </a:moveTo>
                  <a:cubicBezTo>
                    <a:pt x="32724" y="147021"/>
                    <a:pt x="34343" y="141210"/>
                    <a:pt x="38820" y="138638"/>
                  </a:cubicBezTo>
                  <a:lnTo>
                    <a:pt x="38820" y="138638"/>
                  </a:lnTo>
                  <a:cubicBezTo>
                    <a:pt x="43392" y="135971"/>
                    <a:pt x="49202" y="137496"/>
                    <a:pt x="51869" y="142067"/>
                  </a:cubicBezTo>
                  <a:lnTo>
                    <a:pt x="51869" y="142067"/>
                  </a:lnTo>
                  <a:cubicBezTo>
                    <a:pt x="54441" y="146640"/>
                    <a:pt x="52917" y="152450"/>
                    <a:pt x="48345" y="155117"/>
                  </a:cubicBezTo>
                  <a:lnTo>
                    <a:pt x="48345" y="155117"/>
                  </a:lnTo>
                  <a:cubicBezTo>
                    <a:pt x="46916" y="155974"/>
                    <a:pt x="45202" y="156355"/>
                    <a:pt x="43582" y="156355"/>
                  </a:cubicBezTo>
                  <a:lnTo>
                    <a:pt x="43582" y="156355"/>
                  </a:lnTo>
                  <a:cubicBezTo>
                    <a:pt x="40344" y="156355"/>
                    <a:pt x="37105" y="154640"/>
                    <a:pt x="35391" y="151592"/>
                  </a:cubicBezTo>
                  <a:close/>
                  <a:moveTo>
                    <a:pt x="69395" y="131971"/>
                  </a:moveTo>
                  <a:cubicBezTo>
                    <a:pt x="66823" y="127399"/>
                    <a:pt x="68347" y="121589"/>
                    <a:pt x="72919" y="118922"/>
                  </a:cubicBezTo>
                  <a:lnTo>
                    <a:pt x="72919" y="118922"/>
                  </a:lnTo>
                  <a:cubicBezTo>
                    <a:pt x="77491" y="116350"/>
                    <a:pt x="83302" y="117874"/>
                    <a:pt x="85969" y="122446"/>
                  </a:cubicBezTo>
                  <a:lnTo>
                    <a:pt x="85969" y="122446"/>
                  </a:lnTo>
                  <a:cubicBezTo>
                    <a:pt x="88540" y="127018"/>
                    <a:pt x="87016" y="132828"/>
                    <a:pt x="82444" y="135400"/>
                  </a:cubicBezTo>
                  <a:lnTo>
                    <a:pt x="82444" y="135400"/>
                  </a:lnTo>
                  <a:cubicBezTo>
                    <a:pt x="80920" y="136257"/>
                    <a:pt x="79301" y="136734"/>
                    <a:pt x="77682" y="136734"/>
                  </a:cubicBezTo>
                  <a:lnTo>
                    <a:pt x="77682" y="136734"/>
                  </a:lnTo>
                  <a:cubicBezTo>
                    <a:pt x="74443" y="136734"/>
                    <a:pt x="71205" y="135019"/>
                    <a:pt x="69395" y="131971"/>
                  </a:cubicBezTo>
                  <a:close/>
                  <a:moveTo>
                    <a:pt x="103495" y="112254"/>
                  </a:moveTo>
                  <a:cubicBezTo>
                    <a:pt x="100923" y="107682"/>
                    <a:pt x="102447" y="101967"/>
                    <a:pt x="107019" y="99300"/>
                  </a:cubicBezTo>
                  <a:lnTo>
                    <a:pt x="107019" y="99300"/>
                  </a:lnTo>
                  <a:cubicBezTo>
                    <a:pt x="111591" y="96633"/>
                    <a:pt x="117401" y="98252"/>
                    <a:pt x="120068" y="102824"/>
                  </a:cubicBezTo>
                  <a:lnTo>
                    <a:pt x="120068" y="102824"/>
                  </a:lnTo>
                  <a:cubicBezTo>
                    <a:pt x="122640" y="107301"/>
                    <a:pt x="121116" y="113111"/>
                    <a:pt x="116544" y="115778"/>
                  </a:cubicBezTo>
                  <a:lnTo>
                    <a:pt x="116544" y="115778"/>
                  </a:lnTo>
                  <a:cubicBezTo>
                    <a:pt x="115020" y="116636"/>
                    <a:pt x="113401" y="117112"/>
                    <a:pt x="111781" y="117112"/>
                  </a:cubicBezTo>
                  <a:lnTo>
                    <a:pt x="111781" y="117112"/>
                  </a:lnTo>
                  <a:cubicBezTo>
                    <a:pt x="108543" y="117112"/>
                    <a:pt x="105304" y="115397"/>
                    <a:pt x="103495" y="112254"/>
                  </a:cubicBezTo>
                  <a:close/>
                  <a:moveTo>
                    <a:pt x="137594" y="92633"/>
                  </a:moveTo>
                  <a:cubicBezTo>
                    <a:pt x="135022" y="88156"/>
                    <a:pt x="136546" y="82250"/>
                    <a:pt x="141118" y="79679"/>
                  </a:cubicBezTo>
                  <a:lnTo>
                    <a:pt x="141118" y="79679"/>
                  </a:lnTo>
                  <a:cubicBezTo>
                    <a:pt x="145690" y="77012"/>
                    <a:pt x="151501" y="78631"/>
                    <a:pt x="154168" y="83203"/>
                  </a:cubicBezTo>
                  <a:lnTo>
                    <a:pt x="154168" y="83203"/>
                  </a:lnTo>
                  <a:cubicBezTo>
                    <a:pt x="156739" y="87680"/>
                    <a:pt x="155215" y="93585"/>
                    <a:pt x="150643" y="96157"/>
                  </a:cubicBezTo>
                  <a:lnTo>
                    <a:pt x="150643" y="96157"/>
                  </a:lnTo>
                  <a:cubicBezTo>
                    <a:pt x="149119" y="97014"/>
                    <a:pt x="147500" y="97395"/>
                    <a:pt x="145881" y="97395"/>
                  </a:cubicBezTo>
                  <a:lnTo>
                    <a:pt x="145881" y="97395"/>
                  </a:lnTo>
                  <a:cubicBezTo>
                    <a:pt x="142642" y="97395"/>
                    <a:pt x="139404" y="95681"/>
                    <a:pt x="137594" y="92633"/>
                  </a:cubicBezTo>
                  <a:close/>
                  <a:moveTo>
                    <a:pt x="171694" y="73011"/>
                  </a:moveTo>
                  <a:cubicBezTo>
                    <a:pt x="169122" y="68439"/>
                    <a:pt x="170646" y="62629"/>
                    <a:pt x="175218" y="60057"/>
                  </a:cubicBezTo>
                  <a:lnTo>
                    <a:pt x="175218" y="60057"/>
                  </a:lnTo>
                  <a:cubicBezTo>
                    <a:pt x="179790" y="57390"/>
                    <a:pt x="185600" y="59009"/>
                    <a:pt x="188267" y="63581"/>
                  </a:cubicBezTo>
                  <a:lnTo>
                    <a:pt x="188267" y="63581"/>
                  </a:lnTo>
                  <a:cubicBezTo>
                    <a:pt x="190839" y="68153"/>
                    <a:pt x="189315" y="73869"/>
                    <a:pt x="184743" y="76536"/>
                  </a:cubicBezTo>
                  <a:lnTo>
                    <a:pt x="184743" y="76536"/>
                  </a:lnTo>
                  <a:cubicBezTo>
                    <a:pt x="183219" y="77393"/>
                    <a:pt x="181600" y="77869"/>
                    <a:pt x="179980" y="77869"/>
                  </a:cubicBezTo>
                  <a:lnTo>
                    <a:pt x="179980" y="77869"/>
                  </a:lnTo>
                  <a:cubicBezTo>
                    <a:pt x="176647" y="77869"/>
                    <a:pt x="173503" y="76154"/>
                    <a:pt x="171694" y="73011"/>
                  </a:cubicBezTo>
                  <a:close/>
                  <a:moveTo>
                    <a:pt x="205888" y="53485"/>
                  </a:moveTo>
                  <a:cubicBezTo>
                    <a:pt x="203221" y="48818"/>
                    <a:pt x="204841" y="43007"/>
                    <a:pt x="209317" y="40436"/>
                  </a:cubicBezTo>
                  <a:lnTo>
                    <a:pt x="209317" y="40436"/>
                  </a:lnTo>
                  <a:cubicBezTo>
                    <a:pt x="213889" y="37769"/>
                    <a:pt x="219700" y="39388"/>
                    <a:pt x="222367" y="43960"/>
                  </a:cubicBezTo>
                  <a:lnTo>
                    <a:pt x="222367" y="43960"/>
                  </a:lnTo>
                  <a:cubicBezTo>
                    <a:pt x="224938" y="48532"/>
                    <a:pt x="223414" y="54342"/>
                    <a:pt x="218842" y="56914"/>
                  </a:cubicBezTo>
                  <a:lnTo>
                    <a:pt x="218842" y="56914"/>
                  </a:lnTo>
                  <a:cubicBezTo>
                    <a:pt x="217318" y="57771"/>
                    <a:pt x="215699" y="58247"/>
                    <a:pt x="214080" y="58247"/>
                  </a:cubicBezTo>
                  <a:lnTo>
                    <a:pt x="214080" y="58247"/>
                  </a:lnTo>
                  <a:cubicBezTo>
                    <a:pt x="210841" y="58247"/>
                    <a:pt x="207603" y="56533"/>
                    <a:pt x="205888" y="53485"/>
                  </a:cubicBezTo>
                  <a:close/>
                  <a:moveTo>
                    <a:pt x="239988" y="33863"/>
                  </a:moveTo>
                  <a:cubicBezTo>
                    <a:pt x="237321" y="29292"/>
                    <a:pt x="238940" y="23481"/>
                    <a:pt x="243512" y="20814"/>
                  </a:cubicBezTo>
                  <a:lnTo>
                    <a:pt x="243512" y="20814"/>
                  </a:lnTo>
                  <a:cubicBezTo>
                    <a:pt x="248084" y="18242"/>
                    <a:pt x="253894" y="19767"/>
                    <a:pt x="256466" y="24338"/>
                  </a:cubicBezTo>
                  <a:lnTo>
                    <a:pt x="256466" y="24338"/>
                  </a:lnTo>
                  <a:cubicBezTo>
                    <a:pt x="259133" y="28910"/>
                    <a:pt x="257514" y="34721"/>
                    <a:pt x="252942" y="37388"/>
                  </a:cubicBezTo>
                  <a:lnTo>
                    <a:pt x="252942" y="37388"/>
                  </a:lnTo>
                  <a:cubicBezTo>
                    <a:pt x="251513" y="38245"/>
                    <a:pt x="249894" y="38626"/>
                    <a:pt x="248275" y="38626"/>
                  </a:cubicBezTo>
                  <a:lnTo>
                    <a:pt x="248275" y="38626"/>
                  </a:lnTo>
                  <a:cubicBezTo>
                    <a:pt x="244941" y="38626"/>
                    <a:pt x="241702" y="36911"/>
                    <a:pt x="239988" y="33863"/>
                  </a:cubicBezTo>
                  <a:close/>
                  <a:moveTo>
                    <a:pt x="274087" y="14242"/>
                  </a:moveTo>
                  <a:cubicBezTo>
                    <a:pt x="271420" y="9670"/>
                    <a:pt x="273040" y="3860"/>
                    <a:pt x="277612" y="1288"/>
                  </a:cubicBezTo>
                  <a:lnTo>
                    <a:pt x="277612" y="1288"/>
                  </a:lnTo>
                  <a:cubicBezTo>
                    <a:pt x="282184" y="-1379"/>
                    <a:pt x="287994" y="240"/>
                    <a:pt x="290661" y="4812"/>
                  </a:cubicBezTo>
                  <a:lnTo>
                    <a:pt x="290661" y="4812"/>
                  </a:lnTo>
                  <a:cubicBezTo>
                    <a:pt x="293233" y="9384"/>
                    <a:pt x="291709" y="15194"/>
                    <a:pt x="287137" y="17766"/>
                  </a:cubicBezTo>
                  <a:lnTo>
                    <a:pt x="287137" y="17766"/>
                  </a:lnTo>
                  <a:cubicBezTo>
                    <a:pt x="285613" y="18623"/>
                    <a:pt x="283993" y="19100"/>
                    <a:pt x="282374" y="19100"/>
                  </a:cubicBezTo>
                  <a:lnTo>
                    <a:pt x="282374" y="19100"/>
                  </a:lnTo>
                  <a:cubicBezTo>
                    <a:pt x="279040" y="19100"/>
                    <a:pt x="275897" y="17385"/>
                    <a:pt x="274087" y="14242"/>
                  </a:cubicBezTo>
                  <a:close/>
                </a:path>
              </a:pathLst>
            </a:custGeom>
            <a:grpFill/>
            <a:ln w="0"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D8FFEA5D-E940-CB9F-F6F5-F9D2FB055A58}"/>
                </a:ext>
              </a:extLst>
            </p:cNvPr>
            <p:cNvSpPr/>
            <p:nvPr/>
          </p:nvSpPr>
          <p:spPr>
            <a:xfrm>
              <a:off x="5722326" y="3721748"/>
              <a:ext cx="295903" cy="178453"/>
            </a:xfrm>
            <a:custGeom>
              <a:avLst/>
              <a:gdLst>
                <a:gd name="connsiteX0" fmla="*/ 281662 w 295903"/>
                <a:gd name="connsiteY0" fmla="*/ 177120 h 178453"/>
                <a:gd name="connsiteX1" fmla="*/ 281662 w 295903"/>
                <a:gd name="connsiteY1" fmla="*/ 177120 h 178453"/>
                <a:gd name="connsiteX2" fmla="*/ 278137 w 295903"/>
                <a:gd name="connsiteY2" fmla="*/ 164166 h 178453"/>
                <a:gd name="connsiteX3" fmla="*/ 278137 w 295903"/>
                <a:gd name="connsiteY3" fmla="*/ 164166 h 178453"/>
                <a:gd name="connsiteX4" fmla="*/ 291091 w 295903"/>
                <a:gd name="connsiteY4" fmla="*/ 160641 h 178453"/>
                <a:gd name="connsiteX5" fmla="*/ 291091 w 295903"/>
                <a:gd name="connsiteY5" fmla="*/ 160641 h 178453"/>
                <a:gd name="connsiteX6" fmla="*/ 294616 w 295903"/>
                <a:gd name="connsiteY6" fmla="*/ 173691 h 178453"/>
                <a:gd name="connsiteX7" fmla="*/ 294616 w 295903"/>
                <a:gd name="connsiteY7" fmla="*/ 173691 h 178453"/>
                <a:gd name="connsiteX8" fmla="*/ 286329 w 295903"/>
                <a:gd name="connsiteY8" fmla="*/ 178453 h 178453"/>
                <a:gd name="connsiteX9" fmla="*/ 286329 w 295903"/>
                <a:gd name="connsiteY9" fmla="*/ 178453 h 178453"/>
                <a:gd name="connsiteX10" fmla="*/ 281566 w 295903"/>
                <a:gd name="connsiteY10" fmla="*/ 177120 h 178453"/>
                <a:gd name="connsiteX11" fmla="*/ 247086 w 295903"/>
                <a:gd name="connsiteY11" fmla="*/ 157212 h 178453"/>
                <a:gd name="connsiteX12" fmla="*/ 243562 w 295903"/>
                <a:gd name="connsiteY12" fmla="*/ 144163 h 178453"/>
                <a:gd name="connsiteX13" fmla="*/ 243562 w 295903"/>
                <a:gd name="connsiteY13" fmla="*/ 144163 h 178453"/>
                <a:gd name="connsiteX14" fmla="*/ 256611 w 295903"/>
                <a:gd name="connsiteY14" fmla="*/ 140734 h 178453"/>
                <a:gd name="connsiteX15" fmla="*/ 256611 w 295903"/>
                <a:gd name="connsiteY15" fmla="*/ 140734 h 178453"/>
                <a:gd name="connsiteX16" fmla="*/ 260135 w 295903"/>
                <a:gd name="connsiteY16" fmla="*/ 153688 h 178453"/>
                <a:gd name="connsiteX17" fmla="*/ 260135 w 295903"/>
                <a:gd name="connsiteY17" fmla="*/ 153688 h 178453"/>
                <a:gd name="connsiteX18" fmla="*/ 251848 w 295903"/>
                <a:gd name="connsiteY18" fmla="*/ 158451 h 178453"/>
                <a:gd name="connsiteX19" fmla="*/ 251848 w 295903"/>
                <a:gd name="connsiteY19" fmla="*/ 158451 h 178453"/>
                <a:gd name="connsiteX20" fmla="*/ 247086 w 295903"/>
                <a:gd name="connsiteY20" fmla="*/ 157212 h 178453"/>
                <a:gd name="connsiteX21" fmla="*/ 212510 w 295903"/>
                <a:gd name="connsiteY21" fmla="*/ 137305 h 178453"/>
                <a:gd name="connsiteX22" fmla="*/ 208986 w 295903"/>
                <a:gd name="connsiteY22" fmla="*/ 124256 h 178453"/>
                <a:gd name="connsiteX23" fmla="*/ 208986 w 295903"/>
                <a:gd name="connsiteY23" fmla="*/ 124256 h 178453"/>
                <a:gd name="connsiteX24" fmla="*/ 221940 w 295903"/>
                <a:gd name="connsiteY24" fmla="*/ 120732 h 178453"/>
                <a:gd name="connsiteX25" fmla="*/ 221940 w 295903"/>
                <a:gd name="connsiteY25" fmla="*/ 120732 h 178453"/>
                <a:gd name="connsiteX26" fmla="*/ 225464 w 295903"/>
                <a:gd name="connsiteY26" fmla="*/ 133781 h 178453"/>
                <a:gd name="connsiteX27" fmla="*/ 225464 w 295903"/>
                <a:gd name="connsiteY27" fmla="*/ 133781 h 178453"/>
                <a:gd name="connsiteX28" fmla="*/ 217177 w 295903"/>
                <a:gd name="connsiteY28" fmla="*/ 138543 h 178453"/>
                <a:gd name="connsiteX29" fmla="*/ 217177 w 295903"/>
                <a:gd name="connsiteY29" fmla="*/ 138543 h 178453"/>
                <a:gd name="connsiteX30" fmla="*/ 212510 w 295903"/>
                <a:gd name="connsiteY30" fmla="*/ 137305 h 178453"/>
                <a:gd name="connsiteX31" fmla="*/ 177839 w 295903"/>
                <a:gd name="connsiteY31" fmla="*/ 117398 h 178453"/>
                <a:gd name="connsiteX32" fmla="*/ 177839 w 295903"/>
                <a:gd name="connsiteY32" fmla="*/ 117398 h 178453"/>
                <a:gd name="connsiteX33" fmla="*/ 174220 w 295903"/>
                <a:gd name="connsiteY33" fmla="*/ 104349 h 178453"/>
                <a:gd name="connsiteX34" fmla="*/ 174220 w 295903"/>
                <a:gd name="connsiteY34" fmla="*/ 104349 h 178453"/>
                <a:gd name="connsiteX35" fmla="*/ 187269 w 295903"/>
                <a:gd name="connsiteY35" fmla="*/ 100824 h 178453"/>
                <a:gd name="connsiteX36" fmla="*/ 187269 w 295903"/>
                <a:gd name="connsiteY36" fmla="*/ 100824 h 178453"/>
                <a:gd name="connsiteX37" fmla="*/ 190793 w 295903"/>
                <a:gd name="connsiteY37" fmla="*/ 113874 h 178453"/>
                <a:gd name="connsiteX38" fmla="*/ 190793 w 295903"/>
                <a:gd name="connsiteY38" fmla="*/ 113874 h 178453"/>
                <a:gd name="connsiteX39" fmla="*/ 182506 w 295903"/>
                <a:gd name="connsiteY39" fmla="*/ 118636 h 178453"/>
                <a:gd name="connsiteX40" fmla="*/ 182506 w 295903"/>
                <a:gd name="connsiteY40" fmla="*/ 118636 h 178453"/>
                <a:gd name="connsiteX41" fmla="*/ 177744 w 295903"/>
                <a:gd name="connsiteY41" fmla="*/ 117398 h 178453"/>
                <a:gd name="connsiteX42" fmla="*/ 143263 w 295903"/>
                <a:gd name="connsiteY42" fmla="*/ 97491 h 178453"/>
                <a:gd name="connsiteX43" fmla="*/ 139739 w 295903"/>
                <a:gd name="connsiteY43" fmla="*/ 84441 h 178453"/>
                <a:gd name="connsiteX44" fmla="*/ 139739 w 295903"/>
                <a:gd name="connsiteY44" fmla="*/ 84441 h 178453"/>
                <a:gd name="connsiteX45" fmla="*/ 152788 w 295903"/>
                <a:gd name="connsiteY45" fmla="*/ 80917 h 178453"/>
                <a:gd name="connsiteX46" fmla="*/ 152788 w 295903"/>
                <a:gd name="connsiteY46" fmla="*/ 80917 h 178453"/>
                <a:gd name="connsiteX47" fmla="*/ 156217 w 295903"/>
                <a:gd name="connsiteY47" fmla="*/ 93966 h 178453"/>
                <a:gd name="connsiteX48" fmla="*/ 156217 w 295903"/>
                <a:gd name="connsiteY48" fmla="*/ 93966 h 178453"/>
                <a:gd name="connsiteX49" fmla="*/ 147931 w 295903"/>
                <a:gd name="connsiteY49" fmla="*/ 98729 h 178453"/>
                <a:gd name="connsiteX50" fmla="*/ 147931 w 295903"/>
                <a:gd name="connsiteY50" fmla="*/ 98729 h 178453"/>
                <a:gd name="connsiteX51" fmla="*/ 143263 w 295903"/>
                <a:gd name="connsiteY51" fmla="*/ 97491 h 178453"/>
                <a:gd name="connsiteX52" fmla="*/ 108592 w 295903"/>
                <a:gd name="connsiteY52" fmla="*/ 77583 h 178453"/>
                <a:gd name="connsiteX53" fmla="*/ 105068 w 295903"/>
                <a:gd name="connsiteY53" fmla="*/ 64534 h 178453"/>
                <a:gd name="connsiteX54" fmla="*/ 105068 w 295903"/>
                <a:gd name="connsiteY54" fmla="*/ 64534 h 178453"/>
                <a:gd name="connsiteX55" fmla="*/ 118117 w 295903"/>
                <a:gd name="connsiteY55" fmla="*/ 61010 h 178453"/>
                <a:gd name="connsiteX56" fmla="*/ 118117 w 295903"/>
                <a:gd name="connsiteY56" fmla="*/ 61010 h 178453"/>
                <a:gd name="connsiteX57" fmla="*/ 121642 w 295903"/>
                <a:gd name="connsiteY57" fmla="*/ 74059 h 178453"/>
                <a:gd name="connsiteX58" fmla="*/ 121642 w 295903"/>
                <a:gd name="connsiteY58" fmla="*/ 74059 h 178453"/>
                <a:gd name="connsiteX59" fmla="*/ 113355 w 295903"/>
                <a:gd name="connsiteY59" fmla="*/ 78822 h 178453"/>
                <a:gd name="connsiteX60" fmla="*/ 113355 w 295903"/>
                <a:gd name="connsiteY60" fmla="*/ 78822 h 178453"/>
                <a:gd name="connsiteX61" fmla="*/ 108592 w 295903"/>
                <a:gd name="connsiteY61" fmla="*/ 77583 h 178453"/>
                <a:gd name="connsiteX62" fmla="*/ 74017 w 295903"/>
                <a:gd name="connsiteY62" fmla="*/ 57581 h 178453"/>
                <a:gd name="connsiteX63" fmla="*/ 70492 w 295903"/>
                <a:gd name="connsiteY63" fmla="*/ 44627 h 178453"/>
                <a:gd name="connsiteX64" fmla="*/ 70492 w 295903"/>
                <a:gd name="connsiteY64" fmla="*/ 44627 h 178453"/>
                <a:gd name="connsiteX65" fmla="*/ 83542 w 295903"/>
                <a:gd name="connsiteY65" fmla="*/ 41103 h 178453"/>
                <a:gd name="connsiteX66" fmla="*/ 83542 w 295903"/>
                <a:gd name="connsiteY66" fmla="*/ 41103 h 178453"/>
                <a:gd name="connsiteX67" fmla="*/ 86971 w 295903"/>
                <a:gd name="connsiteY67" fmla="*/ 54152 h 178453"/>
                <a:gd name="connsiteX68" fmla="*/ 86971 w 295903"/>
                <a:gd name="connsiteY68" fmla="*/ 54152 h 178453"/>
                <a:gd name="connsiteX69" fmla="*/ 78779 w 295903"/>
                <a:gd name="connsiteY69" fmla="*/ 58914 h 178453"/>
                <a:gd name="connsiteX70" fmla="*/ 78779 w 295903"/>
                <a:gd name="connsiteY70" fmla="*/ 58914 h 178453"/>
                <a:gd name="connsiteX71" fmla="*/ 74017 w 295903"/>
                <a:gd name="connsiteY71" fmla="*/ 57581 h 178453"/>
                <a:gd name="connsiteX72" fmla="*/ 39346 w 295903"/>
                <a:gd name="connsiteY72" fmla="*/ 37674 h 178453"/>
                <a:gd name="connsiteX73" fmla="*/ 35917 w 295903"/>
                <a:gd name="connsiteY73" fmla="*/ 24720 h 178453"/>
                <a:gd name="connsiteX74" fmla="*/ 35917 w 295903"/>
                <a:gd name="connsiteY74" fmla="*/ 24720 h 178453"/>
                <a:gd name="connsiteX75" fmla="*/ 48871 w 295903"/>
                <a:gd name="connsiteY75" fmla="*/ 21195 h 178453"/>
                <a:gd name="connsiteX76" fmla="*/ 48871 w 295903"/>
                <a:gd name="connsiteY76" fmla="*/ 21195 h 178453"/>
                <a:gd name="connsiteX77" fmla="*/ 52395 w 295903"/>
                <a:gd name="connsiteY77" fmla="*/ 34245 h 178453"/>
                <a:gd name="connsiteX78" fmla="*/ 52395 w 295903"/>
                <a:gd name="connsiteY78" fmla="*/ 34245 h 178453"/>
                <a:gd name="connsiteX79" fmla="*/ 44108 w 295903"/>
                <a:gd name="connsiteY79" fmla="*/ 39007 h 178453"/>
                <a:gd name="connsiteX80" fmla="*/ 44108 w 295903"/>
                <a:gd name="connsiteY80" fmla="*/ 39007 h 178453"/>
                <a:gd name="connsiteX81" fmla="*/ 39346 w 295903"/>
                <a:gd name="connsiteY81" fmla="*/ 37674 h 178453"/>
                <a:gd name="connsiteX82" fmla="*/ 4770 w 295903"/>
                <a:gd name="connsiteY82" fmla="*/ 17766 h 178453"/>
                <a:gd name="connsiteX83" fmla="*/ 1246 w 295903"/>
                <a:gd name="connsiteY83" fmla="*/ 4812 h 178453"/>
                <a:gd name="connsiteX84" fmla="*/ 1246 w 295903"/>
                <a:gd name="connsiteY84" fmla="*/ 4812 h 178453"/>
                <a:gd name="connsiteX85" fmla="*/ 14295 w 295903"/>
                <a:gd name="connsiteY85" fmla="*/ 1288 h 178453"/>
                <a:gd name="connsiteX86" fmla="*/ 14295 w 295903"/>
                <a:gd name="connsiteY86" fmla="*/ 1288 h 178453"/>
                <a:gd name="connsiteX87" fmla="*/ 17819 w 295903"/>
                <a:gd name="connsiteY87" fmla="*/ 14242 h 178453"/>
                <a:gd name="connsiteX88" fmla="*/ 17819 w 295903"/>
                <a:gd name="connsiteY88" fmla="*/ 14242 h 178453"/>
                <a:gd name="connsiteX89" fmla="*/ 9532 w 295903"/>
                <a:gd name="connsiteY89" fmla="*/ 19100 h 178453"/>
                <a:gd name="connsiteX90" fmla="*/ 9532 w 295903"/>
                <a:gd name="connsiteY90" fmla="*/ 19100 h 178453"/>
                <a:gd name="connsiteX91" fmla="*/ 4770 w 295903"/>
                <a:gd name="connsiteY91" fmla="*/ 17766 h 17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95903" h="178453">
                  <a:moveTo>
                    <a:pt x="281662" y="177120"/>
                  </a:moveTo>
                  <a:lnTo>
                    <a:pt x="281662" y="177120"/>
                  </a:lnTo>
                  <a:cubicBezTo>
                    <a:pt x="277090" y="174548"/>
                    <a:pt x="275470" y="168642"/>
                    <a:pt x="278137" y="164166"/>
                  </a:cubicBezTo>
                  <a:lnTo>
                    <a:pt x="278137" y="164166"/>
                  </a:lnTo>
                  <a:cubicBezTo>
                    <a:pt x="280709" y="159593"/>
                    <a:pt x="286519" y="157974"/>
                    <a:pt x="291091" y="160641"/>
                  </a:cubicBezTo>
                  <a:lnTo>
                    <a:pt x="291091" y="160641"/>
                  </a:lnTo>
                  <a:cubicBezTo>
                    <a:pt x="295663" y="163308"/>
                    <a:pt x="297283" y="169118"/>
                    <a:pt x="294616" y="173691"/>
                  </a:cubicBezTo>
                  <a:lnTo>
                    <a:pt x="294616" y="173691"/>
                  </a:lnTo>
                  <a:cubicBezTo>
                    <a:pt x="292806" y="176739"/>
                    <a:pt x="289663" y="178453"/>
                    <a:pt x="286329" y="178453"/>
                  </a:cubicBezTo>
                  <a:lnTo>
                    <a:pt x="286329" y="178453"/>
                  </a:lnTo>
                  <a:cubicBezTo>
                    <a:pt x="284710" y="178453"/>
                    <a:pt x="283090" y="177977"/>
                    <a:pt x="281566" y="177120"/>
                  </a:cubicBezTo>
                  <a:close/>
                  <a:moveTo>
                    <a:pt x="247086" y="157212"/>
                  </a:moveTo>
                  <a:cubicBezTo>
                    <a:pt x="242514" y="154545"/>
                    <a:pt x="240990" y="148735"/>
                    <a:pt x="243562" y="144163"/>
                  </a:cubicBezTo>
                  <a:lnTo>
                    <a:pt x="243562" y="144163"/>
                  </a:lnTo>
                  <a:cubicBezTo>
                    <a:pt x="246229" y="139591"/>
                    <a:pt x="252039" y="138067"/>
                    <a:pt x="256611" y="140734"/>
                  </a:cubicBezTo>
                  <a:lnTo>
                    <a:pt x="256611" y="140734"/>
                  </a:lnTo>
                  <a:cubicBezTo>
                    <a:pt x="261183" y="143306"/>
                    <a:pt x="262707" y="149116"/>
                    <a:pt x="260135" y="153688"/>
                  </a:cubicBezTo>
                  <a:lnTo>
                    <a:pt x="260135" y="153688"/>
                  </a:lnTo>
                  <a:cubicBezTo>
                    <a:pt x="258325" y="156736"/>
                    <a:pt x="255087" y="158451"/>
                    <a:pt x="251848" y="158451"/>
                  </a:cubicBezTo>
                  <a:lnTo>
                    <a:pt x="251848" y="158451"/>
                  </a:lnTo>
                  <a:cubicBezTo>
                    <a:pt x="250229" y="158451"/>
                    <a:pt x="248610" y="158070"/>
                    <a:pt x="247086" y="157212"/>
                  </a:cubicBezTo>
                  <a:close/>
                  <a:moveTo>
                    <a:pt x="212510" y="137305"/>
                  </a:moveTo>
                  <a:cubicBezTo>
                    <a:pt x="207938" y="134638"/>
                    <a:pt x="206319" y="128828"/>
                    <a:pt x="208986" y="124256"/>
                  </a:cubicBezTo>
                  <a:lnTo>
                    <a:pt x="208986" y="124256"/>
                  </a:lnTo>
                  <a:cubicBezTo>
                    <a:pt x="211653" y="119684"/>
                    <a:pt x="217463" y="118160"/>
                    <a:pt x="221940" y="120732"/>
                  </a:cubicBezTo>
                  <a:lnTo>
                    <a:pt x="221940" y="120732"/>
                  </a:lnTo>
                  <a:cubicBezTo>
                    <a:pt x="226512" y="123399"/>
                    <a:pt x="228131" y="129209"/>
                    <a:pt x="225464" y="133781"/>
                  </a:cubicBezTo>
                  <a:lnTo>
                    <a:pt x="225464" y="133781"/>
                  </a:lnTo>
                  <a:cubicBezTo>
                    <a:pt x="223750" y="136829"/>
                    <a:pt x="220511" y="138543"/>
                    <a:pt x="217177" y="138543"/>
                  </a:cubicBezTo>
                  <a:lnTo>
                    <a:pt x="217177" y="138543"/>
                  </a:lnTo>
                  <a:cubicBezTo>
                    <a:pt x="215653" y="138543"/>
                    <a:pt x="213939" y="138162"/>
                    <a:pt x="212510" y="137305"/>
                  </a:cubicBezTo>
                  <a:close/>
                  <a:moveTo>
                    <a:pt x="177839" y="117398"/>
                  </a:moveTo>
                  <a:lnTo>
                    <a:pt x="177839" y="117398"/>
                  </a:lnTo>
                  <a:cubicBezTo>
                    <a:pt x="173172" y="114731"/>
                    <a:pt x="171648" y="108920"/>
                    <a:pt x="174220" y="104349"/>
                  </a:cubicBezTo>
                  <a:lnTo>
                    <a:pt x="174220" y="104349"/>
                  </a:lnTo>
                  <a:cubicBezTo>
                    <a:pt x="176887" y="99776"/>
                    <a:pt x="182697" y="98253"/>
                    <a:pt x="187269" y="100824"/>
                  </a:cubicBezTo>
                  <a:lnTo>
                    <a:pt x="187269" y="100824"/>
                  </a:lnTo>
                  <a:cubicBezTo>
                    <a:pt x="191841" y="103491"/>
                    <a:pt x="193365" y="109301"/>
                    <a:pt x="190793" y="113874"/>
                  </a:cubicBezTo>
                  <a:lnTo>
                    <a:pt x="190793" y="113874"/>
                  </a:lnTo>
                  <a:cubicBezTo>
                    <a:pt x="188983" y="116922"/>
                    <a:pt x="185840" y="118636"/>
                    <a:pt x="182506" y="118636"/>
                  </a:cubicBezTo>
                  <a:lnTo>
                    <a:pt x="182506" y="118636"/>
                  </a:lnTo>
                  <a:cubicBezTo>
                    <a:pt x="180887" y="118636"/>
                    <a:pt x="179268" y="118255"/>
                    <a:pt x="177744" y="117398"/>
                  </a:cubicBezTo>
                  <a:close/>
                  <a:moveTo>
                    <a:pt x="143263" y="97491"/>
                  </a:moveTo>
                  <a:cubicBezTo>
                    <a:pt x="138691" y="94824"/>
                    <a:pt x="137072" y="89013"/>
                    <a:pt x="139739" y="84441"/>
                  </a:cubicBezTo>
                  <a:lnTo>
                    <a:pt x="139739" y="84441"/>
                  </a:lnTo>
                  <a:cubicBezTo>
                    <a:pt x="142311" y="79869"/>
                    <a:pt x="148216" y="78345"/>
                    <a:pt x="152788" y="80917"/>
                  </a:cubicBezTo>
                  <a:lnTo>
                    <a:pt x="152788" y="80917"/>
                  </a:lnTo>
                  <a:cubicBezTo>
                    <a:pt x="157360" y="83584"/>
                    <a:pt x="158884" y="89394"/>
                    <a:pt x="156217" y="93966"/>
                  </a:cubicBezTo>
                  <a:lnTo>
                    <a:pt x="156217" y="93966"/>
                  </a:lnTo>
                  <a:cubicBezTo>
                    <a:pt x="154503" y="97014"/>
                    <a:pt x="151264" y="98729"/>
                    <a:pt x="147931" y="98729"/>
                  </a:cubicBezTo>
                  <a:lnTo>
                    <a:pt x="147931" y="98729"/>
                  </a:lnTo>
                  <a:cubicBezTo>
                    <a:pt x="146407" y="98729"/>
                    <a:pt x="144692" y="98348"/>
                    <a:pt x="143263" y="97491"/>
                  </a:cubicBezTo>
                  <a:close/>
                  <a:moveTo>
                    <a:pt x="108592" y="77583"/>
                  </a:moveTo>
                  <a:cubicBezTo>
                    <a:pt x="104020" y="74916"/>
                    <a:pt x="102496" y="69106"/>
                    <a:pt x="105068" y="64534"/>
                  </a:cubicBezTo>
                  <a:lnTo>
                    <a:pt x="105068" y="64534"/>
                  </a:lnTo>
                  <a:cubicBezTo>
                    <a:pt x="107735" y="59962"/>
                    <a:pt x="113545" y="58438"/>
                    <a:pt x="118117" y="61010"/>
                  </a:cubicBezTo>
                  <a:lnTo>
                    <a:pt x="118117" y="61010"/>
                  </a:lnTo>
                  <a:cubicBezTo>
                    <a:pt x="122689" y="63677"/>
                    <a:pt x="124309" y="69487"/>
                    <a:pt x="121642" y="74059"/>
                  </a:cubicBezTo>
                  <a:lnTo>
                    <a:pt x="121642" y="74059"/>
                  </a:lnTo>
                  <a:cubicBezTo>
                    <a:pt x="119832" y="77107"/>
                    <a:pt x="116689" y="78822"/>
                    <a:pt x="113355" y="78822"/>
                  </a:cubicBezTo>
                  <a:lnTo>
                    <a:pt x="113355" y="78822"/>
                  </a:lnTo>
                  <a:cubicBezTo>
                    <a:pt x="111736" y="78822"/>
                    <a:pt x="110116" y="78441"/>
                    <a:pt x="108592" y="77583"/>
                  </a:cubicBezTo>
                  <a:close/>
                  <a:moveTo>
                    <a:pt x="74017" y="57581"/>
                  </a:moveTo>
                  <a:cubicBezTo>
                    <a:pt x="69445" y="55009"/>
                    <a:pt x="67921" y="49199"/>
                    <a:pt x="70492" y="44627"/>
                  </a:cubicBezTo>
                  <a:lnTo>
                    <a:pt x="70492" y="44627"/>
                  </a:lnTo>
                  <a:cubicBezTo>
                    <a:pt x="73159" y="40055"/>
                    <a:pt x="78970" y="38531"/>
                    <a:pt x="83542" y="41103"/>
                  </a:cubicBezTo>
                  <a:lnTo>
                    <a:pt x="83542" y="41103"/>
                  </a:lnTo>
                  <a:cubicBezTo>
                    <a:pt x="88018" y="43770"/>
                    <a:pt x="89638" y="49580"/>
                    <a:pt x="86971" y="54152"/>
                  </a:cubicBezTo>
                  <a:lnTo>
                    <a:pt x="86971" y="54152"/>
                  </a:lnTo>
                  <a:cubicBezTo>
                    <a:pt x="85256" y="57200"/>
                    <a:pt x="82018" y="58914"/>
                    <a:pt x="78779" y="58914"/>
                  </a:cubicBezTo>
                  <a:lnTo>
                    <a:pt x="78779" y="58914"/>
                  </a:lnTo>
                  <a:cubicBezTo>
                    <a:pt x="77160" y="58914"/>
                    <a:pt x="75541" y="58438"/>
                    <a:pt x="74017" y="57581"/>
                  </a:cubicBezTo>
                  <a:close/>
                  <a:moveTo>
                    <a:pt x="39346" y="37674"/>
                  </a:moveTo>
                  <a:cubicBezTo>
                    <a:pt x="34869" y="35102"/>
                    <a:pt x="33250" y="29291"/>
                    <a:pt x="35917" y="24720"/>
                  </a:cubicBezTo>
                  <a:lnTo>
                    <a:pt x="35917" y="24720"/>
                  </a:lnTo>
                  <a:cubicBezTo>
                    <a:pt x="38488" y="20147"/>
                    <a:pt x="44299" y="18528"/>
                    <a:pt x="48871" y="21195"/>
                  </a:cubicBezTo>
                  <a:lnTo>
                    <a:pt x="48871" y="21195"/>
                  </a:lnTo>
                  <a:cubicBezTo>
                    <a:pt x="53443" y="23862"/>
                    <a:pt x="54967" y="29672"/>
                    <a:pt x="52395" y="34245"/>
                  </a:cubicBezTo>
                  <a:lnTo>
                    <a:pt x="52395" y="34245"/>
                  </a:lnTo>
                  <a:cubicBezTo>
                    <a:pt x="50585" y="37293"/>
                    <a:pt x="47442" y="39007"/>
                    <a:pt x="44108" y="39007"/>
                  </a:cubicBezTo>
                  <a:lnTo>
                    <a:pt x="44108" y="39007"/>
                  </a:lnTo>
                  <a:cubicBezTo>
                    <a:pt x="42489" y="39007"/>
                    <a:pt x="40870" y="38626"/>
                    <a:pt x="39346" y="37674"/>
                  </a:cubicBezTo>
                  <a:close/>
                  <a:moveTo>
                    <a:pt x="4770" y="17766"/>
                  </a:moveTo>
                  <a:cubicBezTo>
                    <a:pt x="198" y="15099"/>
                    <a:pt x="-1326" y="9289"/>
                    <a:pt x="1246" y="4812"/>
                  </a:cubicBezTo>
                  <a:lnTo>
                    <a:pt x="1246" y="4812"/>
                  </a:lnTo>
                  <a:cubicBezTo>
                    <a:pt x="3913" y="240"/>
                    <a:pt x="9723" y="-1379"/>
                    <a:pt x="14295" y="1288"/>
                  </a:cubicBezTo>
                  <a:lnTo>
                    <a:pt x="14295" y="1288"/>
                  </a:lnTo>
                  <a:cubicBezTo>
                    <a:pt x="18867" y="3955"/>
                    <a:pt x="20391" y="9765"/>
                    <a:pt x="17819" y="14242"/>
                  </a:cubicBezTo>
                  <a:lnTo>
                    <a:pt x="17819" y="14242"/>
                  </a:lnTo>
                  <a:cubicBezTo>
                    <a:pt x="16009" y="17385"/>
                    <a:pt x="12771" y="19100"/>
                    <a:pt x="9532" y="19100"/>
                  </a:cubicBezTo>
                  <a:lnTo>
                    <a:pt x="9532" y="19100"/>
                  </a:lnTo>
                  <a:cubicBezTo>
                    <a:pt x="7913" y="19100"/>
                    <a:pt x="6294" y="18624"/>
                    <a:pt x="4770" y="17766"/>
                  </a:cubicBezTo>
                  <a:close/>
                </a:path>
              </a:pathLst>
            </a:custGeom>
            <a:grpFill/>
            <a:ln w="0" cap="flat">
              <a:noFill/>
              <a:prstDash val="solid"/>
              <a:miter/>
            </a:ln>
          </p:spPr>
          <p:txBody>
            <a:bodyPr rtlCol="0" anchor="ctr"/>
            <a:lstStyle/>
            <a:p>
              <a:endParaRPr lang="en-GB"/>
            </a:p>
          </p:txBody>
        </p:sp>
        <p:sp>
          <p:nvSpPr>
            <p:cNvPr id="24" name="Freeform: Shape 23">
              <a:extLst>
                <a:ext uri="{FF2B5EF4-FFF2-40B4-BE49-F238E27FC236}">
                  <a16:creationId xmlns:a16="http://schemas.microsoft.com/office/drawing/2014/main" id="{E7DF76B3-A2D6-90E5-74C6-0A39E2C35381}"/>
                </a:ext>
              </a:extLst>
            </p:cNvPr>
            <p:cNvSpPr/>
            <p:nvPr/>
          </p:nvSpPr>
          <p:spPr>
            <a:xfrm>
              <a:off x="5645396" y="3655039"/>
              <a:ext cx="36116" cy="46089"/>
            </a:xfrm>
            <a:custGeom>
              <a:avLst/>
              <a:gdLst>
                <a:gd name="connsiteX0" fmla="*/ 19597 w 36116"/>
                <a:gd name="connsiteY0" fmla="*/ 43041 h 46089"/>
                <a:gd name="connsiteX1" fmla="*/ 20073 w 36116"/>
                <a:gd name="connsiteY1" fmla="*/ 29611 h 46089"/>
                <a:gd name="connsiteX2" fmla="*/ 20073 w 36116"/>
                <a:gd name="connsiteY2" fmla="*/ 29611 h 46089"/>
                <a:gd name="connsiteX3" fmla="*/ 33599 w 36116"/>
                <a:gd name="connsiteY3" fmla="*/ 30087 h 46089"/>
                <a:gd name="connsiteX4" fmla="*/ 33599 w 36116"/>
                <a:gd name="connsiteY4" fmla="*/ 30087 h 46089"/>
                <a:gd name="connsiteX5" fmla="*/ 33123 w 36116"/>
                <a:gd name="connsiteY5" fmla="*/ 43518 h 46089"/>
                <a:gd name="connsiteX6" fmla="*/ 33123 w 36116"/>
                <a:gd name="connsiteY6" fmla="*/ 43518 h 46089"/>
                <a:gd name="connsiteX7" fmla="*/ 26646 w 36116"/>
                <a:gd name="connsiteY7" fmla="*/ 46089 h 46089"/>
                <a:gd name="connsiteX8" fmla="*/ 26646 w 36116"/>
                <a:gd name="connsiteY8" fmla="*/ 46089 h 46089"/>
                <a:gd name="connsiteX9" fmla="*/ 19597 w 36116"/>
                <a:gd name="connsiteY9" fmla="*/ 43041 h 46089"/>
                <a:gd name="connsiteX10" fmla="*/ 642 w 36116"/>
                <a:gd name="connsiteY10" fmla="*/ 12942 h 46089"/>
                <a:gd name="connsiteX11" fmla="*/ 6167 w 36116"/>
                <a:gd name="connsiteY11" fmla="*/ 655 h 46089"/>
                <a:gd name="connsiteX12" fmla="*/ 6167 w 36116"/>
                <a:gd name="connsiteY12" fmla="*/ 655 h 46089"/>
                <a:gd name="connsiteX13" fmla="*/ 18454 w 36116"/>
                <a:gd name="connsiteY13" fmla="*/ 6084 h 46089"/>
                <a:gd name="connsiteX14" fmla="*/ 18454 w 36116"/>
                <a:gd name="connsiteY14" fmla="*/ 6084 h 46089"/>
                <a:gd name="connsiteX15" fmla="*/ 12930 w 36116"/>
                <a:gd name="connsiteY15" fmla="*/ 18372 h 46089"/>
                <a:gd name="connsiteX16" fmla="*/ 12930 w 36116"/>
                <a:gd name="connsiteY16" fmla="*/ 18372 h 46089"/>
                <a:gd name="connsiteX17" fmla="*/ 9596 w 36116"/>
                <a:gd name="connsiteY17" fmla="*/ 19038 h 46089"/>
                <a:gd name="connsiteX18" fmla="*/ 9596 w 36116"/>
                <a:gd name="connsiteY18" fmla="*/ 19038 h 46089"/>
                <a:gd name="connsiteX19" fmla="*/ 642 w 36116"/>
                <a:gd name="connsiteY19" fmla="*/ 12942 h 46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116" h="46089">
                  <a:moveTo>
                    <a:pt x="19597" y="43041"/>
                  </a:moveTo>
                  <a:cubicBezTo>
                    <a:pt x="16073" y="39231"/>
                    <a:pt x="16263" y="33135"/>
                    <a:pt x="20073" y="29611"/>
                  </a:cubicBezTo>
                  <a:lnTo>
                    <a:pt x="20073" y="29611"/>
                  </a:lnTo>
                  <a:cubicBezTo>
                    <a:pt x="23979" y="25992"/>
                    <a:pt x="29979" y="26182"/>
                    <a:pt x="33599" y="30087"/>
                  </a:cubicBezTo>
                  <a:lnTo>
                    <a:pt x="33599" y="30087"/>
                  </a:lnTo>
                  <a:cubicBezTo>
                    <a:pt x="37123" y="33993"/>
                    <a:pt x="36933" y="39993"/>
                    <a:pt x="33123" y="43518"/>
                  </a:cubicBezTo>
                  <a:lnTo>
                    <a:pt x="33123" y="43518"/>
                  </a:lnTo>
                  <a:cubicBezTo>
                    <a:pt x="31218" y="45232"/>
                    <a:pt x="28932" y="46089"/>
                    <a:pt x="26646" y="46089"/>
                  </a:cubicBezTo>
                  <a:lnTo>
                    <a:pt x="26646" y="46089"/>
                  </a:lnTo>
                  <a:cubicBezTo>
                    <a:pt x="24074" y="46089"/>
                    <a:pt x="21502" y="45042"/>
                    <a:pt x="19597" y="43041"/>
                  </a:cubicBezTo>
                  <a:close/>
                  <a:moveTo>
                    <a:pt x="642" y="12942"/>
                  </a:moveTo>
                  <a:cubicBezTo>
                    <a:pt x="-1263" y="7989"/>
                    <a:pt x="1214" y="2465"/>
                    <a:pt x="6167" y="655"/>
                  </a:cubicBezTo>
                  <a:lnTo>
                    <a:pt x="6167" y="655"/>
                  </a:lnTo>
                  <a:cubicBezTo>
                    <a:pt x="11025" y="-1250"/>
                    <a:pt x="16549" y="1131"/>
                    <a:pt x="18454" y="6084"/>
                  </a:cubicBezTo>
                  <a:lnTo>
                    <a:pt x="18454" y="6084"/>
                  </a:lnTo>
                  <a:cubicBezTo>
                    <a:pt x="20359" y="10942"/>
                    <a:pt x="17883" y="16467"/>
                    <a:pt x="12930" y="18372"/>
                  </a:cubicBezTo>
                  <a:lnTo>
                    <a:pt x="12930" y="18372"/>
                  </a:lnTo>
                  <a:cubicBezTo>
                    <a:pt x="11882" y="18848"/>
                    <a:pt x="10739" y="19038"/>
                    <a:pt x="9596" y="19038"/>
                  </a:cubicBezTo>
                  <a:lnTo>
                    <a:pt x="9596" y="19038"/>
                  </a:lnTo>
                  <a:cubicBezTo>
                    <a:pt x="5691" y="19038"/>
                    <a:pt x="2166" y="16752"/>
                    <a:pt x="642" y="12942"/>
                  </a:cubicBezTo>
                  <a:close/>
                </a:path>
              </a:pathLst>
            </a:custGeom>
            <a:grpFill/>
            <a:ln w="0"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C998BCB1-E124-121C-D2A4-18BAB4DC8C16}"/>
                </a:ext>
              </a:extLst>
            </p:cNvPr>
            <p:cNvSpPr/>
            <p:nvPr/>
          </p:nvSpPr>
          <p:spPr>
            <a:xfrm>
              <a:off x="5638800" y="3496722"/>
              <a:ext cx="19240" cy="103631"/>
            </a:xfrm>
            <a:custGeom>
              <a:avLst/>
              <a:gdLst>
                <a:gd name="connsiteX0" fmla="*/ 191 w 19240"/>
                <a:gd name="connsiteY0" fmla="*/ 94107 h 103631"/>
                <a:gd name="connsiteX1" fmla="*/ 9620 w 19240"/>
                <a:gd name="connsiteY1" fmla="*/ 84582 h 103631"/>
                <a:gd name="connsiteX2" fmla="*/ 9620 w 19240"/>
                <a:gd name="connsiteY2" fmla="*/ 84582 h 103631"/>
                <a:gd name="connsiteX3" fmla="*/ 19241 w 19240"/>
                <a:gd name="connsiteY3" fmla="*/ 94012 h 103631"/>
                <a:gd name="connsiteX4" fmla="*/ 19241 w 19240"/>
                <a:gd name="connsiteY4" fmla="*/ 94012 h 103631"/>
                <a:gd name="connsiteX5" fmla="*/ 9811 w 19240"/>
                <a:gd name="connsiteY5" fmla="*/ 103632 h 103631"/>
                <a:gd name="connsiteX6" fmla="*/ 9811 w 19240"/>
                <a:gd name="connsiteY6" fmla="*/ 103632 h 103631"/>
                <a:gd name="connsiteX7" fmla="*/ 286 w 19240"/>
                <a:gd name="connsiteY7" fmla="*/ 94107 h 103631"/>
                <a:gd name="connsiteX8" fmla="*/ 0 w 19240"/>
                <a:gd name="connsiteY8" fmla="*/ 51816 h 103631"/>
                <a:gd name="connsiteX9" fmla="*/ 9525 w 19240"/>
                <a:gd name="connsiteY9" fmla="*/ 42291 h 103631"/>
                <a:gd name="connsiteX10" fmla="*/ 9525 w 19240"/>
                <a:gd name="connsiteY10" fmla="*/ 42291 h 103631"/>
                <a:gd name="connsiteX11" fmla="*/ 19050 w 19240"/>
                <a:gd name="connsiteY11" fmla="*/ 51816 h 103631"/>
                <a:gd name="connsiteX12" fmla="*/ 19050 w 19240"/>
                <a:gd name="connsiteY12" fmla="*/ 51816 h 103631"/>
                <a:gd name="connsiteX13" fmla="*/ 9525 w 19240"/>
                <a:gd name="connsiteY13" fmla="*/ 61341 h 103631"/>
                <a:gd name="connsiteX14" fmla="*/ 9525 w 19240"/>
                <a:gd name="connsiteY14" fmla="*/ 61341 h 103631"/>
                <a:gd name="connsiteX15" fmla="*/ 0 w 19240"/>
                <a:gd name="connsiteY15" fmla="*/ 51816 h 103631"/>
                <a:gd name="connsiteX16" fmla="*/ 0 w 19240"/>
                <a:gd name="connsiteY16" fmla="*/ 9525 h 103631"/>
                <a:gd name="connsiteX17" fmla="*/ 9620 w 19240"/>
                <a:gd name="connsiteY17" fmla="*/ 0 h 103631"/>
                <a:gd name="connsiteX18" fmla="*/ 9620 w 19240"/>
                <a:gd name="connsiteY18" fmla="*/ 0 h 103631"/>
                <a:gd name="connsiteX19" fmla="*/ 19050 w 19240"/>
                <a:gd name="connsiteY19" fmla="*/ 9525 h 103631"/>
                <a:gd name="connsiteX20" fmla="*/ 19050 w 19240"/>
                <a:gd name="connsiteY20" fmla="*/ 9525 h 103631"/>
                <a:gd name="connsiteX21" fmla="*/ 9525 w 19240"/>
                <a:gd name="connsiteY21" fmla="*/ 19050 h 103631"/>
                <a:gd name="connsiteX22" fmla="*/ 9525 w 19240"/>
                <a:gd name="connsiteY22" fmla="*/ 19050 h 103631"/>
                <a:gd name="connsiteX23" fmla="*/ 0 w 19240"/>
                <a:gd name="connsiteY23" fmla="*/ 9525 h 103631"/>
                <a:gd name="connsiteX24" fmla="*/ 19050 w 19240"/>
                <a:gd name="connsiteY24" fmla="*/ 9525 h 103631"/>
                <a:gd name="connsiteX25" fmla="*/ 19050 w 19240"/>
                <a:gd name="connsiteY25" fmla="*/ 9525 h 103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240" h="103631">
                  <a:moveTo>
                    <a:pt x="191" y="94107"/>
                  </a:moveTo>
                  <a:cubicBezTo>
                    <a:pt x="191" y="88868"/>
                    <a:pt x="4382" y="84582"/>
                    <a:pt x="9620" y="84582"/>
                  </a:cubicBezTo>
                  <a:lnTo>
                    <a:pt x="9620" y="84582"/>
                  </a:lnTo>
                  <a:cubicBezTo>
                    <a:pt x="14954" y="84487"/>
                    <a:pt x="19145" y="88773"/>
                    <a:pt x="19241" y="94012"/>
                  </a:cubicBezTo>
                  <a:lnTo>
                    <a:pt x="19241" y="94012"/>
                  </a:lnTo>
                  <a:cubicBezTo>
                    <a:pt x="19241" y="99250"/>
                    <a:pt x="15050" y="103537"/>
                    <a:pt x="9811" y="103632"/>
                  </a:cubicBezTo>
                  <a:lnTo>
                    <a:pt x="9811" y="103632"/>
                  </a:lnTo>
                  <a:cubicBezTo>
                    <a:pt x="4572" y="103632"/>
                    <a:pt x="381" y="99346"/>
                    <a:pt x="286" y="94107"/>
                  </a:cubicBezTo>
                  <a:close/>
                  <a:moveTo>
                    <a:pt x="0" y="51816"/>
                  </a:moveTo>
                  <a:cubicBezTo>
                    <a:pt x="0" y="46482"/>
                    <a:pt x="4286" y="42291"/>
                    <a:pt x="9525" y="42291"/>
                  </a:cubicBezTo>
                  <a:lnTo>
                    <a:pt x="9525" y="42291"/>
                  </a:lnTo>
                  <a:cubicBezTo>
                    <a:pt x="14764" y="42291"/>
                    <a:pt x="19050" y="46482"/>
                    <a:pt x="19050" y="51816"/>
                  </a:cubicBezTo>
                  <a:lnTo>
                    <a:pt x="19050" y="51816"/>
                  </a:lnTo>
                  <a:cubicBezTo>
                    <a:pt x="19050" y="57055"/>
                    <a:pt x="14859" y="61341"/>
                    <a:pt x="9525" y="61341"/>
                  </a:cubicBezTo>
                  <a:lnTo>
                    <a:pt x="9525" y="61341"/>
                  </a:lnTo>
                  <a:cubicBezTo>
                    <a:pt x="4286" y="61341"/>
                    <a:pt x="0" y="57055"/>
                    <a:pt x="0" y="51816"/>
                  </a:cubicBezTo>
                  <a:close/>
                  <a:moveTo>
                    <a:pt x="0" y="9525"/>
                  </a:moveTo>
                  <a:cubicBezTo>
                    <a:pt x="0" y="4191"/>
                    <a:pt x="4286" y="0"/>
                    <a:pt x="9620" y="0"/>
                  </a:cubicBezTo>
                  <a:lnTo>
                    <a:pt x="9620" y="0"/>
                  </a:lnTo>
                  <a:cubicBezTo>
                    <a:pt x="14859" y="0"/>
                    <a:pt x="19145" y="4286"/>
                    <a:pt x="19050" y="9525"/>
                  </a:cubicBezTo>
                  <a:lnTo>
                    <a:pt x="19050" y="9525"/>
                  </a:lnTo>
                  <a:cubicBezTo>
                    <a:pt x="19050" y="14764"/>
                    <a:pt x="14764" y="19050"/>
                    <a:pt x="9525" y="19050"/>
                  </a:cubicBezTo>
                  <a:lnTo>
                    <a:pt x="9525" y="19050"/>
                  </a:lnTo>
                  <a:cubicBezTo>
                    <a:pt x="4286" y="19050"/>
                    <a:pt x="0" y="14764"/>
                    <a:pt x="0" y="9525"/>
                  </a:cubicBezTo>
                  <a:close/>
                  <a:moveTo>
                    <a:pt x="19050" y="9525"/>
                  </a:moveTo>
                  <a:lnTo>
                    <a:pt x="19050" y="9525"/>
                  </a:lnTo>
                  <a:close/>
                </a:path>
              </a:pathLst>
            </a:custGeom>
            <a:grpFill/>
            <a:ln w="0" cap="flat">
              <a:noFill/>
              <a:prstDash val="solid"/>
              <a:miter/>
            </a:ln>
          </p:spPr>
          <p:txBody>
            <a:bodyPr rtlCol="0" anchor="ctr"/>
            <a:lstStyle/>
            <a:p>
              <a:endParaRPr lang="en-GB"/>
            </a:p>
          </p:txBody>
        </p:sp>
        <p:sp>
          <p:nvSpPr>
            <p:cNvPr id="26" name="Freeform: Shape 25">
              <a:extLst>
                <a:ext uri="{FF2B5EF4-FFF2-40B4-BE49-F238E27FC236}">
                  <a16:creationId xmlns:a16="http://schemas.microsoft.com/office/drawing/2014/main" id="{E9276739-1762-1717-DD36-C70178FAE97A}"/>
                </a:ext>
              </a:extLst>
            </p:cNvPr>
            <p:cNvSpPr/>
            <p:nvPr/>
          </p:nvSpPr>
          <p:spPr>
            <a:xfrm>
              <a:off x="5638800" y="3261264"/>
              <a:ext cx="19240" cy="173545"/>
            </a:xfrm>
            <a:custGeom>
              <a:avLst/>
              <a:gdLst>
                <a:gd name="connsiteX0" fmla="*/ 0 w 19240"/>
                <a:gd name="connsiteY0" fmla="*/ 164021 h 173545"/>
                <a:gd name="connsiteX1" fmla="*/ 9525 w 19240"/>
                <a:gd name="connsiteY1" fmla="*/ 154496 h 173545"/>
                <a:gd name="connsiteX2" fmla="*/ 9525 w 19240"/>
                <a:gd name="connsiteY2" fmla="*/ 154496 h 173545"/>
                <a:gd name="connsiteX3" fmla="*/ 19050 w 19240"/>
                <a:gd name="connsiteY3" fmla="*/ 164021 h 173545"/>
                <a:gd name="connsiteX4" fmla="*/ 19050 w 19240"/>
                <a:gd name="connsiteY4" fmla="*/ 164021 h 173545"/>
                <a:gd name="connsiteX5" fmla="*/ 9525 w 19240"/>
                <a:gd name="connsiteY5" fmla="*/ 173546 h 173545"/>
                <a:gd name="connsiteX6" fmla="*/ 9525 w 19240"/>
                <a:gd name="connsiteY6" fmla="*/ 173546 h 173545"/>
                <a:gd name="connsiteX7" fmla="*/ 0 w 19240"/>
                <a:gd name="connsiteY7" fmla="*/ 164021 h 173545"/>
                <a:gd name="connsiteX8" fmla="*/ 0 w 19240"/>
                <a:gd name="connsiteY8" fmla="*/ 125444 h 173545"/>
                <a:gd name="connsiteX9" fmla="*/ 0 w 19240"/>
                <a:gd name="connsiteY9" fmla="*/ 125444 h 173545"/>
                <a:gd name="connsiteX10" fmla="*/ 9620 w 19240"/>
                <a:gd name="connsiteY10" fmla="*/ 115919 h 173545"/>
                <a:gd name="connsiteX11" fmla="*/ 9620 w 19240"/>
                <a:gd name="connsiteY11" fmla="*/ 115919 h 173545"/>
                <a:gd name="connsiteX12" fmla="*/ 19050 w 19240"/>
                <a:gd name="connsiteY12" fmla="*/ 125444 h 173545"/>
                <a:gd name="connsiteX13" fmla="*/ 19050 w 19240"/>
                <a:gd name="connsiteY13" fmla="*/ 125444 h 173545"/>
                <a:gd name="connsiteX14" fmla="*/ 9525 w 19240"/>
                <a:gd name="connsiteY14" fmla="*/ 134969 h 173545"/>
                <a:gd name="connsiteX15" fmla="*/ 9525 w 19240"/>
                <a:gd name="connsiteY15" fmla="*/ 134969 h 173545"/>
                <a:gd name="connsiteX16" fmla="*/ 0 w 19240"/>
                <a:gd name="connsiteY16" fmla="*/ 125444 h 173545"/>
                <a:gd name="connsiteX17" fmla="*/ 0 w 19240"/>
                <a:gd name="connsiteY17" fmla="*/ 86773 h 173545"/>
                <a:gd name="connsiteX18" fmla="*/ 9525 w 19240"/>
                <a:gd name="connsiteY18" fmla="*/ 77248 h 173545"/>
                <a:gd name="connsiteX19" fmla="*/ 9525 w 19240"/>
                <a:gd name="connsiteY19" fmla="*/ 77248 h 173545"/>
                <a:gd name="connsiteX20" fmla="*/ 19050 w 19240"/>
                <a:gd name="connsiteY20" fmla="*/ 86773 h 173545"/>
                <a:gd name="connsiteX21" fmla="*/ 19050 w 19240"/>
                <a:gd name="connsiteY21" fmla="*/ 86773 h 173545"/>
                <a:gd name="connsiteX22" fmla="*/ 9525 w 19240"/>
                <a:gd name="connsiteY22" fmla="*/ 96298 h 173545"/>
                <a:gd name="connsiteX23" fmla="*/ 9525 w 19240"/>
                <a:gd name="connsiteY23" fmla="*/ 96298 h 173545"/>
                <a:gd name="connsiteX24" fmla="*/ 0 w 19240"/>
                <a:gd name="connsiteY24" fmla="*/ 86773 h 173545"/>
                <a:gd name="connsiteX25" fmla="*/ 191 w 19240"/>
                <a:gd name="connsiteY25" fmla="*/ 48101 h 173545"/>
                <a:gd name="connsiteX26" fmla="*/ 9716 w 19240"/>
                <a:gd name="connsiteY26" fmla="*/ 38576 h 173545"/>
                <a:gd name="connsiteX27" fmla="*/ 9716 w 19240"/>
                <a:gd name="connsiteY27" fmla="*/ 38576 h 173545"/>
                <a:gd name="connsiteX28" fmla="*/ 19241 w 19240"/>
                <a:gd name="connsiteY28" fmla="*/ 48101 h 173545"/>
                <a:gd name="connsiteX29" fmla="*/ 19241 w 19240"/>
                <a:gd name="connsiteY29" fmla="*/ 48101 h 173545"/>
                <a:gd name="connsiteX30" fmla="*/ 9716 w 19240"/>
                <a:gd name="connsiteY30" fmla="*/ 57626 h 173545"/>
                <a:gd name="connsiteX31" fmla="*/ 9716 w 19240"/>
                <a:gd name="connsiteY31" fmla="*/ 57626 h 173545"/>
                <a:gd name="connsiteX32" fmla="*/ 191 w 19240"/>
                <a:gd name="connsiteY32" fmla="*/ 48101 h 173545"/>
                <a:gd name="connsiteX33" fmla="*/ 19241 w 19240"/>
                <a:gd name="connsiteY33" fmla="*/ 48101 h 173545"/>
                <a:gd name="connsiteX34" fmla="*/ 19241 w 19240"/>
                <a:gd name="connsiteY34" fmla="*/ 48101 h 173545"/>
                <a:gd name="connsiteX35" fmla="*/ 0 w 19240"/>
                <a:gd name="connsiteY35" fmla="*/ 9525 h 173545"/>
                <a:gd name="connsiteX36" fmla="*/ 9525 w 19240"/>
                <a:gd name="connsiteY36" fmla="*/ 0 h 173545"/>
                <a:gd name="connsiteX37" fmla="*/ 9525 w 19240"/>
                <a:gd name="connsiteY37" fmla="*/ 0 h 173545"/>
                <a:gd name="connsiteX38" fmla="*/ 19050 w 19240"/>
                <a:gd name="connsiteY38" fmla="*/ 9430 h 173545"/>
                <a:gd name="connsiteX39" fmla="*/ 19050 w 19240"/>
                <a:gd name="connsiteY39" fmla="*/ 9430 h 173545"/>
                <a:gd name="connsiteX40" fmla="*/ 9525 w 19240"/>
                <a:gd name="connsiteY40" fmla="*/ 19050 h 173545"/>
                <a:gd name="connsiteX41" fmla="*/ 9525 w 19240"/>
                <a:gd name="connsiteY41" fmla="*/ 19050 h 173545"/>
                <a:gd name="connsiteX42" fmla="*/ 0 w 19240"/>
                <a:gd name="connsiteY42" fmla="*/ 9525 h 173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240" h="173545">
                  <a:moveTo>
                    <a:pt x="0" y="164021"/>
                  </a:moveTo>
                  <a:cubicBezTo>
                    <a:pt x="0" y="158782"/>
                    <a:pt x="4286" y="154496"/>
                    <a:pt x="9525" y="154496"/>
                  </a:cubicBezTo>
                  <a:lnTo>
                    <a:pt x="9525" y="154496"/>
                  </a:lnTo>
                  <a:cubicBezTo>
                    <a:pt x="14764" y="154496"/>
                    <a:pt x="19050" y="158782"/>
                    <a:pt x="19050" y="164021"/>
                  </a:cubicBezTo>
                  <a:lnTo>
                    <a:pt x="19050" y="164021"/>
                  </a:lnTo>
                  <a:cubicBezTo>
                    <a:pt x="19050" y="169259"/>
                    <a:pt x="14764" y="173546"/>
                    <a:pt x="9525" y="173546"/>
                  </a:cubicBezTo>
                  <a:lnTo>
                    <a:pt x="9525" y="173546"/>
                  </a:lnTo>
                  <a:cubicBezTo>
                    <a:pt x="4191" y="173546"/>
                    <a:pt x="0" y="169259"/>
                    <a:pt x="0" y="164021"/>
                  </a:cubicBezTo>
                  <a:close/>
                  <a:moveTo>
                    <a:pt x="0" y="125444"/>
                  </a:moveTo>
                  <a:lnTo>
                    <a:pt x="0" y="125444"/>
                  </a:lnTo>
                  <a:cubicBezTo>
                    <a:pt x="0" y="120110"/>
                    <a:pt x="4286" y="115824"/>
                    <a:pt x="9620" y="115919"/>
                  </a:cubicBezTo>
                  <a:lnTo>
                    <a:pt x="9620" y="115919"/>
                  </a:lnTo>
                  <a:cubicBezTo>
                    <a:pt x="14859" y="115919"/>
                    <a:pt x="19050" y="120205"/>
                    <a:pt x="19050" y="125444"/>
                  </a:cubicBezTo>
                  <a:lnTo>
                    <a:pt x="19050" y="125444"/>
                  </a:lnTo>
                  <a:cubicBezTo>
                    <a:pt x="19050" y="130683"/>
                    <a:pt x="14764" y="134969"/>
                    <a:pt x="9525" y="134969"/>
                  </a:cubicBezTo>
                  <a:lnTo>
                    <a:pt x="9525" y="134969"/>
                  </a:lnTo>
                  <a:cubicBezTo>
                    <a:pt x="4286" y="134969"/>
                    <a:pt x="0" y="130683"/>
                    <a:pt x="0" y="125444"/>
                  </a:cubicBezTo>
                  <a:close/>
                  <a:moveTo>
                    <a:pt x="0" y="86773"/>
                  </a:moveTo>
                  <a:cubicBezTo>
                    <a:pt x="0" y="81534"/>
                    <a:pt x="4286" y="77248"/>
                    <a:pt x="9525" y="77248"/>
                  </a:cubicBezTo>
                  <a:lnTo>
                    <a:pt x="9525" y="77248"/>
                  </a:lnTo>
                  <a:cubicBezTo>
                    <a:pt x="14764" y="77248"/>
                    <a:pt x="19050" y="81534"/>
                    <a:pt x="19050" y="86773"/>
                  </a:cubicBezTo>
                  <a:lnTo>
                    <a:pt x="19050" y="86773"/>
                  </a:lnTo>
                  <a:cubicBezTo>
                    <a:pt x="19050" y="92012"/>
                    <a:pt x="14764" y="96298"/>
                    <a:pt x="9525" y="96298"/>
                  </a:cubicBezTo>
                  <a:lnTo>
                    <a:pt x="9525" y="96298"/>
                  </a:lnTo>
                  <a:cubicBezTo>
                    <a:pt x="4286" y="96298"/>
                    <a:pt x="0" y="92012"/>
                    <a:pt x="0" y="86773"/>
                  </a:cubicBezTo>
                  <a:close/>
                  <a:moveTo>
                    <a:pt x="191" y="48101"/>
                  </a:moveTo>
                  <a:cubicBezTo>
                    <a:pt x="191" y="42863"/>
                    <a:pt x="4477" y="38576"/>
                    <a:pt x="9716" y="38576"/>
                  </a:cubicBezTo>
                  <a:lnTo>
                    <a:pt x="9716" y="38576"/>
                  </a:lnTo>
                  <a:cubicBezTo>
                    <a:pt x="14954" y="38576"/>
                    <a:pt x="19241" y="42863"/>
                    <a:pt x="19241" y="48101"/>
                  </a:cubicBezTo>
                  <a:lnTo>
                    <a:pt x="19241" y="48101"/>
                  </a:lnTo>
                  <a:cubicBezTo>
                    <a:pt x="19241" y="53340"/>
                    <a:pt x="14954" y="57626"/>
                    <a:pt x="9716" y="57626"/>
                  </a:cubicBezTo>
                  <a:lnTo>
                    <a:pt x="9716" y="57626"/>
                  </a:lnTo>
                  <a:cubicBezTo>
                    <a:pt x="4477" y="57626"/>
                    <a:pt x="191" y="53340"/>
                    <a:pt x="191" y="48101"/>
                  </a:cubicBezTo>
                  <a:close/>
                  <a:moveTo>
                    <a:pt x="19241" y="48101"/>
                  </a:moveTo>
                  <a:lnTo>
                    <a:pt x="19241" y="48101"/>
                  </a:lnTo>
                  <a:close/>
                  <a:moveTo>
                    <a:pt x="0" y="9525"/>
                  </a:moveTo>
                  <a:cubicBezTo>
                    <a:pt x="0" y="4191"/>
                    <a:pt x="4191" y="0"/>
                    <a:pt x="9525" y="0"/>
                  </a:cubicBezTo>
                  <a:lnTo>
                    <a:pt x="9525" y="0"/>
                  </a:lnTo>
                  <a:cubicBezTo>
                    <a:pt x="14764" y="0"/>
                    <a:pt x="19050" y="4191"/>
                    <a:pt x="19050" y="9430"/>
                  </a:cubicBezTo>
                  <a:lnTo>
                    <a:pt x="19050" y="9430"/>
                  </a:lnTo>
                  <a:cubicBezTo>
                    <a:pt x="19050" y="14669"/>
                    <a:pt x="14764" y="18955"/>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27" name="Freeform: Shape 26">
              <a:extLst>
                <a:ext uri="{FF2B5EF4-FFF2-40B4-BE49-F238E27FC236}">
                  <a16:creationId xmlns:a16="http://schemas.microsoft.com/office/drawing/2014/main" id="{A4B6B603-6924-5E24-F12A-4783D06EC3FF}"/>
                </a:ext>
              </a:extLst>
            </p:cNvPr>
            <p:cNvSpPr/>
            <p:nvPr/>
          </p:nvSpPr>
          <p:spPr>
            <a:xfrm>
              <a:off x="5644232" y="3151072"/>
              <a:ext cx="38464" cy="52375"/>
            </a:xfrm>
            <a:custGeom>
              <a:avLst/>
              <a:gdLst>
                <a:gd name="connsiteX0" fmla="*/ 6569 w 38464"/>
                <a:gd name="connsiteY0" fmla="*/ 51899 h 52375"/>
                <a:gd name="connsiteX1" fmla="*/ 473 w 38464"/>
                <a:gd name="connsiteY1" fmla="*/ 39802 h 52375"/>
                <a:gd name="connsiteX2" fmla="*/ 473 w 38464"/>
                <a:gd name="connsiteY2" fmla="*/ 39802 h 52375"/>
                <a:gd name="connsiteX3" fmla="*/ 12569 w 38464"/>
                <a:gd name="connsiteY3" fmla="*/ 33801 h 52375"/>
                <a:gd name="connsiteX4" fmla="*/ 12569 w 38464"/>
                <a:gd name="connsiteY4" fmla="*/ 33801 h 52375"/>
                <a:gd name="connsiteX5" fmla="*/ 18570 w 38464"/>
                <a:gd name="connsiteY5" fmla="*/ 45803 h 52375"/>
                <a:gd name="connsiteX6" fmla="*/ 18570 w 38464"/>
                <a:gd name="connsiteY6" fmla="*/ 45803 h 52375"/>
                <a:gd name="connsiteX7" fmla="*/ 9521 w 38464"/>
                <a:gd name="connsiteY7" fmla="*/ 52375 h 52375"/>
                <a:gd name="connsiteX8" fmla="*/ 9521 w 38464"/>
                <a:gd name="connsiteY8" fmla="*/ 52375 h 52375"/>
                <a:gd name="connsiteX9" fmla="*/ 6569 w 38464"/>
                <a:gd name="connsiteY9" fmla="*/ 51899 h 52375"/>
                <a:gd name="connsiteX10" fmla="*/ 22571 w 38464"/>
                <a:gd name="connsiteY10" fmla="*/ 16561 h 52375"/>
                <a:gd name="connsiteX11" fmla="*/ 21904 w 38464"/>
                <a:gd name="connsiteY11" fmla="*/ 3131 h 52375"/>
                <a:gd name="connsiteX12" fmla="*/ 21904 w 38464"/>
                <a:gd name="connsiteY12" fmla="*/ 3131 h 52375"/>
                <a:gd name="connsiteX13" fmla="*/ 35334 w 38464"/>
                <a:gd name="connsiteY13" fmla="*/ 2464 h 52375"/>
                <a:gd name="connsiteX14" fmla="*/ 35334 w 38464"/>
                <a:gd name="connsiteY14" fmla="*/ 2464 h 52375"/>
                <a:gd name="connsiteX15" fmla="*/ 36001 w 38464"/>
                <a:gd name="connsiteY15" fmla="*/ 15894 h 52375"/>
                <a:gd name="connsiteX16" fmla="*/ 36001 w 38464"/>
                <a:gd name="connsiteY16" fmla="*/ 15894 h 52375"/>
                <a:gd name="connsiteX17" fmla="*/ 28952 w 38464"/>
                <a:gd name="connsiteY17" fmla="*/ 19038 h 52375"/>
                <a:gd name="connsiteX18" fmla="*/ 28952 w 38464"/>
                <a:gd name="connsiteY18" fmla="*/ 19038 h 52375"/>
                <a:gd name="connsiteX19" fmla="*/ 22571 w 38464"/>
                <a:gd name="connsiteY19" fmla="*/ 16561 h 5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464" h="52375">
                  <a:moveTo>
                    <a:pt x="6569" y="51899"/>
                  </a:moveTo>
                  <a:cubicBezTo>
                    <a:pt x="1520" y="50184"/>
                    <a:pt x="-1147" y="44755"/>
                    <a:pt x="473" y="39802"/>
                  </a:cubicBezTo>
                  <a:lnTo>
                    <a:pt x="473" y="39802"/>
                  </a:lnTo>
                  <a:cubicBezTo>
                    <a:pt x="2187" y="34849"/>
                    <a:pt x="7521" y="32087"/>
                    <a:pt x="12569" y="33801"/>
                  </a:cubicBezTo>
                  <a:lnTo>
                    <a:pt x="12569" y="33801"/>
                  </a:lnTo>
                  <a:cubicBezTo>
                    <a:pt x="17522" y="35421"/>
                    <a:pt x="20189" y="40755"/>
                    <a:pt x="18570" y="45803"/>
                  </a:cubicBezTo>
                  <a:lnTo>
                    <a:pt x="18570" y="45803"/>
                  </a:lnTo>
                  <a:cubicBezTo>
                    <a:pt x="17237" y="49803"/>
                    <a:pt x="13522" y="52375"/>
                    <a:pt x="9521" y="52375"/>
                  </a:cubicBezTo>
                  <a:lnTo>
                    <a:pt x="9521" y="52375"/>
                  </a:lnTo>
                  <a:cubicBezTo>
                    <a:pt x="8569" y="52375"/>
                    <a:pt x="7521" y="52185"/>
                    <a:pt x="6569" y="51899"/>
                  </a:cubicBezTo>
                  <a:close/>
                  <a:moveTo>
                    <a:pt x="22571" y="16561"/>
                  </a:moveTo>
                  <a:cubicBezTo>
                    <a:pt x="18665" y="13037"/>
                    <a:pt x="18380" y="7036"/>
                    <a:pt x="21904" y="3131"/>
                  </a:cubicBezTo>
                  <a:lnTo>
                    <a:pt x="21904" y="3131"/>
                  </a:lnTo>
                  <a:cubicBezTo>
                    <a:pt x="25428" y="-774"/>
                    <a:pt x="31429" y="-1060"/>
                    <a:pt x="35334" y="2464"/>
                  </a:cubicBezTo>
                  <a:lnTo>
                    <a:pt x="35334" y="2464"/>
                  </a:lnTo>
                  <a:cubicBezTo>
                    <a:pt x="39239" y="5988"/>
                    <a:pt x="39525" y="11989"/>
                    <a:pt x="36001" y="15894"/>
                  </a:cubicBezTo>
                  <a:lnTo>
                    <a:pt x="36001" y="15894"/>
                  </a:lnTo>
                  <a:cubicBezTo>
                    <a:pt x="34096" y="17990"/>
                    <a:pt x="31524" y="19038"/>
                    <a:pt x="28952" y="19038"/>
                  </a:cubicBezTo>
                  <a:lnTo>
                    <a:pt x="28952" y="19038"/>
                  </a:lnTo>
                  <a:cubicBezTo>
                    <a:pt x="26666" y="19038"/>
                    <a:pt x="24380" y="18180"/>
                    <a:pt x="22571" y="16561"/>
                  </a:cubicBezTo>
                  <a:close/>
                </a:path>
              </a:pathLst>
            </a:custGeom>
            <a:grpFill/>
            <a:ln w="0" cap="flat">
              <a:noFill/>
              <a:prstDash val="solid"/>
              <a:miter/>
            </a:ln>
          </p:spPr>
          <p:txBody>
            <a:bodyPr rtlCol="0" anchor="ctr"/>
            <a:lstStyle/>
            <a:p>
              <a:endParaRPr lang="en-GB"/>
            </a:p>
          </p:txBody>
        </p:sp>
        <p:sp>
          <p:nvSpPr>
            <p:cNvPr id="28" name="Freeform: Shape 27">
              <a:extLst>
                <a:ext uri="{FF2B5EF4-FFF2-40B4-BE49-F238E27FC236}">
                  <a16:creationId xmlns:a16="http://schemas.microsoft.com/office/drawing/2014/main" id="{DE00014A-C92B-9CC8-6877-70B4DC5CF9C3}"/>
                </a:ext>
              </a:extLst>
            </p:cNvPr>
            <p:cNvSpPr/>
            <p:nvPr/>
          </p:nvSpPr>
          <p:spPr>
            <a:xfrm>
              <a:off x="5728235" y="2952795"/>
              <a:ext cx="291614" cy="174166"/>
            </a:xfrm>
            <a:custGeom>
              <a:avLst/>
              <a:gdLst>
                <a:gd name="connsiteX0" fmla="*/ 1242 w 291614"/>
                <a:gd name="connsiteY0" fmla="*/ 169404 h 174166"/>
                <a:gd name="connsiteX1" fmla="*/ 4862 w 291614"/>
                <a:gd name="connsiteY1" fmla="*/ 156355 h 174166"/>
                <a:gd name="connsiteX2" fmla="*/ 4862 w 291614"/>
                <a:gd name="connsiteY2" fmla="*/ 156355 h 174166"/>
                <a:gd name="connsiteX3" fmla="*/ 17816 w 291614"/>
                <a:gd name="connsiteY3" fmla="*/ 159974 h 174166"/>
                <a:gd name="connsiteX4" fmla="*/ 17816 w 291614"/>
                <a:gd name="connsiteY4" fmla="*/ 159974 h 174166"/>
                <a:gd name="connsiteX5" fmla="*/ 14196 w 291614"/>
                <a:gd name="connsiteY5" fmla="*/ 173024 h 174166"/>
                <a:gd name="connsiteX6" fmla="*/ 14196 w 291614"/>
                <a:gd name="connsiteY6" fmla="*/ 173024 h 174166"/>
                <a:gd name="connsiteX7" fmla="*/ 9529 w 291614"/>
                <a:gd name="connsiteY7" fmla="*/ 174167 h 174166"/>
                <a:gd name="connsiteX8" fmla="*/ 9529 w 291614"/>
                <a:gd name="connsiteY8" fmla="*/ 174167 h 174166"/>
                <a:gd name="connsiteX9" fmla="*/ 1242 w 291614"/>
                <a:gd name="connsiteY9" fmla="*/ 169404 h 174166"/>
                <a:gd name="connsiteX10" fmla="*/ 35342 w 291614"/>
                <a:gd name="connsiteY10" fmla="*/ 150068 h 174166"/>
                <a:gd name="connsiteX11" fmla="*/ 38866 w 291614"/>
                <a:gd name="connsiteY11" fmla="*/ 137019 h 174166"/>
                <a:gd name="connsiteX12" fmla="*/ 38866 w 291614"/>
                <a:gd name="connsiteY12" fmla="*/ 137019 h 174166"/>
                <a:gd name="connsiteX13" fmla="*/ 51915 w 291614"/>
                <a:gd name="connsiteY13" fmla="*/ 140639 h 174166"/>
                <a:gd name="connsiteX14" fmla="*/ 51915 w 291614"/>
                <a:gd name="connsiteY14" fmla="*/ 140639 h 174166"/>
                <a:gd name="connsiteX15" fmla="*/ 48296 w 291614"/>
                <a:gd name="connsiteY15" fmla="*/ 153593 h 174166"/>
                <a:gd name="connsiteX16" fmla="*/ 48296 w 291614"/>
                <a:gd name="connsiteY16" fmla="*/ 153593 h 174166"/>
                <a:gd name="connsiteX17" fmla="*/ 43629 w 291614"/>
                <a:gd name="connsiteY17" fmla="*/ 154831 h 174166"/>
                <a:gd name="connsiteX18" fmla="*/ 43629 w 291614"/>
                <a:gd name="connsiteY18" fmla="*/ 154831 h 174166"/>
                <a:gd name="connsiteX19" fmla="*/ 35342 w 291614"/>
                <a:gd name="connsiteY19" fmla="*/ 150068 h 174166"/>
                <a:gd name="connsiteX20" fmla="*/ 69441 w 291614"/>
                <a:gd name="connsiteY20" fmla="*/ 130733 h 174166"/>
                <a:gd name="connsiteX21" fmla="*/ 72966 w 291614"/>
                <a:gd name="connsiteY21" fmla="*/ 117683 h 174166"/>
                <a:gd name="connsiteX22" fmla="*/ 72966 w 291614"/>
                <a:gd name="connsiteY22" fmla="*/ 117683 h 174166"/>
                <a:gd name="connsiteX23" fmla="*/ 85920 w 291614"/>
                <a:gd name="connsiteY23" fmla="*/ 121303 h 174166"/>
                <a:gd name="connsiteX24" fmla="*/ 85920 w 291614"/>
                <a:gd name="connsiteY24" fmla="*/ 121303 h 174166"/>
                <a:gd name="connsiteX25" fmla="*/ 82300 w 291614"/>
                <a:gd name="connsiteY25" fmla="*/ 134257 h 174166"/>
                <a:gd name="connsiteX26" fmla="*/ 82300 w 291614"/>
                <a:gd name="connsiteY26" fmla="*/ 134257 h 174166"/>
                <a:gd name="connsiteX27" fmla="*/ 77633 w 291614"/>
                <a:gd name="connsiteY27" fmla="*/ 135495 h 174166"/>
                <a:gd name="connsiteX28" fmla="*/ 77633 w 291614"/>
                <a:gd name="connsiteY28" fmla="*/ 135495 h 174166"/>
                <a:gd name="connsiteX29" fmla="*/ 69346 w 291614"/>
                <a:gd name="connsiteY29" fmla="*/ 130733 h 174166"/>
                <a:gd name="connsiteX30" fmla="*/ 103541 w 291614"/>
                <a:gd name="connsiteY30" fmla="*/ 111302 h 174166"/>
                <a:gd name="connsiteX31" fmla="*/ 107065 w 291614"/>
                <a:gd name="connsiteY31" fmla="*/ 98348 h 174166"/>
                <a:gd name="connsiteX32" fmla="*/ 107065 w 291614"/>
                <a:gd name="connsiteY32" fmla="*/ 98348 h 174166"/>
                <a:gd name="connsiteX33" fmla="*/ 120114 w 291614"/>
                <a:gd name="connsiteY33" fmla="*/ 101872 h 174166"/>
                <a:gd name="connsiteX34" fmla="*/ 120114 w 291614"/>
                <a:gd name="connsiteY34" fmla="*/ 101872 h 174166"/>
                <a:gd name="connsiteX35" fmla="*/ 116495 w 291614"/>
                <a:gd name="connsiteY35" fmla="*/ 114921 h 174166"/>
                <a:gd name="connsiteX36" fmla="*/ 116495 w 291614"/>
                <a:gd name="connsiteY36" fmla="*/ 114921 h 174166"/>
                <a:gd name="connsiteX37" fmla="*/ 111828 w 291614"/>
                <a:gd name="connsiteY37" fmla="*/ 116159 h 174166"/>
                <a:gd name="connsiteX38" fmla="*/ 111828 w 291614"/>
                <a:gd name="connsiteY38" fmla="*/ 116159 h 174166"/>
                <a:gd name="connsiteX39" fmla="*/ 103541 w 291614"/>
                <a:gd name="connsiteY39" fmla="*/ 111302 h 174166"/>
                <a:gd name="connsiteX40" fmla="*/ 137545 w 291614"/>
                <a:gd name="connsiteY40" fmla="*/ 91966 h 174166"/>
                <a:gd name="connsiteX41" fmla="*/ 141165 w 291614"/>
                <a:gd name="connsiteY41" fmla="*/ 79012 h 174166"/>
                <a:gd name="connsiteX42" fmla="*/ 141165 w 291614"/>
                <a:gd name="connsiteY42" fmla="*/ 79012 h 174166"/>
                <a:gd name="connsiteX43" fmla="*/ 154119 w 291614"/>
                <a:gd name="connsiteY43" fmla="*/ 82536 h 174166"/>
                <a:gd name="connsiteX44" fmla="*/ 154119 w 291614"/>
                <a:gd name="connsiteY44" fmla="*/ 82536 h 174166"/>
                <a:gd name="connsiteX45" fmla="*/ 150594 w 291614"/>
                <a:gd name="connsiteY45" fmla="*/ 95490 h 174166"/>
                <a:gd name="connsiteX46" fmla="*/ 150594 w 291614"/>
                <a:gd name="connsiteY46" fmla="*/ 95490 h 174166"/>
                <a:gd name="connsiteX47" fmla="*/ 145927 w 291614"/>
                <a:gd name="connsiteY47" fmla="*/ 96728 h 174166"/>
                <a:gd name="connsiteX48" fmla="*/ 145927 w 291614"/>
                <a:gd name="connsiteY48" fmla="*/ 96728 h 174166"/>
                <a:gd name="connsiteX49" fmla="*/ 137545 w 291614"/>
                <a:gd name="connsiteY49" fmla="*/ 91966 h 174166"/>
                <a:gd name="connsiteX50" fmla="*/ 171645 w 291614"/>
                <a:gd name="connsiteY50" fmla="*/ 72535 h 174166"/>
                <a:gd name="connsiteX51" fmla="*/ 175264 w 291614"/>
                <a:gd name="connsiteY51" fmla="*/ 59581 h 174166"/>
                <a:gd name="connsiteX52" fmla="*/ 175264 w 291614"/>
                <a:gd name="connsiteY52" fmla="*/ 59581 h 174166"/>
                <a:gd name="connsiteX53" fmla="*/ 188218 w 291614"/>
                <a:gd name="connsiteY53" fmla="*/ 63105 h 174166"/>
                <a:gd name="connsiteX54" fmla="*/ 188218 w 291614"/>
                <a:gd name="connsiteY54" fmla="*/ 63105 h 174166"/>
                <a:gd name="connsiteX55" fmla="*/ 184694 w 291614"/>
                <a:gd name="connsiteY55" fmla="*/ 76059 h 174166"/>
                <a:gd name="connsiteX56" fmla="*/ 184694 w 291614"/>
                <a:gd name="connsiteY56" fmla="*/ 76059 h 174166"/>
                <a:gd name="connsiteX57" fmla="*/ 179931 w 291614"/>
                <a:gd name="connsiteY57" fmla="*/ 77393 h 174166"/>
                <a:gd name="connsiteX58" fmla="*/ 179931 w 291614"/>
                <a:gd name="connsiteY58" fmla="*/ 77393 h 174166"/>
                <a:gd name="connsiteX59" fmla="*/ 171645 w 291614"/>
                <a:gd name="connsiteY59" fmla="*/ 72535 h 174166"/>
                <a:gd name="connsiteX60" fmla="*/ 205744 w 291614"/>
                <a:gd name="connsiteY60" fmla="*/ 53104 h 174166"/>
                <a:gd name="connsiteX61" fmla="*/ 209268 w 291614"/>
                <a:gd name="connsiteY61" fmla="*/ 40150 h 174166"/>
                <a:gd name="connsiteX62" fmla="*/ 209268 w 291614"/>
                <a:gd name="connsiteY62" fmla="*/ 40150 h 174166"/>
                <a:gd name="connsiteX63" fmla="*/ 222222 w 291614"/>
                <a:gd name="connsiteY63" fmla="*/ 43674 h 174166"/>
                <a:gd name="connsiteX64" fmla="*/ 222222 w 291614"/>
                <a:gd name="connsiteY64" fmla="*/ 43674 h 174166"/>
                <a:gd name="connsiteX65" fmla="*/ 218698 w 291614"/>
                <a:gd name="connsiteY65" fmla="*/ 56628 h 174166"/>
                <a:gd name="connsiteX66" fmla="*/ 218698 w 291614"/>
                <a:gd name="connsiteY66" fmla="*/ 56628 h 174166"/>
                <a:gd name="connsiteX67" fmla="*/ 214031 w 291614"/>
                <a:gd name="connsiteY67" fmla="*/ 57962 h 174166"/>
                <a:gd name="connsiteX68" fmla="*/ 214031 w 291614"/>
                <a:gd name="connsiteY68" fmla="*/ 57962 h 174166"/>
                <a:gd name="connsiteX69" fmla="*/ 205744 w 291614"/>
                <a:gd name="connsiteY69" fmla="*/ 53104 h 174166"/>
                <a:gd name="connsiteX70" fmla="*/ 239748 w 291614"/>
                <a:gd name="connsiteY70" fmla="*/ 33673 h 174166"/>
                <a:gd name="connsiteX71" fmla="*/ 243273 w 291614"/>
                <a:gd name="connsiteY71" fmla="*/ 20719 h 174166"/>
                <a:gd name="connsiteX72" fmla="*/ 243273 w 291614"/>
                <a:gd name="connsiteY72" fmla="*/ 20719 h 174166"/>
                <a:gd name="connsiteX73" fmla="*/ 256322 w 291614"/>
                <a:gd name="connsiteY73" fmla="*/ 24243 h 174166"/>
                <a:gd name="connsiteX74" fmla="*/ 256322 w 291614"/>
                <a:gd name="connsiteY74" fmla="*/ 24243 h 174166"/>
                <a:gd name="connsiteX75" fmla="*/ 252798 w 291614"/>
                <a:gd name="connsiteY75" fmla="*/ 37197 h 174166"/>
                <a:gd name="connsiteX76" fmla="*/ 252798 w 291614"/>
                <a:gd name="connsiteY76" fmla="*/ 37197 h 174166"/>
                <a:gd name="connsiteX77" fmla="*/ 248035 w 291614"/>
                <a:gd name="connsiteY77" fmla="*/ 38435 h 174166"/>
                <a:gd name="connsiteX78" fmla="*/ 248035 w 291614"/>
                <a:gd name="connsiteY78" fmla="*/ 38435 h 174166"/>
                <a:gd name="connsiteX79" fmla="*/ 239748 w 291614"/>
                <a:gd name="connsiteY79" fmla="*/ 33673 h 174166"/>
                <a:gd name="connsiteX80" fmla="*/ 273753 w 291614"/>
                <a:gd name="connsiteY80" fmla="*/ 14242 h 174166"/>
                <a:gd name="connsiteX81" fmla="*/ 277372 w 291614"/>
                <a:gd name="connsiteY81" fmla="*/ 1288 h 174166"/>
                <a:gd name="connsiteX82" fmla="*/ 277372 w 291614"/>
                <a:gd name="connsiteY82" fmla="*/ 1288 h 174166"/>
                <a:gd name="connsiteX83" fmla="*/ 290326 w 291614"/>
                <a:gd name="connsiteY83" fmla="*/ 4812 h 174166"/>
                <a:gd name="connsiteX84" fmla="*/ 290326 w 291614"/>
                <a:gd name="connsiteY84" fmla="*/ 4812 h 174166"/>
                <a:gd name="connsiteX85" fmla="*/ 286802 w 291614"/>
                <a:gd name="connsiteY85" fmla="*/ 17766 h 174166"/>
                <a:gd name="connsiteX86" fmla="*/ 286802 w 291614"/>
                <a:gd name="connsiteY86" fmla="*/ 17766 h 174166"/>
                <a:gd name="connsiteX87" fmla="*/ 282039 w 291614"/>
                <a:gd name="connsiteY87" fmla="*/ 19004 h 174166"/>
                <a:gd name="connsiteX88" fmla="*/ 282039 w 291614"/>
                <a:gd name="connsiteY88" fmla="*/ 19004 h 174166"/>
                <a:gd name="connsiteX89" fmla="*/ 273753 w 291614"/>
                <a:gd name="connsiteY89" fmla="*/ 14242 h 174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91614" h="174166">
                  <a:moveTo>
                    <a:pt x="1242" y="169404"/>
                  </a:moveTo>
                  <a:cubicBezTo>
                    <a:pt x="-1329" y="164832"/>
                    <a:pt x="195" y="158927"/>
                    <a:pt x="4862" y="156355"/>
                  </a:cubicBezTo>
                  <a:lnTo>
                    <a:pt x="4862" y="156355"/>
                  </a:lnTo>
                  <a:cubicBezTo>
                    <a:pt x="9434" y="153783"/>
                    <a:pt x="15244" y="155402"/>
                    <a:pt x="17816" y="159974"/>
                  </a:cubicBezTo>
                  <a:lnTo>
                    <a:pt x="17816" y="159974"/>
                  </a:lnTo>
                  <a:cubicBezTo>
                    <a:pt x="20388" y="164547"/>
                    <a:pt x="18768" y="170357"/>
                    <a:pt x="14196" y="173024"/>
                  </a:cubicBezTo>
                  <a:lnTo>
                    <a:pt x="14196" y="173024"/>
                  </a:lnTo>
                  <a:cubicBezTo>
                    <a:pt x="12768" y="173786"/>
                    <a:pt x="11148" y="174167"/>
                    <a:pt x="9529" y="174167"/>
                  </a:cubicBezTo>
                  <a:lnTo>
                    <a:pt x="9529" y="174167"/>
                  </a:lnTo>
                  <a:cubicBezTo>
                    <a:pt x="6195" y="174167"/>
                    <a:pt x="2957" y="172452"/>
                    <a:pt x="1242" y="169404"/>
                  </a:cubicBezTo>
                  <a:close/>
                  <a:moveTo>
                    <a:pt x="35342" y="150068"/>
                  </a:moveTo>
                  <a:cubicBezTo>
                    <a:pt x="32770" y="145497"/>
                    <a:pt x="34389" y="139686"/>
                    <a:pt x="38866" y="137019"/>
                  </a:cubicBezTo>
                  <a:lnTo>
                    <a:pt x="38866" y="137019"/>
                  </a:lnTo>
                  <a:cubicBezTo>
                    <a:pt x="43533" y="134448"/>
                    <a:pt x="49344" y="136067"/>
                    <a:pt x="51915" y="140639"/>
                  </a:cubicBezTo>
                  <a:lnTo>
                    <a:pt x="51915" y="140639"/>
                  </a:lnTo>
                  <a:cubicBezTo>
                    <a:pt x="54487" y="145211"/>
                    <a:pt x="52868" y="151021"/>
                    <a:pt x="48296" y="153593"/>
                  </a:cubicBezTo>
                  <a:lnTo>
                    <a:pt x="48296" y="153593"/>
                  </a:lnTo>
                  <a:cubicBezTo>
                    <a:pt x="46867" y="154450"/>
                    <a:pt x="45248" y="154831"/>
                    <a:pt x="43629" y="154831"/>
                  </a:cubicBezTo>
                  <a:lnTo>
                    <a:pt x="43629" y="154831"/>
                  </a:lnTo>
                  <a:cubicBezTo>
                    <a:pt x="40295" y="154831"/>
                    <a:pt x="37056" y="153116"/>
                    <a:pt x="35342" y="150068"/>
                  </a:cubicBezTo>
                  <a:close/>
                  <a:moveTo>
                    <a:pt x="69441" y="130733"/>
                  </a:moveTo>
                  <a:cubicBezTo>
                    <a:pt x="66870" y="126065"/>
                    <a:pt x="68394" y="120350"/>
                    <a:pt x="72966" y="117683"/>
                  </a:cubicBezTo>
                  <a:lnTo>
                    <a:pt x="72966" y="117683"/>
                  </a:lnTo>
                  <a:cubicBezTo>
                    <a:pt x="77538" y="115112"/>
                    <a:pt x="83348" y="116731"/>
                    <a:pt x="85920" y="121303"/>
                  </a:cubicBezTo>
                  <a:lnTo>
                    <a:pt x="85920" y="121303"/>
                  </a:lnTo>
                  <a:cubicBezTo>
                    <a:pt x="88491" y="125875"/>
                    <a:pt x="86872" y="131685"/>
                    <a:pt x="82300" y="134257"/>
                  </a:cubicBezTo>
                  <a:lnTo>
                    <a:pt x="82300" y="134257"/>
                  </a:lnTo>
                  <a:cubicBezTo>
                    <a:pt x="80871" y="135114"/>
                    <a:pt x="79252" y="135495"/>
                    <a:pt x="77633" y="135495"/>
                  </a:cubicBezTo>
                  <a:lnTo>
                    <a:pt x="77633" y="135495"/>
                  </a:lnTo>
                  <a:cubicBezTo>
                    <a:pt x="74299" y="135495"/>
                    <a:pt x="71061" y="133781"/>
                    <a:pt x="69346" y="130733"/>
                  </a:cubicBezTo>
                  <a:close/>
                  <a:moveTo>
                    <a:pt x="103541" y="111302"/>
                  </a:moveTo>
                  <a:cubicBezTo>
                    <a:pt x="100969" y="106730"/>
                    <a:pt x="102493" y="100919"/>
                    <a:pt x="107065" y="98348"/>
                  </a:cubicBezTo>
                  <a:lnTo>
                    <a:pt x="107065" y="98348"/>
                  </a:lnTo>
                  <a:cubicBezTo>
                    <a:pt x="111637" y="95776"/>
                    <a:pt x="117447" y="97395"/>
                    <a:pt x="120114" y="101872"/>
                  </a:cubicBezTo>
                  <a:lnTo>
                    <a:pt x="120114" y="101872"/>
                  </a:lnTo>
                  <a:cubicBezTo>
                    <a:pt x="122686" y="106444"/>
                    <a:pt x="121067" y="112349"/>
                    <a:pt x="116495" y="114921"/>
                  </a:cubicBezTo>
                  <a:lnTo>
                    <a:pt x="116495" y="114921"/>
                  </a:lnTo>
                  <a:cubicBezTo>
                    <a:pt x="115066" y="115778"/>
                    <a:pt x="113447" y="116159"/>
                    <a:pt x="111828" y="116159"/>
                  </a:cubicBezTo>
                  <a:lnTo>
                    <a:pt x="111828" y="116159"/>
                  </a:lnTo>
                  <a:cubicBezTo>
                    <a:pt x="108494" y="116159"/>
                    <a:pt x="105255" y="114445"/>
                    <a:pt x="103541" y="111302"/>
                  </a:cubicBezTo>
                  <a:close/>
                  <a:moveTo>
                    <a:pt x="137545" y="91966"/>
                  </a:moveTo>
                  <a:cubicBezTo>
                    <a:pt x="134973" y="87394"/>
                    <a:pt x="136593" y="81584"/>
                    <a:pt x="141165" y="79012"/>
                  </a:cubicBezTo>
                  <a:lnTo>
                    <a:pt x="141165" y="79012"/>
                  </a:lnTo>
                  <a:cubicBezTo>
                    <a:pt x="145737" y="76345"/>
                    <a:pt x="151547" y="77964"/>
                    <a:pt x="154119" y="82536"/>
                  </a:cubicBezTo>
                  <a:lnTo>
                    <a:pt x="154119" y="82536"/>
                  </a:lnTo>
                  <a:cubicBezTo>
                    <a:pt x="156786" y="87108"/>
                    <a:pt x="155166" y="92918"/>
                    <a:pt x="150594" y="95490"/>
                  </a:cubicBezTo>
                  <a:lnTo>
                    <a:pt x="150594" y="95490"/>
                  </a:lnTo>
                  <a:cubicBezTo>
                    <a:pt x="149070" y="96347"/>
                    <a:pt x="147451" y="96728"/>
                    <a:pt x="145927" y="96728"/>
                  </a:cubicBezTo>
                  <a:lnTo>
                    <a:pt x="145927" y="96728"/>
                  </a:lnTo>
                  <a:cubicBezTo>
                    <a:pt x="142593" y="96728"/>
                    <a:pt x="139355" y="95014"/>
                    <a:pt x="137545" y="91966"/>
                  </a:cubicBezTo>
                  <a:close/>
                  <a:moveTo>
                    <a:pt x="171645" y="72535"/>
                  </a:moveTo>
                  <a:cubicBezTo>
                    <a:pt x="169073" y="67963"/>
                    <a:pt x="170692" y="62153"/>
                    <a:pt x="175264" y="59581"/>
                  </a:cubicBezTo>
                  <a:lnTo>
                    <a:pt x="175264" y="59581"/>
                  </a:lnTo>
                  <a:cubicBezTo>
                    <a:pt x="179836" y="56914"/>
                    <a:pt x="185551" y="58533"/>
                    <a:pt x="188218" y="63105"/>
                  </a:cubicBezTo>
                  <a:lnTo>
                    <a:pt x="188218" y="63105"/>
                  </a:lnTo>
                  <a:cubicBezTo>
                    <a:pt x="190790" y="67677"/>
                    <a:pt x="189171" y="73487"/>
                    <a:pt x="184694" y="76059"/>
                  </a:cubicBezTo>
                  <a:lnTo>
                    <a:pt x="184694" y="76059"/>
                  </a:lnTo>
                  <a:cubicBezTo>
                    <a:pt x="183170" y="76916"/>
                    <a:pt x="181551" y="77393"/>
                    <a:pt x="179931" y="77393"/>
                  </a:cubicBezTo>
                  <a:lnTo>
                    <a:pt x="179931" y="77393"/>
                  </a:lnTo>
                  <a:cubicBezTo>
                    <a:pt x="176598" y="77393"/>
                    <a:pt x="173454" y="75583"/>
                    <a:pt x="171645" y="72535"/>
                  </a:cubicBezTo>
                  <a:close/>
                  <a:moveTo>
                    <a:pt x="205744" y="53104"/>
                  </a:moveTo>
                  <a:cubicBezTo>
                    <a:pt x="203077" y="48532"/>
                    <a:pt x="204696" y="42722"/>
                    <a:pt x="209268" y="40150"/>
                  </a:cubicBezTo>
                  <a:lnTo>
                    <a:pt x="209268" y="40150"/>
                  </a:lnTo>
                  <a:cubicBezTo>
                    <a:pt x="213840" y="37483"/>
                    <a:pt x="219651" y="39102"/>
                    <a:pt x="222222" y="43674"/>
                  </a:cubicBezTo>
                  <a:lnTo>
                    <a:pt x="222222" y="43674"/>
                  </a:lnTo>
                  <a:cubicBezTo>
                    <a:pt x="224889" y="48246"/>
                    <a:pt x="223270" y="54056"/>
                    <a:pt x="218698" y="56628"/>
                  </a:cubicBezTo>
                  <a:lnTo>
                    <a:pt x="218698" y="56628"/>
                  </a:lnTo>
                  <a:cubicBezTo>
                    <a:pt x="217269" y="57485"/>
                    <a:pt x="215650" y="57962"/>
                    <a:pt x="214031" y="57962"/>
                  </a:cubicBezTo>
                  <a:lnTo>
                    <a:pt x="214031" y="57962"/>
                  </a:lnTo>
                  <a:cubicBezTo>
                    <a:pt x="210697" y="57962"/>
                    <a:pt x="207459" y="56152"/>
                    <a:pt x="205744" y="53104"/>
                  </a:cubicBezTo>
                  <a:close/>
                  <a:moveTo>
                    <a:pt x="239748" y="33673"/>
                  </a:moveTo>
                  <a:cubicBezTo>
                    <a:pt x="237177" y="29101"/>
                    <a:pt x="238701" y="23291"/>
                    <a:pt x="243273" y="20719"/>
                  </a:cubicBezTo>
                  <a:lnTo>
                    <a:pt x="243273" y="20719"/>
                  </a:lnTo>
                  <a:cubicBezTo>
                    <a:pt x="247845" y="18052"/>
                    <a:pt x="253655" y="19671"/>
                    <a:pt x="256322" y="24243"/>
                  </a:cubicBezTo>
                  <a:lnTo>
                    <a:pt x="256322" y="24243"/>
                  </a:lnTo>
                  <a:cubicBezTo>
                    <a:pt x="258894" y="28815"/>
                    <a:pt x="257370" y="34625"/>
                    <a:pt x="252798" y="37197"/>
                  </a:cubicBezTo>
                  <a:lnTo>
                    <a:pt x="252798" y="37197"/>
                  </a:lnTo>
                  <a:cubicBezTo>
                    <a:pt x="251274" y="38054"/>
                    <a:pt x="249654" y="38435"/>
                    <a:pt x="248035" y="38435"/>
                  </a:cubicBezTo>
                  <a:lnTo>
                    <a:pt x="248035" y="38435"/>
                  </a:lnTo>
                  <a:cubicBezTo>
                    <a:pt x="244797" y="38435"/>
                    <a:pt x="241558" y="36721"/>
                    <a:pt x="239748" y="33673"/>
                  </a:cubicBezTo>
                  <a:close/>
                  <a:moveTo>
                    <a:pt x="273753" y="14242"/>
                  </a:moveTo>
                  <a:cubicBezTo>
                    <a:pt x="271181" y="9670"/>
                    <a:pt x="272800" y="3860"/>
                    <a:pt x="277372" y="1288"/>
                  </a:cubicBezTo>
                  <a:lnTo>
                    <a:pt x="277372" y="1288"/>
                  </a:lnTo>
                  <a:cubicBezTo>
                    <a:pt x="281944" y="-1379"/>
                    <a:pt x="287754" y="240"/>
                    <a:pt x="290326" y="4812"/>
                  </a:cubicBezTo>
                  <a:lnTo>
                    <a:pt x="290326" y="4812"/>
                  </a:lnTo>
                  <a:cubicBezTo>
                    <a:pt x="292993" y="9289"/>
                    <a:pt x="291374" y="15194"/>
                    <a:pt x="286802" y="17766"/>
                  </a:cubicBezTo>
                  <a:lnTo>
                    <a:pt x="286802" y="17766"/>
                  </a:lnTo>
                  <a:cubicBezTo>
                    <a:pt x="285278" y="18623"/>
                    <a:pt x="283659" y="19004"/>
                    <a:pt x="282039" y="19004"/>
                  </a:cubicBezTo>
                  <a:lnTo>
                    <a:pt x="282039" y="19004"/>
                  </a:lnTo>
                  <a:cubicBezTo>
                    <a:pt x="278801" y="19004"/>
                    <a:pt x="275562" y="17290"/>
                    <a:pt x="273753" y="14242"/>
                  </a:cubicBezTo>
                  <a:close/>
                </a:path>
              </a:pathLst>
            </a:custGeom>
            <a:grpFill/>
            <a:ln w="0" cap="flat">
              <a:noFill/>
              <a:prstDash val="solid"/>
              <a:miter/>
            </a:ln>
          </p:spPr>
          <p:txBody>
            <a:bodyPr rtlCol="0" anchor="ctr"/>
            <a:lstStyle/>
            <a:p>
              <a:endParaRPr lang="en-GB"/>
            </a:p>
          </p:txBody>
        </p:sp>
        <p:sp>
          <p:nvSpPr>
            <p:cNvPr id="29" name="Freeform: Shape 28">
              <a:extLst>
                <a:ext uri="{FF2B5EF4-FFF2-40B4-BE49-F238E27FC236}">
                  <a16:creationId xmlns:a16="http://schemas.microsoft.com/office/drawing/2014/main" id="{7C49A476-18E2-BC10-20BB-DCF56A578E88}"/>
                </a:ext>
              </a:extLst>
            </p:cNvPr>
            <p:cNvSpPr/>
            <p:nvPr/>
          </p:nvSpPr>
          <p:spPr>
            <a:xfrm>
              <a:off x="6070562" y="2919409"/>
              <a:ext cx="57253" cy="19052"/>
            </a:xfrm>
            <a:custGeom>
              <a:avLst/>
              <a:gdLst>
                <a:gd name="connsiteX0" fmla="*/ 196 w 57253"/>
                <a:gd name="connsiteY0" fmla="*/ 11432 h 19052"/>
                <a:gd name="connsiteX1" fmla="*/ 7626 w 57253"/>
                <a:gd name="connsiteY1" fmla="*/ 193 h 19052"/>
                <a:gd name="connsiteX2" fmla="*/ 7626 w 57253"/>
                <a:gd name="connsiteY2" fmla="*/ 193 h 19052"/>
                <a:gd name="connsiteX3" fmla="*/ 18770 w 57253"/>
                <a:gd name="connsiteY3" fmla="*/ 7622 h 19052"/>
                <a:gd name="connsiteX4" fmla="*/ 18770 w 57253"/>
                <a:gd name="connsiteY4" fmla="*/ 7622 h 19052"/>
                <a:gd name="connsiteX5" fmla="*/ 11436 w 57253"/>
                <a:gd name="connsiteY5" fmla="*/ 18862 h 19052"/>
                <a:gd name="connsiteX6" fmla="*/ 11436 w 57253"/>
                <a:gd name="connsiteY6" fmla="*/ 18862 h 19052"/>
                <a:gd name="connsiteX7" fmla="*/ 9531 w 57253"/>
                <a:gd name="connsiteY7" fmla="*/ 19052 h 19052"/>
                <a:gd name="connsiteX8" fmla="*/ 9531 w 57253"/>
                <a:gd name="connsiteY8" fmla="*/ 19052 h 19052"/>
                <a:gd name="connsiteX9" fmla="*/ 196 w 57253"/>
                <a:gd name="connsiteY9" fmla="*/ 11432 h 19052"/>
                <a:gd name="connsiteX10" fmla="*/ 45821 w 57253"/>
                <a:gd name="connsiteY10" fmla="*/ 18862 h 19052"/>
                <a:gd name="connsiteX11" fmla="*/ 38392 w 57253"/>
                <a:gd name="connsiteY11" fmla="*/ 7622 h 19052"/>
                <a:gd name="connsiteX12" fmla="*/ 38392 w 57253"/>
                <a:gd name="connsiteY12" fmla="*/ 7622 h 19052"/>
                <a:gd name="connsiteX13" fmla="*/ 49631 w 57253"/>
                <a:gd name="connsiteY13" fmla="*/ 193 h 19052"/>
                <a:gd name="connsiteX14" fmla="*/ 49631 w 57253"/>
                <a:gd name="connsiteY14" fmla="*/ 193 h 19052"/>
                <a:gd name="connsiteX15" fmla="*/ 57061 w 57253"/>
                <a:gd name="connsiteY15" fmla="*/ 11337 h 19052"/>
                <a:gd name="connsiteX16" fmla="*/ 57061 w 57253"/>
                <a:gd name="connsiteY16" fmla="*/ 11337 h 19052"/>
                <a:gd name="connsiteX17" fmla="*/ 47726 w 57253"/>
                <a:gd name="connsiteY17" fmla="*/ 19052 h 19052"/>
                <a:gd name="connsiteX18" fmla="*/ 47726 w 57253"/>
                <a:gd name="connsiteY18" fmla="*/ 19052 h 19052"/>
                <a:gd name="connsiteX19" fmla="*/ 45821 w 57253"/>
                <a:gd name="connsiteY19" fmla="*/ 18862 h 19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253" h="19052">
                  <a:moveTo>
                    <a:pt x="196" y="11432"/>
                  </a:moveTo>
                  <a:cubicBezTo>
                    <a:pt x="-851" y="6289"/>
                    <a:pt x="2387" y="1240"/>
                    <a:pt x="7626" y="193"/>
                  </a:cubicBezTo>
                  <a:lnTo>
                    <a:pt x="7626" y="193"/>
                  </a:lnTo>
                  <a:cubicBezTo>
                    <a:pt x="12769" y="-855"/>
                    <a:pt x="17818" y="2479"/>
                    <a:pt x="18770" y="7622"/>
                  </a:cubicBezTo>
                  <a:lnTo>
                    <a:pt x="18770" y="7622"/>
                  </a:lnTo>
                  <a:cubicBezTo>
                    <a:pt x="19818" y="12766"/>
                    <a:pt x="16579" y="17814"/>
                    <a:pt x="11436" y="18862"/>
                  </a:cubicBezTo>
                  <a:lnTo>
                    <a:pt x="11436" y="18862"/>
                  </a:lnTo>
                  <a:cubicBezTo>
                    <a:pt x="10769" y="19052"/>
                    <a:pt x="10102" y="19052"/>
                    <a:pt x="9531" y="19052"/>
                  </a:cubicBezTo>
                  <a:lnTo>
                    <a:pt x="9531" y="19052"/>
                  </a:lnTo>
                  <a:cubicBezTo>
                    <a:pt x="5054" y="19052"/>
                    <a:pt x="1054" y="16004"/>
                    <a:pt x="196" y="11432"/>
                  </a:cubicBezTo>
                  <a:close/>
                  <a:moveTo>
                    <a:pt x="45821" y="18862"/>
                  </a:moveTo>
                  <a:cubicBezTo>
                    <a:pt x="40678" y="17814"/>
                    <a:pt x="37344" y="12766"/>
                    <a:pt x="38392" y="7622"/>
                  </a:cubicBezTo>
                  <a:lnTo>
                    <a:pt x="38392" y="7622"/>
                  </a:lnTo>
                  <a:cubicBezTo>
                    <a:pt x="39439" y="2479"/>
                    <a:pt x="44488" y="-855"/>
                    <a:pt x="49631" y="193"/>
                  </a:cubicBezTo>
                  <a:lnTo>
                    <a:pt x="49631" y="193"/>
                  </a:lnTo>
                  <a:cubicBezTo>
                    <a:pt x="54775" y="1240"/>
                    <a:pt x="58108" y="6193"/>
                    <a:pt x="57061" y="11337"/>
                  </a:cubicBezTo>
                  <a:lnTo>
                    <a:pt x="57061" y="11337"/>
                  </a:lnTo>
                  <a:cubicBezTo>
                    <a:pt x="56108" y="15909"/>
                    <a:pt x="52203" y="19052"/>
                    <a:pt x="47726" y="19052"/>
                  </a:cubicBezTo>
                  <a:lnTo>
                    <a:pt x="47726" y="19052"/>
                  </a:lnTo>
                  <a:cubicBezTo>
                    <a:pt x="47059" y="19052"/>
                    <a:pt x="46488" y="19052"/>
                    <a:pt x="45821" y="18862"/>
                  </a:cubicBezTo>
                  <a:close/>
                </a:path>
              </a:pathLst>
            </a:custGeom>
            <a:grpFill/>
            <a:ln w="0" cap="flat">
              <a:noFill/>
              <a:prstDash val="solid"/>
              <a:miter/>
            </a:ln>
          </p:spPr>
          <p:txBody>
            <a:bodyPr rtlCol="0" anchor="ctr"/>
            <a:lstStyle/>
            <a:p>
              <a:endParaRPr lang="en-GB"/>
            </a:p>
          </p:txBody>
        </p:sp>
        <p:sp>
          <p:nvSpPr>
            <p:cNvPr id="30" name="Freeform: Shape 29">
              <a:extLst>
                <a:ext uri="{FF2B5EF4-FFF2-40B4-BE49-F238E27FC236}">
                  <a16:creationId xmlns:a16="http://schemas.microsoft.com/office/drawing/2014/main" id="{DC898F62-1067-7B6D-D76D-3FCC3B77CAC6}"/>
                </a:ext>
              </a:extLst>
            </p:cNvPr>
            <p:cNvSpPr/>
            <p:nvPr/>
          </p:nvSpPr>
          <p:spPr>
            <a:xfrm>
              <a:off x="6178669" y="2953027"/>
              <a:ext cx="293170" cy="176315"/>
            </a:xfrm>
            <a:custGeom>
              <a:avLst/>
              <a:gdLst>
                <a:gd name="connsiteX0" fmla="*/ 278899 w 293170"/>
                <a:gd name="connsiteY0" fmla="*/ 175077 h 176315"/>
                <a:gd name="connsiteX1" fmla="*/ 275375 w 293170"/>
                <a:gd name="connsiteY1" fmla="*/ 162028 h 176315"/>
                <a:gd name="connsiteX2" fmla="*/ 275375 w 293170"/>
                <a:gd name="connsiteY2" fmla="*/ 162028 h 176315"/>
                <a:gd name="connsiteX3" fmla="*/ 288329 w 293170"/>
                <a:gd name="connsiteY3" fmla="*/ 158503 h 176315"/>
                <a:gd name="connsiteX4" fmla="*/ 288329 w 293170"/>
                <a:gd name="connsiteY4" fmla="*/ 158503 h 176315"/>
                <a:gd name="connsiteX5" fmla="*/ 291949 w 293170"/>
                <a:gd name="connsiteY5" fmla="*/ 171553 h 176315"/>
                <a:gd name="connsiteX6" fmla="*/ 291949 w 293170"/>
                <a:gd name="connsiteY6" fmla="*/ 171553 h 176315"/>
                <a:gd name="connsiteX7" fmla="*/ 283662 w 293170"/>
                <a:gd name="connsiteY7" fmla="*/ 176315 h 176315"/>
                <a:gd name="connsiteX8" fmla="*/ 283662 w 293170"/>
                <a:gd name="connsiteY8" fmla="*/ 176315 h 176315"/>
                <a:gd name="connsiteX9" fmla="*/ 278899 w 293170"/>
                <a:gd name="connsiteY9" fmla="*/ 175077 h 176315"/>
                <a:gd name="connsiteX10" fmla="*/ 244609 w 293170"/>
                <a:gd name="connsiteY10" fmla="*/ 155455 h 176315"/>
                <a:gd name="connsiteX11" fmla="*/ 241085 w 293170"/>
                <a:gd name="connsiteY11" fmla="*/ 142406 h 176315"/>
                <a:gd name="connsiteX12" fmla="*/ 241085 w 293170"/>
                <a:gd name="connsiteY12" fmla="*/ 142406 h 176315"/>
                <a:gd name="connsiteX13" fmla="*/ 254039 w 293170"/>
                <a:gd name="connsiteY13" fmla="*/ 138882 h 176315"/>
                <a:gd name="connsiteX14" fmla="*/ 254039 w 293170"/>
                <a:gd name="connsiteY14" fmla="*/ 138882 h 176315"/>
                <a:gd name="connsiteX15" fmla="*/ 257659 w 293170"/>
                <a:gd name="connsiteY15" fmla="*/ 151931 h 176315"/>
                <a:gd name="connsiteX16" fmla="*/ 257659 w 293170"/>
                <a:gd name="connsiteY16" fmla="*/ 151931 h 176315"/>
                <a:gd name="connsiteX17" fmla="*/ 249372 w 293170"/>
                <a:gd name="connsiteY17" fmla="*/ 156694 h 176315"/>
                <a:gd name="connsiteX18" fmla="*/ 249372 w 293170"/>
                <a:gd name="connsiteY18" fmla="*/ 156694 h 176315"/>
                <a:gd name="connsiteX19" fmla="*/ 244609 w 293170"/>
                <a:gd name="connsiteY19" fmla="*/ 155455 h 176315"/>
                <a:gd name="connsiteX20" fmla="*/ 210319 w 293170"/>
                <a:gd name="connsiteY20" fmla="*/ 135739 h 176315"/>
                <a:gd name="connsiteX21" fmla="*/ 210319 w 293170"/>
                <a:gd name="connsiteY21" fmla="*/ 135739 h 176315"/>
                <a:gd name="connsiteX22" fmla="*/ 206795 w 293170"/>
                <a:gd name="connsiteY22" fmla="*/ 122785 h 176315"/>
                <a:gd name="connsiteX23" fmla="*/ 206795 w 293170"/>
                <a:gd name="connsiteY23" fmla="*/ 122785 h 176315"/>
                <a:gd name="connsiteX24" fmla="*/ 219844 w 293170"/>
                <a:gd name="connsiteY24" fmla="*/ 119260 h 176315"/>
                <a:gd name="connsiteX25" fmla="*/ 219844 w 293170"/>
                <a:gd name="connsiteY25" fmla="*/ 119260 h 176315"/>
                <a:gd name="connsiteX26" fmla="*/ 223369 w 293170"/>
                <a:gd name="connsiteY26" fmla="*/ 132214 h 176315"/>
                <a:gd name="connsiteX27" fmla="*/ 223369 w 293170"/>
                <a:gd name="connsiteY27" fmla="*/ 132214 h 176315"/>
                <a:gd name="connsiteX28" fmla="*/ 215082 w 293170"/>
                <a:gd name="connsiteY28" fmla="*/ 137072 h 176315"/>
                <a:gd name="connsiteX29" fmla="*/ 215082 w 293170"/>
                <a:gd name="connsiteY29" fmla="*/ 137072 h 176315"/>
                <a:gd name="connsiteX30" fmla="*/ 210319 w 293170"/>
                <a:gd name="connsiteY30" fmla="*/ 135739 h 176315"/>
                <a:gd name="connsiteX31" fmla="*/ 176125 w 293170"/>
                <a:gd name="connsiteY31" fmla="*/ 116117 h 176315"/>
                <a:gd name="connsiteX32" fmla="*/ 176029 w 293170"/>
                <a:gd name="connsiteY32" fmla="*/ 116117 h 176315"/>
                <a:gd name="connsiteX33" fmla="*/ 172505 w 293170"/>
                <a:gd name="connsiteY33" fmla="*/ 103163 h 176315"/>
                <a:gd name="connsiteX34" fmla="*/ 172505 w 293170"/>
                <a:gd name="connsiteY34" fmla="*/ 103163 h 176315"/>
                <a:gd name="connsiteX35" fmla="*/ 185554 w 293170"/>
                <a:gd name="connsiteY35" fmla="*/ 99544 h 176315"/>
                <a:gd name="connsiteX36" fmla="*/ 185554 w 293170"/>
                <a:gd name="connsiteY36" fmla="*/ 99544 h 176315"/>
                <a:gd name="connsiteX37" fmla="*/ 189079 w 293170"/>
                <a:gd name="connsiteY37" fmla="*/ 112593 h 176315"/>
                <a:gd name="connsiteX38" fmla="*/ 189079 w 293170"/>
                <a:gd name="connsiteY38" fmla="*/ 112593 h 176315"/>
                <a:gd name="connsiteX39" fmla="*/ 180792 w 293170"/>
                <a:gd name="connsiteY39" fmla="*/ 117355 h 176315"/>
                <a:gd name="connsiteX40" fmla="*/ 180792 w 293170"/>
                <a:gd name="connsiteY40" fmla="*/ 117355 h 176315"/>
                <a:gd name="connsiteX41" fmla="*/ 176125 w 293170"/>
                <a:gd name="connsiteY41" fmla="*/ 116117 h 176315"/>
                <a:gd name="connsiteX42" fmla="*/ 141835 w 293170"/>
                <a:gd name="connsiteY42" fmla="*/ 96496 h 176315"/>
                <a:gd name="connsiteX43" fmla="*/ 138310 w 293170"/>
                <a:gd name="connsiteY43" fmla="*/ 83446 h 176315"/>
                <a:gd name="connsiteX44" fmla="*/ 138310 w 293170"/>
                <a:gd name="connsiteY44" fmla="*/ 83446 h 176315"/>
                <a:gd name="connsiteX45" fmla="*/ 151264 w 293170"/>
                <a:gd name="connsiteY45" fmla="*/ 79922 h 176315"/>
                <a:gd name="connsiteX46" fmla="*/ 151264 w 293170"/>
                <a:gd name="connsiteY46" fmla="*/ 79922 h 176315"/>
                <a:gd name="connsiteX47" fmla="*/ 154789 w 293170"/>
                <a:gd name="connsiteY47" fmla="*/ 92971 h 176315"/>
                <a:gd name="connsiteX48" fmla="*/ 154789 w 293170"/>
                <a:gd name="connsiteY48" fmla="*/ 92971 h 176315"/>
                <a:gd name="connsiteX49" fmla="*/ 146502 w 293170"/>
                <a:gd name="connsiteY49" fmla="*/ 97734 h 176315"/>
                <a:gd name="connsiteX50" fmla="*/ 146502 w 293170"/>
                <a:gd name="connsiteY50" fmla="*/ 97734 h 176315"/>
                <a:gd name="connsiteX51" fmla="*/ 141835 w 293170"/>
                <a:gd name="connsiteY51" fmla="*/ 96496 h 176315"/>
                <a:gd name="connsiteX52" fmla="*/ 107545 w 293170"/>
                <a:gd name="connsiteY52" fmla="*/ 76779 h 176315"/>
                <a:gd name="connsiteX53" fmla="*/ 104020 w 293170"/>
                <a:gd name="connsiteY53" fmla="*/ 63825 h 176315"/>
                <a:gd name="connsiteX54" fmla="*/ 104020 w 293170"/>
                <a:gd name="connsiteY54" fmla="*/ 63825 h 176315"/>
                <a:gd name="connsiteX55" fmla="*/ 116974 w 293170"/>
                <a:gd name="connsiteY55" fmla="*/ 60301 h 176315"/>
                <a:gd name="connsiteX56" fmla="*/ 116974 w 293170"/>
                <a:gd name="connsiteY56" fmla="*/ 60301 h 176315"/>
                <a:gd name="connsiteX57" fmla="*/ 120499 w 293170"/>
                <a:gd name="connsiteY57" fmla="*/ 73255 h 176315"/>
                <a:gd name="connsiteX58" fmla="*/ 120499 w 293170"/>
                <a:gd name="connsiteY58" fmla="*/ 73255 h 176315"/>
                <a:gd name="connsiteX59" fmla="*/ 112307 w 293170"/>
                <a:gd name="connsiteY59" fmla="*/ 78112 h 176315"/>
                <a:gd name="connsiteX60" fmla="*/ 112307 w 293170"/>
                <a:gd name="connsiteY60" fmla="*/ 78112 h 176315"/>
                <a:gd name="connsiteX61" fmla="*/ 107545 w 293170"/>
                <a:gd name="connsiteY61" fmla="*/ 76779 h 176315"/>
                <a:gd name="connsiteX62" fmla="*/ 73255 w 293170"/>
                <a:gd name="connsiteY62" fmla="*/ 57157 h 176315"/>
                <a:gd name="connsiteX63" fmla="*/ 69730 w 293170"/>
                <a:gd name="connsiteY63" fmla="*/ 44108 h 176315"/>
                <a:gd name="connsiteX64" fmla="*/ 69730 w 293170"/>
                <a:gd name="connsiteY64" fmla="*/ 44108 h 176315"/>
                <a:gd name="connsiteX65" fmla="*/ 82780 w 293170"/>
                <a:gd name="connsiteY65" fmla="*/ 40679 h 176315"/>
                <a:gd name="connsiteX66" fmla="*/ 82780 w 293170"/>
                <a:gd name="connsiteY66" fmla="*/ 40679 h 176315"/>
                <a:gd name="connsiteX67" fmla="*/ 86304 w 293170"/>
                <a:gd name="connsiteY67" fmla="*/ 53633 h 176315"/>
                <a:gd name="connsiteX68" fmla="*/ 86304 w 293170"/>
                <a:gd name="connsiteY68" fmla="*/ 53633 h 176315"/>
                <a:gd name="connsiteX69" fmla="*/ 78017 w 293170"/>
                <a:gd name="connsiteY69" fmla="*/ 58396 h 176315"/>
                <a:gd name="connsiteX70" fmla="*/ 78017 w 293170"/>
                <a:gd name="connsiteY70" fmla="*/ 58396 h 176315"/>
                <a:gd name="connsiteX71" fmla="*/ 73255 w 293170"/>
                <a:gd name="connsiteY71" fmla="*/ 57157 h 176315"/>
                <a:gd name="connsiteX72" fmla="*/ 39060 w 293170"/>
                <a:gd name="connsiteY72" fmla="*/ 37441 h 176315"/>
                <a:gd name="connsiteX73" fmla="*/ 35536 w 293170"/>
                <a:gd name="connsiteY73" fmla="*/ 24487 h 176315"/>
                <a:gd name="connsiteX74" fmla="*/ 35536 w 293170"/>
                <a:gd name="connsiteY74" fmla="*/ 24487 h 176315"/>
                <a:gd name="connsiteX75" fmla="*/ 48490 w 293170"/>
                <a:gd name="connsiteY75" fmla="*/ 20962 h 176315"/>
                <a:gd name="connsiteX76" fmla="*/ 48490 w 293170"/>
                <a:gd name="connsiteY76" fmla="*/ 20962 h 176315"/>
                <a:gd name="connsiteX77" fmla="*/ 52014 w 293170"/>
                <a:gd name="connsiteY77" fmla="*/ 33916 h 176315"/>
                <a:gd name="connsiteX78" fmla="*/ 52014 w 293170"/>
                <a:gd name="connsiteY78" fmla="*/ 33916 h 176315"/>
                <a:gd name="connsiteX79" fmla="*/ 43727 w 293170"/>
                <a:gd name="connsiteY79" fmla="*/ 38774 h 176315"/>
                <a:gd name="connsiteX80" fmla="*/ 43727 w 293170"/>
                <a:gd name="connsiteY80" fmla="*/ 38774 h 176315"/>
                <a:gd name="connsiteX81" fmla="*/ 39060 w 293170"/>
                <a:gd name="connsiteY81" fmla="*/ 37441 h 176315"/>
                <a:gd name="connsiteX82" fmla="*/ 4770 w 293170"/>
                <a:gd name="connsiteY82" fmla="*/ 17724 h 176315"/>
                <a:gd name="connsiteX83" fmla="*/ 4770 w 293170"/>
                <a:gd name="connsiteY83" fmla="*/ 17724 h 176315"/>
                <a:gd name="connsiteX84" fmla="*/ 1246 w 293170"/>
                <a:gd name="connsiteY84" fmla="*/ 4770 h 176315"/>
                <a:gd name="connsiteX85" fmla="*/ 1246 w 293170"/>
                <a:gd name="connsiteY85" fmla="*/ 4770 h 176315"/>
                <a:gd name="connsiteX86" fmla="*/ 14295 w 293170"/>
                <a:gd name="connsiteY86" fmla="*/ 1246 h 176315"/>
                <a:gd name="connsiteX87" fmla="*/ 14295 w 293170"/>
                <a:gd name="connsiteY87" fmla="*/ 1246 h 176315"/>
                <a:gd name="connsiteX88" fmla="*/ 17819 w 293170"/>
                <a:gd name="connsiteY88" fmla="*/ 14295 h 176315"/>
                <a:gd name="connsiteX89" fmla="*/ 17819 w 293170"/>
                <a:gd name="connsiteY89" fmla="*/ 14295 h 176315"/>
                <a:gd name="connsiteX90" fmla="*/ 9532 w 293170"/>
                <a:gd name="connsiteY90" fmla="*/ 19057 h 176315"/>
                <a:gd name="connsiteX91" fmla="*/ 9532 w 293170"/>
                <a:gd name="connsiteY91" fmla="*/ 19057 h 176315"/>
                <a:gd name="connsiteX92" fmla="*/ 4770 w 293170"/>
                <a:gd name="connsiteY92" fmla="*/ 17724 h 176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293170" h="176315">
                  <a:moveTo>
                    <a:pt x="278899" y="175077"/>
                  </a:moveTo>
                  <a:cubicBezTo>
                    <a:pt x="274327" y="172410"/>
                    <a:pt x="272708" y="166600"/>
                    <a:pt x="275375" y="162028"/>
                  </a:cubicBezTo>
                  <a:lnTo>
                    <a:pt x="275375" y="162028"/>
                  </a:lnTo>
                  <a:cubicBezTo>
                    <a:pt x="277947" y="157456"/>
                    <a:pt x="283757" y="155932"/>
                    <a:pt x="288329" y="158503"/>
                  </a:cubicBezTo>
                  <a:lnTo>
                    <a:pt x="288329" y="158503"/>
                  </a:lnTo>
                  <a:cubicBezTo>
                    <a:pt x="292901" y="161170"/>
                    <a:pt x="294520" y="166981"/>
                    <a:pt x="291949" y="171553"/>
                  </a:cubicBezTo>
                  <a:lnTo>
                    <a:pt x="291949" y="171553"/>
                  </a:lnTo>
                  <a:cubicBezTo>
                    <a:pt x="290139" y="174601"/>
                    <a:pt x="286900" y="176315"/>
                    <a:pt x="283662" y="176315"/>
                  </a:cubicBezTo>
                  <a:lnTo>
                    <a:pt x="283662" y="176315"/>
                  </a:lnTo>
                  <a:cubicBezTo>
                    <a:pt x="282043" y="176315"/>
                    <a:pt x="280423" y="175934"/>
                    <a:pt x="278899" y="175077"/>
                  </a:cubicBezTo>
                  <a:close/>
                  <a:moveTo>
                    <a:pt x="244609" y="155455"/>
                  </a:moveTo>
                  <a:cubicBezTo>
                    <a:pt x="240037" y="152788"/>
                    <a:pt x="238513" y="146978"/>
                    <a:pt x="241085" y="142406"/>
                  </a:cubicBezTo>
                  <a:lnTo>
                    <a:pt x="241085" y="142406"/>
                  </a:lnTo>
                  <a:cubicBezTo>
                    <a:pt x="243752" y="137834"/>
                    <a:pt x="249562" y="136215"/>
                    <a:pt x="254039" y="138882"/>
                  </a:cubicBezTo>
                  <a:lnTo>
                    <a:pt x="254039" y="138882"/>
                  </a:lnTo>
                  <a:cubicBezTo>
                    <a:pt x="258611" y="141454"/>
                    <a:pt x="260230" y="147359"/>
                    <a:pt x="257659" y="151931"/>
                  </a:cubicBezTo>
                  <a:lnTo>
                    <a:pt x="257659" y="151931"/>
                  </a:lnTo>
                  <a:cubicBezTo>
                    <a:pt x="255849" y="154979"/>
                    <a:pt x="252706" y="156694"/>
                    <a:pt x="249372" y="156694"/>
                  </a:cubicBezTo>
                  <a:lnTo>
                    <a:pt x="249372" y="156694"/>
                  </a:lnTo>
                  <a:cubicBezTo>
                    <a:pt x="247753" y="156694"/>
                    <a:pt x="246133" y="156217"/>
                    <a:pt x="244609" y="155455"/>
                  </a:cubicBezTo>
                  <a:close/>
                  <a:moveTo>
                    <a:pt x="210319" y="135739"/>
                  </a:moveTo>
                  <a:lnTo>
                    <a:pt x="210319" y="135739"/>
                  </a:lnTo>
                  <a:cubicBezTo>
                    <a:pt x="205747" y="133167"/>
                    <a:pt x="204223" y="127357"/>
                    <a:pt x="206795" y="122785"/>
                  </a:cubicBezTo>
                  <a:lnTo>
                    <a:pt x="206795" y="122785"/>
                  </a:lnTo>
                  <a:cubicBezTo>
                    <a:pt x="209462" y="118213"/>
                    <a:pt x="215272" y="116593"/>
                    <a:pt x="219844" y="119260"/>
                  </a:cubicBezTo>
                  <a:lnTo>
                    <a:pt x="219844" y="119260"/>
                  </a:lnTo>
                  <a:cubicBezTo>
                    <a:pt x="224416" y="121927"/>
                    <a:pt x="225940" y="127642"/>
                    <a:pt x="223369" y="132214"/>
                  </a:cubicBezTo>
                  <a:lnTo>
                    <a:pt x="223369" y="132214"/>
                  </a:lnTo>
                  <a:cubicBezTo>
                    <a:pt x="221559" y="135358"/>
                    <a:pt x="218416" y="137072"/>
                    <a:pt x="215082" y="137072"/>
                  </a:cubicBezTo>
                  <a:lnTo>
                    <a:pt x="215082" y="137072"/>
                  </a:lnTo>
                  <a:cubicBezTo>
                    <a:pt x="213463" y="137072"/>
                    <a:pt x="211843" y="136596"/>
                    <a:pt x="210319" y="135739"/>
                  </a:cubicBezTo>
                  <a:close/>
                  <a:moveTo>
                    <a:pt x="176125" y="116117"/>
                  </a:moveTo>
                  <a:lnTo>
                    <a:pt x="176029" y="116117"/>
                  </a:lnTo>
                  <a:cubicBezTo>
                    <a:pt x="171457" y="113545"/>
                    <a:pt x="169933" y="107640"/>
                    <a:pt x="172505" y="103163"/>
                  </a:cubicBezTo>
                  <a:lnTo>
                    <a:pt x="172505" y="103163"/>
                  </a:lnTo>
                  <a:cubicBezTo>
                    <a:pt x="175172" y="98591"/>
                    <a:pt x="180982" y="96972"/>
                    <a:pt x="185554" y="99544"/>
                  </a:cubicBezTo>
                  <a:lnTo>
                    <a:pt x="185554" y="99544"/>
                  </a:lnTo>
                  <a:cubicBezTo>
                    <a:pt x="190126" y="102211"/>
                    <a:pt x="191650" y="108021"/>
                    <a:pt x="189079" y="112593"/>
                  </a:cubicBezTo>
                  <a:lnTo>
                    <a:pt x="189079" y="112593"/>
                  </a:lnTo>
                  <a:cubicBezTo>
                    <a:pt x="187269" y="115641"/>
                    <a:pt x="184126" y="117355"/>
                    <a:pt x="180792" y="117355"/>
                  </a:cubicBezTo>
                  <a:lnTo>
                    <a:pt x="180792" y="117355"/>
                  </a:lnTo>
                  <a:cubicBezTo>
                    <a:pt x="179173" y="117355"/>
                    <a:pt x="177553" y="116974"/>
                    <a:pt x="176125" y="116117"/>
                  </a:cubicBezTo>
                  <a:close/>
                  <a:moveTo>
                    <a:pt x="141835" y="96496"/>
                  </a:moveTo>
                  <a:cubicBezTo>
                    <a:pt x="137263" y="93829"/>
                    <a:pt x="135643" y="88018"/>
                    <a:pt x="138310" y="83446"/>
                  </a:cubicBezTo>
                  <a:lnTo>
                    <a:pt x="138310" y="83446"/>
                  </a:lnTo>
                  <a:cubicBezTo>
                    <a:pt x="140882" y="78874"/>
                    <a:pt x="146692" y="77350"/>
                    <a:pt x="151264" y="79922"/>
                  </a:cubicBezTo>
                  <a:lnTo>
                    <a:pt x="151264" y="79922"/>
                  </a:lnTo>
                  <a:cubicBezTo>
                    <a:pt x="155836" y="82589"/>
                    <a:pt x="157456" y="88399"/>
                    <a:pt x="154789" y="92971"/>
                  </a:cubicBezTo>
                  <a:lnTo>
                    <a:pt x="154789" y="92971"/>
                  </a:lnTo>
                  <a:cubicBezTo>
                    <a:pt x="153074" y="96019"/>
                    <a:pt x="149836" y="97734"/>
                    <a:pt x="146502" y="97734"/>
                  </a:cubicBezTo>
                  <a:lnTo>
                    <a:pt x="146502" y="97734"/>
                  </a:lnTo>
                  <a:cubicBezTo>
                    <a:pt x="144883" y="97734"/>
                    <a:pt x="143263" y="97353"/>
                    <a:pt x="141835" y="96496"/>
                  </a:cubicBezTo>
                  <a:close/>
                  <a:moveTo>
                    <a:pt x="107545" y="76779"/>
                  </a:moveTo>
                  <a:cubicBezTo>
                    <a:pt x="102973" y="74207"/>
                    <a:pt x="101449" y="68397"/>
                    <a:pt x="104020" y="63825"/>
                  </a:cubicBezTo>
                  <a:lnTo>
                    <a:pt x="104020" y="63825"/>
                  </a:lnTo>
                  <a:cubicBezTo>
                    <a:pt x="106687" y="59253"/>
                    <a:pt x="112498" y="57634"/>
                    <a:pt x="116974" y="60301"/>
                  </a:cubicBezTo>
                  <a:lnTo>
                    <a:pt x="116974" y="60301"/>
                  </a:lnTo>
                  <a:cubicBezTo>
                    <a:pt x="121546" y="62872"/>
                    <a:pt x="123166" y="68778"/>
                    <a:pt x="120499" y="73255"/>
                  </a:cubicBezTo>
                  <a:lnTo>
                    <a:pt x="120499" y="73255"/>
                  </a:lnTo>
                  <a:cubicBezTo>
                    <a:pt x="118784" y="76398"/>
                    <a:pt x="115546" y="78112"/>
                    <a:pt x="112307" y="78112"/>
                  </a:cubicBezTo>
                  <a:lnTo>
                    <a:pt x="112307" y="78112"/>
                  </a:lnTo>
                  <a:cubicBezTo>
                    <a:pt x="110688" y="78112"/>
                    <a:pt x="109069" y="77636"/>
                    <a:pt x="107545" y="76779"/>
                  </a:cubicBezTo>
                  <a:close/>
                  <a:moveTo>
                    <a:pt x="73255" y="57157"/>
                  </a:moveTo>
                  <a:cubicBezTo>
                    <a:pt x="68683" y="54490"/>
                    <a:pt x="67159" y="48680"/>
                    <a:pt x="69730" y="44108"/>
                  </a:cubicBezTo>
                  <a:lnTo>
                    <a:pt x="69730" y="44108"/>
                  </a:lnTo>
                  <a:cubicBezTo>
                    <a:pt x="72397" y="39536"/>
                    <a:pt x="78208" y="38012"/>
                    <a:pt x="82780" y="40679"/>
                  </a:cubicBezTo>
                  <a:lnTo>
                    <a:pt x="82780" y="40679"/>
                  </a:lnTo>
                  <a:cubicBezTo>
                    <a:pt x="87352" y="43251"/>
                    <a:pt x="88876" y="49061"/>
                    <a:pt x="86304" y="53633"/>
                  </a:cubicBezTo>
                  <a:lnTo>
                    <a:pt x="86304" y="53633"/>
                  </a:lnTo>
                  <a:cubicBezTo>
                    <a:pt x="84494" y="56681"/>
                    <a:pt x="81351" y="58396"/>
                    <a:pt x="78017" y="58396"/>
                  </a:cubicBezTo>
                  <a:lnTo>
                    <a:pt x="78017" y="58396"/>
                  </a:lnTo>
                  <a:cubicBezTo>
                    <a:pt x="76398" y="58396"/>
                    <a:pt x="74779" y="58015"/>
                    <a:pt x="73255" y="57157"/>
                  </a:cubicBezTo>
                  <a:close/>
                  <a:moveTo>
                    <a:pt x="39060" y="37441"/>
                  </a:moveTo>
                  <a:cubicBezTo>
                    <a:pt x="34488" y="34869"/>
                    <a:pt x="32869" y="28963"/>
                    <a:pt x="35536" y="24487"/>
                  </a:cubicBezTo>
                  <a:lnTo>
                    <a:pt x="35536" y="24487"/>
                  </a:lnTo>
                  <a:cubicBezTo>
                    <a:pt x="38203" y="19915"/>
                    <a:pt x="43918" y="18295"/>
                    <a:pt x="48490" y="20962"/>
                  </a:cubicBezTo>
                  <a:lnTo>
                    <a:pt x="48490" y="20962"/>
                  </a:lnTo>
                  <a:cubicBezTo>
                    <a:pt x="53062" y="23534"/>
                    <a:pt x="54681" y="29344"/>
                    <a:pt x="52014" y="33916"/>
                  </a:cubicBezTo>
                  <a:lnTo>
                    <a:pt x="52014" y="33916"/>
                  </a:lnTo>
                  <a:cubicBezTo>
                    <a:pt x="50299" y="36964"/>
                    <a:pt x="47061" y="38774"/>
                    <a:pt x="43727" y="38774"/>
                  </a:cubicBezTo>
                  <a:lnTo>
                    <a:pt x="43727" y="38774"/>
                  </a:lnTo>
                  <a:cubicBezTo>
                    <a:pt x="42108" y="38774"/>
                    <a:pt x="40489" y="38298"/>
                    <a:pt x="39060" y="37441"/>
                  </a:cubicBezTo>
                  <a:close/>
                  <a:moveTo>
                    <a:pt x="4770" y="17724"/>
                  </a:moveTo>
                  <a:lnTo>
                    <a:pt x="4770" y="17724"/>
                  </a:lnTo>
                  <a:cubicBezTo>
                    <a:pt x="198" y="15152"/>
                    <a:pt x="-1326" y="9342"/>
                    <a:pt x="1246" y="4770"/>
                  </a:cubicBezTo>
                  <a:lnTo>
                    <a:pt x="1246" y="4770"/>
                  </a:lnTo>
                  <a:cubicBezTo>
                    <a:pt x="3913" y="198"/>
                    <a:pt x="9723" y="-1326"/>
                    <a:pt x="14295" y="1246"/>
                  </a:cubicBezTo>
                  <a:lnTo>
                    <a:pt x="14295" y="1246"/>
                  </a:lnTo>
                  <a:cubicBezTo>
                    <a:pt x="18867" y="3817"/>
                    <a:pt x="20391" y="9723"/>
                    <a:pt x="17819" y="14295"/>
                  </a:cubicBezTo>
                  <a:lnTo>
                    <a:pt x="17819" y="14295"/>
                  </a:lnTo>
                  <a:cubicBezTo>
                    <a:pt x="16009" y="17343"/>
                    <a:pt x="12866" y="19057"/>
                    <a:pt x="9532" y="19057"/>
                  </a:cubicBezTo>
                  <a:lnTo>
                    <a:pt x="9532" y="19057"/>
                  </a:lnTo>
                  <a:cubicBezTo>
                    <a:pt x="7913" y="19057"/>
                    <a:pt x="6294" y="18581"/>
                    <a:pt x="4770" y="17724"/>
                  </a:cubicBezTo>
                  <a:close/>
                </a:path>
              </a:pathLst>
            </a:custGeom>
            <a:grpFill/>
            <a:ln w="0"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A87F36CD-5B72-F968-E0A0-FE7DA489D0A4}"/>
                </a:ext>
              </a:extLst>
            </p:cNvPr>
            <p:cNvSpPr/>
            <p:nvPr/>
          </p:nvSpPr>
          <p:spPr>
            <a:xfrm>
              <a:off x="6514663" y="3151957"/>
              <a:ext cx="36637" cy="49585"/>
            </a:xfrm>
            <a:custGeom>
              <a:avLst/>
              <a:gdLst>
                <a:gd name="connsiteX0" fmla="*/ 18153 w 36637"/>
                <a:gd name="connsiteY0" fmla="*/ 43108 h 49585"/>
                <a:gd name="connsiteX1" fmla="*/ 24058 w 36637"/>
                <a:gd name="connsiteY1" fmla="*/ 31012 h 49585"/>
                <a:gd name="connsiteX2" fmla="*/ 24058 w 36637"/>
                <a:gd name="connsiteY2" fmla="*/ 31012 h 49585"/>
                <a:gd name="connsiteX3" fmla="*/ 36155 w 36637"/>
                <a:gd name="connsiteY3" fmla="*/ 37012 h 49585"/>
                <a:gd name="connsiteX4" fmla="*/ 36155 w 36637"/>
                <a:gd name="connsiteY4" fmla="*/ 37012 h 49585"/>
                <a:gd name="connsiteX5" fmla="*/ 30154 w 36637"/>
                <a:gd name="connsiteY5" fmla="*/ 49014 h 49585"/>
                <a:gd name="connsiteX6" fmla="*/ 30154 w 36637"/>
                <a:gd name="connsiteY6" fmla="*/ 49014 h 49585"/>
                <a:gd name="connsiteX7" fmla="*/ 27106 w 36637"/>
                <a:gd name="connsiteY7" fmla="*/ 49585 h 49585"/>
                <a:gd name="connsiteX8" fmla="*/ 27106 w 36637"/>
                <a:gd name="connsiteY8" fmla="*/ 49585 h 49585"/>
                <a:gd name="connsiteX9" fmla="*/ 18153 w 36637"/>
                <a:gd name="connsiteY9" fmla="*/ 43108 h 49585"/>
                <a:gd name="connsiteX10" fmla="*/ 2341 w 36637"/>
                <a:gd name="connsiteY10" fmla="*/ 15867 h 49585"/>
                <a:gd name="connsiteX11" fmla="*/ 3199 w 36637"/>
                <a:gd name="connsiteY11" fmla="*/ 2341 h 49585"/>
                <a:gd name="connsiteX12" fmla="*/ 3199 w 36637"/>
                <a:gd name="connsiteY12" fmla="*/ 2341 h 49585"/>
                <a:gd name="connsiteX13" fmla="*/ 16629 w 36637"/>
                <a:gd name="connsiteY13" fmla="*/ 3199 h 49585"/>
                <a:gd name="connsiteX14" fmla="*/ 16629 w 36637"/>
                <a:gd name="connsiteY14" fmla="*/ 3199 h 49585"/>
                <a:gd name="connsiteX15" fmla="*/ 15772 w 36637"/>
                <a:gd name="connsiteY15" fmla="*/ 16724 h 49585"/>
                <a:gd name="connsiteX16" fmla="*/ 15772 w 36637"/>
                <a:gd name="connsiteY16" fmla="*/ 16724 h 49585"/>
                <a:gd name="connsiteX17" fmla="*/ 9485 w 36637"/>
                <a:gd name="connsiteY17" fmla="*/ 19010 h 49585"/>
                <a:gd name="connsiteX18" fmla="*/ 9485 w 36637"/>
                <a:gd name="connsiteY18" fmla="*/ 19010 h 49585"/>
                <a:gd name="connsiteX19" fmla="*/ 2341 w 36637"/>
                <a:gd name="connsiteY19" fmla="*/ 15867 h 49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637" h="49585">
                  <a:moveTo>
                    <a:pt x="18153" y="43108"/>
                  </a:moveTo>
                  <a:cubicBezTo>
                    <a:pt x="16438" y="38060"/>
                    <a:pt x="19105" y="32726"/>
                    <a:pt x="24058" y="31012"/>
                  </a:cubicBezTo>
                  <a:lnTo>
                    <a:pt x="24058" y="31012"/>
                  </a:lnTo>
                  <a:cubicBezTo>
                    <a:pt x="29011" y="29297"/>
                    <a:pt x="34536" y="32059"/>
                    <a:pt x="36155" y="37012"/>
                  </a:cubicBezTo>
                  <a:lnTo>
                    <a:pt x="36155" y="37012"/>
                  </a:lnTo>
                  <a:cubicBezTo>
                    <a:pt x="37774" y="41965"/>
                    <a:pt x="35203" y="47395"/>
                    <a:pt x="30154" y="49014"/>
                  </a:cubicBezTo>
                  <a:lnTo>
                    <a:pt x="30154" y="49014"/>
                  </a:lnTo>
                  <a:cubicBezTo>
                    <a:pt x="29202" y="49395"/>
                    <a:pt x="28154" y="49585"/>
                    <a:pt x="27106" y="49585"/>
                  </a:cubicBezTo>
                  <a:lnTo>
                    <a:pt x="27106" y="49585"/>
                  </a:lnTo>
                  <a:cubicBezTo>
                    <a:pt x="23201" y="49585"/>
                    <a:pt x="19486" y="47014"/>
                    <a:pt x="18153" y="43108"/>
                  </a:cubicBezTo>
                  <a:close/>
                  <a:moveTo>
                    <a:pt x="2341" y="15867"/>
                  </a:moveTo>
                  <a:cubicBezTo>
                    <a:pt x="-1088" y="11866"/>
                    <a:pt x="-707" y="5866"/>
                    <a:pt x="3199" y="2341"/>
                  </a:cubicBezTo>
                  <a:lnTo>
                    <a:pt x="3199" y="2341"/>
                  </a:lnTo>
                  <a:cubicBezTo>
                    <a:pt x="7104" y="-1088"/>
                    <a:pt x="13105" y="-707"/>
                    <a:pt x="16629" y="3199"/>
                  </a:cubicBezTo>
                  <a:lnTo>
                    <a:pt x="16629" y="3199"/>
                  </a:lnTo>
                  <a:cubicBezTo>
                    <a:pt x="20153" y="7199"/>
                    <a:pt x="19772" y="13200"/>
                    <a:pt x="15772" y="16724"/>
                  </a:cubicBezTo>
                  <a:lnTo>
                    <a:pt x="15772" y="16724"/>
                  </a:lnTo>
                  <a:cubicBezTo>
                    <a:pt x="13962" y="18248"/>
                    <a:pt x="11771" y="19010"/>
                    <a:pt x="9485" y="19010"/>
                  </a:cubicBezTo>
                  <a:lnTo>
                    <a:pt x="9485" y="19010"/>
                  </a:lnTo>
                  <a:cubicBezTo>
                    <a:pt x="6818" y="19010"/>
                    <a:pt x="4246" y="17962"/>
                    <a:pt x="2341" y="15867"/>
                  </a:cubicBezTo>
                  <a:close/>
                </a:path>
              </a:pathLst>
            </a:custGeom>
            <a:grpFill/>
            <a:ln w="0"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6F07BF63-E7D5-B97B-0453-D951DDB26452}"/>
                </a:ext>
              </a:extLst>
            </p:cNvPr>
            <p:cNvSpPr/>
            <p:nvPr/>
          </p:nvSpPr>
          <p:spPr>
            <a:xfrm>
              <a:off x="6537674" y="3257358"/>
              <a:ext cx="19145" cy="138874"/>
            </a:xfrm>
            <a:custGeom>
              <a:avLst/>
              <a:gdLst>
                <a:gd name="connsiteX0" fmla="*/ 0 w 19145"/>
                <a:gd name="connsiteY0" fmla="*/ 129350 h 138874"/>
                <a:gd name="connsiteX1" fmla="*/ 9525 w 19145"/>
                <a:gd name="connsiteY1" fmla="*/ 119825 h 138874"/>
                <a:gd name="connsiteX2" fmla="*/ 9525 w 19145"/>
                <a:gd name="connsiteY2" fmla="*/ 119825 h 138874"/>
                <a:gd name="connsiteX3" fmla="*/ 19050 w 19145"/>
                <a:gd name="connsiteY3" fmla="*/ 129350 h 138874"/>
                <a:gd name="connsiteX4" fmla="*/ 19050 w 19145"/>
                <a:gd name="connsiteY4" fmla="*/ 129350 h 138874"/>
                <a:gd name="connsiteX5" fmla="*/ 9525 w 19145"/>
                <a:gd name="connsiteY5" fmla="*/ 138875 h 138874"/>
                <a:gd name="connsiteX6" fmla="*/ 9525 w 19145"/>
                <a:gd name="connsiteY6" fmla="*/ 138875 h 138874"/>
                <a:gd name="connsiteX7" fmla="*/ 0 w 19145"/>
                <a:gd name="connsiteY7" fmla="*/ 129350 h 138874"/>
                <a:gd name="connsiteX8" fmla="*/ 0 w 19145"/>
                <a:gd name="connsiteY8" fmla="*/ 89440 h 138874"/>
                <a:gd name="connsiteX9" fmla="*/ 9620 w 19145"/>
                <a:gd name="connsiteY9" fmla="*/ 79915 h 138874"/>
                <a:gd name="connsiteX10" fmla="*/ 9620 w 19145"/>
                <a:gd name="connsiteY10" fmla="*/ 79915 h 138874"/>
                <a:gd name="connsiteX11" fmla="*/ 19050 w 19145"/>
                <a:gd name="connsiteY11" fmla="*/ 89440 h 138874"/>
                <a:gd name="connsiteX12" fmla="*/ 19050 w 19145"/>
                <a:gd name="connsiteY12" fmla="*/ 89440 h 138874"/>
                <a:gd name="connsiteX13" fmla="*/ 9525 w 19145"/>
                <a:gd name="connsiteY13" fmla="*/ 98965 h 138874"/>
                <a:gd name="connsiteX14" fmla="*/ 9525 w 19145"/>
                <a:gd name="connsiteY14" fmla="*/ 98965 h 138874"/>
                <a:gd name="connsiteX15" fmla="*/ 0 w 19145"/>
                <a:gd name="connsiteY15" fmla="*/ 89440 h 138874"/>
                <a:gd name="connsiteX16" fmla="*/ 0 w 19145"/>
                <a:gd name="connsiteY16" fmla="*/ 89440 h 138874"/>
                <a:gd name="connsiteX17" fmla="*/ 0 w 19145"/>
                <a:gd name="connsiteY17" fmla="*/ 89440 h 138874"/>
                <a:gd name="connsiteX18" fmla="*/ 95 w 19145"/>
                <a:gd name="connsiteY18" fmla="*/ 49435 h 138874"/>
                <a:gd name="connsiteX19" fmla="*/ 9620 w 19145"/>
                <a:gd name="connsiteY19" fmla="*/ 40005 h 138874"/>
                <a:gd name="connsiteX20" fmla="*/ 9620 w 19145"/>
                <a:gd name="connsiteY20" fmla="*/ 40005 h 138874"/>
                <a:gd name="connsiteX21" fmla="*/ 19145 w 19145"/>
                <a:gd name="connsiteY21" fmla="*/ 49435 h 138874"/>
                <a:gd name="connsiteX22" fmla="*/ 19145 w 19145"/>
                <a:gd name="connsiteY22" fmla="*/ 49435 h 138874"/>
                <a:gd name="connsiteX23" fmla="*/ 9620 w 19145"/>
                <a:gd name="connsiteY23" fmla="*/ 59055 h 138874"/>
                <a:gd name="connsiteX24" fmla="*/ 9620 w 19145"/>
                <a:gd name="connsiteY24" fmla="*/ 59055 h 138874"/>
                <a:gd name="connsiteX25" fmla="*/ 95 w 19145"/>
                <a:gd name="connsiteY25" fmla="*/ 49435 h 138874"/>
                <a:gd name="connsiteX26" fmla="*/ 95 w 19145"/>
                <a:gd name="connsiteY26" fmla="*/ 9525 h 138874"/>
                <a:gd name="connsiteX27" fmla="*/ 9620 w 19145"/>
                <a:gd name="connsiteY27" fmla="*/ 0 h 138874"/>
                <a:gd name="connsiteX28" fmla="*/ 9620 w 19145"/>
                <a:gd name="connsiteY28" fmla="*/ 0 h 138874"/>
                <a:gd name="connsiteX29" fmla="*/ 19050 w 19145"/>
                <a:gd name="connsiteY29" fmla="*/ 9525 h 138874"/>
                <a:gd name="connsiteX30" fmla="*/ 19145 w 19145"/>
                <a:gd name="connsiteY30" fmla="*/ 9525 h 138874"/>
                <a:gd name="connsiteX31" fmla="*/ 9620 w 19145"/>
                <a:gd name="connsiteY31" fmla="*/ 19050 h 138874"/>
                <a:gd name="connsiteX32" fmla="*/ 9620 w 19145"/>
                <a:gd name="connsiteY32" fmla="*/ 19050 h 138874"/>
                <a:gd name="connsiteX33" fmla="*/ 95 w 19145"/>
                <a:gd name="connsiteY33" fmla="*/ 9525 h 138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145" h="138874">
                  <a:moveTo>
                    <a:pt x="0" y="129350"/>
                  </a:moveTo>
                  <a:cubicBezTo>
                    <a:pt x="0" y="124111"/>
                    <a:pt x="4286" y="119825"/>
                    <a:pt x="9525" y="119825"/>
                  </a:cubicBezTo>
                  <a:lnTo>
                    <a:pt x="9525" y="119825"/>
                  </a:lnTo>
                  <a:cubicBezTo>
                    <a:pt x="14859" y="119825"/>
                    <a:pt x="19050" y="124111"/>
                    <a:pt x="19050" y="129350"/>
                  </a:cubicBezTo>
                  <a:lnTo>
                    <a:pt x="19050" y="129350"/>
                  </a:lnTo>
                  <a:cubicBezTo>
                    <a:pt x="19050" y="134588"/>
                    <a:pt x="14859" y="138875"/>
                    <a:pt x="9525" y="138875"/>
                  </a:cubicBezTo>
                  <a:lnTo>
                    <a:pt x="9525" y="138875"/>
                  </a:lnTo>
                  <a:cubicBezTo>
                    <a:pt x="4286" y="138875"/>
                    <a:pt x="0" y="134588"/>
                    <a:pt x="0" y="129350"/>
                  </a:cubicBezTo>
                  <a:close/>
                  <a:moveTo>
                    <a:pt x="0" y="89440"/>
                  </a:moveTo>
                  <a:cubicBezTo>
                    <a:pt x="95" y="84106"/>
                    <a:pt x="4286" y="79915"/>
                    <a:pt x="9620" y="79915"/>
                  </a:cubicBezTo>
                  <a:lnTo>
                    <a:pt x="9620" y="79915"/>
                  </a:lnTo>
                  <a:cubicBezTo>
                    <a:pt x="14859" y="79915"/>
                    <a:pt x="19050" y="84201"/>
                    <a:pt x="19050" y="89440"/>
                  </a:cubicBezTo>
                  <a:lnTo>
                    <a:pt x="19050" y="89440"/>
                  </a:lnTo>
                  <a:cubicBezTo>
                    <a:pt x="19050" y="94678"/>
                    <a:pt x="14859" y="98965"/>
                    <a:pt x="9525" y="98965"/>
                  </a:cubicBezTo>
                  <a:lnTo>
                    <a:pt x="9525" y="98965"/>
                  </a:lnTo>
                  <a:cubicBezTo>
                    <a:pt x="4286" y="98965"/>
                    <a:pt x="95" y="94678"/>
                    <a:pt x="0" y="89440"/>
                  </a:cubicBezTo>
                  <a:close/>
                  <a:moveTo>
                    <a:pt x="0" y="89440"/>
                  </a:moveTo>
                  <a:lnTo>
                    <a:pt x="0" y="89440"/>
                  </a:lnTo>
                  <a:close/>
                  <a:moveTo>
                    <a:pt x="95" y="49435"/>
                  </a:moveTo>
                  <a:cubicBezTo>
                    <a:pt x="95" y="44196"/>
                    <a:pt x="4286" y="40005"/>
                    <a:pt x="9620" y="40005"/>
                  </a:cubicBezTo>
                  <a:lnTo>
                    <a:pt x="9620" y="40005"/>
                  </a:lnTo>
                  <a:cubicBezTo>
                    <a:pt x="14859" y="40005"/>
                    <a:pt x="19145" y="44196"/>
                    <a:pt x="19145" y="49435"/>
                  </a:cubicBezTo>
                  <a:lnTo>
                    <a:pt x="19145" y="49435"/>
                  </a:lnTo>
                  <a:cubicBezTo>
                    <a:pt x="19145" y="54769"/>
                    <a:pt x="14859" y="59055"/>
                    <a:pt x="9620" y="59055"/>
                  </a:cubicBezTo>
                  <a:lnTo>
                    <a:pt x="9620" y="59055"/>
                  </a:lnTo>
                  <a:cubicBezTo>
                    <a:pt x="4286" y="59055"/>
                    <a:pt x="95" y="54769"/>
                    <a:pt x="95" y="49435"/>
                  </a:cubicBezTo>
                  <a:close/>
                  <a:moveTo>
                    <a:pt x="95" y="9525"/>
                  </a:moveTo>
                  <a:cubicBezTo>
                    <a:pt x="95" y="4286"/>
                    <a:pt x="4286" y="0"/>
                    <a:pt x="9620" y="0"/>
                  </a:cubicBezTo>
                  <a:lnTo>
                    <a:pt x="9620" y="0"/>
                  </a:lnTo>
                  <a:cubicBezTo>
                    <a:pt x="14859" y="0"/>
                    <a:pt x="19050" y="4286"/>
                    <a:pt x="19050" y="9525"/>
                  </a:cubicBezTo>
                  <a:lnTo>
                    <a:pt x="19145" y="9525"/>
                  </a:lnTo>
                  <a:cubicBezTo>
                    <a:pt x="19145" y="14764"/>
                    <a:pt x="14859" y="19050"/>
                    <a:pt x="9620" y="19050"/>
                  </a:cubicBezTo>
                  <a:lnTo>
                    <a:pt x="9620" y="19050"/>
                  </a:lnTo>
                  <a:cubicBezTo>
                    <a:pt x="4286" y="19050"/>
                    <a:pt x="95" y="14764"/>
                    <a:pt x="95" y="9525"/>
                  </a:cubicBezTo>
                  <a:close/>
                </a:path>
              </a:pathLst>
            </a:custGeom>
            <a:grpFill/>
            <a:ln w="0" cap="flat">
              <a:noFill/>
              <a:prstDash val="solid"/>
              <a:miter/>
            </a:ln>
          </p:spPr>
          <p:txBody>
            <a:bodyPr rtlCol="0" anchor="ctr"/>
            <a:lstStyle/>
            <a:p>
              <a:endParaRPr lang="en-GB"/>
            </a:p>
          </p:txBody>
        </p:sp>
        <p:sp>
          <p:nvSpPr>
            <p:cNvPr id="33" name="Freeform: Shape 32">
              <a:extLst>
                <a:ext uri="{FF2B5EF4-FFF2-40B4-BE49-F238E27FC236}">
                  <a16:creationId xmlns:a16="http://schemas.microsoft.com/office/drawing/2014/main" id="{FF2F62A6-EB0C-BC3C-2793-A7CA0FA51A5C}"/>
                </a:ext>
              </a:extLst>
            </p:cNvPr>
            <p:cNvSpPr/>
            <p:nvPr/>
          </p:nvSpPr>
          <p:spPr>
            <a:xfrm>
              <a:off x="6088284" y="2959321"/>
              <a:ext cx="19050" cy="144494"/>
            </a:xfrm>
            <a:custGeom>
              <a:avLst/>
              <a:gdLst>
                <a:gd name="connsiteX0" fmla="*/ 0 w 19050"/>
                <a:gd name="connsiteY0" fmla="*/ 134969 h 144494"/>
                <a:gd name="connsiteX1" fmla="*/ 9525 w 19050"/>
                <a:gd name="connsiteY1" fmla="*/ 125444 h 144494"/>
                <a:gd name="connsiteX2" fmla="*/ 9525 w 19050"/>
                <a:gd name="connsiteY2" fmla="*/ 125444 h 144494"/>
                <a:gd name="connsiteX3" fmla="*/ 19050 w 19050"/>
                <a:gd name="connsiteY3" fmla="*/ 134969 h 144494"/>
                <a:gd name="connsiteX4" fmla="*/ 19050 w 19050"/>
                <a:gd name="connsiteY4" fmla="*/ 134969 h 144494"/>
                <a:gd name="connsiteX5" fmla="*/ 9525 w 19050"/>
                <a:gd name="connsiteY5" fmla="*/ 144494 h 144494"/>
                <a:gd name="connsiteX6" fmla="*/ 9525 w 19050"/>
                <a:gd name="connsiteY6" fmla="*/ 144494 h 144494"/>
                <a:gd name="connsiteX7" fmla="*/ 0 w 19050"/>
                <a:gd name="connsiteY7" fmla="*/ 134969 h 144494"/>
                <a:gd name="connsiteX8" fmla="*/ 0 w 19050"/>
                <a:gd name="connsiteY8" fmla="*/ 93155 h 144494"/>
                <a:gd name="connsiteX9" fmla="*/ 9525 w 19050"/>
                <a:gd name="connsiteY9" fmla="*/ 83630 h 144494"/>
                <a:gd name="connsiteX10" fmla="*/ 9525 w 19050"/>
                <a:gd name="connsiteY10" fmla="*/ 83630 h 144494"/>
                <a:gd name="connsiteX11" fmla="*/ 19050 w 19050"/>
                <a:gd name="connsiteY11" fmla="*/ 93155 h 144494"/>
                <a:gd name="connsiteX12" fmla="*/ 19050 w 19050"/>
                <a:gd name="connsiteY12" fmla="*/ 93155 h 144494"/>
                <a:gd name="connsiteX13" fmla="*/ 9525 w 19050"/>
                <a:gd name="connsiteY13" fmla="*/ 102680 h 144494"/>
                <a:gd name="connsiteX14" fmla="*/ 9525 w 19050"/>
                <a:gd name="connsiteY14" fmla="*/ 102680 h 144494"/>
                <a:gd name="connsiteX15" fmla="*/ 0 w 19050"/>
                <a:gd name="connsiteY15" fmla="*/ 93155 h 144494"/>
                <a:gd name="connsiteX16" fmla="*/ 0 w 19050"/>
                <a:gd name="connsiteY16" fmla="*/ 51340 h 144494"/>
                <a:gd name="connsiteX17" fmla="*/ 9525 w 19050"/>
                <a:gd name="connsiteY17" fmla="*/ 41815 h 144494"/>
                <a:gd name="connsiteX18" fmla="*/ 9525 w 19050"/>
                <a:gd name="connsiteY18" fmla="*/ 41815 h 144494"/>
                <a:gd name="connsiteX19" fmla="*/ 19050 w 19050"/>
                <a:gd name="connsiteY19" fmla="*/ 51340 h 144494"/>
                <a:gd name="connsiteX20" fmla="*/ 19050 w 19050"/>
                <a:gd name="connsiteY20" fmla="*/ 51340 h 144494"/>
                <a:gd name="connsiteX21" fmla="*/ 9525 w 19050"/>
                <a:gd name="connsiteY21" fmla="*/ 60865 h 144494"/>
                <a:gd name="connsiteX22" fmla="*/ 9525 w 19050"/>
                <a:gd name="connsiteY22" fmla="*/ 60865 h 144494"/>
                <a:gd name="connsiteX23" fmla="*/ 0 w 19050"/>
                <a:gd name="connsiteY23" fmla="*/ 51340 h 144494"/>
                <a:gd name="connsiteX24" fmla="*/ 0 w 19050"/>
                <a:gd name="connsiteY24" fmla="*/ 9525 h 144494"/>
                <a:gd name="connsiteX25" fmla="*/ 9525 w 19050"/>
                <a:gd name="connsiteY25" fmla="*/ 0 h 144494"/>
                <a:gd name="connsiteX26" fmla="*/ 9525 w 19050"/>
                <a:gd name="connsiteY26" fmla="*/ 0 h 144494"/>
                <a:gd name="connsiteX27" fmla="*/ 19050 w 19050"/>
                <a:gd name="connsiteY27" fmla="*/ 9525 h 144494"/>
                <a:gd name="connsiteX28" fmla="*/ 19050 w 19050"/>
                <a:gd name="connsiteY28" fmla="*/ 9525 h 144494"/>
                <a:gd name="connsiteX29" fmla="*/ 9525 w 19050"/>
                <a:gd name="connsiteY29" fmla="*/ 19050 h 144494"/>
                <a:gd name="connsiteX30" fmla="*/ 9525 w 19050"/>
                <a:gd name="connsiteY30" fmla="*/ 19050 h 144494"/>
                <a:gd name="connsiteX31" fmla="*/ 0 w 19050"/>
                <a:gd name="connsiteY31" fmla="*/ 9525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50" h="144494">
                  <a:moveTo>
                    <a:pt x="0" y="134969"/>
                  </a:moveTo>
                  <a:cubicBezTo>
                    <a:pt x="0" y="129730"/>
                    <a:pt x="4286" y="125444"/>
                    <a:pt x="9525" y="125444"/>
                  </a:cubicBezTo>
                  <a:lnTo>
                    <a:pt x="9525" y="125444"/>
                  </a:lnTo>
                  <a:cubicBezTo>
                    <a:pt x="14764" y="125444"/>
                    <a:pt x="19050" y="129730"/>
                    <a:pt x="19050" y="134969"/>
                  </a:cubicBezTo>
                  <a:lnTo>
                    <a:pt x="19050" y="134969"/>
                  </a:lnTo>
                  <a:cubicBezTo>
                    <a:pt x="19050" y="140208"/>
                    <a:pt x="14764" y="144494"/>
                    <a:pt x="9525" y="144494"/>
                  </a:cubicBezTo>
                  <a:lnTo>
                    <a:pt x="9525" y="144494"/>
                  </a:lnTo>
                  <a:cubicBezTo>
                    <a:pt x="4286" y="144494"/>
                    <a:pt x="0" y="140208"/>
                    <a:pt x="0" y="134969"/>
                  </a:cubicBezTo>
                  <a:close/>
                  <a:moveTo>
                    <a:pt x="0" y="93155"/>
                  </a:moveTo>
                  <a:cubicBezTo>
                    <a:pt x="0" y="87916"/>
                    <a:pt x="4286" y="83630"/>
                    <a:pt x="9525" y="83630"/>
                  </a:cubicBezTo>
                  <a:lnTo>
                    <a:pt x="9525" y="83630"/>
                  </a:lnTo>
                  <a:cubicBezTo>
                    <a:pt x="14764" y="83630"/>
                    <a:pt x="19050" y="87916"/>
                    <a:pt x="19050" y="93155"/>
                  </a:cubicBezTo>
                  <a:lnTo>
                    <a:pt x="19050" y="93155"/>
                  </a:lnTo>
                  <a:cubicBezTo>
                    <a:pt x="19050" y="98393"/>
                    <a:pt x="14764" y="102680"/>
                    <a:pt x="9525" y="102680"/>
                  </a:cubicBezTo>
                  <a:lnTo>
                    <a:pt x="9525" y="102680"/>
                  </a:lnTo>
                  <a:cubicBezTo>
                    <a:pt x="4286" y="102680"/>
                    <a:pt x="0" y="98393"/>
                    <a:pt x="0" y="93155"/>
                  </a:cubicBezTo>
                  <a:close/>
                  <a:moveTo>
                    <a:pt x="0" y="51340"/>
                  </a:moveTo>
                  <a:cubicBezTo>
                    <a:pt x="0" y="46101"/>
                    <a:pt x="4286" y="41815"/>
                    <a:pt x="9525" y="41815"/>
                  </a:cubicBezTo>
                  <a:lnTo>
                    <a:pt x="9525" y="41815"/>
                  </a:lnTo>
                  <a:cubicBezTo>
                    <a:pt x="14764" y="41815"/>
                    <a:pt x="19050" y="46101"/>
                    <a:pt x="19050" y="51340"/>
                  </a:cubicBezTo>
                  <a:lnTo>
                    <a:pt x="19050" y="51340"/>
                  </a:lnTo>
                  <a:cubicBezTo>
                    <a:pt x="19050" y="56579"/>
                    <a:pt x="14764" y="60865"/>
                    <a:pt x="9525" y="60865"/>
                  </a:cubicBezTo>
                  <a:lnTo>
                    <a:pt x="9525" y="60865"/>
                  </a:lnTo>
                  <a:cubicBezTo>
                    <a:pt x="4286" y="60865"/>
                    <a:pt x="0" y="56579"/>
                    <a:pt x="0" y="51340"/>
                  </a:cubicBezTo>
                  <a:close/>
                  <a:moveTo>
                    <a:pt x="0" y="9525"/>
                  </a:moveTo>
                  <a:cubicBezTo>
                    <a:pt x="0" y="4191"/>
                    <a:pt x="4286" y="0"/>
                    <a:pt x="9525" y="0"/>
                  </a:cubicBezTo>
                  <a:lnTo>
                    <a:pt x="9525" y="0"/>
                  </a:lnTo>
                  <a:cubicBezTo>
                    <a:pt x="14764" y="0"/>
                    <a:pt x="19050" y="4191"/>
                    <a:pt x="19050" y="9525"/>
                  </a:cubicBezTo>
                  <a:lnTo>
                    <a:pt x="19050" y="9525"/>
                  </a:lnTo>
                  <a:cubicBezTo>
                    <a:pt x="19050" y="14764"/>
                    <a:pt x="14764"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34" name="Freeform: Shape 33">
              <a:extLst>
                <a:ext uri="{FF2B5EF4-FFF2-40B4-BE49-F238E27FC236}">
                  <a16:creationId xmlns:a16="http://schemas.microsoft.com/office/drawing/2014/main" id="{E11D23C0-B081-0392-0589-EAF0FAE2A427}"/>
                </a:ext>
              </a:extLst>
            </p:cNvPr>
            <p:cNvSpPr/>
            <p:nvPr/>
          </p:nvSpPr>
          <p:spPr>
            <a:xfrm>
              <a:off x="5819485" y="3158725"/>
              <a:ext cx="268616" cy="436390"/>
            </a:xfrm>
            <a:custGeom>
              <a:avLst/>
              <a:gdLst>
                <a:gd name="connsiteX0" fmla="*/ 4671 w 268616"/>
                <a:gd name="connsiteY0" fmla="*/ 435057 h 436390"/>
                <a:gd name="connsiteX1" fmla="*/ 1337 w 268616"/>
                <a:gd name="connsiteY1" fmla="*/ 422007 h 436390"/>
                <a:gd name="connsiteX2" fmla="*/ 1337 w 268616"/>
                <a:gd name="connsiteY2" fmla="*/ 422007 h 436390"/>
                <a:gd name="connsiteX3" fmla="*/ 14387 w 268616"/>
                <a:gd name="connsiteY3" fmla="*/ 418674 h 436390"/>
                <a:gd name="connsiteX4" fmla="*/ 14387 w 268616"/>
                <a:gd name="connsiteY4" fmla="*/ 418674 h 436390"/>
                <a:gd name="connsiteX5" fmla="*/ 17720 w 268616"/>
                <a:gd name="connsiteY5" fmla="*/ 431723 h 436390"/>
                <a:gd name="connsiteX6" fmla="*/ 17720 w 268616"/>
                <a:gd name="connsiteY6" fmla="*/ 431723 h 436390"/>
                <a:gd name="connsiteX7" fmla="*/ 9529 w 268616"/>
                <a:gd name="connsiteY7" fmla="*/ 436390 h 436390"/>
                <a:gd name="connsiteX8" fmla="*/ 9529 w 268616"/>
                <a:gd name="connsiteY8" fmla="*/ 436390 h 436390"/>
                <a:gd name="connsiteX9" fmla="*/ 4671 w 268616"/>
                <a:gd name="connsiteY9" fmla="*/ 435057 h 436390"/>
                <a:gd name="connsiteX10" fmla="*/ 23912 w 268616"/>
                <a:gd name="connsiteY10" fmla="*/ 402957 h 436390"/>
                <a:gd name="connsiteX11" fmla="*/ 20578 w 268616"/>
                <a:gd name="connsiteY11" fmla="*/ 389813 h 436390"/>
                <a:gd name="connsiteX12" fmla="*/ 20578 w 268616"/>
                <a:gd name="connsiteY12" fmla="*/ 389813 h 436390"/>
                <a:gd name="connsiteX13" fmla="*/ 33627 w 268616"/>
                <a:gd name="connsiteY13" fmla="*/ 386574 h 436390"/>
                <a:gd name="connsiteX14" fmla="*/ 33627 w 268616"/>
                <a:gd name="connsiteY14" fmla="*/ 386574 h 436390"/>
                <a:gd name="connsiteX15" fmla="*/ 36961 w 268616"/>
                <a:gd name="connsiteY15" fmla="*/ 399624 h 436390"/>
                <a:gd name="connsiteX16" fmla="*/ 36961 w 268616"/>
                <a:gd name="connsiteY16" fmla="*/ 399624 h 436390"/>
                <a:gd name="connsiteX17" fmla="*/ 28769 w 268616"/>
                <a:gd name="connsiteY17" fmla="*/ 404291 h 436390"/>
                <a:gd name="connsiteX18" fmla="*/ 28769 w 268616"/>
                <a:gd name="connsiteY18" fmla="*/ 404291 h 436390"/>
                <a:gd name="connsiteX19" fmla="*/ 23912 w 268616"/>
                <a:gd name="connsiteY19" fmla="*/ 402957 h 436390"/>
                <a:gd name="connsiteX20" fmla="*/ 43057 w 268616"/>
                <a:gd name="connsiteY20" fmla="*/ 370858 h 436390"/>
                <a:gd name="connsiteX21" fmla="*/ 39723 w 268616"/>
                <a:gd name="connsiteY21" fmla="*/ 357714 h 436390"/>
                <a:gd name="connsiteX22" fmla="*/ 39723 w 268616"/>
                <a:gd name="connsiteY22" fmla="*/ 357714 h 436390"/>
                <a:gd name="connsiteX23" fmla="*/ 52868 w 268616"/>
                <a:gd name="connsiteY23" fmla="*/ 354475 h 436390"/>
                <a:gd name="connsiteX24" fmla="*/ 52868 w 268616"/>
                <a:gd name="connsiteY24" fmla="*/ 354475 h 436390"/>
                <a:gd name="connsiteX25" fmla="*/ 56106 w 268616"/>
                <a:gd name="connsiteY25" fmla="*/ 367524 h 436390"/>
                <a:gd name="connsiteX26" fmla="*/ 56106 w 268616"/>
                <a:gd name="connsiteY26" fmla="*/ 367524 h 436390"/>
                <a:gd name="connsiteX27" fmla="*/ 47915 w 268616"/>
                <a:gd name="connsiteY27" fmla="*/ 372192 h 436390"/>
                <a:gd name="connsiteX28" fmla="*/ 47915 w 268616"/>
                <a:gd name="connsiteY28" fmla="*/ 372192 h 436390"/>
                <a:gd name="connsiteX29" fmla="*/ 43057 w 268616"/>
                <a:gd name="connsiteY29" fmla="*/ 370858 h 436390"/>
                <a:gd name="connsiteX30" fmla="*/ 62297 w 268616"/>
                <a:gd name="connsiteY30" fmla="*/ 338759 h 436390"/>
                <a:gd name="connsiteX31" fmla="*/ 58964 w 268616"/>
                <a:gd name="connsiteY31" fmla="*/ 325614 h 436390"/>
                <a:gd name="connsiteX32" fmla="*/ 58964 w 268616"/>
                <a:gd name="connsiteY32" fmla="*/ 325614 h 436390"/>
                <a:gd name="connsiteX33" fmla="*/ 72013 w 268616"/>
                <a:gd name="connsiteY33" fmla="*/ 322376 h 436390"/>
                <a:gd name="connsiteX34" fmla="*/ 72013 w 268616"/>
                <a:gd name="connsiteY34" fmla="*/ 322376 h 436390"/>
                <a:gd name="connsiteX35" fmla="*/ 75347 w 268616"/>
                <a:gd name="connsiteY35" fmla="*/ 335425 h 436390"/>
                <a:gd name="connsiteX36" fmla="*/ 75347 w 268616"/>
                <a:gd name="connsiteY36" fmla="*/ 335425 h 436390"/>
                <a:gd name="connsiteX37" fmla="*/ 67155 w 268616"/>
                <a:gd name="connsiteY37" fmla="*/ 340092 h 436390"/>
                <a:gd name="connsiteX38" fmla="*/ 67155 w 268616"/>
                <a:gd name="connsiteY38" fmla="*/ 340092 h 436390"/>
                <a:gd name="connsiteX39" fmla="*/ 62297 w 268616"/>
                <a:gd name="connsiteY39" fmla="*/ 338759 h 436390"/>
                <a:gd name="connsiteX40" fmla="*/ 81443 w 268616"/>
                <a:gd name="connsiteY40" fmla="*/ 306564 h 436390"/>
                <a:gd name="connsiteX41" fmla="*/ 78109 w 268616"/>
                <a:gd name="connsiteY41" fmla="*/ 293515 h 436390"/>
                <a:gd name="connsiteX42" fmla="*/ 78109 w 268616"/>
                <a:gd name="connsiteY42" fmla="*/ 293515 h 436390"/>
                <a:gd name="connsiteX43" fmla="*/ 91253 w 268616"/>
                <a:gd name="connsiteY43" fmla="*/ 290277 h 436390"/>
                <a:gd name="connsiteX44" fmla="*/ 91253 w 268616"/>
                <a:gd name="connsiteY44" fmla="*/ 290277 h 436390"/>
                <a:gd name="connsiteX45" fmla="*/ 94492 w 268616"/>
                <a:gd name="connsiteY45" fmla="*/ 303326 h 436390"/>
                <a:gd name="connsiteX46" fmla="*/ 94492 w 268616"/>
                <a:gd name="connsiteY46" fmla="*/ 303326 h 436390"/>
                <a:gd name="connsiteX47" fmla="*/ 86300 w 268616"/>
                <a:gd name="connsiteY47" fmla="*/ 307993 h 436390"/>
                <a:gd name="connsiteX48" fmla="*/ 86300 w 268616"/>
                <a:gd name="connsiteY48" fmla="*/ 307993 h 436390"/>
                <a:gd name="connsiteX49" fmla="*/ 81443 w 268616"/>
                <a:gd name="connsiteY49" fmla="*/ 306564 h 436390"/>
                <a:gd name="connsiteX50" fmla="*/ 100683 w 268616"/>
                <a:gd name="connsiteY50" fmla="*/ 274465 h 436390"/>
                <a:gd name="connsiteX51" fmla="*/ 97349 w 268616"/>
                <a:gd name="connsiteY51" fmla="*/ 261416 h 436390"/>
                <a:gd name="connsiteX52" fmla="*/ 97349 w 268616"/>
                <a:gd name="connsiteY52" fmla="*/ 261416 h 436390"/>
                <a:gd name="connsiteX53" fmla="*/ 110399 w 268616"/>
                <a:gd name="connsiteY53" fmla="*/ 258177 h 436390"/>
                <a:gd name="connsiteX54" fmla="*/ 110399 w 268616"/>
                <a:gd name="connsiteY54" fmla="*/ 258177 h 436390"/>
                <a:gd name="connsiteX55" fmla="*/ 113732 w 268616"/>
                <a:gd name="connsiteY55" fmla="*/ 271227 h 436390"/>
                <a:gd name="connsiteX56" fmla="*/ 113732 w 268616"/>
                <a:gd name="connsiteY56" fmla="*/ 271227 h 436390"/>
                <a:gd name="connsiteX57" fmla="*/ 105541 w 268616"/>
                <a:gd name="connsiteY57" fmla="*/ 275894 h 436390"/>
                <a:gd name="connsiteX58" fmla="*/ 105541 w 268616"/>
                <a:gd name="connsiteY58" fmla="*/ 275894 h 436390"/>
                <a:gd name="connsiteX59" fmla="*/ 100683 w 268616"/>
                <a:gd name="connsiteY59" fmla="*/ 274465 h 436390"/>
                <a:gd name="connsiteX60" fmla="*/ 119828 w 268616"/>
                <a:gd name="connsiteY60" fmla="*/ 242461 h 436390"/>
                <a:gd name="connsiteX61" fmla="*/ 116590 w 268616"/>
                <a:gd name="connsiteY61" fmla="*/ 229317 h 436390"/>
                <a:gd name="connsiteX62" fmla="*/ 116590 w 268616"/>
                <a:gd name="connsiteY62" fmla="*/ 229317 h 436390"/>
                <a:gd name="connsiteX63" fmla="*/ 129639 w 268616"/>
                <a:gd name="connsiteY63" fmla="*/ 226078 h 436390"/>
                <a:gd name="connsiteX64" fmla="*/ 129639 w 268616"/>
                <a:gd name="connsiteY64" fmla="*/ 226078 h 436390"/>
                <a:gd name="connsiteX65" fmla="*/ 132878 w 268616"/>
                <a:gd name="connsiteY65" fmla="*/ 239127 h 436390"/>
                <a:gd name="connsiteX66" fmla="*/ 132878 w 268616"/>
                <a:gd name="connsiteY66" fmla="*/ 239127 h 436390"/>
                <a:gd name="connsiteX67" fmla="*/ 124686 w 268616"/>
                <a:gd name="connsiteY67" fmla="*/ 243795 h 436390"/>
                <a:gd name="connsiteX68" fmla="*/ 124686 w 268616"/>
                <a:gd name="connsiteY68" fmla="*/ 243795 h 436390"/>
                <a:gd name="connsiteX69" fmla="*/ 119828 w 268616"/>
                <a:gd name="connsiteY69" fmla="*/ 242461 h 436390"/>
                <a:gd name="connsiteX70" fmla="*/ 139069 w 268616"/>
                <a:gd name="connsiteY70" fmla="*/ 210267 h 436390"/>
                <a:gd name="connsiteX71" fmla="*/ 135735 w 268616"/>
                <a:gd name="connsiteY71" fmla="*/ 197217 h 436390"/>
                <a:gd name="connsiteX72" fmla="*/ 135735 w 268616"/>
                <a:gd name="connsiteY72" fmla="*/ 197217 h 436390"/>
                <a:gd name="connsiteX73" fmla="*/ 148784 w 268616"/>
                <a:gd name="connsiteY73" fmla="*/ 193979 h 436390"/>
                <a:gd name="connsiteX74" fmla="*/ 148784 w 268616"/>
                <a:gd name="connsiteY74" fmla="*/ 193979 h 436390"/>
                <a:gd name="connsiteX75" fmla="*/ 152118 w 268616"/>
                <a:gd name="connsiteY75" fmla="*/ 207028 h 436390"/>
                <a:gd name="connsiteX76" fmla="*/ 152118 w 268616"/>
                <a:gd name="connsiteY76" fmla="*/ 207028 h 436390"/>
                <a:gd name="connsiteX77" fmla="*/ 143927 w 268616"/>
                <a:gd name="connsiteY77" fmla="*/ 211600 h 436390"/>
                <a:gd name="connsiteX78" fmla="*/ 143927 w 268616"/>
                <a:gd name="connsiteY78" fmla="*/ 211600 h 436390"/>
                <a:gd name="connsiteX79" fmla="*/ 139069 w 268616"/>
                <a:gd name="connsiteY79" fmla="*/ 210267 h 436390"/>
                <a:gd name="connsiteX80" fmla="*/ 158214 w 268616"/>
                <a:gd name="connsiteY80" fmla="*/ 178167 h 436390"/>
                <a:gd name="connsiteX81" fmla="*/ 154976 w 268616"/>
                <a:gd name="connsiteY81" fmla="*/ 165118 h 436390"/>
                <a:gd name="connsiteX82" fmla="*/ 154976 w 268616"/>
                <a:gd name="connsiteY82" fmla="*/ 165118 h 436390"/>
                <a:gd name="connsiteX83" fmla="*/ 168025 w 268616"/>
                <a:gd name="connsiteY83" fmla="*/ 161880 h 436390"/>
                <a:gd name="connsiteX84" fmla="*/ 168025 w 268616"/>
                <a:gd name="connsiteY84" fmla="*/ 161880 h 436390"/>
                <a:gd name="connsiteX85" fmla="*/ 171263 w 268616"/>
                <a:gd name="connsiteY85" fmla="*/ 174929 h 436390"/>
                <a:gd name="connsiteX86" fmla="*/ 171263 w 268616"/>
                <a:gd name="connsiteY86" fmla="*/ 174929 h 436390"/>
                <a:gd name="connsiteX87" fmla="*/ 163072 w 268616"/>
                <a:gd name="connsiteY87" fmla="*/ 179596 h 436390"/>
                <a:gd name="connsiteX88" fmla="*/ 163072 w 268616"/>
                <a:gd name="connsiteY88" fmla="*/ 179596 h 436390"/>
                <a:gd name="connsiteX89" fmla="*/ 158214 w 268616"/>
                <a:gd name="connsiteY89" fmla="*/ 178167 h 436390"/>
                <a:gd name="connsiteX90" fmla="*/ 177455 w 268616"/>
                <a:gd name="connsiteY90" fmla="*/ 146068 h 436390"/>
                <a:gd name="connsiteX91" fmla="*/ 174121 w 268616"/>
                <a:gd name="connsiteY91" fmla="*/ 133019 h 436390"/>
                <a:gd name="connsiteX92" fmla="*/ 174121 w 268616"/>
                <a:gd name="connsiteY92" fmla="*/ 133019 h 436390"/>
                <a:gd name="connsiteX93" fmla="*/ 187265 w 268616"/>
                <a:gd name="connsiteY93" fmla="*/ 129780 h 436390"/>
                <a:gd name="connsiteX94" fmla="*/ 187265 w 268616"/>
                <a:gd name="connsiteY94" fmla="*/ 129780 h 436390"/>
                <a:gd name="connsiteX95" fmla="*/ 190504 w 268616"/>
                <a:gd name="connsiteY95" fmla="*/ 142830 h 436390"/>
                <a:gd name="connsiteX96" fmla="*/ 190504 w 268616"/>
                <a:gd name="connsiteY96" fmla="*/ 142830 h 436390"/>
                <a:gd name="connsiteX97" fmla="*/ 182312 w 268616"/>
                <a:gd name="connsiteY97" fmla="*/ 147402 h 436390"/>
                <a:gd name="connsiteX98" fmla="*/ 182312 w 268616"/>
                <a:gd name="connsiteY98" fmla="*/ 147402 h 436390"/>
                <a:gd name="connsiteX99" fmla="*/ 177455 w 268616"/>
                <a:gd name="connsiteY99" fmla="*/ 146068 h 436390"/>
                <a:gd name="connsiteX100" fmla="*/ 196600 w 268616"/>
                <a:gd name="connsiteY100" fmla="*/ 113969 h 436390"/>
                <a:gd name="connsiteX101" fmla="*/ 193361 w 268616"/>
                <a:gd name="connsiteY101" fmla="*/ 100920 h 436390"/>
                <a:gd name="connsiteX102" fmla="*/ 193361 w 268616"/>
                <a:gd name="connsiteY102" fmla="*/ 100920 h 436390"/>
                <a:gd name="connsiteX103" fmla="*/ 206411 w 268616"/>
                <a:gd name="connsiteY103" fmla="*/ 97681 h 436390"/>
                <a:gd name="connsiteX104" fmla="*/ 206411 w 268616"/>
                <a:gd name="connsiteY104" fmla="*/ 97681 h 436390"/>
                <a:gd name="connsiteX105" fmla="*/ 209649 w 268616"/>
                <a:gd name="connsiteY105" fmla="*/ 110730 h 436390"/>
                <a:gd name="connsiteX106" fmla="*/ 209649 w 268616"/>
                <a:gd name="connsiteY106" fmla="*/ 110730 h 436390"/>
                <a:gd name="connsiteX107" fmla="*/ 201553 w 268616"/>
                <a:gd name="connsiteY107" fmla="*/ 115302 h 436390"/>
                <a:gd name="connsiteX108" fmla="*/ 201553 w 268616"/>
                <a:gd name="connsiteY108" fmla="*/ 115302 h 436390"/>
                <a:gd name="connsiteX109" fmla="*/ 196600 w 268616"/>
                <a:gd name="connsiteY109" fmla="*/ 113969 h 436390"/>
                <a:gd name="connsiteX110" fmla="*/ 215840 w 268616"/>
                <a:gd name="connsiteY110" fmla="*/ 81870 h 436390"/>
                <a:gd name="connsiteX111" fmla="*/ 212602 w 268616"/>
                <a:gd name="connsiteY111" fmla="*/ 68820 h 436390"/>
                <a:gd name="connsiteX112" fmla="*/ 212602 w 268616"/>
                <a:gd name="connsiteY112" fmla="*/ 68820 h 436390"/>
                <a:gd name="connsiteX113" fmla="*/ 225651 w 268616"/>
                <a:gd name="connsiteY113" fmla="*/ 65487 h 436390"/>
                <a:gd name="connsiteX114" fmla="*/ 225651 w 268616"/>
                <a:gd name="connsiteY114" fmla="*/ 65487 h 436390"/>
                <a:gd name="connsiteX115" fmla="*/ 228890 w 268616"/>
                <a:gd name="connsiteY115" fmla="*/ 78631 h 436390"/>
                <a:gd name="connsiteX116" fmla="*/ 228890 w 268616"/>
                <a:gd name="connsiteY116" fmla="*/ 78631 h 436390"/>
                <a:gd name="connsiteX117" fmla="*/ 220698 w 268616"/>
                <a:gd name="connsiteY117" fmla="*/ 83203 h 436390"/>
                <a:gd name="connsiteX118" fmla="*/ 220698 w 268616"/>
                <a:gd name="connsiteY118" fmla="*/ 83203 h 436390"/>
                <a:gd name="connsiteX119" fmla="*/ 215840 w 268616"/>
                <a:gd name="connsiteY119" fmla="*/ 81870 h 436390"/>
                <a:gd name="connsiteX120" fmla="*/ 234986 w 268616"/>
                <a:gd name="connsiteY120" fmla="*/ 49770 h 436390"/>
                <a:gd name="connsiteX121" fmla="*/ 231747 w 268616"/>
                <a:gd name="connsiteY121" fmla="*/ 36721 h 436390"/>
                <a:gd name="connsiteX122" fmla="*/ 231747 w 268616"/>
                <a:gd name="connsiteY122" fmla="*/ 36721 h 436390"/>
                <a:gd name="connsiteX123" fmla="*/ 244796 w 268616"/>
                <a:gd name="connsiteY123" fmla="*/ 33483 h 436390"/>
                <a:gd name="connsiteX124" fmla="*/ 244796 w 268616"/>
                <a:gd name="connsiteY124" fmla="*/ 33483 h 436390"/>
                <a:gd name="connsiteX125" fmla="*/ 248035 w 268616"/>
                <a:gd name="connsiteY125" fmla="*/ 46532 h 436390"/>
                <a:gd name="connsiteX126" fmla="*/ 248035 w 268616"/>
                <a:gd name="connsiteY126" fmla="*/ 46532 h 436390"/>
                <a:gd name="connsiteX127" fmla="*/ 239939 w 268616"/>
                <a:gd name="connsiteY127" fmla="*/ 51104 h 436390"/>
                <a:gd name="connsiteX128" fmla="*/ 239939 w 268616"/>
                <a:gd name="connsiteY128" fmla="*/ 51104 h 436390"/>
                <a:gd name="connsiteX129" fmla="*/ 234986 w 268616"/>
                <a:gd name="connsiteY129" fmla="*/ 49770 h 436390"/>
                <a:gd name="connsiteX130" fmla="*/ 254226 w 268616"/>
                <a:gd name="connsiteY130" fmla="*/ 17671 h 436390"/>
                <a:gd name="connsiteX131" fmla="*/ 250988 w 268616"/>
                <a:gd name="connsiteY131" fmla="*/ 4622 h 436390"/>
                <a:gd name="connsiteX132" fmla="*/ 250988 w 268616"/>
                <a:gd name="connsiteY132" fmla="*/ 4622 h 436390"/>
                <a:gd name="connsiteX133" fmla="*/ 264037 w 268616"/>
                <a:gd name="connsiteY133" fmla="*/ 1383 h 436390"/>
                <a:gd name="connsiteX134" fmla="*/ 264037 w 268616"/>
                <a:gd name="connsiteY134" fmla="*/ 1383 h 436390"/>
                <a:gd name="connsiteX135" fmla="*/ 267275 w 268616"/>
                <a:gd name="connsiteY135" fmla="*/ 14433 h 436390"/>
                <a:gd name="connsiteX136" fmla="*/ 267275 w 268616"/>
                <a:gd name="connsiteY136" fmla="*/ 14433 h 436390"/>
                <a:gd name="connsiteX137" fmla="*/ 259084 w 268616"/>
                <a:gd name="connsiteY137" fmla="*/ 19005 h 436390"/>
                <a:gd name="connsiteX138" fmla="*/ 259084 w 268616"/>
                <a:gd name="connsiteY138" fmla="*/ 19005 h 436390"/>
                <a:gd name="connsiteX139" fmla="*/ 254226 w 268616"/>
                <a:gd name="connsiteY139" fmla="*/ 17671 h 43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268616" h="436390">
                  <a:moveTo>
                    <a:pt x="4671" y="435057"/>
                  </a:moveTo>
                  <a:cubicBezTo>
                    <a:pt x="99" y="432294"/>
                    <a:pt x="-1330" y="426484"/>
                    <a:pt x="1337" y="422007"/>
                  </a:cubicBezTo>
                  <a:lnTo>
                    <a:pt x="1337" y="422007"/>
                  </a:lnTo>
                  <a:cubicBezTo>
                    <a:pt x="4100" y="417435"/>
                    <a:pt x="9910" y="415911"/>
                    <a:pt x="14387" y="418674"/>
                  </a:cubicBezTo>
                  <a:lnTo>
                    <a:pt x="14387" y="418674"/>
                  </a:lnTo>
                  <a:cubicBezTo>
                    <a:pt x="18959" y="421341"/>
                    <a:pt x="20483" y="427246"/>
                    <a:pt x="17720" y="431723"/>
                  </a:cubicBezTo>
                  <a:lnTo>
                    <a:pt x="17720" y="431723"/>
                  </a:lnTo>
                  <a:cubicBezTo>
                    <a:pt x="15911" y="434771"/>
                    <a:pt x="12767" y="436390"/>
                    <a:pt x="9529" y="436390"/>
                  </a:cubicBezTo>
                  <a:lnTo>
                    <a:pt x="9529" y="436390"/>
                  </a:lnTo>
                  <a:cubicBezTo>
                    <a:pt x="7910" y="436390"/>
                    <a:pt x="6195" y="435914"/>
                    <a:pt x="4671" y="435057"/>
                  </a:cubicBezTo>
                  <a:close/>
                  <a:moveTo>
                    <a:pt x="23912" y="402957"/>
                  </a:moveTo>
                  <a:cubicBezTo>
                    <a:pt x="19340" y="400195"/>
                    <a:pt x="17816" y="394385"/>
                    <a:pt x="20578" y="389813"/>
                  </a:cubicBezTo>
                  <a:lnTo>
                    <a:pt x="20578" y="389813"/>
                  </a:lnTo>
                  <a:cubicBezTo>
                    <a:pt x="23245" y="385336"/>
                    <a:pt x="29150" y="383907"/>
                    <a:pt x="33627" y="386574"/>
                  </a:cubicBezTo>
                  <a:lnTo>
                    <a:pt x="33627" y="386574"/>
                  </a:lnTo>
                  <a:cubicBezTo>
                    <a:pt x="38199" y="389241"/>
                    <a:pt x="39628" y="395147"/>
                    <a:pt x="36961" y="399624"/>
                  </a:cubicBezTo>
                  <a:lnTo>
                    <a:pt x="36961" y="399624"/>
                  </a:lnTo>
                  <a:cubicBezTo>
                    <a:pt x="35151" y="402576"/>
                    <a:pt x="32008" y="404291"/>
                    <a:pt x="28769" y="404291"/>
                  </a:cubicBezTo>
                  <a:lnTo>
                    <a:pt x="28769" y="404291"/>
                  </a:lnTo>
                  <a:cubicBezTo>
                    <a:pt x="27055" y="404291"/>
                    <a:pt x="25436" y="403815"/>
                    <a:pt x="23912" y="402957"/>
                  </a:cubicBezTo>
                  <a:close/>
                  <a:moveTo>
                    <a:pt x="43057" y="370858"/>
                  </a:moveTo>
                  <a:cubicBezTo>
                    <a:pt x="38580" y="368096"/>
                    <a:pt x="37056" y="362286"/>
                    <a:pt x="39723" y="357714"/>
                  </a:cubicBezTo>
                  <a:lnTo>
                    <a:pt x="39723" y="357714"/>
                  </a:lnTo>
                  <a:cubicBezTo>
                    <a:pt x="42485" y="353237"/>
                    <a:pt x="48296" y="351808"/>
                    <a:pt x="52868" y="354475"/>
                  </a:cubicBezTo>
                  <a:lnTo>
                    <a:pt x="52868" y="354475"/>
                  </a:lnTo>
                  <a:cubicBezTo>
                    <a:pt x="57344" y="357142"/>
                    <a:pt x="58868" y="363048"/>
                    <a:pt x="56106" y="367524"/>
                  </a:cubicBezTo>
                  <a:lnTo>
                    <a:pt x="56106" y="367524"/>
                  </a:lnTo>
                  <a:cubicBezTo>
                    <a:pt x="54296" y="370477"/>
                    <a:pt x="51153" y="372192"/>
                    <a:pt x="47915" y="372192"/>
                  </a:cubicBezTo>
                  <a:lnTo>
                    <a:pt x="47915" y="372192"/>
                  </a:lnTo>
                  <a:cubicBezTo>
                    <a:pt x="46295" y="372192"/>
                    <a:pt x="44581" y="371715"/>
                    <a:pt x="43057" y="370858"/>
                  </a:cubicBezTo>
                  <a:close/>
                  <a:moveTo>
                    <a:pt x="62297" y="338759"/>
                  </a:moveTo>
                  <a:cubicBezTo>
                    <a:pt x="57725" y="335997"/>
                    <a:pt x="56297" y="330186"/>
                    <a:pt x="58964" y="325614"/>
                  </a:cubicBezTo>
                  <a:lnTo>
                    <a:pt x="58964" y="325614"/>
                  </a:lnTo>
                  <a:cubicBezTo>
                    <a:pt x="61631" y="321138"/>
                    <a:pt x="67536" y="319614"/>
                    <a:pt x="72013" y="322376"/>
                  </a:cubicBezTo>
                  <a:lnTo>
                    <a:pt x="72013" y="322376"/>
                  </a:lnTo>
                  <a:cubicBezTo>
                    <a:pt x="76585" y="325043"/>
                    <a:pt x="78014" y="330948"/>
                    <a:pt x="75347" y="335425"/>
                  </a:cubicBezTo>
                  <a:lnTo>
                    <a:pt x="75347" y="335425"/>
                  </a:lnTo>
                  <a:cubicBezTo>
                    <a:pt x="73537" y="338378"/>
                    <a:pt x="70394" y="340092"/>
                    <a:pt x="67155" y="340092"/>
                  </a:cubicBezTo>
                  <a:lnTo>
                    <a:pt x="67155" y="340092"/>
                  </a:lnTo>
                  <a:cubicBezTo>
                    <a:pt x="65441" y="340092"/>
                    <a:pt x="63821" y="339616"/>
                    <a:pt x="62297" y="338759"/>
                  </a:cubicBezTo>
                  <a:close/>
                  <a:moveTo>
                    <a:pt x="81443" y="306564"/>
                  </a:moveTo>
                  <a:cubicBezTo>
                    <a:pt x="76966" y="303897"/>
                    <a:pt x="75442" y="298087"/>
                    <a:pt x="78109" y="293515"/>
                  </a:cubicBezTo>
                  <a:lnTo>
                    <a:pt x="78109" y="293515"/>
                  </a:lnTo>
                  <a:cubicBezTo>
                    <a:pt x="80871" y="289038"/>
                    <a:pt x="86681" y="287610"/>
                    <a:pt x="91253" y="290277"/>
                  </a:cubicBezTo>
                  <a:lnTo>
                    <a:pt x="91253" y="290277"/>
                  </a:lnTo>
                  <a:cubicBezTo>
                    <a:pt x="95730" y="292944"/>
                    <a:pt x="97254" y="298754"/>
                    <a:pt x="94492" y="303326"/>
                  </a:cubicBezTo>
                  <a:lnTo>
                    <a:pt x="94492" y="303326"/>
                  </a:lnTo>
                  <a:cubicBezTo>
                    <a:pt x="92682" y="306279"/>
                    <a:pt x="89539" y="307993"/>
                    <a:pt x="86300" y="307993"/>
                  </a:cubicBezTo>
                  <a:lnTo>
                    <a:pt x="86300" y="307993"/>
                  </a:lnTo>
                  <a:cubicBezTo>
                    <a:pt x="84681" y="307993"/>
                    <a:pt x="82967" y="307517"/>
                    <a:pt x="81443" y="306564"/>
                  </a:cubicBezTo>
                  <a:close/>
                  <a:moveTo>
                    <a:pt x="100683" y="274465"/>
                  </a:moveTo>
                  <a:cubicBezTo>
                    <a:pt x="96111" y="271798"/>
                    <a:pt x="94682" y="265988"/>
                    <a:pt x="97349" y="261416"/>
                  </a:cubicBezTo>
                  <a:lnTo>
                    <a:pt x="97349" y="261416"/>
                  </a:lnTo>
                  <a:cubicBezTo>
                    <a:pt x="100016" y="256939"/>
                    <a:pt x="105922" y="255415"/>
                    <a:pt x="110399" y="258177"/>
                  </a:cubicBezTo>
                  <a:lnTo>
                    <a:pt x="110399" y="258177"/>
                  </a:lnTo>
                  <a:cubicBezTo>
                    <a:pt x="114971" y="260844"/>
                    <a:pt x="116399" y="266750"/>
                    <a:pt x="113732" y="271227"/>
                  </a:cubicBezTo>
                  <a:lnTo>
                    <a:pt x="113732" y="271227"/>
                  </a:lnTo>
                  <a:cubicBezTo>
                    <a:pt x="111923" y="274179"/>
                    <a:pt x="108779" y="275894"/>
                    <a:pt x="105541" y="275894"/>
                  </a:cubicBezTo>
                  <a:lnTo>
                    <a:pt x="105541" y="275894"/>
                  </a:lnTo>
                  <a:cubicBezTo>
                    <a:pt x="103922" y="275894"/>
                    <a:pt x="102207" y="275418"/>
                    <a:pt x="100683" y="274465"/>
                  </a:cubicBezTo>
                  <a:close/>
                  <a:moveTo>
                    <a:pt x="119828" y="242461"/>
                  </a:moveTo>
                  <a:cubicBezTo>
                    <a:pt x="115352" y="239699"/>
                    <a:pt x="113828" y="233889"/>
                    <a:pt x="116590" y="229317"/>
                  </a:cubicBezTo>
                  <a:lnTo>
                    <a:pt x="116590" y="229317"/>
                  </a:lnTo>
                  <a:cubicBezTo>
                    <a:pt x="119257" y="224840"/>
                    <a:pt x="125067" y="223316"/>
                    <a:pt x="129639" y="226078"/>
                  </a:cubicBezTo>
                  <a:lnTo>
                    <a:pt x="129639" y="226078"/>
                  </a:lnTo>
                  <a:cubicBezTo>
                    <a:pt x="134116" y="228745"/>
                    <a:pt x="135640" y="234651"/>
                    <a:pt x="132878" y="239127"/>
                  </a:cubicBezTo>
                  <a:lnTo>
                    <a:pt x="132878" y="239127"/>
                  </a:lnTo>
                  <a:cubicBezTo>
                    <a:pt x="131068" y="242080"/>
                    <a:pt x="127925" y="243795"/>
                    <a:pt x="124686" y="243795"/>
                  </a:cubicBezTo>
                  <a:lnTo>
                    <a:pt x="124686" y="243795"/>
                  </a:lnTo>
                  <a:cubicBezTo>
                    <a:pt x="123067" y="243795"/>
                    <a:pt x="121352" y="243318"/>
                    <a:pt x="119828" y="242461"/>
                  </a:cubicBezTo>
                  <a:close/>
                  <a:moveTo>
                    <a:pt x="139069" y="210267"/>
                  </a:moveTo>
                  <a:cubicBezTo>
                    <a:pt x="134497" y="207600"/>
                    <a:pt x="133068" y="201789"/>
                    <a:pt x="135735" y="197217"/>
                  </a:cubicBezTo>
                  <a:lnTo>
                    <a:pt x="135735" y="197217"/>
                  </a:lnTo>
                  <a:cubicBezTo>
                    <a:pt x="138402" y="192741"/>
                    <a:pt x="144308" y="191217"/>
                    <a:pt x="148784" y="193979"/>
                  </a:cubicBezTo>
                  <a:lnTo>
                    <a:pt x="148784" y="193979"/>
                  </a:lnTo>
                  <a:cubicBezTo>
                    <a:pt x="153356" y="196646"/>
                    <a:pt x="154785" y="202456"/>
                    <a:pt x="152118" y="207028"/>
                  </a:cubicBezTo>
                  <a:lnTo>
                    <a:pt x="152118" y="207028"/>
                  </a:lnTo>
                  <a:cubicBezTo>
                    <a:pt x="150308" y="209981"/>
                    <a:pt x="147165" y="211600"/>
                    <a:pt x="143927" y="211600"/>
                  </a:cubicBezTo>
                  <a:lnTo>
                    <a:pt x="143927" y="211600"/>
                  </a:lnTo>
                  <a:cubicBezTo>
                    <a:pt x="142307" y="211600"/>
                    <a:pt x="140593" y="211219"/>
                    <a:pt x="139069" y="210267"/>
                  </a:cubicBezTo>
                  <a:close/>
                  <a:moveTo>
                    <a:pt x="158214" y="178167"/>
                  </a:moveTo>
                  <a:cubicBezTo>
                    <a:pt x="153737" y="175500"/>
                    <a:pt x="152309" y="169595"/>
                    <a:pt x="154976" y="165118"/>
                  </a:cubicBezTo>
                  <a:lnTo>
                    <a:pt x="154976" y="165118"/>
                  </a:lnTo>
                  <a:cubicBezTo>
                    <a:pt x="157643" y="160641"/>
                    <a:pt x="163453" y="159117"/>
                    <a:pt x="168025" y="161880"/>
                  </a:cubicBezTo>
                  <a:lnTo>
                    <a:pt x="168025" y="161880"/>
                  </a:lnTo>
                  <a:cubicBezTo>
                    <a:pt x="172502" y="164547"/>
                    <a:pt x="174026" y="170452"/>
                    <a:pt x="171263" y="174929"/>
                  </a:cubicBezTo>
                  <a:lnTo>
                    <a:pt x="171263" y="174929"/>
                  </a:lnTo>
                  <a:cubicBezTo>
                    <a:pt x="169549" y="177882"/>
                    <a:pt x="166310" y="179596"/>
                    <a:pt x="163072" y="179596"/>
                  </a:cubicBezTo>
                  <a:lnTo>
                    <a:pt x="163072" y="179596"/>
                  </a:lnTo>
                  <a:cubicBezTo>
                    <a:pt x="161453" y="179596"/>
                    <a:pt x="159738" y="179120"/>
                    <a:pt x="158214" y="178167"/>
                  </a:cubicBezTo>
                  <a:close/>
                  <a:moveTo>
                    <a:pt x="177455" y="146068"/>
                  </a:moveTo>
                  <a:cubicBezTo>
                    <a:pt x="172978" y="143401"/>
                    <a:pt x="171454" y="137496"/>
                    <a:pt x="174121" y="133019"/>
                  </a:cubicBezTo>
                  <a:lnTo>
                    <a:pt x="174121" y="133019"/>
                  </a:lnTo>
                  <a:cubicBezTo>
                    <a:pt x="176883" y="128542"/>
                    <a:pt x="182693" y="127018"/>
                    <a:pt x="187265" y="129780"/>
                  </a:cubicBezTo>
                  <a:lnTo>
                    <a:pt x="187265" y="129780"/>
                  </a:lnTo>
                  <a:cubicBezTo>
                    <a:pt x="191742" y="132447"/>
                    <a:pt x="193171" y="138258"/>
                    <a:pt x="190504" y="142830"/>
                  </a:cubicBezTo>
                  <a:lnTo>
                    <a:pt x="190504" y="142830"/>
                  </a:lnTo>
                  <a:cubicBezTo>
                    <a:pt x="188694" y="145782"/>
                    <a:pt x="185551" y="147402"/>
                    <a:pt x="182312" y="147402"/>
                  </a:cubicBezTo>
                  <a:lnTo>
                    <a:pt x="182312" y="147402"/>
                  </a:lnTo>
                  <a:cubicBezTo>
                    <a:pt x="180693" y="147402"/>
                    <a:pt x="178979" y="147021"/>
                    <a:pt x="177455" y="146068"/>
                  </a:cubicBezTo>
                  <a:close/>
                  <a:moveTo>
                    <a:pt x="196600" y="113969"/>
                  </a:moveTo>
                  <a:cubicBezTo>
                    <a:pt x="192123" y="111302"/>
                    <a:pt x="190694" y="105492"/>
                    <a:pt x="193361" y="100920"/>
                  </a:cubicBezTo>
                  <a:lnTo>
                    <a:pt x="193361" y="100920"/>
                  </a:lnTo>
                  <a:cubicBezTo>
                    <a:pt x="196028" y="96443"/>
                    <a:pt x="201839" y="94919"/>
                    <a:pt x="206411" y="97681"/>
                  </a:cubicBezTo>
                  <a:lnTo>
                    <a:pt x="206411" y="97681"/>
                  </a:lnTo>
                  <a:cubicBezTo>
                    <a:pt x="210887" y="100348"/>
                    <a:pt x="212411" y="106158"/>
                    <a:pt x="209649" y="110730"/>
                  </a:cubicBezTo>
                  <a:lnTo>
                    <a:pt x="209649" y="110730"/>
                  </a:lnTo>
                  <a:cubicBezTo>
                    <a:pt x="207935" y="113683"/>
                    <a:pt x="204696" y="115302"/>
                    <a:pt x="201553" y="115302"/>
                  </a:cubicBezTo>
                  <a:lnTo>
                    <a:pt x="201553" y="115302"/>
                  </a:lnTo>
                  <a:cubicBezTo>
                    <a:pt x="199838" y="115302"/>
                    <a:pt x="198124" y="114921"/>
                    <a:pt x="196600" y="113969"/>
                  </a:cubicBezTo>
                  <a:close/>
                  <a:moveTo>
                    <a:pt x="215840" y="81870"/>
                  </a:moveTo>
                  <a:cubicBezTo>
                    <a:pt x="211364" y="79203"/>
                    <a:pt x="209840" y="73297"/>
                    <a:pt x="212602" y="68820"/>
                  </a:cubicBezTo>
                  <a:lnTo>
                    <a:pt x="212602" y="68820"/>
                  </a:lnTo>
                  <a:cubicBezTo>
                    <a:pt x="215269" y="64344"/>
                    <a:pt x="221079" y="62820"/>
                    <a:pt x="225651" y="65487"/>
                  </a:cubicBezTo>
                  <a:lnTo>
                    <a:pt x="225651" y="65487"/>
                  </a:lnTo>
                  <a:cubicBezTo>
                    <a:pt x="230128" y="68249"/>
                    <a:pt x="231557" y="74059"/>
                    <a:pt x="228890" y="78631"/>
                  </a:cubicBezTo>
                  <a:lnTo>
                    <a:pt x="228890" y="78631"/>
                  </a:lnTo>
                  <a:cubicBezTo>
                    <a:pt x="227080" y="81584"/>
                    <a:pt x="223937" y="83203"/>
                    <a:pt x="220698" y="83203"/>
                  </a:cubicBezTo>
                  <a:lnTo>
                    <a:pt x="220698" y="83203"/>
                  </a:lnTo>
                  <a:cubicBezTo>
                    <a:pt x="219079" y="83203"/>
                    <a:pt x="217364" y="82822"/>
                    <a:pt x="215840" y="81870"/>
                  </a:cubicBezTo>
                  <a:close/>
                  <a:moveTo>
                    <a:pt x="234986" y="49770"/>
                  </a:moveTo>
                  <a:cubicBezTo>
                    <a:pt x="230509" y="47103"/>
                    <a:pt x="229080" y="41198"/>
                    <a:pt x="231747" y="36721"/>
                  </a:cubicBezTo>
                  <a:lnTo>
                    <a:pt x="231747" y="36721"/>
                  </a:lnTo>
                  <a:cubicBezTo>
                    <a:pt x="234414" y="32244"/>
                    <a:pt x="240320" y="30720"/>
                    <a:pt x="244796" y="33483"/>
                  </a:cubicBezTo>
                  <a:lnTo>
                    <a:pt x="244796" y="33483"/>
                  </a:lnTo>
                  <a:cubicBezTo>
                    <a:pt x="249273" y="36150"/>
                    <a:pt x="250797" y="41960"/>
                    <a:pt x="248035" y="46532"/>
                  </a:cubicBezTo>
                  <a:lnTo>
                    <a:pt x="248035" y="46532"/>
                  </a:lnTo>
                  <a:cubicBezTo>
                    <a:pt x="246320" y="49485"/>
                    <a:pt x="243177" y="51104"/>
                    <a:pt x="239939" y="51104"/>
                  </a:cubicBezTo>
                  <a:lnTo>
                    <a:pt x="239939" y="51104"/>
                  </a:lnTo>
                  <a:cubicBezTo>
                    <a:pt x="238224" y="51104"/>
                    <a:pt x="236510" y="50723"/>
                    <a:pt x="234986" y="49770"/>
                  </a:cubicBezTo>
                  <a:close/>
                  <a:moveTo>
                    <a:pt x="254226" y="17671"/>
                  </a:moveTo>
                  <a:cubicBezTo>
                    <a:pt x="249749" y="15004"/>
                    <a:pt x="248225" y="9194"/>
                    <a:pt x="250988" y="4622"/>
                  </a:cubicBezTo>
                  <a:lnTo>
                    <a:pt x="250988" y="4622"/>
                  </a:lnTo>
                  <a:cubicBezTo>
                    <a:pt x="253655" y="145"/>
                    <a:pt x="259465" y="-1379"/>
                    <a:pt x="264037" y="1383"/>
                  </a:cubicBezTo>
                  <a:lnTo>
                    <a:pt x="264037" y="1383"/>
                  </a:lnTo>
                  <a:cubicBezTo>
                    <a:pt x="268514" y="4050"/>
                    <a:pt x="269942" y="9861"/>
                    <a:pt x="267275" y="14433"/>
                  </a:cubicBezTo>
                  <a:lnTo>
                    <a:pt x="267275" y="14433"/>
                  </a:lnTo>
                  <a:cubicBezTo>
                    <a:pt x="265466" y="17385"/>
                    <a:pt x="262322" y="19005"/>
                    <a:pt x="259084" y="19005"/>
                  </a:cubicBezTo>
                  <a:lnTo>
                    <a:pt x="259084" y="19005"/>
                  </a:lnTo>
                  <a:cubicBezTo>
                    <a:pt x="257465" y="19005"/>
                    <a:pt x="255750" y="18624"/>
                    <a:pt x="254226" y="17671"/>
                  </a:cubicBezTo>
                  <a:close/>
                </a:path>
              </a:pathLst>
            </a:custGeom>
            <a:grpFill/>
            <a:ln w="0" cap="flat">
              <a:noFill/>
              <a:prstDash val="solid"/>
              <a:miter/>
            </a:ln>
          </p:spPr>
          <p:txBody>
            <a:bodyPr rtlCol="0" anchor="ctr"/>
            <a:lstStyle/>
            <a:p>
              <a:endParaRPr lang="en-GB"/>
            </a:p>
          </p:txBody>
        </p:sp>
        <p:sp>
          <p:nvSpPr>
            <p:cNvPr id="35" name="Freeform: Shape 34">
              <a:extLst>
                <a:ext uri="{FF2B5EF4-FFF2-40B4-BE49-F238E27FC236}">
                  <a16:creationId xmlns:a16="http://schemas.microsoft.com/office/drawing/2014/main" id="{D0FB9F91-6071-45F9-B0C4-4C62BB73D08C}"/>
                </a:ext>
              </a:extLst>
            </p:cNvPr>
            <p:cNvSpPr/>
            <p:nvPr/>
          </p:nvSpPr>
          <p:spPr>
            <a:xfrm>
              <a:off x="5825597" y="3636237"/>
              <a:ext cx="246830" cy="271583"/>
            </a:xfrm>
            <a:custGeom>
              <a:avLst/>
              <a:gdLst>
                <a:gd name="connsiteX0" fmla="*/ 230207 w 246830"/>
                <a:gd name="connsiteY0" fmla="*/ 268440 h 271583"/>
                <a:gd name="connsiteX1" fmla="*/ 230969 w 246830"/>
                <a:gd name="connsiteY1" fmla="*/ 255010 h 271583"/>
                <a:gd name="connsiteX2" fmla="*/ 230969 w 246830"/>
                <a:gd name="connsiteY2" fmla="*/ 255010 h 271583"/>
                <a:gd name="connsiteX3" fmla="*/ 244399 w 246830"/>
                <a:gd name="connsiteY3" fmla="*/ 255677 h 271583"/>
                <a:gd name="connsiteX4" fmla="*/ 244399 w 246830"/>
                <a:gd name="connsiteY4" fmla="*/ 255677 h 271583"/>
                <a:gd name="connsiteX5" fmla="*/ 243732 w 246830"/>
                <a:gd name="connsiteY5" fmla="*/ 269107 h 271583"/>
                <a:gd name="connsiteX6" fmla="*/ 243732 w 246830"/>
                <a:gd name="connsiteY6" fmla="*/ 269107 h 271583"/>
                <a:gd name="connsiteX7" fmla="*/ 237351 w 246830"/>
                <a:gd name="connsiteY7" fmla="*/ 271583 h 271583"/>
                <a:gd name="connsiteX8" fmla="*/ 237351 w 246830"/>
                <a:gd name="connsiteY8" fmla="*/ 271583 h 271583"/>
                <a:gd name="connsiteX9" fmla="*/ 230207 w 246830"/>
                <a:gd name="connsiteY9" fmla="*/ 268440 h 271583"/>
                <a:gd name="connsiteX10" fmla="*/ 204966 w 246830"/>
                <a:gd name="connsiteY10" fmla="*/ 240341 h 271583"/>
                <a:gd name="connsiteX11" fmla="*/ 205632 w 246830"/>
                <a:gd name="connsiteY11" fmla="*/ 226911 h 271583"/>
                <a:gd name="connsiteX12" fmla="*/ 205632 w 246830"/>
                <a:gd name="connsiteY12" fmla="*/ 226911 h 271583"/>
                <a:gd name="connsiteX13" fmla="*/ 219063 w 246830"/>
                <a:gd name="connsiteY13" fmla="*/ 227578 h 271583"/>
                <a:gd name="connsiteX14" fmla="*/ 219063 w 246830"/>
                <a:gd name="connsiteY14" fmla="*/ 227578 h 271583"/>
                <a:gd name="connsiteX15" fmla="*/ 218396 w 246830"/>
                <a:gd name="connsiteY15" fmla="*/ 241103 h 271583"/>
                <a:gd name="connsiteX16" fmla="*/ 218396 w 246830"/>
                <a:gd name="connsiteY16" fmla="*/ 241103 h 271583"/>
                <a:gd name="connsiteX17" fmla="*/ 212014 w 246830"/>
                <a:gd name="connsiteY17" fmla="*/ 243485 h 271583"/>
                <a:gd name="connsiteX18" fmla="*/ 212014 w 246830"/>
                <a:gd name="connsiteY18" fmla="*/ 243485 h 271583"/>
                <a:gd name="connsiteX19" fmla="*/ 204966 w 246830"/>
                <a:gd name="connsiteY19" fmla="*/ 240341 h 271583"/>
                <a:gd name="connsiteX20" fmla="*/ 179629 w 246830"/>
                <a:gd name="connsiteY20" fmla="*/ 212338 h 271583"/>
                <a:gd name="connsiteX21" fmla="*/ 180296 w 246830"/>
                <a:gd name="connsiteY21" fmla="*/ 198812 h 271583"/>
                <a:gd name="connsiteX22" fmla="*/ 180296 w 246830"/>
                <a:gd name="connsiteY22" fmla="*/ 198812 h 271583"/>
                <a:gd name="connsiteX23" fmla="*/ 193821 w 246830"/>
                <a:gd name="connsiteY23" fmla="*/ 199574 h 271583"/>
                <a:gd name="connsiteX24" fmla="*/ 193821 w 246830"/>
                <a:gd name="connsiteY24" fmla="*/ 199574 h 271583"/>
                <a:gd name="connsiteX25" fmla="*/ 193059 w 246830"/>
                <a:gd name="connsiteY25" fmla="*/ 213005 h 271583"/>
                <a:gd name="connsiteX26" fmla="*/ 193059 w 246830"/>
                <a:gd name="connsiteY26" fmla="*/ 213005 h 271583"/>
                <a:gd name="connsiteX27" fmla="*/ 186678 w 246830"/>
                <a:gd name="connsiteY27" fmla="*/ 215481 h 271583"/>
                <a:gd name="connsiteX28" fmla="*/ 186678 w 246830"/>
                <a:gd name="connsiteY28" fmla="*/ 215481 h 271583"/>
                <a:gd name="connsiteX29" fmla="*/ 179629 w 246830"/>
                <a:gd name="connsiteY29" fmla="*/ 212338 h 271583"/>
                <a:gd name="connsiteX30" fmla="*/ 154293 w 246830"/>
                <a:gd name="connsiteY30" fmla="*/ 184239 h 271583"/>
                <a:gd name="connsiteX31" fmla="*/ 155055 w 246830"/>
                <a:gd name="connsiteY31" fmla="*/ 170809 h 271583"/>
                <a:gd name="connsiteX32" fmla="*/ 155055 w 246830"/>
                <a:gd name="connsiteY32" fmla="*/ 170809 h 271583"/>
                <a:gd name="connsiteX33" fmla="*/ 168485 w 246830"/>
                <a:gd name="connsiteY33" fmla="*/ 171476 h 271583"/>
                <a:gd name="connsiteX34" fmla="*/ 168485 w 246830"/>
                <a:gd name="connsiteY34" fmla="*/ 171476 h 271583"/>
                <a:gd name="connsiteX35" fmla="*/ 167723 w 246830"/>
                <a:gd name="connsiteY35" fmla="*/ 185001 h 271583"/>
                <a:gd name="connsiteX36" fmla="*/ 167723 w 246830"/>
                <a:gd name="connsiteY36" fmla="*/ 185001 h 271583"/>
                <a:gd name="connsiteX37" fmla="*/ 161436 w 246830"/>
                <a:gd name="connsiteY37" fmla="*/ 187382 h 271583"/>
                <a:gd name="connsiteX38" fmla="*/ 161436 w 246830"/>
                <a:gd name="connsiteY38" fmla="*/ 187382 h 271583"/>
                <a:gd name="connsiteX39" fmla="*/ 154293 w 246830"/>
                <a:gd name="connsiteY39" fmla="*/ 184239 h 271583"/>
                <a:gd name="connsiteX40" fmla="*/ 129051 w 246830"/>
                <a:gd name="connsiteY40" fmla="*/ 156236 h 271583"/>
                <a:gd name="connsiteX41" fmla="*/ 129718 w 246830"/>
                <a:gd name="connsiteY41" fmla="*/ 142710 h 271583"/>
                <a:gd name="connsiteX42" fmla="*/ 129718 w 246830"/>
                <a:gd name="connsiteY42" fmla="*/ 142710 h 271583"/>
                <a:gd name="connsiteX43" fmla="*/ 143148 w 246830"/>
                <a:gd name="connsiteY43" fmla="*/ 143472 h 271583"/>
                <a:gd name="connsiteX44" fmla="*/ 143148 w 246830"/>
                <a:gd name="connsiteY44" fmla="*/ 143472 h 271583"/>
                <a:gd name="connsiteX45" fmla="*/ 142482 w 246830"/>
                <a:gd name="connsiteY45" fmla="*/ 156902 h 271583"/>
                <a:gd name="connsiteX46" fmla="*/ 142482 w 246830"/>
                <a:gd name="connsiteY46" fmla="*/ 156902 h 271583"/>
                <a:gd name="connsiteX47" fmla="*/ 136100 w 246830"/>
                <a:gd name="connsiteY47" fmla="*/ 159284 h 271583"/>
                <a:gd name="connsiteX48" fmla="*/ 136100 w 246830"/>
                <a:gd name="connsiteY48" fmla="*/ 159284 h 271583"/>
                <a:gd name="connsiteX49" fmla="*/ 129051 w 246830"/>
                <a:gd name="connsiteY49" fmla="*/ 156236 h 271583"/>
                <a:gd name="connsiteX50" fmla="*/ 103715 w 246830"/>
                <a:gd name="connsiteY50" fmla="*/ 128137 h 271583"/>
                <a:gd name="connsiteX51" fmla="*/ 104382 w 246830"/>
                <a:gd name="connsiteY51" fmla="*/ 114707 h 271583"/>
                <a:gd name="connsiteX52" fmla="*/ 104382 w 246830"/>
                <a:gd name="connsiteY52" fmla="*/ 114707 h 271583"/>
                <a:gd name="connsiteX53" fmla="*/ 117812 w 246830"/>
                <a:gd name="connsiteY53" fmla="*/ 115373 h 271583"/>
                <a:gd name="connsiteX54" fmla="*/ 117812 w 246830"/>
                <a:gd name="connsiteY54" fmla="*/ 115373 h 271583"/>
                <a:gd name="connsiteX55" fmla="*/ 117145 w 246830"/>
                <a:gd name="connsiteY55" fmla="*/ 128804 h 271583"/>
                <a:gd name="connsiteX56" fmla="*/ 117145 w 246830"/>
                <a:gd name="connsiteY56" fmla="*/ 128804 h 271583"/>
                <a:gd name="connsiteX57" fmla="*/ 110763 w 246830"/>
                <a:gd name="connsiteY57" fmla="*/ 131280 h 271583"/>
                <a:gd name="connsiteX58" fmla="*/ 110763 w 246830"/>
                <a:gd name="connsiteY58" fmla="*/ 131280 h 271583"/>
                <a:gd name="connsiteX59" fmla="*/ 103715 w 246830"/>
                <a:gd name="connsiteY59" fmla="*/ 128137 h 271583"/>
                <a:gd name="connsiteX60" fmla="*/ 78378 w 246830"/>
                <a:gd name="connsiteY60" fmla="*/ 100038 h 271583"/>
                <a:gd name="connsiteX61" fmla="*/ 79140 w 246830"/>
                <a:gd name="connsiteY61" fmla="*/ 86608 h 271583"/>
                <a:gd name="connsiteX62" fmla="*/ 79140 w 246830"/>
                <a:gd name="connsiteY62" fmla="*/ 86608 h 271583"/>
                <a:gd name="connsiteX63" fmla="*/ 92571 w 246830"/>
                <a:gd name="connsiteY63" fmla="*/ 87370 h 271583"/>
                <a:gd name="connsiteX64" fmla="*/ 92571 w 246830"/>
                <a:gd name="connsiteY64" fmla="*/ 87370 h 271583"/>
                <a:gd name="connsiteX65" fmla="*/ 91809 w 246830"/>
                <a:gd name="connsiteY65" fmla="*/ 100800 h 271583"/>
                <a:gd name="connsiteX66" fmla="*/ 91809 w 246830"/>
                <a:gd name="connsiteY66" fmla="*/ 100800 h 271583"/>
                <a:gd name="connsiteX67" fmla="*/ 85427 w 246830"/>
                <a:gd name="connsiteY67" fmla="*/ 103181 h 271583"/>
                <a:gd name="connsiteX68" fmla="*/ 85427 w 246830"/>
                <a:gd name="connsiteY68" fmla="*/ 103181 h 271583"/>
                <a:gd name="connsiteX69" fmla="*/ 78378 w 246830"/>
                <a:gd name="connsiteY69" fmla="*/ 100038 h 271583"/>
                <a:gd name="connsiteX70" fmla="*/ 53042 w 246830"/>
                <a:gd name="connsiteY70" fmla="*/ 72035 h 271583"/>
                <a:gd name="connsiteX71" fmla="*/ 53804 w 246830"/>
                <a:gd name="connsiteY71" fmla="*/ 58604 h 271583"/>
                <a:gd name="connsiteX72" fmla="*/ 53804 w 246830"/>
                <a:gd name="connsiteY72" fmla="*/ 58604 h 271583"/>
                <a:gd name="connsiteX73" fmla="*/ 67234 w 246830"/>
                <a:gd name="connsiteY73" fmla="*/ 59271 h 271583"/>
                <a:gd name="connsiteX74" fmla="*/ 67234 w 246830"/>
                <a:gd name="connsiteY74" fmla="*/ 59271 h 271583"/>
                <a:gd name="connsiteX75" fmla="*/ 66472 w 246830"/>
                <a:gd name="connsiteY75" fmla="*/ 72701 h 271583"/>
                <a:gd name="connsiteX76" fmla="*/ 66472 w 246830"/>
                <a:gd name="connsiteY76" fmla="*/ 72701 h 271583"/>
                <a:gd name="connsiteX77" fmla="*/ 60186 w 246830"/>
                <a:gd name="connsiteY77" fmla="*/ 75178 h 271583"/>
                <a:gd name="connsiteX78" fmla="*/ 60186 w 246830"/>
                <a:gd name="connsiteY78" fmla="*/ 75178 h 271583"/>
                <a:gd name="connsiteX79" fmla="*/ 53042 w 246830"/>
                <a:gd name="connsiteY79" fmla="*/ 72035 h 271583"/>
                <a:gd name="connsiteX80" fmla="*/ 27801 w 246830"/>
                <a:gd name="connsiteY80" fmla="*/ 43936 h 271583"/>
                <a:gd name="connsiteX81" fmla="*/ 28467 w 246830"/>
                <a:gd name="connsiteY81" fmla="*/ 30506 h 271583"/>
                <a:gd name="connsiteX82" fmla="*/ 28467 w 246830"/>
                <a:gd name="connsiteY82" fmla="*/ 30506 h 271583"/>
                <a:gd name="connsiteX83" fmla="*/ 41898 w 246830"/>
                <a:gd name="connsiteY83" fmla="*/ 31172 h 271583"/>
                <a:gd name="connsiteX84" fmla="*/ 41898 w 246830"/>
                <a:gd name="connsiteY84" fmla="*/ 31172 h 271583"/>
                <a:gd name="connsiteX85" fmla="*/ 41231 w 246830"/>
                <a:gd name="connsiteY85" fmla="*/ 44603 h 271583"/>
                <a:gd name="connsiteX86" fmla="*/ 41231 w 246830"/>
                <a:gd name="connsiteY86" fmla="*/ 44603 h 271583"/>
                <a:gd name="connsiteX87" fmla="*/ 34849 w 246830"/>
                <a:gd name="connsiteY87" fmla="*/ 47079 h 271583"/>
                <a:gd name="connsiteX88" fmla="*/ 34849 w 246830"/>
                <a:gd name="connsiteY88" fmla="*/ 47079 h 271583"/>
                <a:gd name="connsiteX89" fmla="*/ 27801 w 246830"/>
                <a:gd name="connsiteY89" fmla="*/ 43936 h 271583"/>
                <a:gd name="connsiteX90" fmla="*/ 2464 w 246830"/>
                <a:gd name="connsiteY90" fmla="*/ 15932 h 271583"/>
                <a:gd name="connsiteX91" fmla="*/ 3131 w 246830"/>
                <a:gd name="connsiteY91" fmla="*/ 2502 h 271583"/>
                <a:gd name="connsiteX92" fmla="*/ 3131 w 246830"/>
                <a:gd name="connsiteY92" fmla="*/ 2502 h 271583"/>
                <a:gd name="connsiteX93" fmla="*/ 16561 w 246830"/>
                <a:gd name="connsiteY93" fmla="*/ 3169 h 271583"/>
                <a:gd name="connsiteX94" fmla="*/ 16561 w 246830"/>
                <a:gd name="connsiteY94" fmla="*/ 3169 h 271583"/>
                <a:gd name="connsiteX95" fmla="*/ 15894 w 246830"/>
                <a:gd name="connsiteY95" fmla="*/ 16599 h 271583"/>
                <a:gd name="connsiteX96" fmla="*/ 15894 w 246830"/>
                <a:gd name="connsiteY96" fmla="*/ 16599 h 271583"/>
                <a:gd name="connsiteX97" fmla="*/ 9513 w 246830"/>
                <a:gd name="connsiteY97" fmla="*/ 19076 h 271583"/>
                <a:gd name="connsiteX98" fmla="*/ 9513 w 246830"/>
                <a:gd name="connsiteY98" fmla="*/ 19076 h 271583"/>
                <a:gd name="connsiteX99" fmla="*/ 2464 w 246830"/>
                <a:gd name="connsiteY99" fmla="*/ 15932 h 271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46830" h="271583">
                  <a:moveTo>
                    <a:pt x="230207" y="268440"/>
                  </a:moveTo>
                  <a:cubicBezTo>
                    <a:pt x="226683" y="264535"/>
                    <a:pt x="226968" y="258439"/>
                    <a:pt x="230969" y="255010"/>
                  </a:cubicBezTo>
                  <a:lnTo>
                    <a:pt x="230969" y="255010"/>
                  </a:lnTo>
                  <a:cubicBezTo>
                    <a:pt x="234779" y="251390"/>
                    <a:pt x="240875" y="251771"/>
                    <a:pt x="244399" y="255677"/>
                  </a:cubicBezTo>
                  <a:lnTo>
                    <a:pt x="244399" y="255677"/>
                  </a:lnTo>
                  <a:cubicBezTo>
                    <a:pt x="247923" y="259582"/>
                    <a:pt x="247542" y="265583"/>
                    <a:pt x="243732" y="269107"/>
                  </a:cubicBezTo>
                  <a:lnTo>
                    <a:pt x="243732" y="269107"/>
                  </a:lnTo>
                  <a:cubicBezTo>
                    <a:pt x="241827" y="270726"/>
                    <a:pt x="239541" y="271583"/>
                    <a:pt x="237351" y="271583"/>
                  </a:cubicBezTo>
                  <a:lnTo>
                    <a:pt x="237351" y="271583"/>
                  </a:lnTo>
                  <a:cubicBezTo>
                    <a:pt x="234684" y="271583"/>
                    <a:pt x="232112" y="270536"/>
                    <a:pt x="230207" y="268440"/>
                  </a:cubicBezTo>
                  <a:close/>
                  <a:moveTo>
                    <a:pt x="204966" y="240341"/>
                  </a:moveTo>
                  <a:cubicBezTo>
                    <a:pt x="201346" y="236436"/>
                    <a:pt x="201727" y="230435"/>
                    <a:pt x="205632" y="226911"/>
                  </a:cubicBezTo>
                  <a:lnTo>
                    <a:pt x="205632" y="226911"/>
                  </a:lnTo>
                  <a:cubicBezTo>
                    <a:pt x="209538" y="223387"/>
                    <a:pt x="215538" y="223673"/>
                    <a:pt x="219063" y="227578"/>
                  </a:cubicBezTo>
                  <a:lnTo>
                    <a:pt x="219063" y="227578"/>
                  </a:lnTo>
                  <a:cubicBezTo>
                    <a:pt x="222587" y="231483"/>
                    <a:pt x="222301" y="237484"/>
                    <a:pt x="218396" y="241103"/>
                  </a:cubicBezTo>
                  <a:lnTo>
                    <a:pt x="218396" y="241103"/>
                  </a:lnTo>
                  <a:cubicBezTo>
                    <a:pt x="216586" y="242723"/>
                    <a:pt x="214300" y="243485"/>
                    <a:pt x="212014" y="243485"/>
                  </a:cubicBezTo>
                  <a:lnTo>
                    <a:pt x="212014" y="243485"/>
                  </a:lnTo>
                  <a:cubicBezTo>
                    <a:pt x="209347" y="243485"/>
                    <a:pt x="206775" y="242437"/>
                    <a:pt x="204966" y="240341"/>
                  </a:cubicBezTo>
                  <a:close/>
                  <a:moveTo>
                    <a:pt x="179629" y="212338"/>
                  </a:moveTo>
                  <a:cubicBezTo>
                    <a:pt x="176105" y="208433"/>
                    <a:pt x="176391" y="202337"/>
                    <a:pt x="180296" y="198812"/>
                  </a:cubicBezTo>
                  <a:lnTo>
                    <a:pt x="180296" y="198812"/>
                  </a:lnTo>
                  <a:cubicBezTo>
                    <a:pt x="184201" y="195288"/>
                    <a:pt x="190202" y="195669"/>
                    <a:pt x="193821" y="199574"/>
                  </a:cubicBezTo>
                  <a:lnTo>
                    <a:pt x="193821" y="199574"/>
                  </a:lnTo>
                  <a:cubicBezTo>
                    <a:pt x="197250" y="203480"/>
                    <a:pt x="196965" y="209480"/>
                    <a:pt x="193059" y="213005"/>
                  </a:cubicBezTo>
                  <a:lnTo>
                    <a:pt x="193059" y="213005"/>
                  </a:lnTo>
                  <a:cubicBezTo>
                    <a:pt x="191250" y="214624"/>
                    <a:pt x="188964" y="215481"/>
                    <a:pt x="186678" y="215481"/>
                  </a:cubicBezTo>
                  <a:lnTo>
                    <a:pt x="186678" y="215481"/>
                  </a:lnTo>
                  <a:cubicBezTo>
                    <a:pt x="184106" y="215481"/>
                    <a:pt x="181534" y="214433"/>
                    <a:pt x="179629" y="212338"/>
                  </a:cubicBezTo>
                  <a:close/>
                  <a:moveTo>
                    <a:pt x="154293" y="184239"/>
                  </a:moveTo>
                  <a:cubicBezTo>
                    <a:pt x="150768" y="180334"/>
                    <a:pt x="151054" y="174333"/>
                    <a:pt x="155055" y="170809"/>
                  </a:cubicBezTo>
                  <a:lnTo>
                    <a:pt x="155055" y="170809"/>
                  </a:lnTo>
                  <a:cubicBezTo>
                    <a:pt x="158865" y="167285"/>
                    <a:pt x="164961" y="167570"/>
                    <a:pt x="168485" y="171476"/>
                  </a:cubicBezTo>
                  <a:lnTo>
                    <a:pt x="168485" y="171476"/>
                  </a:lnTo>
                  <a:cubicBezTo>
                    <a:pt x="172009" y="175381"/>
                    <a:pt x="171628" y="181382"/>
                    <a:pt x="167723" y="185001"/>
                  </a:cubicBezTo>
                  <a:lnTo>
                    <a:pt x="167723" y="185001"/>
                  </a:lnTo>
                  <a:cubicBezTo>
                    <a:pt x="165913" y="186620"/>
                    <a:pt x="163627" y="187382"/>
                    <a:pt x="161436" y="187382"/>
                  </a:cubicBezTo>
                  <a:lnTo>
                    <a:pt x="161436" y="187382"/>
                  </a:lnTo>
                  <a:cubicBezTo>
                    <a:pt x="158769" y="187382"/>
                    <a:pt x="156198" y="186335"/>
                    <a:pt x="154293" y="184239"/>
                  </a:cubicBezTo>
                  <a:close/>
                  <a:moveTo>
                    <a:pt x="129051" y="156236"/>
                  </a:moveTo>
                  <a:cubicBezTo>
                    <a:pt x="125432" y="152235"/>
                    <a:pt x="125813" y="146234"/>
                    <a:pt x="129718" y="142710"/>
                  </a:cubicBezTo>
                  <a:lnTo>
                    <a:pt x="129718" y="142710"/>
                  </a:lnTo>
                  <a:cubicBezTo>
                    <a:pt x="133623" y="139186"/>
                    <a:pt x="139624" y="139472"/>
                    <a:pt x="143148" y="143472"/>
                  </a:cubicBezTo>
                  <a:lnTo>
                    <a:pt x="143148" y="143472"/>
                  </a:lnTo>
                  <a:cubicBezTo>
                    <a:pt x="146673" y="147377"/>
                    <a:pt x="146387" y="153378"/>
                    <a:pt x="142482" y="156902"/>
                  </a:cubicBezTo>
                  <a:lnTo>
                    <a:pt x="142482" y="156902"/>
                  </a:lnTo>
                  <a:cubicBezTo>
                    <a:pt x="140672" y="158522"/>
                    <a:pt x="138386" y="159284"/>
                    <a:pt x="136100" y="159284"/>
                  </a:cubicBezTo>
                  <a:lnTo>
                    <a:pt x="136100" y="159284"/>
                  </a:lnTo>
                  <a:cubicBezTo>
                    <a:pt x="133433" y="159284"/>
                    <a:pt x="130861" y="158236"/>
                    <a:pt x="129051" y="156236"/>
                  </a:cubicBezTo>
                  <a:close/>
                  <a:moveTo>
                    <a:pt x="103715" y="128137"/>
                  </a:moveTo>
                  <a:cubicBezTo>
                    <a:pt x="100191" y="124232"/>
                    <a:pt x="100476" y="118231"/>
                    <a:pt x="104382" y="114707"/>
                  </a:cubicBezTo>
                  <a:lnTo>
                    <a:pt x="104382" y="114707"/>
                  </a:lnTo>
                  <a:cubicBezTo>
                    <a:pt x="108287" y="111182"/>
                    <a:pt x="114288" y="111468"/>
                    <a:pt x="117812" y="115373"/>
                  </a:cubicBezTo>
                  <a:lnTo>
                    <a:pt x="117812" y="115373"/>
                  </a:lnTo>
                  <a:cubicBezTo>
                    <a:pt x="121336" y="119279"/>
                    <a:pt x="121050" y="125279"/>
                    <a:pt x="117145" y="128804"/>
                  </a:cubicBezTo>
                  <a:lnTo>
                    <a:pt x="117145" y="128804"/>
                  </a:lnTo>
                  <a:cubicBezTo>
                    <a:pt x="115335" y="130423"/>
                    <a:pt x="113049" y="131280"/>
                    <a:pt x="110763" y="131280"/>
                  </a:cubicBezTo>
                  <a:lnTo>
                    <a:pt x="110763" y="131280"/>
                  </a:lnTo>
                  <a:cubicBezTo>
                    <a:pt x="108192" y="131280"/>
                    <a:pt x="105525" y="130232"/>
                    <a:pt x="103715" y="128137"/>
                  </a:cubicBezTo>
                  <a:close/>
                  <a:moveTo>
                    <a:pt x="78378" y="100038"/>
                  </a:moveTo>
                  <a:cubicBezTo>
                    <a:pt x="74854" y="96133"/>
                    <a:pt x="75140" y="90132"/>
                    <a:pt x="79140" y="86608"/>
                  </a:cubicBezTo>
                  <a:lnTo>
                    <a:pt x="79140" y="86608"/>
                  </a:lnTo>
                  <a:cubicBezTo>
                    <a:pt x="82950" y="83084"/>
                    <a:pt x="89046" y="83369"/>
                    <a:pt x="92571" y="87370"/>
                  </a:cubicBezTo>
                  <a:lnTo>
                    <a:pt x="92571" y="87370"/>
                  </a:lnTo>
                  <a:cubicBezTo>
                    <a:pt x="96095" y="91180"/>
                    <a:pt x="95714" y="97276"/>
                    <a:pt x="91809" y="100800"/>
                  </a:cubicBezTo>
                  <a:lnTo>
                    <a:pt x="91809" y="100800"/>
                  </a:lnTo>
                  <a:cubicBezTo>
                    <a:pt x="89999" y="102419"/>
                    <a:pt x="87713" y="103181"/>
                    <a:pt x="85427" y="103181"/>
                  </a:cubicBezTo>
                  <a:lnTo>
                    <a:pt x="85427" y="103181"/>
                  </a:lnTo>
                  <a:cubicBezTo>
                    <a:pt x="82855" y="103181"/>
                    <a:pt x="80283" y="102134"/>
                    <a:pt x="78378" y="100038"/>
                  </a:cubicBezTo>
                  <a:close/>
                  <a:moveTo>
                    <a:pt x="53042" y="72035"/>
                  </a:moveTo>
                  <a:cubicBezTo>
                    <a:pt x="49518" y="68129"/>
                    <a:pt x="49899" y="62033"/>
                    <a:pt x="53804" y="58604"/>
                  </a:cubicBezTo>
                  <a:lnTo>
                    <a:pt x="53804" y="58604"/>
                  </a:lnTo>
                  <a:cubicBezTo>
                    <a:pt x="57709" y="54985"/>
                    <a:pt x="63710" y="55366"/>
                    <a:pt x="67234" y="59271"/>
                  </a:cubicBezTo>
                  <a:lnTo>
                    <a:pt x="67234" y="59271"/>
                  </a:lnTo>
                  <a:cubicBezTo>
                    <a:pt x="70758" y="63176"/>
                    <a:pt x="70473" y="69177"/>
                    <a:pt x="66472" y="72701"/>
                  </a:cubicBezTo>
                  <a:lnTo>
                    <a:pt x="66472" y="72701"/>
                  </a:lnTo>
                  <a:cubicBezTo>
                    <a:pt x="64758" y="74321"/>
                    <a:pt x="62472" y="75178"/>
                    <a:pt x="60186" y="75178"/>
                  </a:cubicBezTo>
                  <a:lnTo>
                    <a:pt x="60186" y="75178"/>
                  </a:lnTo>
                  <a:cubicBezTo>
                    <a:pt x="57614" y="75178"/>
                    <a:pt x="54947" y="74130"/>
                    <a:pt x="53042" y="72035"/>
                  </a:cubicBezTo>
                  <a:close/>
                  <a:moveTo>
                    <a:pt x="27801" y="43936"/>
                  </a:moveTo>
                  <a:cubicBezTo>
                    <a:pt x="24276" y="40031"/>
                    <a:pt x="24562" y="34030"/>
                    <a:pt x="28467" y="30506"/>
                  </a:cubicBezTo>
                  <a:lnTo>
                    <a:pt x="28467" y="30506"/>
                  </a:lnTo>
                  <a:cubicBezTo>
                    <a:pt x="32373" y="26981"/>
                    <a:pt x="38373" y="27267"/>
                    <a:pt x="41898" y="31172"/>
                  </a:cubicBezTo>
                  <a:lnTo>
                    <a:pt x="41898" y="31172"/>
                  </a:lnTo>
                  <a:cubicBezTo>
                    <a:pt x="45422" y="35078"/>
                    <a:pt x="45136" y="41078"/>
                    <a:pt x="41231" y="44603"/>
                  </a:cubicBezTo>
                  <a:lnTo>
                    <a:pt x="41231" y="44603"/>
                  </a:lnTo>
                  <a:cubicBezTo>
                    <a:pt x="39421" y="46317"/>
                    <a:pt x="37135" y="47079"/>
                    <a:pt x="34849" y="47079"/>
                  </a:cubicBezTo>
                  <a:lnTo>
                    <a:pt x="34849" y="47079"/>
                  </a:lnTo>
                  <a:cubicBezTo>
                    <a:pt x="32277" y="47079"/>
                    <a:pt x="29610" y="46031"/>
                    <a:pt x="27801" y="43936"/>
                  </a:cubicBezTo>
                  <a:close/>
                  <a:moveTo>
                    <a:pt x="2464" y="15932"/>
                  </a:moveTo>
                  <a:cubicBezTo>
                    <a:pt x="-1060" y="12027"/>
                    <a:pt x="-774" y="5931"/>
                    <a:pt x="3131" y="2502"/>
                  </a:cubicBezTo>
                  <a:lnTo>
                    <a:pt x="3131" y="2502"/>
                  </a:lnTo>
                  <a:cubicBezTo>
                    <a:pt x="7131" y="-1117"/>
                    <a:pt x="13132" y="-736"/>
                    <a:pt x="16561" y="3169"/>
                  </a:cubicBezTo>
                  <a:lnTo>
                    <a:pt x="16561" y="3169"/>
                  </a:lnTo>
                  <a:cubicBezTo>
                    <a:pt x="20181" y="7074"/>
                    <a:pt x="19800" y="13075"/>
                    <a:pt x="15894" y="16599"/>
                  </a:cubicBezTo>
                  <a:lnTo>
                    <a:pt x="15894" y="16599"/>
                  </a:lnTo>
                  <a:cubicBezTo>
                    <a:pt x="14085" y="18218"/>
                    <a:pt x="11799" y="19076"/>
                    <a:pt x="9513" y="19076"/>
                  </a:cubicBezTo>
                  <a:lnTo>
                    <a:pt x="9513" y="19076"/>
                  </a:lnTo>
                  <a:cubicBezTo>
                    <a:pt x="6941" y="19076"/>
                    <a:pt x="4369" y="17933"/>
                    <a:pt x="2464" y="15932"/>
                  </a:cubicBezTo>
                  <a:close/>
                </a:path>
              </a:pathLst>
            </a:custGeom>
            <a:grpFill/>
            <a:ln w="0" cap="flat">
              <a:noFill/>
              <a:prstDash val="solid"/>
              <a:miter/>
            </a:ln>
          </p:spPr>
          <p:txBody>
            <a:bodyPr rtlCol="0" anchor="ctr"/>
            <a:lstStyle/>
            <a:p>
              <a:endParaRPr lang="en-GB"/>
            </a:p>
          </p:txBody>
        </p:sp>
        <p:sp>
          <p:nvSpPr>
            <p:cNvPr id="36" name="Freeform: Shape 35">
              <a:extLst>
                <a:ext uri="{FF2B5EF4-FFF2-40B4-BE49-F238E27FC236}">
                  <a16:creationId xmlns:a16="http://schemas.microsoft.com/office/drawing/2014/main" id="{377E9C87-1A34-4A6F-B2AE-17E193E68B3F}"/>
                </a:ext>
              </a:extLst>
            </p:cNvPr>
            <p:cNvSpPr/>
            <p:nvPr/>
          </p:nvSpPr>
          <p:spPr>
            <a:xfrm>
              <a:off x="6096952" y="3916774"/>
              <a:ext cx="19145" cy="19145"/>
            </a:xfrm>
            <a:custGeom>
              <a:avLst/>
              <a:gdLst>
                <a:gd name="connsiteX0" fmla="*/ 0 w 19145"/>
                <a:gd name="connsiteY0" fmla="*/ 9620 h 19145"/>
                <a:gd name="connsiteX1" fmla="*/ 9525 w 19145"/>
                <a:gd name="connsiteY1" fmla="*/ 0 h 19145"/>
                <a:gd name="connsiteX2" fmla="*/ 9525 w 19145"/>
                <a:gd name="connsiteY2" fmla="*/ 0 h 19145"/>
                <a:gd name="connsiteX3" fmla="*/ 19145 w 19145"/>
                <a:gd name="connsiteY3" fmla="*/ 9620 h 19145"/>
                <a:gd name="connsiteX4" fmla="*/ 19145 w 19145"/>
                <a:gd name="connsiteY4" fmla="*/ 9620 h 19145"/>
                <a:gd name="connsiteX5" fmla="*/ 9525 w 19145"/>
                <a:gd name="connsiteY5" fmla="*/ 19145 h 19145"/>
                <a:gd name="connsiteX6" fmla="*/ 9525 w 19145"/>
                <a:gd name="connsiteY6" fmla="*/ 19145 h 19145"/>
                <a:gd name="connsiteX7" fmla="*/ 0 w 19145"/>
                <a:gd name="connsiteY7" fmla="*/ 9620 h 19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45" h="19145">
                  <a:moveTo>
                    <a:pt x="0" y="9620"/>
                  </a:moveTo>
                  <a:cubicBezTo>
                    <a:pt x="0" y="4286"/>
                    <a:pt x="4286" y="0"/>
                    <a:pt x="9525" y="0"/>
                  </a:cubicBezTo>
                  <a:lnTo>
                    <a:pt x="9525" y="0"/>
                  </a:lnTo>
                  <a:cubicBezTo>
                    <a:pt x="14859" y="0"/>
                    <a:pt x="19145" y="4286"/>
                    <a:pt x="19145" y="9620"/>
                  </a:cubicBezTo>
                  <a:lnTo>
                    <a:pt x="19145" y="9620"/>
                  </a:lnTo>
                  <a:cubicBezTo>
                    <a:pt x="19145" y="14859"/>
                    <a:pt x="14859" y="19145"/>
                    <a:pt x="9525" y="19145"/>
                  </a:cubicBezTo>
                  <a:lnTo>
                    <a:pt x="9525" y="19145"/>
                  </a:lnTo>
                  <a:cubicBezTo>
                    <a:pt x="4286" y="19145"/>
                    <a:pt x="0" y="14859"/>
                    <a:pt x="0" y="9620"/>
                  </a:cubicBezTo>
                  <a:close/>
                </a:path>
              </a:pathLst>
            </a:custGeom>
            <a:grpFill/>
            <a:ln w="0" cap="flat">
              <a:noFill/>
              <a:prstDash val="solid"/>
              <a:miter/>
            </a:ln>
          </p:spPr>
          <p:txBody>
            <a:bodyPr rtlCol="0" anchor="ctr"/>
            <a:lstStyle/>
            <a:p>
              <a:endParaRPr lang="en-GB"/>
            </a:p>
          </p:txBody>
        </p:sp>
        <p:sp>
          <p:nvSpPr>
            <p:cNvPr id="37" name="Freeform: Shape 36">
              <a:extLst>
                <a:ext uri="{FF2B5EF4-FFF2-40B4-BE49-F238E27FC236}">
                  <a16:creationId xmlns:a16="http://schemas.microsoft.com/office/drawing/2014/main" id="{A8AC4199-99B6-0002-D977-7E6DB2B3EEAD}"/>
                </a:ext>
              </a:extLst>
            </p:cNvPr>
            <p:cNvSpPr/>
            <p:nvPr/>
          </p:nvSpPr>
          <p:spPr>
            <a:xfrm>
              <a:off x="6123594" y="3632901"/>
              <a:ext cx="258482" cy="274538"/>
            </a:xfrm>
            <a:custGeom>
              <a:avLst/>
              <a:gdLst>
                <a:gd name="connsiteX0" fmla="*/ 2981 w 258482"/>
                <a:gd name="connsiteY0" fmla="*/ 271967 h 274538"/>
                <a:gd name="connsiteX1" fmla="*/ 2600 w 258482"/>
                <a:gd name="connsiteY1" fmla="*/ 258536 h 274538"/>
                <a:gd name="connsiteX2" fmla="*/ 2600 w 258482"/>
                <a:gd name="connsiteY2" fmla="*/ 258536 h 274538"/>
                <a:gd name="connsiteX3" fmla="*/ 16030 w 258482"/>
                <a:gd name="connsiteY3" fmla="*/ 258060 h 274538"/>
                <a:gd name="connsiteX4" fmla="*/ 16030 w 258482"/>
                <a:gd name="connsiteY4" fmla="*/ 258060 h 274538"/>
                <a:gd name="connsiteX5" fmla="*/ 16506 w 258482"/>
                <a:gd name="connsiteY5" fmla="*/ 271586 h 274538"/>
                <a:gd name="connsiteX6" fmla="*/ 16506 w 258482"/>
                <a:gd name="connsiteY6" fmla="*/ 271586 h 274538"/>
                <a:gd name="connsiteX7" fmla="*/ 9553 w 258482"/>
                <a:gd name="connsiteY7" fmla="*/ 274538 h 274538"/>
                <a:gd name="connsiteX8" fmla="*/ 9553 w 258482"/>
                <a:gd name="connsiteY8" fmla="*/ 274538 h 274538"/>
                <a:gd name="connsiteX9" fmla="*/ 2981 w 258482"/>
                <a:gd name="connsiteY9" fmla="*/ 271967 h 274538"/>
                <a:gd name="connsiteX10" fmla="*/ 29555 w 258482"/>
                <a:gd name="connsiteY10" fmla="*/ 243582 h 274538"/>
                <a:gd name="connsiteX11" fmla="*/ 29174 w 258482"/>
                <a:gd name="connsiteY11" fmla="*/ 230152 h 274538"/>
                <a:gd name="connsiteX12" fmla="*/ 29174 w 258482"/>
                <a:gd name="connsiteY12" fmla="*/ 230152 h 274538"/>
                <a:gd name="connsiteX13" fmla="*/ 42605 w 258482"/>
                <a:gd name="connsiteY13" fmla="*/ 229676 h 274538"/>
                <a:gd name="connsiteX14" fmla="*/ 42605 w 258482"/>
                <a:gd name="connsiteY14" fmla="*/ 229676 h 274538"/>
                <a:gd name="connsiteX15" fmla="*/ 43081 w 258482"/>
                <a:gd name="connsiteY15" fmla="*/ 243201 h 274538"/>
                <a:gd name="connsiteX16" fmla="*/ 43081 w 258482"/>
                <a:gd name="connsiteY16" fmla="*/ 243201 h 274538"/>
                <a:gd name="connsiteX17" fmla="*/ 36128 w 258482"/>
                <a:gd name="connsiteY17" fmla="*/ 246154 h 274538"/>
                <a:gd name="connsiteX18" fmla="*/ 36128 w 258482"/>
                <a:gd name="connsiteY18" fmla="*/ 246154 h 274538"/>
                <a:gd name="connsiteX19" fmla="*/ 29555 w 258482"/>
                <a:gd name="connsiteY19" fmla="*/ 243582 h 274538"/>
                <a:gd name="connsiteX20" fmla="*/ 56225 w 258482"/>
                <a:gd name="connsiteY20" fmla="*/ 215198 h 274538"/>
                <a:gd name="connsiteX21" fmla="*/ 55749 w 258482"/>
                <a:gd name="connsiteY21" fmla="*/ 201767 h 274538"/>
                <a:gd name="connsiteX22" fmla="*/ 55749 w 258482"/>
                <a:gd name="connsiteY22" fmla="*/ 201767 h 274538"/>
                <a:gd name="connsiteX23" fmla="*/ 69275 w 258482"/>
                <a:gd name="connsiteY23" fmla="*/ 201291 h 274538"/>
                <a:gd name="connsiteX24" fmla="*/ 69275 w 258482"/>
                <a:gd name="connsiteY24" fmla="*/ 201291 h 274538"/>
                <a:gd name="connsiteX25" fmla="*/ 69656 w 258482"/>
                <a:gd name="connsiteY25" fmla="*/ 214721 h 274538"/>
                <a:gd name="connsiteX26" fmla="*/ 69656 w 258482"/>
                <a:gd name="connsiteY26" fmla="*/ 214721 h 274538"/>
                <a:gd name="connsiteX27" fmla="*/ 62702 w 258482"/>
                <a:gd name="connsiteY27" fmla="*/ 217769 h 274538"/>
                <a:gd name="connsiteX28" fmla="*/ 62702 w 258482"/>
                <a:gd name="connsiteY28" fmla="*/ 217769 h 274538"/>
                <a:gd name="connsiteX29" fmla="*/ 56225 w 258482"/>
                <a:gd name="connsiteY29" fmla="*/ 215198 h 274538"/>
                <a:gd name="connsiteX30" fmla="*/ 82800 w 258482"/>
                <a:gd name="connsiteY30" fmla="*/ 186813 h 274538"/>
                <a:gd name="connsiteX31" fmla="*/ 82419 w 258482"/>
                <a:gd name="connsiteY31" fmla="*/ 173383 h 274538"/>
                <a:gd name="connsiteX32" fmla="*/ 82419 w 258482"/>
                <a:gd name="connsiteY32" fmla="*/ 173383 h 274538"/>
                <a:gd name="connsiteX33" fmla="*/ 95849 w 258482"/>
                <a:gd name="connsiteY33" fmla="*/ 172907 h 274538"/>
                <a:gd name="connsiteX34" fmla="*/ 95849 w 258482"/>
                <a:gd name="connsiteY34" fmla="*/ 172907 h 274538"/>
                <a:gd name="connsiteX35" fmla="*/ 96326 w 258482"/>
                <a:gd name="connsiteY35" fmla="*/ 186432 h 274538"/>
                <a:gd name="connsiteX36" fmla="*/ 96326 w 258482"/>
                <a:gd name="connsiteY36" fmla="*/ 186432 h 274538"/>
                <a:gd name="connsiteX37" fmla="*/ 89372 w 258482"/>
                <a:gd name="connsiteY37" fmla="*/ 189385 h 274538"/>
                <a:gd name="connsiteX38" fmla="*/ 89372 w 258482"/>
                <a:gd name="connsiteY38" fmla="*/ 189385 h 274538"/>
                <a:gd name="connsiteX39" fmla="*/ 82800 w 258482"/>
                <a:gd name="connsiteY39" fmla="*/ 186813 h 274538"/>
                <a:gd name="connsiteX40" fmla="*/ 109375 w 258482"/>
                <a:gd name="connsiteY40" fmla="*/ 158429 h 274538"/>
                <a:gd name="connsiteX41" fmla="*/ 108994 w 258482"/>
                <a:gd name="connsiteY41" fmla="*/ 144998 h 274538"/>
                <a:gd name="connsiteX42" fmla="*/ 108994 w 258482"/>
                <a:gd name="connsiteY42" fmla="*/ 144998 h 274538"/>
                <a:gd name="connsiteX43" fmla="*/ 122424 w 258482"/>
                <a:gd name="connsiteY43" fmla="*/ 144522 h 274538"/>
                <a:gd name="connsiteX44" fmla="*/ 122424 w 258482"/>
                <a:gd name="connsiteY44" fmla="*/ 144522 h 274538"/>
                <a:gd name="connsiteX45" fmla="*/ 122900 w 258482"/>
                <a:gd name="connsiteY45" fmla="*/ 158048 h 274538"/>
                <a:gd name="connsiteX46" fmla="*/ 122900 w 258482"/>
                <a:gd name="connsiteY46" fmla="*/ 158048 h 274538"/>
                <a:gd name="connsiteX47" fmla="*/ 115947 w 258482"/>
                <a:gd name="connsiteY47" fmla="*/ 161000 h 274538"/>
                <a:gd name="connsiteX48" fmla="*/ 115947 w 258482"/>
                <a:gd name="connsiteY48" fmla="*/ 161000 h 274538"/>
                <a:gd name="connsiteX49" fmla="*/ 109375 w 258482"/>
                <a:gd name="connsiteY49" fmla="*/ 158429 h 274538"/>
                <a:gd name="connsiteX50" fmla="*/ 136045 w 258482"/>
                <a:gd name="connsiteY50" fmla="*/ 130044 h 274538"/>
                <a:gd name="connsiteX51" fmla="*/ 135569 w 258482"/>
                <a:gd name="connsiteY51" fmla="*/ 116614 h 274538"/>
                <a:gd name="connsiteX52" fmla="*/ 135569 w 258482"/>
                <a:gd name="connsiteY52" fmla="*/ 116614 h 274538"/>
                <a:gd name="connsiteX53" fmla="*/ 149094 w 258482"/>
                <a:gd name="connsiteY53" fmla="*/ 116138 h 274538"/>
                <a:gd name="connsiteX54" fmla="*/ 149094 w 258482"/>
                <a:gd name="connsiteY54" fmla="*/ 116138 h 274538"/>
                <a:gd name="connsiteX55" fmla="*/ 149475 w 258482"/>
                <a:gd name="connsiteY55" fmla="*/ 129568 h 274538"/>
                <a:gd name="connsiteX56" fmla="*/ 149475 w 258482"/>
                <a:gd name="connsiteY56" fmla="*/ 129568 h 274538"/>
                <a:gd name="connsiteX57" fmla="*/ 142522 w 258482"/>
                <a:gd name="connsiteY57" fmla="*/ 132616 h 274538"/>
                <a:gd name="connsiteX58" fmla="*/ 142522 w 258482"/>
                <a:gd name="connsiteY58" fmla="*/ 132616 h 274538"/>
                <a:gd name="connsiteX59" fmla="*/ 136045 w 258482"/>
                <a:gd name="connsiteY59" fmla="*/ 130044 h 274538"/>
                <a:gd name="connsiteX60" fmla="*/ 162620 w 258482"/>
                <a:gd name="connsiteY60" fmla="*/ 101660 h 274538"/>
                <a:gd name="connsiteX61" fmla="*/ 162239 w 258482"/>
                <a:gd name="connsiteY61" fmla="*/ 88134 h 274538"/>
                <a:gd name="connsiteX62" fmla="*/ 162239 w 258482"/>
                <a:gd name="connsiteY62" fmla="*/ 88134 h 274538"/>
                <a:gd name="connsiteX63" fmla="*/ 175669 w 258482"/>
                <a:gd name="connsiteY63" fmla="*/ 87753 h 274538"/>
                <a:gd name="connsiteX64" fmla="*/ 175669 w 258482"/>
                <a:gd name="connsiteY64" fmla="*/ 87753 h 274538"/>
                <a:gd name="connsiteX65" fmla="*/ 176145 w 258482"/>
                <a:gd name="connsiteY65" fmla="*/ 101183 h 274538"/>
                <a:gd name="connsiteX66" fmla="*/ 176145 w 258482"/>
                <a:gd name="connsiteY66" fmla="*/ 101183 h 274538"/>
                <a:gd name="connsiteX67" fmla="*/ 169097 w 258482"/>
                <a:gd name="connsiteY67" fmla="*/ 104231 h 274538"/>
                <a:gd name="connsiteX68" fmla="*/ 169097 w 258482"/>
                <a:gd name="connsiteY68" fmla="*/ 104231 h 274538"/>
                <a:gd name="connsiteX69" fmla="*/ 162620 w 258482"/>
                <a:gd name="connsiteY69" fmla="*/ 101660 h 274538"/>
                <a:gd name="connsiteX70" fmla="*/ 189290 w 258482"/>
                <a:gd name="connsiteY70" fmla="*/ 73275 h 274538"/>
                <a:gd name="connsiteX71" fmla="*/ 188813 w 258482"/>
                <a:gd name="connsiteY71" fmla="*/ 59845 h 274538"/>
                <a:gd name="connsiteX72" fmla="*/ 188813 w 258482"/>
                <a:gd name="connsiteY72" fmla="*/ 59845 h 274538"/>
                <a:gd name="connsiteX73" fmla="*/ 202244 w 258482"/>
                <a:gd name="connsiteY73" fmla="*/ 59369 h 274538"/>
                <a:gd name="connsiteX74" fmla="*/ 202244 w 258482"/>
                <a:gd name="connsiteY74" fmla="*/ 59369 h 274538"/>
                <a:gd name="connsiteX75" fmla="*/ 202720 w 258482"/>
                <a:gd name="connsiteY75" fmla="*/ 72799 h 274538"/>
                <a:gd name="connsiteX76" fmla="*/ 202720 w 258482"/>
                <a:gd name="connsiteY76" fmla="*/ 72799 h 274538"/>
                <a:gd name="connsiteX77" fmla="*/ 195767 w 258482"/>
                <a:gd name="connsiteY77" fmla="*/ 75847 h 274538"/>
                <a:gd name="connsiteX78" fmla="*/ 195767 w 258482"/>
                <a:gd name="connsiteY78" fmla="*/ 75847 h 274538"/>
                <a:gd name="connsiteX79" fmla="*/ 189290 w 258482"/>
                <a:gd name="connsiteY79" fmla="*/ 73275 h 274538"/>
                <a:gd name="connsiteX80" fmla="*/ 215864 w 258482"/>
                <a:gd name="connsiteY80" fmla="*/ 44891 h 274538"/>
                <a:gd name="connsiteX81" fmla="*/ 215388 w 258482"/>
                <a:gd name="connsiteY81" fmla="*/ 31365 h 274538"/>
                <a:gd name="connsiteX82" fmla="*/ 215388 w 258482"/>
                <a:gd name="connsiteY82" fmla="*/ 31365 h 274538"/>
                <a:gd name="connsiteX83" fmla="*/ 228914 w 258482"/>
                <a:gd name="connsiteY83" fmla="*/ 30984 h 274538"/>
                <a:gd name="connsiteX84" fmla="*/ 228914 w 258482"/>
                <a:gd name="connsiteY84" fmla="*/ 30984 h 274538"/>
                <a:gd name="connsiteX85" fmla="*/ 229295 w 258482"/>
                <a:gd name="connsiteY85" fmla="*/ 44414 h 274538"/>
                <a:gd name="connsiteX86" fmla="*/ 229295 w 258482"/>
                <a:gd name="connsiteY86" fmla="*/ 44414 h 274538"/>
                <a:gd name="connsiteX87" fmla="*/ 222341 w 258482"/>
                <a:gd name="connsiteY87" fmla="*/ 47462 h 274538"/>
                <a:gd name="connsiteX88" fmla="*/ 222341 w 258482"/>
                <a:gd name="connsiteY88" fmla="*/ 47462 h 274538"/>
                <a:gd name="connsiteX89" fmla="*/ 215864 w 258482"/>
                <a:gd name="connsiteY89" fmla="*/ 44891 h 274538"/>
                <a:gd name="connsiteX90" fmla="*/ 242439 w 258482"/>
                <a:gd name="connsiteY90" fmla="*/ 16506 h 274538"/>
                <a:gd name="connsiteX91" fmla="*/ 242058 w 258482"/>
                <a:gd name="connsiteY91" fmla="*/ 2981 h 274538"/>
                <a:gd name="connsiteX92" fmla="*/ 242058 w 258482"/>
                <a:gd name="connsiteY92" fmla="*/ 2981 h 274538"/>
                <a:gd name="connsiteX93" fmla="*/ 255488 w 258482"/>
                <a:gd name="connsiteY93" fmla="*/ 2600 h 274538"/>
                <a:gd name="connsiteX94" fmla="*/ 255488 w 258482"/>
                <a:gd name="connsiteY94" fmla="*/ 2600 h 274538"/>
                <a:gd name="connsiteX95" fmla="*/ 255965 w 258482"/>
                <a:gd name="connsiteY95" fmla="*/ 16030 h 274538"/>
                <a:gd name="connsiteX96" fmla="*/ 255965 w 258482"/>
                <a:gd name="connsiteY96" fmla="*/ 16030 h 274538"/>
                <a:gd name="connsiteX97" fmla="*/ 249011 w 258482"/>
                <a:gd name="connsiteY97" fmla="*/ 19078 h 274538"/>
                <a:gd name="connsiteX98" fmla="*/ 249011 w 258482"/>
                <a:gd name="connsiteY98" fmla="*/ 19078 h 274538"/>
                <a:gd name="connsiteX99" fmla="*/ 242439 w 258482"/>
                <a:gd name="connsiteY99" fmla="*/ 16506 h 274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58482" h="274538">
                  <a:moveTo>
                    <a:pt x="2981" y="271967"/>
                  </a:moveTo>
                  <a:cubicBezTo>
                    <a:pt x="-829" y="268442"/>
                    <a:pt x="-1020" y="262346"/>
                    <a:pt x="2600" y="258536"/>
                  </a:cubicBezTo>
                  <a:lnTo>
                    <a:pt x="2600" y="258536"/>
                  </a:lnTo>
                  <a:cubicBezTo>
                    <a:pt x="6124" y="254726"/>
                    <a:pt x="12220" y="254536"/>
                    <a:pt x="16030" y="258060"/>
                  </a:cubicBezTo>
                  <a:lnTo>
                    <a:pt x="16030" y="258060"/>
                  </a:lnTo>
                  <a:cubicBezTo>
                    <a:pt x="19840" y="261680"/>
                    <a:pt x="20030" y="267776"/>
                    <a:pt x="16506" y="271586"/>
                  </a:cubicBezTo>
                  <a:lnTo>
                    <a:pt x="16506" y="271586"/>
                  </a:lnTo>
                  <a:cubicBezTo>
                    <a:pt x="14601" y="273586"/>
                    <a:pt x="12029" y="274538"/>
                    <a:pt x="9553" y="274538"/>
                  </a:cubicBezTo>
                  <a:lnTo>
                    <a:pt x="9553" y="274538"/>
                  </a:lnTo>
                  <a:cubicBezTo>
                    <a:pt x="7172" y="274538"/>
                    <a:pt x="4886" y="273681"/>
                    <a:pt x="2981" y="271967"/>
                  </a:cubicBezTo>
                  <a:close/>
                  <a:moveTo>
                    <a:pt x="29555" y="243582"/>
                  </a:moveTo>
                  <a:cubicBezTo>
                    <a:pt x="25745" y="239963"/>
                    <a:pt x="25555" y="233962"/>
                    <a:pt x="29174" y="230152"/>
                  </a:cubicBezTo>
                  <a:lnTo>
                    <a:pt x="29174" y="230152"/>
                  </a:lnTo>
                  <a:cubicBezTo>
                    <a:pt x="32794" y="226342"/>
                    <a:pt x="38795" y="226056"/>
                    <a:pt x="42605" y="229676"/>
                  </a:cubicBezTo>
                  <a:lnTo>
                    <a:pt x="42605" y="229676"/>
                  </a:lnTo>
                  <a:cubicBezTo>
                    <a:pt x="46415" y="233295"/>
                    <a:pt x="46700" y="239296"/>
                    <a:pt x="43081" y="243201"/>
                  </a:cubicBezTo>
                  <a:lnTo>
                    <a:pt x="43081" y="243201"/>
                  </a:lnTo>
                  <a:cubicBezTo>
                    <a:pt x="41176" y="245201"/>
                    <a:pt x="38699" y="246154"/>
                    <a:pt x="36128" y="246154"/>
                  </a:cubicBezTo>
                  <a:lnTo>
                    <a:pt x="36128" y="246154"/>
                  </a:lnTo>
                  <a:cubicBezTo>
                    <a:pt x="33746" y="246154"/>
                    <a:pt x="31460" y="245297"/>
                    <a:pt x="29555" y="243582"/>
                  </a:cubicBezTo>
                  <a:close/>
                  <a:moveTo>
                    <a:pt x="56225" y="215198"/>
                  </a:moveTo>
                  <a:cubicBezTo>
                    <a:pt x="52320" y="211673"/>
                    <a:pt x="52225" y="205577"/>
                    <a:pt x="55749" y="201767"/>
                  </a:cubicBezTo>
                  <a:lnTo>
                    <a:pt x="55749" y="201767"/>
                  </a:lnTo>
                  <a:cubicBezTo>
                    <a:pt x="59369" y="197862"/>
                    <a:pt x="65369" y="197767"/>
                    <a:pt x="69275" y="201291"/>
                  </a:cubicBezTo>
                  <a:lnTo>
                    <a:pt x="69275" y="201291"/>
                  </a:lnTo>
                  <a:cubicBezTo>
                    <a:pt x="73085" y="204911"/>
                    <a:pt x="73275" y="210911"/>
                    <a:pt x="69656" y="214721"/>
                  </a:cubicBezTo>
                  <a:lnTo>
                    <a:pt x="69656" y="214721"/>
                  </a:lnTo>
                  <a:cubicBezTo>
                    <a:pt x="67751" y="216817"/>
                    <a:pt x="65274" y="217769"/>
                    <a:pt x="62702" y="217769"/>
                  </a:cubicBezTo>
                  <a:lnTo>
                    <a:pt x="62702" y="217769"/>
                  </a:lnTo>
                  <a:cubicBezTo>
                    <a:pt x="60416" y="217769"/>
                    <a:pt x="58035" y="216912"/>
                    <a:pt x="56225" y="215198"/>
                  </a:cubicBezTo>
                  <a:close/>
                  <a:moveTo>
                    <a:pt x="82800" y="186813"/>
                  </a:moveTo>
                  <a:cubicBezTo>
                    <a:pt x="78990" y="183194"/>
                    <a:pt x="78800" y="177193"/>
                    <a:pt x="82419" y="173383"/>
                  </a:cubicBezTo>
                  <a:lnTo>
                    <a:pt x="82419" y="173383"/>
                  </a:lnTo>
                  <a:cubicBezTo>
                    <a:pt x="85943" y="169573"/>
                    <a:pt x="92039" y="169382"/>
                    <a:pt x="95849" y="172907"/>
                  </a:cubicBezTo>
                  <a:lnTo>
                    <a:pt x="95849" y="172907"/>
                  </a:lnTo>
                  <a:cubicBezTo>
                    <a:pt x="99659" y="176526"/>
                    <a:pt x="99850" y="182527"/>
                    <a:pt x="96326" y="186432"/>
                  </a:cubicBezTo>
                  <a:lnTo>
                    <a:pt x="96326" y="186432"/>
                  </a:lnTo>
                  <a:cubicBezTo>
                    <a:pt x="94421" y="188337"/>
                    <a:pt x="91849" y="189385"/>
                    <a:pt x="89372" y="189385"/>
                  </a:cubicBezTo>
                  <a:lnTo>
                    <a:pt x="89372" y="189385"/>
                  </a:lnTo>
                  <a:cubicBezTo>
                    <a:pt x="86991" y="189385"/>
                    <a:pt x="84705" y="188528"/>
                    <a:pt x="82800" y="186813"/>
                  </a:cubicBezTo>
                  <a:close/>
                  <a:moveTo>
                    <a:pt x="109375" y="158429"/>
                  </a:moveTo>
                  <a:cubicBezTo>
                    <a:pt x="105565" y="154809"/>
                    <a:pt x="105374" y="148808"/>
                    <a:pt x="108994" y="144998"/>
                  </a:cubicBezTo>
                  <a:lnTo>
                    <a:pt x="108994" y="144998"/>
                  </a:lnTo>
                  <a:cubicBezTo>
                    <a:pt x="112613" y="141093"/>
                    <a:pt x="118614" y="140903"/>
                    <a:pt x="122424" y="144522"/>
                  </a:cubicBezTo>
                  <a:lnTo>
                    <a:pt x="122424" y="144522"/>
                  </a:lnTo>
                  <a:cubicBezTo>
                    <a:pt x="126234" y="148142"/>
                    <a:pt x="126520" y="154142"/>
                    <a:pt x="122900" y="158048"/>
                  </a:cubicBezTo>
                  <a:lnTo>
                    <a:pt x="122900" y="158048"/>
                  </a:lnTo>
                  <a:cubicBezTo>
                    <a:pt x="120995" y="159953"/>
                    <a:pt x="118519" y="161000"/>
                    <a:pt x="115947" y="161000"/>
                  </a:cubicBezTo>
                  <a:lnTo>
                    <a:pt x="115947" y="161000"/>
                  </a:lnTo>
                  <a:cubicBezTo>
                    <a:pt x="113566" y="161000"/>
                    <a:pt x="111280" y="160143"/>
                    <a:pt x="109375" y="158429"/>
                  </a:cubicBezTo>
                  <a:close/>
                  <a:moveTo>
                    <a:pt x="136045" y="130044"/>
                  </a:moveTo>
                  <a:cubicBezTo>
                    <a:pt x="132235" y="126425"/>
                    <a:pt x="132044" y="120424"/>
                    <a:pt x="135569" y="116614"/>
                  </a:cubicBezTo>
                  <a:lnTo>
                    <a:pt x="135569" y="116614"/>
                  </a:lnTo>
                  <a:cubicBezTo>
                    <a:pt x="139188" y="112709"/>
                    <a:pt x="145189" y="112518"/>
                    <a:pt x="149094" y="116138"/>
                  </a:cubicBezTo>
                  <a:lnTo>
                    <a:pt x="149094" y="116138"/>
                  </a:lnTo>
                  <a:cubicBezTo>
                    <a:pt x="152904" y="119757"/>
                    <a:pt x="153095" y="125758"/>
                    <a:pt x="149475" y="129568"/>
                  </a:cubicBezTo>
                  <a:lnTo>
                    <a:pt x="149475" y="129568"/>
                  </a:lnTo>
                  <a:cubicBezTo>
                    <a:pt x="147665" y="131663"/>
                    <a:pt x="145094" y="132616"/>
                    <a:pt x="142522" y="132616"/>
                  </a:cubicBezTo>
                  <a:lnTo>
                    <a:pt x="142522" y="132616"/>
                  </a:lnTo>
                  <a:cubicBezTo>
                    <a:pt x="140236" y="132616"/>
                    <a:pt x="137855" y="131759"/>
                    <a:pt x="136045" y="130044"/>
                  </a:cubicBezTo>
                  <a:close/>
                  <a:moveTo>
                    <a:pt x="162620" y="101660"/>
                  </a:moveTo>
                  <a:cubicBezTo>
                    <a:pt x="158810" y="98040"/>
                    <a:pt x="158619" y="92039"/>
                    <a:pt x="162239" y="88134"/>
                  </a:cubicBezTo>
                  <a:lnTo>
                    <a:pt x="162239" y="88134"/>
                  </a:lnTo>
                  <a:cubicBezTo>
                    <a:pt x="165763" y="84419"/>
                    <a:pt x="171859" y="84134"/>
                    <a:pt x="175669" y="87753"/>
                  </a:cubicBezTo>
                  <a:lnTo>
                    <a:pt x="175669" y="87753"/>
                  </a:lnTo>
                  <a:cubicBezTo>
                    <a:pt x="179479" y="91373"/>
                    <a:pt x="179669" y="97373"/>
                    <a:pt x="176145" y="101183"/>
                  </a:cubicBezTo>
                  <a:lnTo>
                    <a:pt x="176145" y="101183"/>
                  </a:lnTo>
                  <a:cubicBezTo>
                    <a:pt x="174240" y="103184"/>
                    <a:pt x="171668" y="104231"/>
                    <a:pt x="169097" y="104231"/>
                  </a:cubicBezTo>
                  <a:lnTo>
                    <a:pt x="169097" y="104231"/>
                  </a:lnTo>
                  <a:cubicBezTo>
                    <a:pt x="166811" y="104231"/>
                    <a:pt x="164525" y="103374"/>
                    <a:pt x="162620" y="101660"/>
                  </a:cubicBezTo>
                  <a:close/>
                  <a:moveTo>
                    <a:pt x="189290" y="73275"/>
                  </a:moveTo>
                  <a:cubicBezTo>
                    <a:pt x="185384" y="69656"/>
                    <a:pt x="185194" y="63655"/>
                    <a:pt x="188813" y="59845"/>
                  </a:cubicBezTo>
                  <a:lnTo>
                    <a:pt x="188813" y="59845"/>
                  </a:lnTo>
                  <a:cubicBezTo>
                    <a:pt x="192433" y="55940"/>
                    <a:pt x="198434" y="55749"/>
                    <a:pt x="202244" y="59369"/>
                  </a:cubicBezTo>
                  <a:lnTo>
                    <a:pt x="202244" y="59369"/>
                  </a:lnTo>
                  <a:cubicBezTo>
                    <a:pt x="206149" y="62988"/>
                    <a:pt x="206339" y="68989"/>
                    <a:pt x="202720" y="72799"/>
                  </a:cubicBezTo>
                  <a:lnTo>
                    <a:pt x="202720" y="72799"/>
                  </a:lnTo>
                  <a:cubicBezTo>
                    <a:pt x="200815" y="74799"/>
                    <a:pt x="198338" y="75847"/>
                    <a:pt x="195767" y="75847"/>
                  </a:cubicBezTo>
                  <a:lnTo>
                    <a:pt x="195767" y="75847"/>
                  </a:lnTo>
                  <a:cubicBezTo>
                    <a:pt x="193385" y="75847"/>
                    <a:pt x="191099" y="74990"/>
                    <a:pt x="189290" y="73275"/>
                  </a:cubicBezTo>
                  <a:close/>
                  <a:moveTo>
                    <a:pt x="215864" y="44891"/>
                  </a:moveTo>
                  <a:cubicBezTo>
                    <a:pt x="212054" y="41271"/>
                    <a:pt x="211864" y="35270"/>
                    <a:pt x="215388" y="31365"/>
                  </a:cubicBezTo>
                  <a:lnTo>
                    <a:pt x="215388" y="31365"/>
                  </a:lnTo>
                  <a:cubicBezTo>
                    <a:pt x="219008" y="27555"/>
                    <a:pt x="225008" y="27365"/>
                    <a:pt x="228914" y="30984"/>
                  </a:cubicBezTo>
                  <a:lnTo>
                    <a:pt x="228914" y="30984"/>
                  </a:lnTo>
                  <a:cubicBezTo>
                    <a:pt x="232724" y="34604"/>
                    <a:pt x="232914" y="40604"/>
                    <a:pt x="229295" y="44414"/>
                  </a:cubicBezTo>
                  <a:lnTo>
                    <a:pt x="229295" y="44414"/>
                  </a:lnTo>
                  <a:cubicBezTo>
                    <a:pt x="227485" y="46415"/>
                    <a:pt x="224913" y="47462"/>
                    <a:pt x="222341" y="47462"/>
                  </a:cubicBezTo>
                  <a:lnTo>
                    <a:pt x="222341" y="47462"/>
                  </a:lnTo>
                  <a:cubicBezTo>
                    <a:pt x="220055" y="47462"/>
                    <a:pt x="217674" y="46605"/>
                    <a:pt x="215864" y="44891"/>
                  </a:cubicBezTo>
                  <a:close/>
                  <a:moveTo>
                    <a:pt x="242439" y="16506"/>
                  </a:moveTo>
                  <a:cubicBezTo>
                    <a:pt x="238629" y="12887"/>
                    <a:pt x="238439" y="6886"/>
                    <a:pt x="242058" y="2981"/>
                  </a:cubicBezTo>
                  <a:lnTo>
                    <a:pt x="242058" y="2981"/>
                  </a:lnTo>
                  <a:cubicBezTo>
                    <a:pt x="245678" y="-829"/>
                    <a:pt x="251678" y="-1020"/>
                    <a:pt x="255488" y="2600"/>
                  </a:cubicBezTo>
                  <a:lnTo>
                    <a:pt x="255488" y="2600"/>
                  </a:lnTo>
                  <a:cubicBezTo>
                    <a:pt x="259298" y="6124"/>
                    <a:pt x="259489" y="12220"/>
                    <a:pt x="255965" y="16030"/>
                  </a:cubicBezTo>
                  <a:lnTo>
                    <a:pt x="255965" y="16030"/>
                  </a:lnTo>
                  <a:cubicBezTo>
                    <a:pt x="254060" y="18030"/>
                    <a:pt x="251488" y="19078"/>
                    <a:pt x="249011" y="19078"/>
                  </a:cubicBezTo>
                  <a:lnTo>
                    <a:pt x="249011" y="19078"/>
                  </a:lnTo>
                  <a:cubicBezTo>
                    <a:pt x="246630" y="19078"/>
                    <a:pt x="244344" y="18221"/>
                    <a:pt x="242439" y="16506"/>
                  </a:cubicBezTo>
                  <a:close/>
                </a:path>
              </a:pathLst>
            </a:custGeom>
            <a:grpFill/>
            <a:ln w="0" cap="flat">
              <a:noFill/>
              <a:prstDash val="solid"/>
              <a:miter/>
            </a:ln>
          </p:spPr>
          <p:txBody>
            <a:bodyPr rtlCol="0" anchor="ctr"/>
            <a:lstStyle/>
            <a:p>
              <a:endParaRPr lang="en-GB"/>
            </a:p>
          </p:txBody>
        </p:sp>
        <p:sp>
          <p:nvSpPr>
            <p:cNvPr id="38" name="Freeform: Shape 37">
              <a:extLst>
                <a:ext uri="{FF2B5EF4-FFF2-40B4-BE49-F238E27FC236}">
                  <a16:creationId xmlns:a16="http://schemas.microsoft.com/office/drawing/2014/main" id="{AB4413EA-3EA2-1A93-F794-6FD755C6FFA5}"/>
                </a:ext>
              </a:extLst>
            </p:cNvPr>
            <p:cNvSpPr/>
            <p:nvPr/>
          </p:nvSpPr>
          <p:spPr>
            <a:xfrm>
              <a:off x="6401469" y="3213927"/>
              <a:ext cx="136581" cy="374138"/>
            </a:xfrm>
            <a:custGeom>
              <a:avLst/>
              <a:gdLst>
                <a:gd name="connsiteX0" fmla="*/ 6474 w 136581"/>
                <a:gd name="connsiteY0" fmla="*/ 373663 h 374138"/>
                <a:gd name="connsiteX1" fmla="*/ 473 w 136581"/>
                <a:gd name="connsiteY1" fmla="*/ 361661 h 374138"/>
                <a:gd name="connsiteX2" fmla="*/ 473 w 136581"/>
                <a:gd name="connsiteY2" fmla="*/ 361661 h 374138"/>
                <a:gd name="connsiteX3" fmla="*/ 12475 w 136581"/>
                <a:gd name="connsiteY3" fmla="*/ 355565 h 374138"/>
                <a:gd name="connsiteX4" fmla="*/ 12475 w 136581"/>
                <a:gd name="connsiteY4" fmla="*/ 355565 h 374138"/>
                <a:gd name="connsiteX5" fmla="*/ 18571 w 136581"/>
                <a:gd name="connsiteY5" fmla="*/ 367662 h 374138"/>
                <a:gd name="connsiteX6" fmla="*/ 18571 w 136581"/>
                <a:gd name="connsiteY6" fmla="*/ 367662 h 374138"/>
                <a:gd name="connsiteX7" fmla="*/ 9522 w 136581"/>
                <a:gd name="connsiteY7" fmla="*/ 374139 h 374138"/>
                <a:gd name="connsiteX8" fmla="*/ 9522 w 136581"/>
                <a:gd name="connsiteY8" fmla="*/ 374139 h 374138"/>
                <a:gd name="connsiteX9" fmla="*/ 6474 w 136581"/>
                <a:gd name="connsiteY9" fmla="*/ 373663 h 374138"/>
                <a:gd name="connsiteX10" fmla="*/ 18190 w 136581"/>
                <a:gd name="connsiteY10" fmla="*/ 338135 h 374138"/>
                <a:gd name="connsiteX11" fmla="*/ 12189 w 136581"/>
                <a:gd name="connsiteY11" fmla="*/ 326133 h 374138"/>
                <a:gd name="connsiteX12" fmla="*/ 12189 w 136581"/>
                <a:gd name="connsiteY12" fmla="*/ 326133 h 374138"/>
                <a:gd name="connsiteX13" fmla="*/ 24190 w 136581"/>
                <a:gd name="connsiteY13" fmla="*/ 320037 h 374138"/>
                <a:gd name="connsiteX14" fmla="*/ 24190 w 136581"/>
                <a:gd name="connsiteY14" fmla="*/ 320037 h 374138"/>
                <a:gd name="connsiteX15" fmla="*/ 30286 w 136581"/>
                <a:gd name="connsiteY15" fmla="*/ 332134 h 374138"/>
                <a:gd name="connsiteX16" fmla="*/ 30286 w 136581"/>
                <a:gd name="connsiteY16" fmla="*/ 332134 h 374138"/>
                <a:gd name="connsiteX17" fmla="*/ 21238 w 136581"/>
                <a:gd name="connsiteY17" fmla="*/ 338611 h 374138"/>
                <a:gd name="connsiteX18" fmla="*/ 21238 w 136581"/>
                <a:gd name="connsiteY18" fmla="*/ 338611 h 374138"/>
                <a:gd name="connsiteX19" fmla="*/ 18190 w 136581"/>
                <a:gd name="connsiteY19" fmla="*/ 338135 h 374138"/>
                <a:gd name="connsiteX20" fmla="*/ 30001 w 136581"/>
                <a:gd name="connsiteY20" fmla="*/ 302606 h 374138"/>
                <a:gd name="connsiteX21" fmla="*/ 24000 w 136581"/>
                <a:gd name="connsiteY21" fmla="*/ 290605 h 374138"/>
                <a:gd name="connsiteX22" fmla="*/ 24000 w 136581"/>
                <a:gd name="connsiteY22" fmla="*/ 290605 h 374138"/>
                <a:gd name="connsiteX23" fmla="*/ 36001 w 136581"/>
                <a:gd name="connsiteY23" fmla="*/ 284509 h 374138"/>
                <a:gd name="connsiteX24" fmla="*/ 36001 w 136581"/>
                <a:gd name="connsiteY24" fmla="*/ 284509 h 374138"/>
                <a:gd name="connsiteX25" fmla="*/ 42002 w 136581"/>
                <a:gd name="connsiteY25" fmla="*/ 296606 h 374138"/>
                <a:gd name="connsiteX26" fmla="*/ 42002 w 136581"/>
                <a:gd name="connsiteY26" fmla="*/ 296606 h 374138"/>
                <a:gd name="connsiteX27" fmla="*/ 32953 w 136581"/>
                <a:gd name="connsiteY27" fmla="*/ 303083 h 374138"/>
                <a:gd name="connsiteX28" fmla="*/ 32953 w 136581"/>
                <a:gd name="connsiteY28" fmla="*/ 303083 h 374138"/>
                <a:gd name="connsiteX29" fmla="*/ 30001 w 136581"/>
                <a:gd name="connsiteY29" fmla="*/ 302606 h 374138"/>
                <a:gd name="connsiteX30" fmla="*/ 41812 w 136581"/>
                <a:gd name="connsiteY30" fmla="*/ 267173 h 374138"/>
                <a:gd name="connsiteX31" fmla="*/ 35716 w 136581"/>
                <a:gd name="connsiteY31" fmla="*/ 255077 h 374138"/>
                <a:gd name="connsiteX32" fmla="*/ 35716 w 136581"/>
                <a:gd name="connsiteY32" fmla="*/ 255077 h 374138"/>
                <a:gd name="connsiteX33" fmla="*/ 47717 w 136581"/>
                <a:gd name="connsiteY33" fmla="*/ 248981 h 374138"/>
                <a:gd name="connsiteX34" fmla="*/ 47717 w 136581"/>
                <a:gd name="connsiteY34" fmla="*/ 248981 h 374138"/>
                <a:gd name="connsiteX35" fmla="*/ 53813 w 136581"/>
                <a:gd name="connsiteY35" fmla="*/ 261077 h 374138"/>
                <a:gd name="connsiteX36" fmla="*/ 53813 w 136581"/>
                <a:gd name="connsiteY36" fmla="*/ 261077 h 374138"/>
                <a:gd name="connsiteX37" fmla="*/ 44764 w 136581"/>
                <a:gd name="connsiteY37" fmla="*/ 267650 h 374138"/>
                <a:gd name="connsiteX38" fmla="*/ 44764 w 136581"/>
                <a:gd name="connsiteY38" fmla="*/ 267650 h 374138"/>
                <a:gd name="connsiteX39" fmla="*/ 41812 w 136581"/>
                <a:gd name="connsiteY39" fmla="*/ 267173 h 374138"/>
                <a:gd name="connsiteX40" fmla="*/ 53528 w 136581"/>
                <a:gd name="connsiteY40" fmla="*/ 231645 h 374138"/>
                <a:gd name="connsiteX41" fmla="*/ 47432 w 136581"/>
                <a:gd name="connsiteY41" fmla="*/ 219548 h 374138"/>
                <a:gd name="connsiteX42" fmla="*/ 47432 w 136581"/>
                <a:gd name="connsiteY42" fmla="*/ 219548 h 374138"/>
                <a:gd name="connsiteX43" fmla="*/ 59528 w 136581"/>
                <a:gd name="connsiteY43" fmla="*/ 213548 h 374138"/>
                <a:gd name="connsiteX44" fmla="*/ 59528 w 136581"/>
                <a:gd name="connsiteY44" fmla="*/ 213548 h 374138"/>
                <a:gd name="connsiteX45" fmla="*/ 65529 w 136581"/>
                <a:gd name="connsiteY45" fmla="*/ 225549 h 374138"/>
                <a:gd name="connsiteX46" fmla="*/ 65529 w 136581"/>
                <a:gd name="connsiteY46" fmla="*/ 225549 h 374138"/>
                <a:gd name="connsiteX47" fmla="*/ 56480 w 136581"/>
                <a:gd name="connsiteY47" fmla="*/ 232121 h 374138"/>
                <a:gd name="connsiteX48" fmla="*/ 56480 w 136581"/>
                <a:gd name="connsiteY48" fmla="*/ 232121 h 374138"/>
                <a:gd name="connsiteX49" fmla="*/ 53528 w 136581"/>
                <a:gd name="connsiteY49" fmla="*/ 231645 h 374138"/>
                <a:gd name="connsiteX50" fmla="*/ 65243 w 136581"/>
                <a:gd name="connsiteY50" fmla="*/ 196117 h 374138"/>
                <a:gd name="connsiteX51" fmla="*/ 59243 w 136581"/>
                <a:gd name="connsiteY51" fmla="*/ 184020 h 374138"/>
                <a:gd name="connsiteX52" fmla="*/ 59243 w 136581"/>
                <a:gd name="connsiteY52" fmla="*/ 184020 h 374138"/>
                <a:gd name="connsiteX53" fmla="*/ 71244 w 136581"/>
                <a:gd name="connsiteY53" fmla="*/ 178019 h 374138"/>
                <a:gd name="connsiteX54" fmla="*/ 71244 w 136581"/>
                <a:gd name="connsiteY54" fmla="*/ 178019 h 374138"/>
                <a:gd name="connsiteX55" fmla="*/ 77340 w 136581"/>
                <a:gd name="connsiteY55" fmla="*/ 190021 h 374138"/>
                <a:gd name="connsiteX56" fmla="*/ 77340 w 136581"/>
                <a:gd name="connsiteY56" fmla="*/ 190021 h 374138"/>
                <a:gd name="connsiteX57" fmla="*/ 68291 w 136581"/>
                <a:gd name="connsiteY57" fmla="*/ 196593 h 374138"/>
                <a:gd name="connsiteX58" fmla="*/ 68291 w 136581"/>
                <a:gd name="connsiteY58" fmla="*/ 196593 h 374138"/>
                <a:gd name="connsiteX59" fmla="*/ 65243 w 136581"/>
                <a:gd name="connsiteY59" fmla="*/ 196117 h 374138"/>
                <a:gd name="connsiteX60" fmla="*/ 77054 w 136581"/>
                <a:gd name="connsiteY60" fmla="*/ 160588 h 374138"/>
                <a:gd name="connsiteX61" fmla="*/ 70958 w 136581"/>
                <a:gd name="connsiteY61" fmla="*/ 148587 h 374138"/>
                <a:gd name="connsiteX62" fmla="*/ 70958 w 136581"/>
                <a:gd name="connsiteY62" fmla="*/ 148587 h 374138"/>
                <a:gd name="connsiteX63" fmla="*/ 83055 w 136581"/>
                <a:gd name="connsiteY63" fmla="*/ 142491 h 374138"/>
                <a:gd name="connsiteX64" fmla="*/ 83055 w 136581"/>
                <a:gd name="connsiteY64" fmla="*/ 142491 h 374138"/>
                <a:gd name="connsiteX65" fmla="*/ 89056 w 136581"/>
                <a:gd name="connsiteY65" fmla="*/ 154588 h 374138"/>
                <a:gd name="connsiteX66" fmla="*/ 89056 w 136581"/>
                <a:gd name="connsiteY66" fmla="*/ 154588 h 374138"/>
                <a:gd name="connsiteX67" fmla="*/ 80007 w 136581"/>
                <a:gd name="connsiteY67" fmla="*/ 161065 h 374138"/>
                <a:gd name="connsiteX68" fmla="*/ 80007 w 136581"/>
                <a:gd name="connsiteY68" fmla="*/ 161065 h 374138"/>
                <a:gd name="connsiteX69" fmla="*/ 77054 w 136581"/>
                <a:gd name="connsiteY69" fmla="*/ 160588 h 374138"/>
                <a:gd name="connsiteX70" fmla="*/ 88770 w 136581"/>
                <a:gd name="connsiteY70" fmla="*/ 125156 h 374138"/>
                <a:gd name="connsiteX71" fmla="*/ 82769 w 136581"/>
                <a:gd name="connsiteY71" fmla="*/ 113059 h 374138"/>
                <a:gd name="connsiteX72" fmla="*/ 82769 w 136581"/>
                <a:gd name="connsiteY72" fmla="*/ 113059 h 374138"/>
                <a:gd name="connsiteX73" fmla="*/ 94771 w 136581"/>
                <a:gd name="connsiteY73" fmla="*/ 106963 h 374138"/>
                <a:gd name="connsiteX74" fmla="*/ 94771 w 136581"/>
                <a:gd name="connsiteY74" fmla="*/ 106963 h 374138"/>
                <a:gd name="connsiteX75" fmla="*/ 100867 w 136581"/>
                <a:gd name="connsiteY75" fmla="*/ 119059 h 374138"/>
                <a:gd name="connsiteX76" fmla="*/ 100867 w 136581"/>
                <a:gd name="connsiteY76" fmla="*/ 119059 h 374138"/>
                <a:gd name="connsiteX77" fmla="*/ 91723 w 136581"/>
                <a:gd name="connsiteY77" fmla="*/ 125536 h 374138"/>
                <a:gd name="connsiteX78" fmla="*/ 91723 w 136581"/>
                <a:gd name="connsiteY78" fmla="*/ 125536 h 374138"/>
                <a:gd name="connsiteX79" fmla="*/ 88770 w 136581"/>
                <a:gd name="connsiteY79" fmla="*/ 125156 h 374138"/>
                <a:gd name="connsiteX80" fmla="*/ 100581 w 136581"/>
                <a:gd name="connsiteY80" fmla="*/ 89627 h 374138"/>
                <a:gd name="connsiteX81" fmla="*/ 94485 w 136581"/>
                <a:gd name="connsiteY81" fmla="*/ 77531 h 374138"/>
                <a:gd name="connsiteX82" fmla="*/ 94485 w 136581"/>
                <a:gd name="connsiteY82" fmla="*/ 77531 h 374138"/>
                <a:gd name="connsiteX83" fmla="*/ 106486 w 136581"/>
                <a:gd name="connsiteY83" fmla="*/ 71434 h 374138"/>
                <a:gd name="connsiteX84" fmla="*/ 106486 w 136581"/>
                <a:gd name="connsiteY84" fmla="*/ 71434 h 374138"/>
                <a:gd name="connsiteX85" fmla="*/ 112582 w 136581"/>
                <a:gd name="connsiteY85" fmla="*/ 83531 h 374138"/>
                <a:gd name="connsiteX86" fmla="*/ 112582 w 136581"/>
                <a:gd name="connsiteY86" fmla="*/ 83531 h 374138"/>
                <a:gd name="connsiteX87" fmla="*/ 103534 w 136581"/>
                <a:gd name="connsiteY87" fmla="*/ 90104 h 374138"/>
                <a:gd name="connsiteX88" fmla="*/ 103534 w 136581"/>
                <a:gd name="connsiteY88" fmla="*/ 90104 h 374138"/>
                <a:gd name="connsiteX89" fmla="*/ 100581 w 136581"/>
                <a:gd name="connsiteY89" fmla="*/ 89627 h 374138"/>
                <a:gd name="connsiteX90" fmla="*/ 112297 w 136581"/>
                <a:gd name="connsiteY90" fmla="*/ 54099 h 374138"/>
                <a:gd name="connsiteX91" fmla="*/ 106296 w 136581"/>
                <a:gd name="connsiteY91" fmla="*/ 42002 h 374138"/>
                <a:gd name="connsiteX92" fmla="*/ 106296 w 136581"/>
                <a:gd name="connsiteY92" fmla="*/ 42002 h 374138"/>
                <a:gd name="connsiteX93" fmla="*/ 118297 w 136581"/>
                <a:gd name="connsiteY93" fmla="*/ 36002 h 374138"/>
                <a:gd name="connsiteX94" fmla="*/ 118297 w 136581"/>
                <a:gd name="connsiteY94" fmla="*/ 36002 h 374138"/>
                <a:gd name="connsiteX95" fmla="*/ 124298 w 136581"/>
                <a:gd name="connsiteY95" fmla="*/ 48003 h 374138"/>
                <a:gd name="connsiteX96" fmla="*/ 124298 w 136581"/>
                <a:gd name="connsiteY96" fmla="*/ 48003 h 374138"/>
                <a:gd name="connsiteX97" fmla="*/ 115345 w 136581"/>
                <a:gd name="connsiteY97" fmla="*/ 54575 h 374138"/>
                <a:gd name="connsiteX98" fmla="*/ 115345 w 136581"/>
                <a:gd name="connsiteY98" fmla="*/ 54575 h 374138"/>
                <a:gd name="connsiteX99" fmla="*/ 112297 w 136581"/>
                <a:gd name="connsiteY99" fmla="*/ 54099 h 374138"/>
                <a:gd name="connsiteX100" fmla="*/ 124108 w 136581"/>
                <a:gd name="connsiteY100" fmla="*/ 18571 h 374138"/>
                <a:gd name="connsiteX101" fmla="*/ 118012 w 136581"/>
                <a:gd name="connsiteY101" fmla="*/ 6474 h 374138"/>
                <a:gd name="connsiteX102" fmla="*/ 118012 w 136581"/>
                <a:gd name="connsiteY102" fmla="*/ 6474 h 374138"/>
                <a:gd name="connsiteX103" fmla="*/ 130013 w 136581"/>
                <a:gd name="connsiteY103" fmla="*/ 473 h 374138"/>
                <a:gd name="connsiteX104" fmla="*/ 130013 w 136581"/>
                <a:gd name="connsiteY104" fmla="*/ 473 h 374138"/>
                <a:gd name="connsiteX105" fmla="*/ 136109 w 136581"/>
                <a:gd name="connsiteY105" fmla="*/ 12475 h 374138"/>
                <a:gd name="connsiteX106" fmla="*/ 136109 w 136581"/>
                <a:gd name="connsiteY106" fmla="*/ 12475 h 374138"/>
                <a:gd name="connsiteX107" fmla="*/ 127061 w 136581"/>
                <a:gd name="connsiteY107" fmla="*/ 19047 h 374138"/>
                <a:gd name="connsiteX108" fmla="*/ 127061 w 136581"/>
                <a:gd name="connsiteY108" fmla="*/ 19047 h 374138"/>
                <a:gd name="connsiteX109" fmla="*/ 124108 w 136581"/>
                <a:gd name="connsiteY109" fmla="*/ 18571 h 37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136581" h="374138">
                  <a:moveTo>
                    <a:pt x="6474" y="373663"/>
                  </a:moveTo>
                  <a:cubicBezTo>
                    <a:pt x="1521" y="372044"/>
                    <a:pt x="-1146" y="366614"/>
                    <a:pt x="473" y="361661"/>
                  </a:cubicBezTo>
                  <a:lnTo>
                    <a:pt x="473" y="361661"/>
                  </a:lnTo>
                  <a:cubicBezTo>
                    <a:pt x="2093" y="356613"/>
                    <a:pt x="7522" y="353946"/>
                    <a:pt x="12475" y="355565"/>
                  </a:cubicBezTo>
                  <a:lnTo>
                    <a:pt x="12475" y="355565"/>
                  </a:lnTo>
                  <a:cubicBezTo>
                    <a:pt x="17523" y="357185"/>
                    <a:pt x="20190" y="362614"/>
                    <a:pt x="18571" y="367662"/>
                  </a:cubicBezTo>
                  <a:lnTo>
                    <a:pt x="18571" y="367662"/>
                  </a:lnTo>
                  <a:cubicBezTo>
                    <a:pt x="17237" y="371567"/>
                    <a:pt x="13522" y="374139"/>
                    <a:pt x="9522" y="374139"/>
                  </a:cubicBezTo>
                  <a:lnTo>
                    <a:pt x="9522" y="374139"/>
                  </a:lnTo>
                  <a:cubicBezTo>
                    <a:pt x="8474" y="374139"/>
                    <a:pt x="7522" y="373949"/>
                    <a:pt x="6474" y="373663"/>
                  </a:cubicBezTo>
                  <a:close/>
                  <a:moveTo>
                    <a:pt x="18190" y="338135"/>
                  </a:moveTo>
                  <a:cubicBezTo>
                    <a:pt x="13237" y="336515"/>
                    <a:pt x="10570" y="331086"/>
                    <a:pt x="12189" y="326133"/>
                  </a:cubicBezTo>
                  <a:lnTo>
                    <a:pt x="12189" y="326133"/>
                  </a:lnTo>
                  <a:cubicBezTo>
                    <a:pt x="13808" y="321085"/>
                    <a:pt x="19237" y="318418"/>
                    <a:pt x="24190" y="320037"/>
                  </a:cubicBezTo>
                  <a:lnTo>
                    <a:pt x="24190" y="320037"/>
                  </a:lnTo>
                  <a:cubicBezTo>
                    <a:pt x="29239" y="321656"/>
                    <a:pt x="31906" y="327086"/>
                    <a:pt x="30286" y="332134"/>
                  </a:cubicBezTo>
                  <a:lnTo>
                    <a:pt x="30286" y="332134"/>
                  </a:lnTo>
                  <a:cubicBezTo>
                    <a:pt x="28953" y="336134"/>
                    <a:pt x="25238" y="338611"/>
                    <a:pt x="21238" y="338611"/>
                  </a:cubicBezTo>
                  <a:lnTo>
                    <a:pt x="21238" y="338611"/>
                  </a:lnTo>
                  <a:cubicBezTo>
                    <a:pt x="20285" y="338611"/>
                    <a:pt x="19237" y="338420"/>
                    <a:pt x="18190" y="338135"/>
                  </a:cubicBezTo>
                  <a:close/>
                  <a:moveTo>
                    <a:pt x="30001" y="302606"/>
                  </a:moveTo>
                  <a:cubicBezTo>
                    <a:pt x="25048" y="300987"/>
                    <a:pt x="22286" y="295653"/>
                    <a:pt x="24000" y="290605"/>
                  </a:cubicBezTo>
                  <a:lnTo>
                    <a:pt x="24000" y="290605"/>
                  </a:lnTo>
                  <a:cubicBezTo>
                    <a:pt x="25619" y="285652"/>
                    <a:pt x="30953" y="282890"/>
                    <a:pt x="36001" y="284509"/>
                  </a:cubicBezTo>
                  <a:lnTo>
                    <a:pt x="36001" y="284509"/>
                  </a:lnTo>
                  <a:cubicBezTo>
                    <a:pt x="40955" y="286223"/>
                    <a:pt x="43717" y="291557"/>
                    <a:pt x="42002" y="296606"/>
                  </a:cubicBezTo>
                  <a:lnTo>
                    <a:pt x="42002" y="296606"/>
                  </a:lnTo>
                  <a:cubicBezTo>
                    <a:pt x="40669" y="300606"/>
                    <a:pt x="36954" y="303083"/>
                    <a:pt x="32953" y="303083"/>
                  </a:cubicBezTo>
                  <a:lnTo>
                    <a:pt x="32953" y="303083"/>
                  </a:lnTo>
                  <a:cubicBezTo>
                    <a:pt x="32001" y="303083"/>
                    <a:pt x="31049" y="302987"/>
                    <a:pt x="30001" y="302606"/>
                  </a:cubicBezTo>
                  <a:close/>
                  <a:moveTo>
                    <a:pt x="41812" y="267173"/>
                  </a:moveTo>
                  <a:cubicBezTo>
                    <a:pt x="36763" y="265459"/>
                    <a:pt x="34097" y="260125"/>
                    <a:pt x="35716" y="255077"/>
                  </a:cubicBezTo>
                  <a:lnTo>
                    <a:pt x="35716" y="255077"/>
                  </a:lnTo>
                  <a:cubicBezTo>
                    <a:pt x="37335" y="250124"/>
                    <a:pt x="42764" y="247361"/>
                    <a:pt x="47717" y="248981"/>
                  </a:cubicBezTo>
                  <a:lnTo>
                    <a:pt x="47717" y="248981"/>
                  </a:lnTo>
                  <a:cubicBezTo>
                    <a:pt x="52765" y="250695"/>
                    <a:pt x="55432" y="256029"/>
                    <a:pt x="53813" y="261077"/>
                  </a:cubicBezTo>
                  <a:lnTo>
                    <a:pt x="53813" y="261077"/>
                  </a:lnTo>
                  <a:cubicBezTo>
                    <a:pt x="52480" y="265078"/>
                    <a:pt x="48765" y="267650"/>
                    <a:pt x="44764" y="267650"/>
                  </a:cubicBezTo>
                  <a:lnTo>
                    <a:pt x="44764" y="267650"/>
                  </a:lnTo>
                  <a:cubicBezTo>
                    <a:pt x="43717" y="267650"/>
                    <a:pt x="42764" y="267459"/>
                    <a:pt x="41812" y="267173"/>
                  </a:cubicBezTo>
                  <a:close/>
                  <a:moveTo>
                    <a:pt x="53528" y="231645"/>
                  </a:moveTo>
                  <a:cubicBezTo>
                    <a:pt x="48479" y="229931"/>
                    <a:pt x="45812" y="224597"/>
                    <a:pt x="47432" y="219548"/>
                  </a:cubicBezTo>
                  <a:lnTo>
                    <a:pt x="47432" y="219548"/>
                  </a:lnTo>
                  <a:cubicBezTo>
                    <a:pt x="49146" y="214595"/>
                    <a:pt x="54480" y="211928"/>
                    <a:pt x="59528" y="213548"/>
                  </a:cubicBezTo>
                  <a:lnTo>
                    <a:pt x="59528" y="213548"/>
                  </a:lnTo>
                  <a:cubicBezTo>
                    <a:pt x="64481" y="215167"/>
                    <a:pt x="67243" y="220596"/>
                    <a:pt x="65529" y="225549"/>
                  </a:cubicBezTo>
                  <a:lnTo>
                    <a:pt x="65529" y="225549"/>
                  </a:lnTo>
                  <a:cubicBezTo>
                    <a:pt x="64195" y="229550"/>
                    <a:pt x="60481" y="232121"/>
                    <a:pt x="56480" y="232121"/>
                  </a:cubicBezTo>
                  <a:lnTo>
                    <a:pt x="56480" y="232121"/>
                  </a:lnTo>
                  <a:cubicBezTo>
                    <a:pt x="55528" y="232121"/>
                    <a:pt x="54480" y="231931"/>
                    <a:pt x="53528" y="231645"/>
                  </a:cubicBezTo>
                  <a:close/>
                  <a:moveTo>
                    <a:pt x="65243" y="196117"/>
                  </a:moveTo>
                  <a:cubicBezTo>
                    <a:pt x="60290" y="194498"/>
                    <a:pt x="57528" y="189068"/>
                    <a:pt x="59243" y="184020"/>
                  </a:cubicBezTo>
                  <a:lnTo>
                    <a:pt x="59243" y="184020"/>
                  </a:lnTo>
                  <a:cubicBezTo>
                    <a:pt x="60862" y="179067"/>
                    <a:pt x="66291" y="176400"/>
                    <a:pt x="71244" y="178019"/>
                  </a:cubicBezTo>
                  <a:lnTo>
                    <a:pt x="71244" y="178019"/>
                  </a:lnTo>
                  <a:cubicBezTo>
                    <a:pt x="76197" y="179638"/>
                    <a:pt x="78959" y="185068"/>
                    <a:pt x="77340" y="190021"/>
                  </a:cubicBezTo>
                  <a:lnTo>
                    <a:pt x="77340" y="190021"/>
                  </a:lnTo>
                  <a:cubicBezTo>
                    <a:pt x="76007" y="194021"/>
                    <a:pt x="72292" y="196593"/>
                    <a:pt x="68291" y="196593"/>
                  </a:cubicBezTo>
                  <a:lnTo>
                    <a:pt x="68291" y="196593"/>
                  </a:lnTo>
                  <a:cubicBezTo>
                    <a:pt x="67243" y="196593"/>
                    <a:pt x="66291" y="196403"/>
                    <a:pt x="65243" y="196117"/>
                  </a:cubicBezTo>
                  <a:close/>
                  <a:moveTo>
                    <a:pt x="77054" y="160588"/>
                  </a:moveTo>
                  <a:cubicBezTo>
                    <a:pt x="72006" y="158969"/>
                    <a:pt x="69339" y="153540"/>
                    <a:pt x="70958" y="148587"/>
                  </a:cubicBezTo>
                  <a:lnTo>
                    <a:pt x="70958" y="148587"/>
                  </a:lnTo>
                  <a:cubicBezTo>
                    <a:pt x="72673" y="143539"/>
                    <a:pt x="78007" y="140872"/>
                    <a:pt x="83055" y="142491"/>
                  </a:cubicBezTo>
                  <a:lnTo>
                    <a:pt x="83055" y="142491"/>
                  </a:lnTo>
                  <a:cubicBezTo>
                    <a:pt x="88008" y="144206"/>
                    <a:pt x="90675" y="149540"/>
                    <a:pt x="89056" y="154588"/>
                  </a:cubicBezTo>
                  <a:lnTo>
                    <a:pt x="89056" y="154588"/>
                  </a:lnTo>
                  <a:cubicBezTo>
                    <a:pt x="87722" y="158588"/>
                    <a:pt x="84007" y="161065"/>
                    <a:pt x="80007" y="161065"/>
                  </a:cubicBezTo>
                  <a:lnTo>
                    <a:pt x="80007" y="161065"/>
                  </a:lnTo>
                  <a:cubicBezTo>
                    <a:pt x="79055" y="161065"/>
                    <a:pt x="78007" y="160874"/>
                    <a:pt x="77054" y="160588"/>
                  </a:cubicBezTo>
                  <a:close/>
                  <a:moveTo>
                    <a:pt x="88770" y="125156"/>
                  </a:moveTo>
                  <a:cubicBezTo>
                    <a:pt x="83817" y="123441"/>
                    <a:pt x="81055" y="118107"/>
                    <a:pt x="82769" y="113059"/>
                  </a:cubicBezTo>
                  <a:lnTo>
                    <a:pt x="82769" y="113059"/>
                  </a:lnTo>
                  <a:cubicBezTo>
                    <a:pt x="84388" y="108106"/>
                    <a:pt x="89818" y="105344"/>
                    <a:pt x="94771" y="106963"/>
                  </a:cubicBezTo>
                  <a:lnTo>
                    <a:pt x="94771" y="106963"/>
                  </a:lnTo>
                  <a:cubicBezTo>
                    <a:pt x="99819" y="108677"/>
                    <a:pt x="102486" y="114011"/>
                    <a:pt x="100867" y="119059"/>
                  </a:cubicBezTo>
                  <a:lnTo>
                    <a:pt x="100867" y="119059"/>
                  </a:lnTo>
                  <a:cubicBezTo>
                    <a:pt x="99533" y="123060"/>
                    <a:pt x="95818" y="125536"/>
                    <a:pt x="91723" y="125536"/>
                  </a:cubicBezTo>
                  <a:lnTo>
                    <a:pt x="91723" y="125536"/>
                  </a:lnTo>
                  <a:cubicBezTo>
                    <a:pt x="90770" y="125536"/>
                    <a:pt x="89722" y="125536"/>
                    <a:pt x="88770" y="125156"/>
                  </a:cubicBezTo>
                  <a:close/>
                  <a:moveTo>
                    <a:pt x="100581" y="89627"/>
                  </a:moveTo>
                  <a:cubicBezTo>
                    <a:pt x="95533" y="87913"/>
                    <a:pt x="92866" y="82579"/>
                    <a:pt x="94485" y="77531"/>
                  </a:cubicBezTo>
                  <a:lnTo>
                    <a:pt x="94485" y="77531"/>
                  </a:lnTo>
                  <a:cubicBezTo>
                    <a:pt x="96199" y="72578"/>
                    <a:pt x="101534" y="69815"/>
                    <a:pt x="106486" y="71434"/>
                  </a:cubicBezTo>
                  <a:lnTo>
                    <a:pt x="106486" y="71434"/>
                  </a:lnTo>
                  <a:cubicBezTo>
                    <a:pt x="111535" y="73149"/>
                    <a:pt x="114202" y="78483"/>
                    <a:pt x="112582" y="83531"/>
                  </a:cubicBezTo>
                  <a:lnTo>
                    <a:pt x="112582" y="83531"/>
                  </a:lnTo>
                  <a:cubicBezTo>
                    <a:pt x="111249" y="87532"/>
                    <a:pt x="107534" y="90104"/>
                    <a:pt x="103534" y="90104"/>
                  </a:cubicBezTo>
                  <a:lnTo>
                    <a:pt x="103534" y="90104"/>
                  </a:lnTo>
                  <a:cubicBezTo>
                    <a:pt x="102581" y="90104"/>
                    <a:pt x="101534" y="89913"/>
                    <a:pt x="100581" y="89627"/>
                  </a:cubicBezTo>
                  <a:close/>
                  <a:moveTo>
                    <a:pt x="112297" y="54099"/>
                  </a:moveTo>
                  <a:cubicBezTo>
                    <a:pt x="107249" y="52480"/>
                    <a:pt x="104582" y="47051"/>
                    <a:pt x="106296" y="42002"/>
                  </a:cubicBezTo>
                  <a:lnTo>
                    <a:pt x="106296" y="42002"/>
                  </a:lnTo>
                  <a:cubicBezTo>
                    <a:pt x="107915" y="37049"/>
                    <a:pt x="113249" y="34382"/>
                    <a:pt x="118297" y="36002"/>
                  </a:cubicBezTo>
                  <a:lnTo>
                    <a:pt x="118297" y="36002"/>
                  </a:lnTo>
                  <a:cubicBezTo>
                    <a:pt x="123251" y="37621"/>
                    <a:pt x="126013" y="43050"/>
                    <a:pt x="124298" y="48003"/>
                  </a:cubicBezTo>
                  <a:lnTo>
                    <a:pt x="124298" y="48003"/>
                  </a:lnTo>
                  <a:cubicBezTo>
                    <a:pt x="122965" y="52004"/>
                    <a:pt x="119250" y="54575"/>
                    <a:pt x="115345" y="54575"/>
                  </a:cubicBezTo>
                  <a:lnTo>
                    <a:pt x="115345" y="54575"/>
                  </a:lnTo>
                  <a:cubicBezTo>
                    <a:pt x="114297" y="54575"/>
                    <a:pt x="113345" y="54385"/>
                    <a:pt x="112297" y="54099"/>
                  </a:cubicBezTo>
                  <a:close/>
                  <a:moveTo>
                    <a:pt x="124108" y="18571"/>
                  </a:moveTo>
                  <a:cubicBezTo>
                    <a:pt x="119059" y="16952"/>
                    <a:pt x="116393" y="11522"/>
                    <a:pt x="118012" y="6474"/>
                  </a:cubicBezTo>
                  <a:lnTo>
                    <a:pt x="118012" y="6474"/>
                  </a:lnTo>
                  <a:cubicBezTo>
                    <a:pt x="119631" y="1521"/>
                    <a:pt x="125060" y="-1146"/>
                    <a:pt x="130013" y="473"/>
                  </a:cubicBezTo>
                  <a:lnTo>
                    <a:pt x="130013" y="473"/>
                  </a:lnTo>
                  <a:cubicBezTo>
                    <a:pt x="135061" y="2092"/>
                    <a:pt x="137728" y="7522"/>
                    <a:pt x="136109" y="12475"/>
                  </a:cubicBezTo>
                  <a:lnTo>
                    <a:pt x="136109" y="12475"/>
                  </a:lnTo>
                  <a:cubicBezTo>
                    <a:pt x="134776" y="16475"/>
                    <a:pt x="131061" y="19047"/>
                    <a:pt x="127061" y="19047"/>
                  </a:cubicBezTo>
                  <a:lnTo>
                    <a:pt x="127061" y="19047"/>
                  </a:lnTo>
                  <a:cubicBezTo>
                    <a:pt x="126013" y="19047"/>
                    <a:pt x="125060" y="18857"/>
                    <a:pt x="124108" y="18571"/>
                  </a:cubicBezTo>
                  <a:close/>
                </a:path>
              </a:pathLst>
            </a:custGeom>
            <a:grpFill/>
            <a:ln w="0" cap="flat">
              <a:noFill/>
              <a:prstDash val="solid"/>
              <a:miter/>
            </a:ln>
          </p:spPr>
          <p:txBody>
            <a:bodyPr rtlCol="0" anchor="ctr"/>
            <a:lstStyle/>
            <a:p>
              <a:endParaRPr lang="en-GB"/>
            </a:p>
          </p:txBody>
        </p:sp>
        <p:sp>
          <p:nvSpPr>
            <p:cNvPr id="39" name="Freeform: Shape 38">
              <a:extLst>
                <a:ext uri="{FF2B5EF4-FFF2-40B4-BE49-F238E27FC236}">
                  <a16:creationId xmlns:a16="http://schemas.microsoft.com/office/drawing/2014/main" id="{806062F5-E836-2EEA-A674-E0FE4A08DC4E}"/>
                </a:ext>
              </a:extLst>
            </p:cNvPr>
            <p:cNvSpPr/>
            <p:nvPr/>
          </p:nvSpPr>
          <p:spPr>
            <a:xfrm>
              <a:off x="6108371" y="3158478"/>
              <a:ext cx="280248" cy="433303"/>
            </a:xfrm>
            <a:custGeom>
              <a:avLst/>
              <a:gdLst>
                <a:gd name="connsiteX0" fmla="*/ 262711 w 280248"/>
                <a:gd name="connsiteY0" fmla="*/ 428827 h 433303"/>
                <a:gd name="connsiteX1" fmla="*/ 265664 w 280248"/>
                <a:gd name="connsiteY1" fmla="*/ 415682 h 433303"/>
                <a:gd name="connsiteX2" fmla="*/ 265664 w 280248"/>
                <a:gd name="connsiteY2" fmla="*/ 415682 h 433303"/>
                <a:gd name="connsiteX3" fmla="*/ 278808 w 280248"/>
                <a:gd name="connsiteY3" fmla="*/ 418635 h 433303"/>
                <a:gd name="connsiteX4" fmla="*/ 278808 w 280248"/>
                <a:gd name="connsiteY4" fmla="*/ 418635 h 433303"/>
                <a:gd name="connsiteX5" fmla="*/ 275855 w 280248"/>
                <a:gd name="connsiteY5" fmla="*/ 431780 h 433303"/>
                <a:gd name="connsiteX6" fmla="*/ 275855 w 280248"/>
                <a:gd name="connsiteY6" fmla="*/ 431780 h 433303"/>
                <a:gd name="connsiteX7" fmla="*/ 270807 w 280248"/>
                <a:gd name="connsiteY7" fmla="*/ 433304 h 433303"/>
                <a:gd name="connsiteX8" fmla="*/ 270807 w 280248"/>
                <a:gd name="connsiteY8" fmla="*/ 433304 h 433303"/>
                <a:gd name="connsiteX9" fmla="*/ 262711 w 280248"/>
                <a:gd name="connsiteY9" fmla="*/ 428827 h 433303"/>
                <a:gd name="connsiteX10" fmla="*/ 242613 w 280248"/>
                <a:gd name="connsiteY10" fmla="*/ 396918 h 433303"/>
                <a:gd name="connsiteX11" fmla="*/ 245566 w 280248"/>
                <a:gd name="connsiteY11" fmla="*/ 383869 h 433303"/>
                <a:gd name="connsiteX12" fmla="*/ 245566 w 280248"/>
                <a:gd name="connsiteY12" fmla="*/ 383869 h 433303"/>
                <a:gd name="connsiteX13" fmla="*/ 258710 w 280248"/>
                <a:gd name="connsiteY13" fmla="*/ 386822 h 433303"/>
                <a:gd name="connsiteX14" fmla="*/ 258710 w 280248"/>
                <a:gd name="connsiteY14" fmla="*/ 386822 h 433303"/>
                <a:gd name="connsiteX15" fmla="*/ 255758 w 280248"/>
                <a:gd name="connsiteY15" fmla="*/ 399966 h 433303"/>
                <a:gd name="connsiteX16" fmla="*/ 255758 w 280248"/>
                <a:gd name="connsiteY16" fmla="*/ 399966 h 433303"/>
                <a:gd name="connsiteX17" fmla="*/ 250709 w 280248"/>
                <a:gd name="connsiteY17" fmla="*/ 401395 h 433303"/>
                <a:gd name="connsiteX18" fmla="*/ 250709 w 280248"/>
                <a:gd name="connsiteY18" fmla="*/ 401395 h 433303"/>
                <a:gd name="connsiteX19" fmla="*/ 242613 w 280248"/>
                <a:gd name="connsiteY19" fmla="*/ 396918 h 433303"/>
                <a:gd name="connsiteX20" fmla="*/ 222516 w 280248"/>
                <a:gd name="connsiteY20" fmla="*/ 365105 h 433303"/>
                <a:gd name="connsiteX21" fmla="*/ 225468 w 280248"/>
                <a:gd name="connsiteY21" fmla="*/ 351960 h 433303"/>
                <a:gd name="connsiteX22" fmla="*/ 225468 w 280248"/>
                <a:gd name="connsiteY22" fmla="*/ 351960 h 433303"/>
                <a:gd name="connsiteX23" fmla="*/ 238613 w 280248"/>
                <a:gd name="connsiteY23" fmla="*/ 354913 h 433303"/>
                <a:gd name="connsiteX24" fmla="*/ 238613 w 280248"/>
                <a:gd name="connsiteY24" fmla="*/ 354913 h 433303"/>
                <a:gd name="connsiteX25" fmla="*/ 235660 w 280248"/>
                <a:gd name="connsiteY25" fmla="*/ 368057 h 433303"/>
                <a:gd name="connsiteX26" fmla="*/ 235660 w 280248"/>
                <a:gd name="connsiteY26" fmla="*/ 368057 h 433303"/>
                <a:gd name="connsiteX27" fmla="*/ 230612 w 280248"/>
                <a:gd name="connsiteY27" fmla="*/ 369581 h 433303"/>
                <a:gd name="connsiteX28" fmla="*/ 230612 w 280248"/>
                <a:gd name="connsiteY28" fmla="*/ 369581 h 433303"/>
                <a:gd name="connsiteX29" fmla="*/ 222516 w 280248"/>
                <a:gd name="connsiteY29" fmla="*/ 365105 h 433303"/>
                <a:gd name="connsiteX30" fmla="*/ 202418 w 280248"/>
                <a:gd name="connsiteY30" fmla="*/ 333291 h 433303"/>
                <a:gd name="connsiteX31" fmla="*/ 205370 w 280248"/>
                <a:gd name="connsiteY31" fmla="*/ 320051 h 433303"/>
                <a:gd name="connsiteX32" fmla="*/ 205370 w 280248"/>
                <a:gd name="connsiteY32" fmla="*/ 320051 h 433303"/>
                <a:gd name="connsiteX33" fmla="*/ 218515 w 280248"/>
                <a:gd name="connsiteY33" fmla="*/ 323099 h 433303"/>
                <a:gd name="connsiteX34" fmla="*/ 218515 w 280248"/>
                <a:gd name="connsiteY34" fmla="*/ 323099 h 433303"/>
                <a:gd name="connsiteX35" fmla="*/ 215562 w 280248"/>
                <a:gd name="connsiteY35" fmla="*/ 336244 h 433303"/>
                <a:gd name="connsiteX36" fmla="*/ 215562 w 280248"/>
                <a:gd name="connsiteY36" fmla="*/ 336244 h 433303"/>
                <a:gd name="connsiteX37" fmla="*/ 210514 w 280248"/>
                <a:gd name="connsiteY37" fmla="*/ 337673 h 433303"/>
                <a:gd name="connsiteX38" fmla="*/ 210514 w 280248"/>
                <a:gd name="connsiteY38" fmla="*/ 337673 h 433303"/>
                <a:gd name="connsiteX39" fmla="*/ 202418 w 280248"/>
                <a:gd name="connsiteY39" fmla="*/ 333291 h 433303"/>
                <a:gd name="connsiteX40" fmla="*/ 182320 w 280248"/>
                <a:gd name="connsiteY40" fmla="*/ 301382 h 433303"/>
                <a:gd name="connsiteX41" fmla="*/ 185273 w 280248"/>
                <a:gd name="connsiteY41" fmla="*/ 288238 h 433303"/>
                <a:gd name="connsiteX42" fmla="*/ 185273 w 280248"/>
                <a:gd name="connsiteY42" fmla="*/ 288238 h 433303"/>
                <a:gd name="connsiteX43" fmla="*/ 198417 w 280248"/>
                <a:gd name="connsiteY43" fmla="*/ 291191 h 433303"/>
                <a:gd name="connsiteX44" fmla="*/ 198417 w 280248"/>
                <a:gd name="connsiteY44" fmla="*/ 291191 h 433303"/>
                <a:gd name="connsiteX45" fmla="*/ 195464 w 280248"/>
                <a:gd name="connsiteY45" fmla="*/ 304335 h 433303"/>
                <a:gd name="connsiteX46" fmla="*/ 195464 w 280248"/>
                <a:gd name="connsiteY46" fmla="*/ 304335 h 433303"/>
                <a:gd name="connsiteX47" fmla="*/ 190416 w 280248"/>
                <a:gd name="connsiteY47" fmla="*/ 305859 h 433303"/>
                <a:gd name="connsiteX48" fmla="*/ 190416 w 280248"/>
                <a:gd name="connsiteY48" fmla="*/ 305859 h 433303"/>
                <a:gd name="connsiteX49" fmla="*/ 182320 w 280248"/>
                <a:gd name="connsiteY49" fmla="*/ 301382 h 433303"/>
                <a:gd name="connsiteX50" fmla="*/ 162222 w 280248"/>
                <a:gd name="connsiteY50" fmla="*/ 269474 h 433303"/>
                <a:gd name="connsiteX51" fmla="*/ 165175 w 280248"/>
                <a:gd name="connsiteY51" fmla="*/ 256329 h 433303"/>
                <a:gd name="connsiteX52" fmla="*/ 165175 w 280248"/>
                <a:gd name="connsiteY52" fmla="*/ 256329 h 433303"/>
                <a:gd name="connsiteX53" fmla="*/ 178319 w 280248"/>
                <a:gd name="connsiteY53" fmla="*/ 259377 h 433303"/>
                <a:gd name="connsiteX54" fmla="*/ 178319 w 280248"/>
                <a:gd name="connsiteY54" fmla="*/ 259377 h 433303"/>
                <a:gd name="connsiteX55" fmla="*/ 175367 w 280248"/>
                <a:gd name="connsiteY55" fmla="*/ 272522 h 433303"/>
                <a:gd name="connsiteX56" fmla="*/ 175367 w 280248"/>
                <a:gd name="connsiteY56" fmla="*/ 272522 h 433303"/>
                <a:gd name="connsiteX57" fmla="*/ 170318 w 280248"/>
                <a:gd name="connsiteY57" fmla="*/ 273950 h 433303"/>
                <a:gd name="connsiteX58" fmla="*/ 170318 w 280248"/>
                <a:gd name="connsiteY58" fmla="*/ 273950 h 433303"/>
                <a:gd name="connsiteX59" fmla="*/ 162222 w 280248"/>
                <a:gd name="connsiteY59" fmla="*/ 269474 h 433303"/>
                <a:gd name="connsiteX60" fmla="*/ 142124 w 280248"/>
                <a:gd name="connsiteY60" fmla="*/ 237660 h 433303"/>
                <a:gd name="connsiteX61" fmla="*/ 145077 w 280248"/>
                <a:gd name="connsiteY61" fmla="*/ 224516 h 433303"/>
                <a:gd name="connsiteX62" fmla="*/ 145077 w 280248"/>
                <a:gd name="connsiteY62" fmla="*/ 224516 h 433303"/>
                <a:gd name="connsiteX63" fmla="*/ 158222 w 280248"/>
                <a:gd name="connsiteY63" fmla="*/ 227468 h 433303"/>
                <a:gd name="connsiteX64" fmla="*/ 158222 w 280248"/>
                <a:gd name="connsiteY64" fmla="*/ 227468 h 433303"/>
                <a:gd name="connsiteX65" fmla="*/ 155269 w 280248"/>
                <a:gd name="connsiteY65" fmla="*/ 240613 h 433303"/>
                <a:gd name="connsiteX66" fmla="*/ 155269 w 280248"/>
                <a:gd name="connsiteY66" fmla="*/ 240613 h 433303"/>
                <a:gd name="connsiteX67" fmla="*/ 150221 w 280248"/>
                <a:gd name="connsiteY67" fmla="*/ 242137 h 433303"/>
                <a:gd name="connsiteX68" fmla="*/ 150221 w 280248"/>
                <a:gd name="connsiteY68" fmla="*/ 242137 h 433303"/>
                <a:gd name="connsiteX69" fmla="*/ 142124 w 280248"/>
                <a:gd name="connsiteY69" fmla="*/ 237660 h 433303"/>
                <a:gd name="connsiteX70" fmla="*/ 122027 w 280248"/>
                <a:gd name="connsiteY70" fmla="*/ 205751 h 433303"/>
                <a:gd name="connsiteX71" fmla="*/ 124979 w 280248"/>
                <a:gd name="connsiteY71" fmla="*/ 192607 h 433303"/>
                <a:gd name="connsiteX72" fmla="*/ 124979 w 280248"/>
                <a:gd name="connsiteY72" fmla="*/ 192607 h 433303"/>
                <a:gd name="connsiteX73" fmla="*/ 138124 w 280248"/>
                <a:gd name="connsiteY73" fmla="*/ 195655 h 433303"/>
                <a:gd name="connsiteX74" fmla="*/ 138124 w 280248"/>
                <a:gd name="connsiteY74" fmla="*/ 195655 h 433303"/>
                <a:gd name="connsiteX75" fmla="*/ 135171 w 280248"/>
                <a:gd name="connsiteY75" fmla="*/ 208799 h 433303"/>
                <a:gd name="connsiteX76" fmla="*/ 135171 w 280248"/>
                <a:gd name="connsiteY76" fmla="*/ 208799 h 433303"/>
                <a:gd name="connsiteX77" fmla="*/ 130123 w 280248"/>
                <a:gd name="connsiteY77" fmla="*/ 210228 h 433303"/>
                <a:gd name="connsiteX78" fmla="*/ 130123 w 280248"/>
                <a:gd name="connsiteY78" fmla="*/ 210228 h 433303"/>
                <a:gd name="connsiteX79" fmla="*/ 122027 w 280248"/>
                <a:gd name="connsiteY79" fmla="*/ 205751 h 433303"/>
                <a:gd name="connsiteX80" fmla="*/ 101929 w 280248"/>
                <a:gd name="connsiteY80" fmla="*/ 173938 h 433303"/>
                <a:gd name="connsiteX81" fmla="*/ 104882 w 280248"/>
                <a:gd name="connsiteY81" fmla="*/ 160793 h 433303"/>
                <a:gd name="connsiteX82" fmla="*/ 104882 w 280248"/>
                <a:gd name="connsiteY82" fmla="*/ 160793 h 433303"/>
                <a:gd name="connsiteX83" fmla="*/ 118026 w 280248"/>
                <a:gd name="connsiteY83" fmla="*/ 163746 h 433303"/>
                <a:gd name="connsiteX84" fmla="*/ 118026 w 280248"/>
                <a:gd name="connsiteY84" fmla="*/ 163746 h 433303"/>
                <a:gd name="connsiteX85" fmla="*/ 115073 w 280248"/>
                <a:gd name="connsiteY85" fmla="*/ 176891 h 433303"/>
                <a:gd name="connsiteX86" fmla="*/ 115073 w 280248"/>
                <a:gd name="connsiteY86" fmla="*/ 176891 h 433303"/>
                <a:gd name="connsiteX87" fmla="*/ 110025 w 280248"/>
                <a:gd name="connsiteY87" fmla="*/ 178319 h 433303"/>
                <a:gd name="connsiteX88" fmla="*/ 110025 w 280248"/>
                <a:gd name="connsiteY88" fmla="*/ 178319 h 433303"/>
                <a:gd name="connsiteX89" fmla="*/ 101929 w 280248"/>
                <a:gd name="connsiteY89" fmla="*/ 173938 h 433303"/>
                <a:gd name="connsiteX90" fmla="*/ 81831 w 280248"/>
                <a:gd name="connsiteY90" fmla="*/ 142029 h 433303"/>
                <a:gd name="connsiteX91" fmla="*/ 84784 w 280248"/>
                <a:gd name="connsiteY91" fmla="*/ 128885 h 433303"/>
                <a:gd name="connsiteX92" fmla="*/ 84784 w 280248"/>
                <a:gd name="connsiteY92" fmla="*/ 128885 h 433303"/>
                <a:gd name="connsiteX93" fmla="*/ 97928 w 280248"/>
                <a:gd name="connsiteY93" fmla="*/ 131837 h 433303"/>
                <a:gd name="connsiteX94" fmla="*/ 97928 w 280248"/>
                <a:gd name="connsiteY94" fmla="*/ 131837 h 433303"/>
                <a:gd name="connsiteX95" fmla="*/ 94976 w 280248"/>
                <a:gd name="connsiteY95" fmla="*/ 145077 h 433303"/>
                <a:gd name="connsiteX96" fmla="*/ 94976 w 280248"/>
                <a:gd name="connsiteY96" fmla="*/ 145077 h 433303"/>
                <a:gd name="connsiteX97" fmla="*/ 89927 w 280248"/>
                <a:gd name="connsiteY97" fmla="*/ 146506 h 433303"/>
                <a:gd name="connsiteX98" fmla="*/ 89927 w 280248"/>
                <a:gd name="connsiteY98" fmla="*/ 146506 h 433303"/>
                <a:gd name="connsiteX99" fmla="*/ 81831 w 280248"/>
                <a:gd name="connsiteY99" fmla="*/ 142029 h 433303"/>
                <a:gd name="connsiteX100" fmla="*/ 61733 w 280248"/>
                <a:gd name="connsiteY100" fmla="*/ 110216 h 433303"/>
                <a:gd name="connsiteX101" fmla="*/ 64686 w 280248"/>
                <a:gd name="connsiteY101" fmla="*/ 97071 h 433303"/>
                <a:gd name="connsiteX102" fmla="*/ 64686 w 280248"/>
                <a:gd name="connsiteY102" fmla="*/ 97071 h 433303"/>
                <a:gd name="connsiteX103" fmla="*/ 77831 w 280248"/>
                <a:gd name="connsiteY103" fmla="*/ 100024 h 433303"/>
                <a:gd name="connsiteX104" fmla="*/ 77831 w 280248"/>
                <a:gd name="connsiteY104" fmla="*/ 100024 h 433303"/>
                <a:gd name="connsiteX105" fmla="*/ 74878 w 280248"/>
                <a:gd name="connsiteY105" fmla="*/ 113168 h 433303"/>
                <a:gd name="connsiteX106" fmla="*/ 74878 w 280248"/>
                <a:gd name="connsiteY106" fmla="*/ 113168 h 433303"/>
                <a:gd name="connsiteX107" fmla="*/ 69830 w 280248"/>
                <a:gd name="connsiteY107" fmla="*/ 114597 h 433303"/>
                <a:gd name="connsiteX108" fmla="*/ 69830 w 280248"/>
                <a:gd name="connsiteY108" fmla="*/ 114597 h 433303"/>
                <a:gd name="connsiteX109" fmla="*/ 61733 w 280248"/>
                <a:gd name="connsiteY109" fmla="*/ 110216 h 433303"/>
                <a:gd name="connsiteX110" fmla="*/ 41636 w 280248"/>
                <a:gd name="connsiteY110" fmla="*/ 78307 h 433303"/>
                <a:gd name="connsiteX111" fmla="*/ 44588 w 280248"/>
                <a:gd name="connsiteY111" fmla="*/ 65162 h 433303"/>
                <a:gd name="connsiteX112" fmla="*/ 44588 w 280248"/>
                <a:gd name="connsiteY112" fmla="*/ 65162 h 433303"/>
                <a:gd name="connsiteX113" fmla="*/ 57733 w 280248"/>
                <a:gd name="connsiteY113" fmla="*/ 68210 h 433303"/>
                <a:gd name="connsiteX114" fmla="*/ 57733 w 280248"/>
                <a:gd name="connsiteY114" fmla="*/ 68210 h 433303"/>
                <a:gd name="connsiteX115" fmla="*/ 54780 w 280248"/>
                <a:gd name="connsiteY115" fmla="*/ 81260 h 433303"/>
                <a:gd name="connsiteX116" fmla="*/ 54780 w 280248"/>
                <a:gd name="connsiteY116" fmla="*/ 81260 h 433303"/>
                <a:gd name="connsiteX117" fmla="*/ 49732 w 280248"/>
                <a:gd name="connsiteY117" fmla="*/ 82784 h 433303"/>
                <a:gd name="connsiteX118" fmla="*/ 49732 w 280248"/>
                <a:gd name="connsiteY118" fmla="*/ 82784 h 433303"/>
                <a:gd name="connsiteX119" fmla="*/ 41636 w 280248"/>
                <a:gd name="connsiteY119" fmla="*/ 78307 h 433303"/>
                <a:gd name="connsiteX120" fmla="*/ 21538 w 280248"/>
                <a:gd name="connsiteY120" fmla="*/ 46493 h 433303"/>
                <a:gd name="connsiteX121" fmla="*/ 24491 w 280248"/>
                <a:gd name="connsiteY121" fmla="*/ 33349 h 433303"/>
                <a:gd name="connsiteX122" fmla="*/ 24491 w 280248"/>
                <a:gd name="connsiteY122" fmla="*/ 33349 h 433303"/>
                <a:gd name="connsiteX123" fmla="*/ 37635 w 280248"/>
                <a:gd name="connsiteY123" fmla="*/ 36302 h 433303"/>
                <a:gd name="connsiteX124" fmla="*/ 37635 w 280248"/>
                <a:gd name="connsiteY124" fmla="*/ 36302 h 433303"/>
                <a:gd name="connsiteX125" fmla="*/ 34682 w 280248"/>
                <a:gd name="connsiteY125" fmla="*/ 49446 h 433303"/>
                <a:gd name="connsiteX126" fmla="*/ 34682 w 280248"/>
                <a:gd name="connsiteY126" fmla="*/ 49446 h 433303"/>
                <a:gd name="connsiteX127" fmla="*/ 29634 w 280248"/>
                <a:gd name="connsiteY127" fmla="*/ 50875 h 433303"/>
                <a:gd name="connsiteX128" fmla="*/ 29634 w 280248"/>
                <a:gd name="connsiteY128" fmla="*/ 50875 h 433303"/>
                <a:gd name="connsiteX129" fmla="*/ 21538 w 280248"/>
                <a:gd name="connsiteY129" fmla="*/ 46493 h 433303"/>
                <a:gd name="connsiteX130" fmla="*/ 1440 w 280248"/>
                <a:gd name="connsiteY130" fmla="*/ 14585 h 433303"/>
                <a:gd name="connsiteX131" fmla="*/ 4393 w 280248"/>
                <a:gd name="connsiteY131" fmla="*/ 1440 h 433303"/>
                <a:gd name="connsiteX132" fmla="*/ 4393 w 280248"/>
                <a:gd name="connsiteY132" fmla="*/ 1440 h 433303"/>
                <a:gd name="connsiteX133" fmla="*/ 17633 w 280248"/>
                <a:gd name="connsiteY133" fmla="*/ 4393 h 433303"/>
                <a:gd name="connsiteX134" fmla="*/ 17633 w 280248"/>
                <a:gd name="connsiteY134" fmla="*/ 4393 h 433303"/>
                <a:gd name="connsiteX135" fmla="*/ 14585 w 280248"/>
                <a:gd name="connsiteY135" fmla="*/ 17633 h 433303"/>
                <a:gd name="connsiteX136" fmla="*/ 14585 w 280248"/>
                <a:gd name="connsiteY136" fmla="*/ 17633 h 433303"/>
                <a:gd name="connsiteX137" fmla="*/ 9536 w 280248"/>
                <a:gd name="connsiteY137" fmla="*/ 19061 h 433303"/>
                <a:gd name="connsiteX138" fmla="*/ 9536 w 280248"/>
                <a:gd name="connsiteY138" fmla="*/ 19061 h 433303"/>
                <a:gd name="connsiteX139" fmla="*/ 1440 w 280248"/>
                <a:gd name="connsiteY139" fmla="*/ 14585 h 433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280248" h="433303">
                  <a:moveTo>
                    <a:pt x="262711" y="428827"/>
                  </a:moveTo>
                  <a:cubicBezTo>
                    <a:pt x="259853" y="424350"/>
                    <a:pt x="261187" y="418445"/>
                    <a:pt x="265664" y="415682"/>
                  </a:cubicBezTo>
                  <a:lnTo>
                    <a:pt x="265664" y="415682"/>
                  </a:lnTo>
                  <a:cubicBezTo>
                    <a:pt x="270141" y="412920"/>
                    <a:pt x="276046" y="414254"/>
                    <a:pt x="278808" y="418635"/>
                  </a:cubicBezTo>
                  <a:lnTo>
                    <a:pt x="278808" y="418635"/>
                  </a:lnTo>
                  <a:cubicBezTo>
                    <a:pt x="281570" y="423112"/>
                    <a:pt x="280237" y="429017"/>
                    <a:pt x="275855" y="431780"/>
                  </a:cubicBezTo>
                  <a:lnTo>
                    <a:pt x="275855" y="431780"/>
                  </a:lnTo>
                  <a:cubicBezTo>
                    <a:pt x="274236" y="432827"/>
                    <a:pt x="272522" y="433304"/>
                    <a:pt x="270807" y="433304"/>
                  </a:cubicBezTo>
                  <a:lnTo>
                    <a:pt x="270807" y="433304"/>
                  </a:lnTo>
                  <a:cubicBezTo>
                    <a:pt x="267569" y="433304"/>
                    <a:pt x="264521" y="431684"/>
                    <a:pt x="262711" y="428827"/>
                  </a:cubicBezTo>
                  <a:close/>
                  <a:moveTo>
                    <a:pt x="242613" y="396918"/>
                  </a:moveTo>
                  <a:cubicBezTo>
                    <a:pt x="239756" y="392537"/>
                    <a:pt x="241089" y="386631"/>
                    <a:pt x="245566" y="383869"/>
                  </a:cubicBezTo>
                  <a:lnTo>
                    <a:pt x="245566" y="383869"/>
                  </a:lnTo>
                  <a:cubicBezTo>
                    <a:pt x="250043" y="381011"/>
                    <a:pt x="255853" y="382345"/>
                    <a:pt x="258710" y="386822"/>
                  </a:cubicBezTo>
                  <a:lnTo>
                    <a:pt x="258710" y="386822"/>
                  </a:lnTo>
                  <a:cubicBezTo>
                    <a:pt x="261473" y="391298"/>
                    <a:pt x="260234" y="397109"/>
                    <a:pt x="255758" y="399966"/>
                  </a:cubicBezTo>
                  <a:lnTo>
                    <a:pt x="255758" y="399966"/>
                  </a:lnTo>
                  <a:cubicBezTo>
                    <a:pt x="254138" y="400919"/>
                    <a:pt x="252424" y="401395"/>
                    <a:pt x="250709" y="401395"/>
                  </a:cubicBezTo>
                  <a:lnTo>
                    <a:pt x="250709" y="401395"/>
                  </a:lnTo>
                  <a:cubicBezTo>
                    <a:pt x="247471" y="401395"/>
                    <a:pt x="244423" y="399871"/>
                    <a:pt x="242613" y="396918"/>
                  </a:cubicBezTo>
                  <a:close/>
                  <a:moveTo>
                    <a:pt x="222516" y="365105"/>
                  </a:moveTo>
                  <a:cubicBezTo>
                    <a:pt x="219658" y="360628"/>
                    <a:pt x="220991" y="354818"/>
                    <a:pt x="225468" y="351960"/>
                  </a:cubicBezTo>
                  <a:lnTo>
                    <a:pt x="225468" y="351960"/>
                  </a:lnTo>
                  <a:cubicBezTo>
                    <a:pt x="229945" y="349103"/>
                    <a:pt x="235850" y="350436"/>
                    <a:pt x="238613" y="354913"/>
                  </a:cubicBezTo>
                  <a:lnTo>
                    <a:pt x="238613" y="354913"/>
                  </a:lnTo>
                  <a:cubicBezTo>
                    <a:pt x="241470" y="359390"/>
                    <a:pt x="240041" y="365295"/>
                    <a:pt x="235660" y="368057"/>
                  </a:cubicBezTo>
                  <a:lnTo>
                    <a:pt x="235660" y="368057"/>
                  </a:lnTo>
                  <a:cubicBezTo>
                    <a:pt x="234041" y="369105"/>
                    <a:pt x="232326" y="369581"/>
                    <a:pt x="230612" y="369581"/>
                  </a:cubicBezTo>
                  <a:lnTo>
                    <a:pt x="230612" y="369581"/>
                  </a:lnTo>
                  <a:cubicBezTo>
                    <a:pt x="227373" y="369581"/>
                    <a:pt x="224325" y="367962"/>
                    <a:pt x="222516" y="365105"/>
                  </a:cubicBezTo>
                  <a:close/>
                  <a:moveTo>
                    <a:pt x="202418" y="333291"/>
                  </a:moveTo>
                  <a:cubicBezTo>
                    <a:pt x="199560" y="328719"/>
                    <a:pt x="200894" y="322909"/>
                    <a:pt x="205370" y="320051"/>
                  </a:cubicBezTo>
                  <a:lnTo>
                    <a:pt x="205370" y="320051"/>
                  </a:lnTo>
                  <a:cubicBezTo>
                    <a:pt x="209847" y="317289"/>
                    <a:pt x="215657" y="318623"/>
                    <a:pt x="218515" y="323099"/>
                  </a:cubicBezTo>
                  <a:lnTo>
                    <a:pt x="218515" y="323099"/>
                  </a:lnTo>
                  <a:cubicBezTo>
                    <a:pt x="221277" y="327481"/>
                    <a:pt x="220039" y="333386"/>
                    <a:pt x="215562" y="336244"/>
                  </a:cubicBezTo>
                  <a:lnTo>
                    <a:pt x="215562" y="336244"/>
                  </a:lnTo>
                  <a:cubicBezTo>
                    <a:pt x="213943" y="337196"/>
                    <a:pt x="212228" y="337673"/>
                    <a:pt x="210514" y="337673"/>
                  </a:cubicBezTo>
                  <a:lnTo>
                    <a:pt x="210514" y="337673"/>
                  </a:lnTo>
                  <a:cubicBezTo>
                    <a:pt x="207275" y="337673"/>
                    <a:pt x="204227" y="336149"/>
                    <a:pt x="202418" y="333291"/>
                  </a:cubicBezTo>
                  <a:close/>
                  <a:moveTo>
                    <a:pt x="182320" y="301382"/>
                  </a:moveTo>
                  <a:cubicBezTo>
                    <a:pt x="179558" y="296906"/>
                    <a:pt x="180891" y="291000"/>
                    <a:pt x="185273" y="288238"/>
                  </a:cubicBezTo>
                  <a:lnTo>
                    <a:pt x="185273" y="288238"/>
                  </a:lnTo>
                  <a:cubicBezTo>
                    <a:pt x="189749" y="285476"/>
                    <a:pt x="195655" y="286809"/>
                    <a:pt x="198417" y="291191"/>
                  </a:cubicBezTo>
                  <a:lnTo>
                    <a:pt x="198417" y="291191"/>
                  </a:lnTo>
                  <a:cubicBezTo>
                    <a:pt x="201275" y="295667"/>
                    <a:pt x="199846" y="301573"/>
                    <a:pt x="195464" y="304335"/>
                  </a:cubicBezTo>
                  <a:lnTo>
                    <a:pt x="195464" y="304335"/>
                  </a:lnTo>
                  <a:cubicBezTo>
                    <a:pt x="193845" y="305383"/>
                    <a:pt x="192131" y="305859"/>
                    <a:pt x="190416" y="305859"/>
                  </a:cubicBezTo>
                  <a:lnTo>
                    <a:pt x="190416" y="305859"/>
                  </a:lnTo>
                  <a:cubicBezTo>
                    <a:pt x="187273" y="305859"/>
                    <a:pt x="184130" y="304240"/>
                    <a:pt x="182320" y="301382"/>
                  </a:cubicBezTo>
                  <a:close/>
                  <a:moveTo>
                    <a:pt x="162222" y="269474"/>
                  </a:moveTo>
                  <a:cubicBezTo>
                    <a:pt x="159365" y="265092"/>
                    <a:pt x="160698" y="259187"/>
                    <a:pt x="165175" y="256329"/>
                  </a:cubicBezTo>
                  <a:lnTo>
                    <a:pt x="165175" y="256329"/>
                  </a:lnTo>
                  <a:cubicBezTo>
                    <a:pt x="169652" y="253567"/>
                    <a:pt x="175557" y="254900"/>
                    <a:pt x="178319" y="259377"/>
                  </a:cubicBezTo>
                  <a:lnTo>
                    <a:pt x="178319" y="259377"/>
                  </a:lnTo>
                  <a:cubicBezTo>
                    <a:pt x="181082" y="263759"/>
                    <a:pt x="179843" y="269664"/>
                    <a:pt x="175367" y="272522"/>
                  </a:cubicBezTo>
                  <a:lnTo>
                    <a:pt x="175367" y="272522"/>
                  </a:lnTo>
                  <a:cubicBezTo>
                    <a:pt x="173747" y="273474"/>
                    <a:pt x="172033" y="273950"/>
                    <a:pt x="170318" y="273950"/>
                  </a:cubicBezTo>
                  <a:lnTo>
                    <a:pt x="170318" y="273950"/>
                  </a:lnTo>
                  <a:cubicBezTo>
                    <a:pt x="167080" y="273950"/>
                    <a:pt x="164032" y="272426"/>
                    <a:pt x="162222" y="269474"/>
                  </a:cubicBezTo>
                  <a:close/>
                  <a:moveTo>
                    <a:pt x="142124" y="237660"/>
                  </a:moveTo>
                  <a:cubicBezTo>
                    <a:pt x="139362" y="233183"/>
                    <a:pt x="140600" y="227278"/>
                    <a:pt x="145077" y="224516"/>
                  </a:cubicBezTo>
                  <a:lnTo>
                    <a:pt x="145077" y="224516"/>
                  </a:lnTo>
                  <a:cubicBezTo>
                    <a:pt x="149554" y="221658"/>
                    <a:pt x="155459" y="222992"/>
                    <a:pt x="158222" y="227468"/>
                  </a:cubicBezTo>
                  <a:lnTo>
                    <a:pt x="158222" y="227468"/>
                  </a:lnTo>
                  <a:cubicBezTo>
                    <a:pt x="161079" y="231945"/>
                    <a:pt x="159650" y="237755"/>
                    <a:pt x="155269" y="240613"/>
                  </a:cubicBezTo>
                  <a:lnTo>
                    <a:pt x="155269" y="240613"/>
                  </a:lnTo>
                  <a:cubicBezTo>
                    <a:pt x="153650" y="241661"/>
                    <a:pt x="151935" y="242137"/>
                    <a:pt x="150221" y="242137"/>
                  </a:cubicBezTo>
                  <a:lnTo>
                    <a:pt x="150221" y="242137"/>
                  </a:lnTo>
                  <a:cubicBezTo>
                    <a:pt x="147077" y="242137"/>
                    <a:pt x="143934" y="240518"/>
                    <a:pt x="142124" y="237660"/>
                  </a:cubicBezTo>
                  <a:close/>
                  <a:moveTo>
                    <a:pt x="122027" y="205751"/>
                  </a:moveTo>
                  <a:cubicBezTo>
                    <a:pt x="119169" y="201275"/>
                    <a:pt x="120598" y="195464"/>
                    <a:pt x="124979" y="192607"/>
                  </a:cubicBezTo>
                  <a:lnTo>
                    <a:pt x="124979" y="192607"/>
                  </a:lnTo>
                  <a:cubicBezTo>
                    <a:pt x="129456" y="189845"/>
                    <a:pt x="135362" y="191178"/>
                    <a:pt x="138124" y="195655"/>
                  </a:cubicBezTo>
                  <a:lnTo>
                    <a:pt x="138124" y="195655"/>
                  </a:lnTo>
                  <a:cubicBezTo>
                    <a:pt x="140886" y="200036"/>
                    <a:pt x="139648" y="205942"/>
                    <a:pt x="135171" y="208799"/>
                  </a:cubicBezTo>
                  <a:lnTo>
                    <a:pt x="135171" y="208799"/>
                  </a:lnTo>
                  <a:cubicBezTo>
                    <a:pt x="133552" y="209752"/>
                    <a:pt x="131837" y="210228"/>
                    <a:pt x="130123" y="210228"/>
                  </a:cubicBezTo>
                  <a:lnTo>
                    <a:pt x="130123" y="210228"/>
                  </a:lnTo>
                  <a:cubicBezTo>
                    <a:pt x="126980" y="210228"/>
                    <a:pt x="123836" y="208609"/>
                    <a:pt x="122027" y="205751"/>
                  </a:cubicBezTo>
                  <a:close/>
                  <a:moveTo>
                    <a:pt x="101929" y="173938"/>
                  </a:moveTo>
                  <a:cubicBezTo>
                    <a:pt x="99167" y="169461"/>
                    <a:pt x="100405" y="163556"/>
                    <a:pt x="104882" y="160793"/>
                  </a:cubicBezTo>
                  <a:lnTo>
                    <a:pt x="104882" y="160793"/>
                  </a:lnTo>
                  <a:cubicBezTo>
                    <a:pt x="109358" y="157936"/>
                    <a:pt x="115264" y="159269"/>
                    <a:pt x="118026" y="163746"/>
                  </a:cubicBezTo>
                  <a:lnTo>
                    <a:pt x="118026" y="163746"/>
                  </a:lnTo>
                  <a:cubicBezTo>
                    <a:pt x="120884" y="168223"/>
                    <a:pt x="119550" y="174128"/>
                    <a:pt x="115073" y="176891"/>
                  </a:cubicBezTo>
                  <a:lnTo>
                    <a:pt x="115073" y="176891"/>
                  </a:lnTo>
                  <a:cubicBezTo>
                    <a:pt x="113454" y="177843"/>
                    <a:pt x="111740" y="178319"/>
                    <a:pt x="110025" y="178319"/>
                  </a:cubicBezTo>
                  <a:lnTo>
                    <a:pt x="110025" y="178319"/>
                  </a:lnTo>
                  <a:cubicBezTo>
                    <a:pt x="106882" y="178319"/>
                    <a:pt x="103739" y="176795"/>
                    <a:pt x="101929" y="173938"/>
                  </a:cubicBezTo>
                  <a:close/>
                  <a:moveTo>
                    <a:pt x="81831" y="142029"/>
                  </a:moveTo>
                  <a:cubicBezTo>
                    <a:pt x="78974" y="137648"/>
                    <a:pt x="80402" y="131742"/>
                    <a:pt x="84784" y="128885"/>
                  </a:cubicBezTo>
                  <a:lnTo>
                    <a:pt x="84784" y="128885"/>
                  </a:lnTo>
                  <a:cubicBezTo>
                    <a:pt x="89261" y="126122"/>
                    <a:pt x="95166" y="127456"/>
                    <a:pt x="97928" y="131837"/>
                  </a:cubicBezTo>
                  <a:lnTo>
                    <a:pt x="97928" y="131837"/>
                  </a:lnTo>
                  <a:cubicBezTo>
                    <a:pt x="100786" y="136314"/>
                    <a:pt x="99452" y="142220"/>
                    <a:pt x="94976" y="145077"/>
                  </a:cubicBezTo>
                  <a:lnTo>
                    <a:pt x="94976" y="145077"/>
                  </a:lnTo>
                  <a:cubicBezTo>
                    <a:pt x="93452" y="146030"/>
                    <a:pt x="91642" y="146506"/>
                    <a:pt x="89927" y="146506"/>
                  </a:cubicBezTo>
                  <a:lnTo>
                    <a:pt x="89927" y="146506"/>
                  </a:lnTo>
                  <a:cubicBezTo>
                    <a:pt x="86784" y="146506"/>
                    <a:pt x="83641" y="144887"/>
                    <a:pt x="81831" y="142029"/>
                  </a:cubicBezTo>
                  <a:close/>
                  <a:moveTo>
                    <a:pt x="61733" y="110216"/>
                  </a:moveTo>
                  <a:cubicBezTo>
                    <a:pt x="58971" y="105739"/>
                    <a:pt x="60305" y="99833"/>
                    <a:pt x="64686" y="97071"/>
                  </a:cubicBezTo>
                  <a:lnTo>
                    <a:pt x="64686" y="97071"/>
                  </a:lnTo>
                  <a:cubicBezTo>
                    <a:pt x="69163" y="94214"/>
                    <a:pt x="75068" y="95547"/>
                    <a:pt x="77831" y="100024"/>
                  </a:cubicBezTo>
                  <a:lnTo>
                    <a:pt x="77831" y="100024"/>
                  </a:lnTo>
                  <a:cubicBezTo>
                    <a:pt x="80688" y="104501"/>
                    <a:pt x="79355" y="110311"/>
                    <a:pt x="74878" y="113168"/>
                  </a:cubicBezTo>
                  <a:lnTo>
                    <a:pt x="74878" y="113168"/>
                  </a:lnTo>
                  <a:cubicBezTo>
                    <a:pt x="73259" y="114121"/>
                    <a:pt x="71544" y="114597"/>
                    <a:pt x="69830" y="114597"/>
                  </a:cubicBezTo>
                  <a:lnTo>
                    <a:pt x="69830" y="114597"/>
                  </a:lnTo>
                  <a:cubicBezTo>
                    <a:pt x="66591" y="114597"/>
                    <a:pt x="63543" y="113073"/>
                    <a:pt x="61733" y="110216"/>
                  </a:cubicBezTo>
                  <a:close/>
                  <a:moveTo>
                    <a:pt x="41636" y="78307"/>
                  </a:moveTo>
                  <a:cubicBezTo>
                    <a:pt x="38873" y="73830"/>
                    <a:pt x="40207" y="68020"/>
                    <a:pt x="44588" y="65162"/>
                  </a:cubicBezTo>
                  <a:lnTo>
                    <a:pt x="44588" y="65162"/>
                  </a:lnTo>
                  <a:cubicBezTo>
                    <a:pt x="49065" y="62400"/>
                    <a:pt x="54971" y="63734"/>
                    <a:pt x="57733" y="68210"/>
                  </a:cubicBezTo>
                  <a:lnTo>
                    <a:pt x="57733" y="68210"/>
                  </a:lnTo>
                  <a:cubicBezTo>
                    <a:pt x="60590" y="72592"/>
                    <a:pt x="59257" y="78497"/>
                    <a:pt x="54780" y="81260"/>
                  </a:cubicBezTo>
                  <a:lnTo>
                    <a:pt x="54780" y="81260"/>
                  </a:lnTo>
                  <a:cubicBezTo>
                    <a:pt x="53256" y="82307"/>
                    <a:pt x="51446" y="82784"/>
                    <a:pt x="49732" y="82784"/>
                  </a:cubicBezTo>
                  <a:lnTo>
                    <a:pt x="49732" y="82784"/>
                  </a:lnTo>
                  <a:cubicBezTo>
                    <a:pt x="46589" y="82784"/>
                    <a:pt x="43445" y="81164"/>
                    <a:pt x="41636" y="78307"/>
                  </a:cubicBezTo>
                  <a:close/>
                  <a:moveTo>
                    <a:pt x="21538" y="46493"/>
                  </a:moveTo>
                  <a:cubicBezTo>
                    <a:pt x="18776" y="42017"/>
                    <a:pt x="20109" y="36111"/>
                    <a:pt x="24491" y="33349"/>
                  </a:cubicBezTo>
                  <a:lnTo>
                    <a:pt x="24491" y="33349"/>
                  </a:lnTo>
                  <a:cubicBezTo>
                    <a:pt x="28967" y="30491"/>
                    <a:pt x="34873" y="31825"/>
                    <a:pt x="37635" y="36302"/>
                  </a:cubicBezTo>
                  <a:lnTo>
                    <a:pt x="37635" y="36302"/>
                  </a:lnTo>
                  <a:cubicBezTo>
                    <a:pt x="40493" y="40778"/>
                    <a:pt x="39159" y="46684"/>
                    <a:pt x="34682" y="49446"/>
                  </a:cubicBezTo>
                  <a:lnTo>
                    <a:pt x="34682" y="49446"/>
                  </a:lnTo>
                  <a:cubicBezTo>
                    <a:pt x="33063" y="50399"/>
                    <a:pt x="31349" y="50875"/>
                    <a:pt x="29634" y="50875"/>
                  </a:cubicBezTo>
                  <a:lnTo>
                    <a:pt x="29634" y="50875"/>
                  </a:lnTo>
                  <a:cubicBezTo>
                    <a:pt x="26491" y="50875"/>
                    <a:pt x="23348" y="49351"/>
                    <a:pt x="21538" y="46493"/>
                  </a:cubicBezTo>
                  <a:close/>
                  <a:moveTo>
                    <a:pt x="1440" y="14585"/>
                  </a:moveTo>
                  <a:cubicBezTo>
                    <a:pt x="-1322" y="10108"/>
                    <a:pt x="11" y="4298"/>
                    <a:pt x="4393" y="1440"/>
                  </a:cubicBezTo>
                  <a:lnTo>
                    <a:pt x="4393" y="1440"/>
                  </a:lnTo>
                  <a:cubicBezTo>
                    <a:pt x="8870" y="-1322"/>
                    <a:pt x="14775" y="11"/>
                    <a:pt x="17633" y="4393"/>
                  </a:cubicBezTo>
                  <a:lnTo>
                    <a:pt x="17633" y="4393"/>
                  </a:lnTo>
                  <a:cubicBezTo>
                    <a:pt x="20395" y="8870"/>
                    <a:pt x="19061" y="14775"/>
                    <a:pt x="14585" y="17633"/>
                  </a:cubicBezTo>
                  <a:lnTo>
                    <a:pt x="14585" y="17633"/>
                  </a:lnTo>
                  <a:cubicBezTo>
                    <a:pt x="13061" y="18585"/>
                    <a:pt x="11251" y="19061"/>
                    <a:pt x="9536" y="19061"/>
                  </a:cubicBezTo>
                  <a:lnTo>
                    <a:pt x="9536" y="19061"/>
                  </a:lnTo>
                  <a:cubicBezTo>
                    <a:pt x="6393" y="19061"/>
                    <a:pt x="3250" y="17442"/>
                    <a:pt x="1440" y="14585"/>
                  </a:cubicBezTo>
                  <a:close/>
                </a:path>
              </a:pathLst>
            </a:custGeom>
            <a:grpFill/>
            <a:ln w="0" cap="flat">
              <a:noFill/>
              <a:prstDash val="solid"/>
              <a:miter/>
            </a:ln>
          </p:spPr>
          <p:txBody>
            <a:bodyPr rtlCol="0" anchor="ctr"/>
            <a:lstStyle/>
            <a:p>
              <a:endParaRPr lang="en-GB"/>
            </a:p>
          </p:txBody>
        </p:sp>
        <p:sp>
          <p:nvSpPr>
            <p:cNvPr id="40" name="Freeform: Shape 39">
              <a:extLst>
                <a:ext uri="{FF2B5EF4-FFF2-40B4-BE49-F238E27FC236}">
                  <a16:creationId xmlns:a16="http://schemas.microsoft.com/office/drawing/2014/main" id="{E68FFFF9-757C-7D46-2602-D0A832999C2A}"/>
                </a:ext>
              </a:extLst>
            </p:cNvPr>
            <p:cNvSpPr/>
            <p:nvPr/>
          </p:nvSpPr>
          <p:spPr>
            <a:xfrm>
              <a:off x="6423610" y="3619694"/>
              <a:ext cx="86912" cy="49429"/>
            </a:xfrm>
            <a:custGeom>
              <a:avLst/>
              <a:gdLst>
                <a:gd name="connsiteX0" fmla="*/ 73487 w 86912"/>
                <a:gd name="connsiteY0" fmla="*/ 48573 h 49429"/>
                <a:gd name="connsiteX1" fmla="*/ 68725 w 86912"/>
                <a:gd name="connsiteY1" fmla="*/ 36000 h 49429"/>
                <a:gd name="connsiteX2" fmla="*/ 68725 w 86912"/>
                <a:gd name="connsiteY2" fmla="*/ 36000 h 49429"/>
                <a:gd name="connsiteX3" fmla="*/ 81298 w 86912"/>
                <a:gd name="connsiteY3" fmla="*/ 31237 h 49429"/>
                <a:gd name="connsiteX4" fmla="*/ 81298 w 86912"/>
                <a:gd name="connsiteY4" fmla="*/ 31237 h 49429"/>
                <a:gd name="connsiteX5" fmla="*/ 86060 w 86912"/>
                <a:gd name="connsiteY5" fmla="*/ 43810 h 49429"/>
                <a:gd name="connsiteX6" fmla="*/ 86060 w 86912"/>
                <a:gd name="connsiteY6" fmla="*/ 43810 h 49429"/>
                <a:gd name="connsiteX7" fmla="*/ 77392 w 86912"/>
                <a:gd name="connsiteY7" fmla="*/ 49430 h 49429"/>
                <a:gd name="connsiteX8" fmla="*/ 77392 w 86912"/>
                <a:gd name="connsiteY8" fmla="*/ 49430 h 49429"/>
                <a:gd name="connsiteX9" fmla="*/ 73487 w 86912"/>
                <a:gd name="connsiteY9" fmla="*/ 48573 h 49429"/>
                <a:gd name="connsiteX10" fmla="*/ 39578 w 86912"/>
                <a:gd name="connsiteY10" fmla="*/ 33428 h 49429"/>
                <a:gd name="connsiteX11" fmla="*/ 34720 w 86912"/>
                <a:gd name="connsiteY11" fmla="*/ 20855 h 49429"/>
                <a:gd name="connsiteX12" fmla="*/ 34720 w 86912"/>
                <a:gd name="connsiteY12" fmla="*/ 20855 h 49429"/>
                <a:gd name="connsiteX13" fmla="*/ 47293 w 86912"/>
                <a:gd name="connsiteY13" fmla="*/ 16092 h 49429"/>
                <a:gd name="connsiteX14" fmla="*/ 47293 w 86912"/>
                <a:gd name="connsiteY14" fmla="*/ 16092 h 49429"/>
                <a:gd name="connsiteX15" fmla="*/ 52151 w 86912"/>
                <a:gd name="connsiteY15" fmla="*/ 28665 h 49429"/>
                <a:gd name="connsiteX16" fmla="*/ 52151 w 86912"/>
                <a:gd name="connsiteY16" fmla="*/ 28665 h 49429"/>
                <a:gd name="connsiteX17" fmla="*/ 43483 w 86912"/>
                <a:gd name="connsiteY17" fmla="*/ 34285 h 49429"/>
                <a:gd name="connsiteX18" fmla="*/ 43483 w 86912"/>
                <a:gd name="connsiteY18" fmla="*/ 34285 h 49429"/>
                <a:gd name="connsiteX19" fmla="*/ 39578 w 86912"/>
                <a:gd name="connsiteY19" fmla="*/ 33428 h 49429"/>
                <a:gd name="connsiteX20" fmla="*/ 5574 w 86912"/>
                <a:gd name="connsiteY20" fmla="*/ 18188 h 49429"/>
                <a:gd name="connsiteX21" fmla="*/ 811 w 86912"/>
                <a:gd name="connsiteY21" fmla="*/ 5615 h 49429"/>
                <a:gd name="connsiteX22" fmla="*/ 811 w 86912"/>
                <a:gd name="connsiteY22" fmla="*/ 5615 h 49429"/>
                <a:gd name="connsiteX23" fmla="*/ 13384 w 86912"/>
                <a:gd name="connsiteY23" fmla="*/ 852 h 49429"/>
                <a:gd name="connsiteX24" fmla="*/ 13384 w 86912"/>
                <a:gd name="connsiteY24" fmla="*/ 852 h 49429"/>
                <a:gd name="connsiteX25" fmla="*/ 18242 w 86912"/>
                <a:gd name="connsiteY25" fmla="*/ 13425 h 49429"/>
                <a:gd name="connsiteX26" fmla="*/ 18242 w 86912"/>
                <a:gd name="connsiteY26" fmla="*/ 13425 h 49429"/>
                <a:gd name="connsiteX27" fmla="*/ 9479 w 86912"/>
                <a:gd name="connsiteY27" fmla="*/ 19045 h 49429"/>
                <a:gd name="connsiteX28" fmla="*/ 9479 w 86912"/>
                <a:gd name="connsiteY28" fmla="*/ 19045 h 49429"/>
                <a:gd name="connsiteX29" fmla="*/ 5574 w 86912"/>
                <a:gd name="connsiteY29" fmla="*/ 18188 h 49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6912" h="49429">
                  <a:moveTo>
                    <a:pt x="73487" y="48573"/>
                  </a:moveTo>
                  <a:cubicBezTo>
                    <a:pt x="68725" y="46477"/>
                    <a:pt x="66534" y="40857"/>
                    <a:pt x="68725" y="36000"/>
                  </a:cubicBezTo>
                  <a:lnTo>
                    <a:pt x="68725" y="36000"/>
                  </a:lnTo>
                  <a:cubicBezTo>
                    <a:pt x="70820" y="31237"/>
                    <a:pt x="76440" y="29046"/>
                    <a:pt x="81298" y="31237"/>
                  </a:cubicBezTo>
                  <a:lnTo>
                    <a:pt x="81298" y="31237"/>
                  </a:lnTo>
                  <a:cubicBezTo>
                    <a:pt x="86060" y="33428"/>
                    <a:pt x="88251" y="39048"/>
                    <a:pt x="86060" y="43810"/>
                  </a:cubicBezTo>
                  <a:lnTo>
                    <a:pt x="86060" y="43810"/>
                  </a:lnTo>
                  <a:cubicBezTo>
                    <a:pt x="84441" y="47334"/>
                    <a:pt x="81012" y="49430"/>
                    <a:pt x="77392" y="49430"/>
                  </a:cubicBezTo>
                  <a:lnTo>
                    <a:pt x="77392" y="49430"/>
                  </a:lnTo>
                  <a:cubicBezTo>
                    <a:pt x="76059" y="49430"/>
                    <a:pt x="74725" y="49144"/>
                    <a:pt x="73487" y="48573"/>
                  </a:cubicBezTo>
                  <a:close/>
                  <a:moveTo>
                    <a:pt x="39578" y="33428"/>
                  </a:moveTo>
                  <a:cubicBezTo>
                    <a:pt x="34720" y="31332"/>
                    <a:pt x="32625" y="25617"/>
                    <a:pt x="34720" y="20855"/>
                  </a:cubicBezTo>
                  <a:lnTo>
                    <a:pt x="34720" y="20855"/>
                  </a:lnTo>
                  <a:cubicBezTo>
                    <a:pt x="36911" y="16092"/>
                    <a:pt x="42531" y="13902"/>
                    <a:pt x="47293" y="16092"/>
                  </a:cubicBezTo>
                  <a:lnTo>
                    <a:pt x="47293" y="16092"/>
                  </a:lnTo>
                  <a:cubicBezTo>
                    <a:pt x="52151" y="18188"/>
                    <a:pt x="54247" y="23807"/>
                    <a:pt x="52151" y="28665"/>
                  </a:cubicBezTo>
                  <a:lnTo>
                    <a:pt x="52151" y="28665"/>
                  </a:lnTo>
                  <a:cubicBezTo>
                    <a:pt x="50532" y="32190"/>
                    <a:pt x="47103" y="34285"/>
                    <a:pt x="43483" y="34285"/>
                  </a:cubicBezTo>
                  <a:lnTo>
                    <a:pt x="43483" y="34285"/>
                  </a:lnTo>
                  <a:cubicBezTo>
                    <a:pt x="42150" y="34285"/>
                    <a:pt x="40816" y="33999"/>
                    <a:pt x="39578" y="33428"/>
                  </a:cubicBezTo>
                  <a:close/>
                  <a:moveTo>
                    <a:pt x="5574" y="18188"/>
                  </a:moveTo>
                  <a:cubicBezTo>
                    <a:pt x="811" y="16092"/>
                    <a:pt x="-1284" y="10473"/>
                    <a:pt x="811" y="5615"/>
                  </a:cubicBezTo>
                  <a:lnTo>
                    <a:pt x="811" y="5615"/>
                  </a:lnTo>
                  <a:cubicBezTo>
                    <a:pt x="3002" y="852"/>
                    <a:pt x="8622" y="-1339"/>
                    <a:pt x="13384" y="852"/>
                  </a:cubicBezTo>
                  <a:lnTo>
                    <a:pt x="13384" y="852"/>
                  </a:lnTo>
                  <a:cubicBezTo>
                    <a:pt x="18242" y="3043"/>
                    <a:pt x="20338" y="8663"/>
                    <a:pt x="18242" y="13425"/>
                  </a:cubicBezTo>
                  <a:lnTo>
                    <a:pt x="18242" y="13425"/>
                  </a:lnTo>
                  <a:cubicBezTo>
                    <a:pt x="16623" y="16950"/>
                    <a:pt x="13194" y="19045"/>
                    <a:pt x="9479" y="19045"/>
                  </a:cubicBezTo>
                  <a:lnTo>
                    <a:pt x="9479" y="19045"/>
                  </a:lnTo>
                  <a:cubicBezTo>
                    <a:pt x="8241" y="19045"/>
                    <a:pt x="6907" y="18759"/>
                    <a:pt x="5574" y="18188"/>
                  </a:cubicBezTo>
                  <a:close/>
                </a:path>
              </a:pathLst>
            </a:custGeom>
            <a:grpFill/>
            <a:ln w="0" cap="flat">
              <a:noFill/>
              <a:prstDash val="solid"/>
              <a:miter/>
            </a:ln>
          </p:spPr>
          <p:txBody>
            <a:bodyPr rtlCol="0" anchor="ctr"/>
            <a:lstStyle/>
            <a:p>
              <a:endParaRPr lang="en-GB"/>
            </a:p>
          </p:txBody>
        </p:sp>
        <p:sp>
          <p:nvSpPr>
            <p:cNvPr id="41" name="Freeform: Shape 40">
              <a:extLst>
                <a:ext uri="{FF2B5EF4-FFF2-40B4-BE49-F238E27FC236}">
                  <a16:creationId xmlns:a16="http://schemas.microsoft.com/office/drawing/2014/main" id="{53E84A09-1DED-BC96-E16F-31113CADAF62}"/>
                </a:ext>
              </a:extLst>
            </p:cNvPr>
            <p:cNvSpPr/>
            <p:nvPr/>
          </p:nvSpPr>
          <p:spPr>
            <a:xfrm>
              <a:off x="5695910" y="3124540"/>
              <a:ext cx="372220" cy="50713"/>
            </a:xfrm>
            <a:custGeom>
              <a:avLst/>
              <a:gdLst>
                <a:gd name="connsiteX0" fmla="*/ 39 w 372220"/>
                <a:gd name="connsiteY0" fmla="*/ 42045 h 50713"/>
                <a:gd name="connsiteX1" fmla="*/ 8707 w 372220"/>
                <a:gd name="connsiteY1" fmla="*/ 31758 h 50713"/>
                <a:gd name="connsiteX2" fmla="*/ 8707 w 372220"/>
                <a:gd name="connsiteY2" fmla="*/ 31758 h 50713"/>
                <a:gd name="connsiteX3" fmla="*/ 18994 w 372220"/>
                <a:gd name="connsiteY3" fmla="*/ 40426 h 50713"/>
                <a:gd name="connsiteX4" fmla="*/ 18994 w 372220"/>
                <a:gd name="connsiteY4" fmla="*/ 40426 h 50713"/>
                <a:gd name="connsiteX5" fmla="*/ 10422 w 372220"/>
                <a:gd name="connsiteY5" fmla="*/ 50713 h 50713"/>
                <a:gd name="connsiteX6" fmla="*/ 10422 w 372220"/>
                <a:gd name="connsiteY6" fmla="*/ 50713 h 50713"/>
                <a:gd name="connsiteX7" fmla="*/ 9564 w 372220"/>
                <a:gd name="connsiteY7" fmla="*/ 50713 h 50713"/>
                <a:gd name="connsiteX8" fmla="*/ 9564 w 372220"/>
                <a:gd name="connsiteY8" fmla="*/ 50713 h 50713"/>
                <a:gd name="connsiteX9" fmla="*/ 39 w 372220"/>
                <a:gd name="connsiteY9" fmla="*/ 41950 h 50713"/>
                <a:gd name="connsiteX10" fmla="*/ 39282 w 372220"/>
                <a:gd name="connsiteY10" fmla="*/ 38521 h 50713"/>
                <a:gd name="connsiteX11" fmla="*/ 47950 w 372220"/>
                <a:gd name="connsiteY11" fmla="*/ 28234 h 50713"/>
                <a:gd name="connsiteX12" fmla="*/ 47950 w 372220"/>
                <a:gd name="connsiteY12" fmla="*/ 28234 h 50713"/>
                <a:gd name="connsiteX13" fmla="*/ 58237 w 372220"/>
                <a:gd name="connsiteY13" fmla="*/ 36807 h 50713"/>
                <a:gd name="connsiteX14" fmla="*/ 58237 w 372220"/>
                <a:gd name="connsiteY14" fmla="*/ 36807 h 50713"/>
                <a:gd name="connsiteX15" fmla="*/ 49665 w 372220"/>
                <a:gd name="connsiteY15" fmla="*/ 47189 h 50713"/>
                <a:gd name="connsiteX16" fmla="*/ 48712 w 372220"/>
                <a:gd name="connsiteY16" fmla="*/ 47189 h 50713"/>
                <a:gd name="connsiteX17" fmla="*/ 39282 w 372220"/>
                <a:gd name="connsiteY17" fmla="*/ 38521 h 50713"/>
                <a:gd name="connsiteX18" fmla="*/ 78525 w 372220"/>
                <a:gd name="connsiteY18" fmla="*/ 34997 h 50713"/>
                <a:gd name="connsiteX19" fmla="*/ 87193 w 372220"/>
                <a:gd name="connsiteY19" fmla="*/ 24710 h 50713"/>
                <a:gd name="connsiteX20" fmla="*/ 87193 w 372220"/>
                <a:gd name="connsiteY20" fmla="*/ 24710 h 50713"/>
                <a:gd name="connsiteX21" fmla="*/ 97480 w 372220"/>
                <a:gd name="connsiteY21" fmla="*/ 33378 h 50713"/>
                <a:gd name="connsiteX22" fmla="*/ 97480 w 372220"/>
                <a:gd name="connsiteY22" fmla="*/ 33378 h 50713"/>
                <a:gd name="connsiteX23" fmla="*/ 88908 w 372220"/>
                <a:gd name="connsiteY23" fmla="*/ 43665 h 50713"/>
                <a:gd name="connsiteX24" fmla="*/ 88908 w 372220"/>
                <a:gd name="connsiteY24" fmla="*/ 43665 h 50713"/>
                <a:gd name="connsiteX25" fmla="*/ 87955 w 372220"/>
                <a:gd name="connsiteY25" fmla="*/ 43665 h 50713"/>
                <a:gd name="connsiteX26" fmla="*/ 87955 w 372220"/>
                <a:gd name="connsiteY26" fmla="*/ 43665 h 50713"/>
                <a:gd name="connsiteX27" fmla="*/ 78525 w 372220"/>
                <a:gd name="connsiteY27" fmla="*/ 34902 h 50713"/>
                <a:gd name="connsiteX28" fmla="*/ 117768 w 372220"/>
                <a:gd name="connsiteY28" fmla="*/ 31473 h 50713"/>
                <a:gd name="connsiteX29" fmla="*/ 126436 w 372220"/>
                <a:gd name="connsiteY29" fmla="*/ 21186 h 50713"/>
                <a:gd name="connsiteX30" fmla="*/ 126436 w 372220"/>
                <a:gd name="connsiteY30" fmla="*/ 21186 h 50713"/>
                <a:gd name="connsiteX31" fmla="*/ 136723 w 372220"/>
                <a:gd name="connsiteY31" fmla="*/ 29758 h 50713"/>
                <a:gd name="connsiteX32" fmla="*/ 136723 w 372220"/>
                <a:gd name="connsiteY32" fmla="*/ 29758 h 50713"/>
                <a:gd name="connsiteX33" fmla="*/ 128151 w 372220"/>
                <a:gd name="connsiteY33" fmla="*/ 40140 h 50713"/>
                <a:gd name="connsiteX34" fmla="*/ 127198 w 372220"/>
                <a:gd name="connsiteY34" fmla="*/ 40140 h 50713"/>
                <a:gd name="connsiteX35" fmla="*/ 117768 w 372220"/>
                <a:gd name="connsiteY35" fmla="*/ 31473 h 50713"/>
                <a:gd name="connsiteX36" fmla="*/ 157011 w 372220"/>
                <a:gd name="connsiteY36" fmla="*/ 27948 h 50713"/>
                <a:gd name="connsiteX37" fmla="*/ 165679 w 372220"/>
                <a:gd name="connsiteY37" fmla="*/ 17661 h 50713"/>
                <a:gd name="connsiteX38" fmla="*/ 165679 w 372220"/>
                <a:gd name="connsiteY38" fmla="*/ 17661 h 50713"/>
                <a:gd name="connsiteX39" fmla="*/ 175966 w 372220"/>
                <a:gd name="connsiteY39" fmla="*/ 26329 h 50713"/>
                <a:gd name="connsiteX40" fmla="*/ 175966 w 372220"/>
                <a:gd name="connsiteY40" fmla="*/ 26329 h 50713"/>
                <a:gd name="connsiteX41" fmla="*/ 167394 w 372220"/>
                <a:gd name="connsiteY41" fmla="*/ 36616 h 50713"/>
                <a:gd name="connsiteX42" fmla="*/ 167394 w 372220"/>
                <a:gd name="connsiteY42" fmla="*/ 36616 h 50713"/>
                <a:gd name="connsiteX43" fmla="*/ 166441 w 372220"/>
                <a:gd name="connsiteY43" fmla="*/ 36616 h 50713"/>
                <a:gd name="connsiteX44" fmla="*/ 166441 w 372220"/>
                <a:gd name="connsiteY44" fmla="*/ 36616 h 50713"/>
                <a:gd name="connsiteX45" fmla="*/ 157011 w 372220"/>
                <a:gd name="connsiteY45" fmla="*/ 27853 h 50713"/>
                <a:gd name="connsiteX46" fmla="*/ 196254 w 372220"/>
                <a:gd name="connsiteY46" fmla="*/ 24424 h 50713"/>
                <a:gd name="connsiteX47" fmla="*/ 204922 w 372220"/>
                <a:gd name="connsiteY47" fmla="*/ 14137 h 50713"/>
                <a:gd name="connsiteX48" fmla="*/ 204922 w 372220"/>
                <a:gd name="connsiteY48" fmla="*/ 14137 h 50713"/>
                <a:gd name="connsiteX49" fmla="*/ 215209 w 372220"/>
                <a:gd name="connsiteY49" fmla="*/ 22710 h 50713"/>
                <a:gd name="connsiteX50" fmla="*/ 215209 w 372220"/>
                <a:gd name="connsiteY50" fmla="*/ 22710 h 50713"/>
                <a:gd name="connsiteX51" fmla="*/ 206541 w 372220"/>
                <a:gd name="connsiteY51" fmla="*/ 33092 h 50713"/>
                <a:gd name="connsiteX52" fmla="*/ 205684 w 372220"/>
                <a:gd name="connsiteY52" fmla="*/ 33092 h 50713"/>
                <a:gd name="connsiteX53" fmla="*/ 196254 w 372220"/>
                <a:gd name="connsiteY53" fmla="*/ 24424 h 50713"/>
                <a:gd name="connsiteX54" fmla="*/ 235497 w 372220"/>
                <a:gd name="connsiteY54" fmla="*/ 20900 h 50713"/>
                <a:gd name="connsiteX55" fmla="*/ 244070 w 372220"/>
                <a:gd name="connsiteY55" fmla="*/ 10613 h 50713"/>
                <a:gd name="connsiteX56" fmla="*/ 244070 w 372220"/>
                <a:gd name="connsiteY56" fmla="*/ 10613 h 50713"/>
                <a:gd name="connsiteX57" fmla="*/ 254452 w 372220"/>
                <a:gd name="connsiteY57" fmla="*/ 19281 h 50713"/>
                <a:gd name="connsiteX58" fmla="*/ 254452 w 372220"/>
                <a:gd name="connsiteY58" fmla="*/ 19281 h 50713"/>
                <a:gd name="connsiteX59" fmla="*/ 245784 w 372220"/>
                <a:gd name="connsiteY59" fmla="*/ 29568 h 50713"/>
                <a:gd name="connsiteX60" fmla="*/ 244927 w 372220"/>
                <a:gd name="connsiteY60" fmla="*/ 29568 h 50713"/>
                <a:gd name="connsiteX61" fmla="*/ 235497 w 372220"/>
                <a:gd name="connsiteY61" fmla="*/ 20900 h 50713"/>
                <a:gd name="connsiteX62" fmla="*/ 274740 w 372220"/>
                <a:gd name="connsiteY62" fmla="*/ 17376 h 50713"/>
                <a:gd name="connsiteX63" fmla="*/ 283313 w 372220"/>
                <a:gd name="connsiteY63" fmla="*/ 7089 h 50713"/>
                <a:gd name="connsiteX64" fmla="*/ 283313 w 372220"/>
                <a:gd name="connsiteY64" fmla="*/ 7089 h 50713"/>
                <a:gd name="connsiteX65" fmla="*/ 293695 w 372220"/>
                <a:gd name="connsiteY65" fmla="*/ 15661 h 50713"/>
                <a:gd name="connsiteX66" fmla="*/ 293695 w 372220"/>
                <a:gd name="connsiteY66" fmla="*/ 15661 h 50713"/>
                <a:gd name="connsiteX67" fmla="*/ 285027 w 372220"/>
                <a:gd name="connsiteY67" fmla="*/ 26043 h 50713"/>
                <a:gd name="connsiteX68" fmla="*/ 284170 w 372220"/>
                <a:gd name="connsiteY68" fmla="*/ 26043 h 50713"/>
                <a:gd name="connsiteX69" fmla="*/ 274740 w 372220"/>
                <a:gd name="connsiteY69" fmla="*/ 17376 h 50713"/>
                <a:gd name="connsiteX70" fmla="*/ 313983 w 372220"/>
                <a:gd name="connsiteY70" fmla="*/ 13851 h 50713"/>
                <a:gd name="connsiteX71" fmla="*/ 322556 w 372220"/>
                <a:gd name="connsiteY71" fmla="*/ 3564 h 50713"/>
                <a:gd name="connsiteX72" fmla="*/ 322556 w 372220"/>
                <a:gd name="connsiteY72" fmla="*/ 3564 h 50713"/>
                <a:gd name="connsiteX73" fmla="*/ 332938 w 372220"/>
                <a:gd name="connsiteY73" fmla="*/ 12137 h 50713"/>
                <a:gd name="connsiteX74" fmla="*/ 332938 w 372220"/>
                <a:gd name="connsiteY74" fmla="*/ 12137 h 50713"/>
                <a:gd name="connsiteX75" fmla="*/ 324270 w 372220"/>
                <a:gd name="connsiteY75" fmla="*/ 22519 h 50713"/>
                <a:gd name="connsiteX76" fmla="*/ 323413 w 372220"/>
                <a:gd name="connsiteY76" fmla="*/ 22519 h 50713"/>
                <a:gd name="connsiteX77" fmla="*/ 313983 w 372220"/>
                <a:gd name="connsiteY77" fmla="*/ 13851 h 50713"/>
                <a:gd name="connsiteX78" fmla="*/ 353226 w 372220"/>
                <a:gd name="connsiteY78" fmla="*/ 10327 h 50713"/>
                <a:gd name="connsiteX79" fmla="*/ 361799 w 372220"/>
                <a:gd name="connsiteY79" fmla="*/ 40 h 50713"/>
                <a:gd name="connsiteX80" fmla="*/ 361799 w 372220"/>
                <a:gd name="connsiteY80" fmla="*/ 40 h 50713"/>
                <a:gd name="connsiteX81" fmla="*/ 372181 w 372220"/>
                <a:gd name="connsiteY81" fmla="*/ 8613 h 50713"/>
                <a:gd name="connsiteX82" fmla="*/ 372181 w 372220"/>
                <a:gd name="connsiteY82" fmla="*/ 8613 h 50713"/>
                <a:gd name="connsiteX83" fmla="*/ 363513 w 372220"/>
                <a:gd name="connsiteY83" fmla="*/ 18995 h 50713"/>
                <a:gd name="connsiteX84" fmla="*/ 362656 w 372220"/>
                <a:gd name="connsiteY84" fmla="*/ 18995 h 50713"/>
                <a:gd name="connsiteX85" fmla="*/ 353226 w 372220"/>
                <a:gd name="connsiteY85" fmla="*/ 10327 h 5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372220" h="50713">
                  <a:moveTo>
                    <a:pt x="39" y="42045"/>
                  </a:moveTo>
                  <a:cubicBezTo>
                    <a:pt x="-437" y="36807"/>
                    <a:pt x="3468" y="32235"/>
                    <a:pt x="8707" y="31758"/>
                  </a:cubicBezTo>
                  <a:lnTo>
                    <a:pt x="8707" y="31758"/>
                  </a:lnTo>
                  <a:cubicBezTo>
                    <a:pt x="13946" y="31282"/>
                    <a:pt x="18518" y="35092"/>
                    <a:pt x="18994" y="40426"/>
                  </a:cubicBezTo>
                  <a:lnTo>
                    <a:pt x="18994" y="40426"/>
                  </a:lnTo>
                  <a:cubicBezTo>
                    <a:pt x="19470" y="45570"/>
                    <a:pt x="15660" y="50237"/>
                    <a:pt x="10422" y="50713"/>
                  </a:cubicBezTo>
                  <a:lnTo>
                    <a:pt x="10422" y="50713"/>
                  </a:lnTo>
                  <a:cubicBezTo>
                    <a:pt x="10422" y="50713"/>
                    <a:pt x="9850" y="50713"/>
                    <a:pt x="9564" y="50713"/>
                  </a:cubicBezTo>
                  <a:lnTo>
                    <a:pt x="9564" y="50713"/>
                  </a:lnTo>
                  <a:cubicBezTo>
                    <a:pt x="4611" y="50713"/>
                    <a:pt x="516" y="46903"/>
                    <a:pt x="39" y="41950"/>
                  </a:cubicBezTo>
                  <a:close/>
                  <a:moveTo>
                    <a:pt x="39282" y="38521"/>
                  </a:moveTo>
                  <a:cubicBezTo>
                    <a:pt x="38806" y="33378"/>
                    <a:pt x="42711" y="28710"/>
                    <a:pt x="47950" y="28234"/>
                  </a:cubicBezTo>
                  <a:lnTo>
                    <a:pt x="47950" y="28234"/>
                  </a:lnTo>
                  <a:cubicBezTo>
                    <a:pt x="53189" y="27758"/>
                    <a:pt x="57761" y="31663"/>
                    <a:pt x="58237" y="36807"/>
                  </a:cubicBezTo>
                  <a:lnTo>
                    <a:pt x="58237" y="36807"/>
                  </a:lnTo>
                  <a:cubicBezTo>
                    <a:pt x="58713" y="42141"/>
                    <a:pt x="54903" y="46713"/>
                    <a:pt x="49665" y="47189"/>
                  </a:cubicBezTo>
                  <a:lnTo>
                    <a:pt x="48712" y="47189"/>
                  </a:lnTo>
                  <a:cubicBezTo>
                    <a:pt x="43854" y="47189"/>
                    <a:pt x="39759" y="43474"/>
                    <a:pt x="39282" y="38521"/>
                  </a:cubicBezTo>
                  <a:close/>
                  <a:moveTo>
                    <a:pt x="78525" y="34997"/>
                  </a:moveTo>
                  <a:cubicBezTo>
                    <a:pt x="78049" y="29758"/>
                    <a:pt x="81954" y="25186"/>
                    <a:pt x="87193" y="24710"/>
                  </a:cubicBezTo>
                  <a:lnTo>
                    <a:pt x="87193" y="24710"/>
                  </a:lnTo>
                  <a:cubicBezTo>
                    <a:pt x="92432" y="24234"/>
                    <a:pt x="97004" y="28044"/>
                    <a:pt x="97480" y="33378"/>
                  </a:cubicBezTo>
                  <a:lnTo>
                    <a:pt x="97480" y="33378"/>
                  </a:lnTo>
                  <a:cubicBezTo>
                    <a:pt x="97956" y="38521"/>
                    <a:pt x="94051" y="43188"/>
                    <a:pt x="88908" y="43665"/>
                  </a:cubicBezTo>
                  <a:lnTo>
                    <a:pt x="88908" y="43665"/>
                  </a:lnTo>
                  <a:cubicBezTo>
                    <a:pt x="88908" y="43665"/>
                    <a:pt x="88241" y="43665"/>
                    <a:pt x="87955" y="43665"/>
                  </a:cubicBezTo>
                  <a:lnTo>
                    <a:pt x="87955" y="43665"/>
                  </a:lnTo>
                  <a:cubicBezTo>
                    <a:pt x="83097" y="43665"/>
                    <a:pt x="79002" y="39855"/>
                    <a:pt x="78525" y="34902"/>
                  </a:cubicBezTo>
                  <a:close/>
                  <a:moveTo>
                    <a:pt x="117768" y="31473"/>
                  </a:moveTo>
                  <a:cubicBezTo>
                    <a:pt x="117292" y="26329"/>
                    <a:pt x="121197" y="21662"/>
                    <a:pt x="126436" y="21186"/>
                  </a:cubicBezTo>
                  <a:lnTo>
                    <a:pt x="126436" y="21186"/>
                  </a:lnTo>
                  <a:cubicBezTo>
                    <a:pt x="131580" y="20709"/>
                    <a:pt x="136247" y="24615"/>
                    <a:pt x="136723" y="29758"/>
                  </a:cubicBezTo>
                  <a:lnTo>
                    <a:pt x="136723" y="29758"/>
                  </a:lnTo>
                  <a:cubicBezTo>
                    <a:pt x="137199" y="35092"/>
                    <a:pt x="133294" y="39664"/>
                    <a:pt x="128151" y="40140"/>
                  </a:cubicBezTo>
                  <a:lnTo>
                    <a:pt x="127198" y="40140"/>
                  </a:lnTo>
                  <a:cubicBezTo>
                    <a:pt x="122340" y="40140"/>
                    <a:pt x="118245" y="36426"/>
                    <a:pt x="117768" y="31473"/>
                  </a:cubicBezTo>
                  <a:close/>
                  <a:moveTo>
                    <a:pt x="157011" y="27948"/>
                  </a:moveTo>
                  <a:cubicBezTo>
                    <a:pt x="156535" y="22710"/>
                    <a:pt x="160440" y="18138"/>
                    <a:pt x="165679" y="17661"/>
                  </a:cubicBezTo>
                  <a:lnTo>
                    <a:pt x="165679" y="17661"/>
                  </a:lnTo>
                  <a:cubicBezTo>
                    <a:pt x="170823" y="17185"/>
                    <a:pt x="175490" y="20995"/>
                    <a:pt x="175966" y="26329"/>
                  </a:cubicBezTo>
                  <a:lnTo>
                    <a:pt x="175966" y="26329"/>
                  </a:lnTo>
                  <a:cubicBezTo>
                    <a:pt x="176442" y="31473"/>
                    <a:pt x="172537" y="36140"/>
                    <a:pt x="167394" y="36616"/>
                  </a:cubicBezTo>
                  <a:lnTo>
                    <a:pt x="167394" y="36616"/>
                  </a:lnTo>
                  <a:cubicBezTo>
                    <a:pt x="167394" y="36616"/>
                    <a:pt x="166727" y="36616"/>
                    <a:pt x="166441" y="36616"/>
                  </a:cubicBezTo>
                  <a:lnTo>
                    <a:pt x="166441" y="36616"/>
                  </a:lnTo>
                  <a:cubicBezTo>
                    <a:pt x="161583" y="36616"/>
                    <a:pt x="157488" y="32806"/>
                    <a:pt x="157011" y="27853"/>
                  </a:cubicBezTo>
                  <a:close/>
                  <a:moveTo>
                    <a:pt x="196254" y="24424"/>
                  </a:moveTo>
                  <a:cubicBezTo>
                    <a:pt x="195778" y="19281"/>
                    <a:pt x="199588" y="14613"/>
                    <a:pt x="204922" y="14137"/>
                  </a:cubicBezTo>
                  <a:lnTo>
                    <a:pt x="204922" y="14137"/>
                  </a:lnTo>
                  <a:cubicBezTo>
                    <a:pt x="210066" y="13661"/>
                    <a:pt x="214733" y="17566"/>
                    <a:pt x="215209" y="22710"/>
                  </a:cubicBezTo>
                  <a:lnTo>
                    <a:pt x="215209" y="22710"/>
                  </a:lnTo>
                  <a:cubicBezTo>
                    <a:pt x="215685" y="28044"/>
                    <a:pt x="211875" y="32616"/>
                    <a:pt x="206541" y="33092"/>
                  </a:cubicBezTo>
                  <a:lnTo>
                    <a:pt x="205684" y="33092"/>
                  </a:lnTo>
                  <a:cubicBezTo>
                    <a:pt x="200826" y="33092"/>
                    <a:pt x="196731" y="29377"/>
                    <a:pt x="196254" y="24424"/>
                  </a:cubicBezTo>
                  <a:close/>
                  <a:moveTo>
                    <a:pt x="235497" y="20900"/>
                  </a:moveTo>
                  <a:cubicBezTo>
                    <a:pt x="235021" y="15661"/>
                    <a:pt x="238831" y="11089"/>
                    <a:pt x="244070" y="10613"/>
                  </a:cubicBezTo>
                  <a:lnTo>
                    <a:pt x="244070" y="10613"/>
                  </a:lnTo>
                  <a:cubicBezTo>
                    <a:pt x="249309" y="10137"/>
                    <a:pt x="253976" y="13947"/>
                    <a:pt x="254452" y="19281"/>
                  </a:cubicBezTo>
                  <a:lnTo>
                    <a:pt x="254452" y="19281"/>
                  </a:lnTo>
                  <a:cubicBezTo>
                    <a:pt x="254928" y="24424"/>
                    <a:pt x="251023" y="29091"/>
                    <a:pt x="245784" y="29568"/>
                  </a:cubicBezTo>
                  <a:lnTo>
                    <a:pt x="244927" y="29568"/>
                  </a:lnTo>
                  <a:cubicBezTo>
                    <a:pt x="240069" y="29568"/>
                    <a:pt x="235974" y="25853"/>
                    <a:pt x="235497" y="20900"/>
                  </a:cubicBezTo>
                  <a:close/>
                  <a:moveTo>
                    <a:pt x="274740" y="17376"/>
                  </a:moveTo>
                  <a:cubicBezTo>
                    <a:pt x="274264" y="12137"/>
                    <a:pt x="278169" y="7565"/>
                    <a:pt x="283313" y="7089"/>
                  </a:cubicBezTo>
                  <a:lnTo>
                    <a:pt x="283313" y="7089"/>
                  </a:lnTo>
                  <a:cubicBezTo>
                    <a:pt x="288552" y="6612"/>
                    <a:pt x="293219" y="10518"/>
                    <a:pt x="293695" y="15661"/>
                  </a:cubicBezTo>
                  <a:lnTo>
                    <a:pt x="293695" y="15661"/>
                  </a:lnTo>
                  <a:cubicBezTo>
                    <a:pt x="294171" y="20995"/>
                    <a:pt x="290266" y="25567"/>
                    <a:pt x="285027" y="26043"/>
                  </a:cubicBezTo>
                  <a:lnTo>
                    <a:pt x="284170" y="26043"/>
                  </a:lnTo>
                  <a:cubicBezTo>
                    <a:pt x="279312" y="26043"/>
                    <a:pt x="275121" y="22329"/>
                    <a:pt x="274740" y="17376"/>
                  </a:cubicBezTo>
                  <a:close/>
                  <a:moveTo>
                    <a:pt x="313983" y="13851"/>
                  </a:moveTo>
                  <a:cubicBezTo>
                    <a:pt x="313507" y="8613"/>
                    <a:pt x="317412" y="4041"/>
                    <a:pt x="322556" y="3564"/>
                  </a:cubicBezTo>
                  <a:lnTo>
                    <a:pt x="322556" y="3564"/>
                  </a:lnTo>
                  <a:cubicBezTo>
                    <a:pt x="327795" y="3088"/>
                    <a:pt x="332462" y="6898"/>
                    <a:pt x="332938" y="12137"/>
                  </a:cubicBezTo>
                  <a:lnTo>
                    <a:pt x="332938" y="12137"/>
                  </a:lnTo>
                  <a:cubicBezTo>
                    <a:pt x="333414" y="17376"/>
                    <a:pt x="329509" y="22043"/>
                    <a:pt x="324270" y="22519"/>
                  </a:cubicBezTo>
                  <a:lnTo>
                    <a:pt x="323413" y="22519"/>
                  </a:lnTo>
                  <a:cubicBezTo>
                    <a:pt x="318555" y="22519"/>
                    <a:pt x="314364" y="18804"/>
                    <a:pt x="313983" y="13851"/>
                  </a:cubicBezTo>
                  <a:close/>
                  <a:moveTo>
                    <a:pt x="353226" y="10327"/>
                  </a:moveTo>
                  <a:cubicBezTo>
                    <a:pt x="352750" y="5088"/>
                    <a:pt x="356560" y="516"/>
                    <a:pt x="361799" y="40"/>
                  </a:cubicBezTo>
                  <a:lnTo>
                    <a:pt x="361799" y="40"/>
                  </a:lnTo>
                  <a:cubicBezTo>
                    <a:pt x="367038" y="-436"/>
                    <a:pt x="371705" y="3374"/>
                    <a:pt x="372181" y="8613"/>
                  </a:cubicBezTo>
                  <a:lnTo>
                    <a:pt x="372181" y="8613"/>
                  </a:lnTo>
                  <a:cubicBezTo>
                    <a:pt x="372657" y="13947"/>
                    <a:pt x="368752" y="18519"/>
                    <a:pt x="363513" y="18995"/>
                  </a:cubicBezTo>
                  <a:lnTo>
                    <a:pt x="362656" y="18995"/>
                  </a:lnTo>
                  <a:cubicBezTo>
                    <a:pt x="357798" y="18995"/>
                    <a:pt x="353607" y="15280"/>
                    <a:pt x="353226" y="10327"/>
                  </a:cubicBezTo>
                  <a:close/>
                </a:path>
              </a:pathLst>
            </a:custGeom>
            <a:grpFill/>
            <a:ln w="0" cap="flat">
              <a:noFill/>
              <a:prstDash val="solid"/>
              <a:miter/>
            </a:ln>
          </p:spPr>
          <p:txBody>
            <a:bodyPr rtlCol="0" anchor="ctr"/>
            <a:lstStyle/>
            <a:p>
              <a:endParaRPr lang="en-GB"/>
            </a:p>
          </p:txBody>
        </p:sp>
        <p:sp>
          <p:nvSpPr>
            <p:cNvPr id="42" name="Freeform: Shape 41">
              <a:extLst>
                <a:ext uri="{FF2B5EF4-FFF2-40B4-BE49-F238E27FC236}">
                  <a16:creationId xmlns:a16="http://schemas.microsoft.com/office/drawing/2014/main" id="{4033B315-2DA6-9EBE-B60C-A18F2F7A7FB0}"/>
                </a:ext>
              </a:extLst>
            </p:cNvPr>
            <p:cNvSpPr/>
            <p:nvPr/>
          </p:nvSpPr>
          <p:spPr>
            <a:xfrm>
              <a:off x="6127583" y="3124540"/>
              <a:ext cx="372887" cy="50713"/>
            </a:xfrm>
            <a:custGeom>
              <a:avLst/>
              <a:gdLst>
                <a:gd name="connsiteX0" fmla="*/ 362466 w 372887"/>
                <a:gd name="connsiteY0" fmla="*/ 50713 h 50713"/>
                <a:gd name="connsiteX1" fmla="*/ 353893 w 372887"/>
                <a:gd name="connsiteY1" fmla="*/ 40331 h 50713"/>
                <a:gd name="connsiteX2" fmla="*/ 353893 w 372887"/>
                <a:gd name="connsiteY2" fmla="*/ 40331 h 50713"/>
                <a:gd name="connsiteX3" fmla="*/ 364180 w 372887"/>
                <a:gd name="connsiteY3" fmla="*/ 31758 h 50713"/>
                <a:gd name="connsiteX4" fmla="*/ 364180 w 372887"/>
                <a:gd name="connsiteY4" fmla="*/ 31758 h 50713"/>
                <a:gd name="connsiteX5" fmla="*/ 372848 w 372887"/>
                <a:gd name="connsiteY5" fmla="*/ 42141 h 50713"/>
                <a:gd name="connsiteX6" fmla="*/ 372848 w 372887"/>
                <a:gd name="connsiteY6" fmla="*/ 42141 h 50713"/>
                <a:gd name="connsiteX7" fmla="*/ 363323 w 372887"/>
                <a:gd name="connsiteY7" fmla="*/ 50713 h 50713"/>
                <a:gd name="connsiteX8" fmla="*/ 362466 w 372887"/>
                <a:gd name="connsiteY8" fmla="*/ 50713 h 50713"/>
                <a:gd name="connsiteX9" fmla="*/ 323223 w 372887"/>
                <a:gd name="connsiteY9" fmla="*/ 47189 h 50713"/>
                <a:gd name="connsiteX10" fmla="*/ 314555 w 372887"/>
                <a:gd name="connsiteY10" fmla="*/ 36902 h 50713"/>
                <a:gd name="connsiteX11" fmla="*/ 314555 w 372887"/>
                <a:gd name="connsiteY11" fmla="*/ 36902 h 50713"/>
                <a:gd name="connsiteX12" fmla="*/ 324842 w 372887"/>
                <a:gd name="connsiteY12" fmla="*/ 28234 h 50713"/>
                <a:gd name="connsiteX13" fmla="*/ 324842 w 372887"/>
                <a:gd name="connsiteY13" fmla="*/ 28234 h 50713"/>
                <a:gd name="connsiteX14" fmla="*/ 333510 w 372887"/>
                <a:gd name="connsiteY14" fmla="*/ 38521 h 50713"/>
                <a:gd name="connsiteX15" fmla="*/ 333510 w 372887"/>
                <a:gd name="connsiteY15" fmla="*/ 38521 h 50713"/>
                <a:gd name="connsiteX16" fmla="*/ 324080 w 372887"/>
                <a:gd name="connsiteY16" fmla="*/ 47189 h 50713"/>
                <a:gd name="connsiteX17" fmla="*/ 323223 w 372887"/>
                <a:gd name="connsiteY17" fmla="*/ 47189 h 50713"/>
                <a:gd name="connsiteX18" fmla="*/ 283884 w 372887"/>
                <a:gd name="connsiteY18" fmla="*/ 43665 h 50713"/>
                <a:gd name="connsiteX19" fmla="*/ 275217 w 372887"/>
                <a:gd name="connsiteY19" fmla="*/ 33378 h 50713"/>
                <a:gd name="connsiteX20" fmla="*/ 275217 w 372887"/>
                <a:gd name="connsiteY20" fmla="*/ 33378 h 50713"/>
                <a:gd name="connsiteX21" fmla="*/ 285504 w 372887"/>
                <a:gd name="connsiteY21" fmla="*/ 24710 h 50713"/>
                <a:gd name="connsiteX22" fmla="*/ 285504 w 372887"/>
                <a:gd name="connsiteY22" fmla="*/ 24710 h 50713"/>
                <a:gd name="connsiteX23" fmla="*/ 294171 w 372887"/>
                <a:gd name="connsiteY23" fmla="*/ 34997 h 50713"/>
                <a:gd name="connsiteX24" fmla="*/ 294171 w 372887"/>
                <a:gd name="connsiteY24" fmla="*/ 34997 h 50713"/>
                <a:gd name="connsiteX25" fmla="*/ 284742 w 372887"/>
                <a:gd name="connsiteY25" fmla="*/ 43665 h 50713"/>
                <a:gd name="connsiteX26" fmla="*/ 283884 w 372887"/>
                <a:gd name="connsiteY26" fmla="*/ 43665 h 50713"/>
                <a:gd name="connsiteX27" fmla="*/ 244546 w 372887"/>
                <a:gd name="connsiteY27" fmla="*/ 40140 h 50713"/>
                <a:gd name="connsiteX28" fmla="*/ 235878 w 372887"/>
                <a:gd name="connsiteY28" fmla="*/ 29758 h 50713"/>
                <a:gd name="connsiteX29" fmla="*/ 235878 w 372887"/>
                <a:gd name="connsiteY29" fmla="*/ 29758 h 50713"/>
                <a:gd name="connsiteX30" fmla="*/ 246261 w 372887"/>
                <a:gd name="connsiteY30" fmla="*/ 21186 h 50713"/>
                <a:gd name="connsiteX31" fmla="*/ 246261 w 372887"/>
                <a:gd name="connsiteY31" fmla="*/ 21186 h 50713"/>
                <a:gd name="connsiteX32" fmla="*/ 254833 w 372887"/>
                <a:gd name="connsiteY32" fmla="*/ 31473 h 50713"/>
                <a:gd name="connsiteX33" fmla="*/ 254833 w 372887"/>
                <a:gd name="connsiteY33" fmla="*/ 31473 h 50713"/>
                <a:gd name="connsiteX34" fmla="*/ 245403 w 372887"/>
                <a:gd name="connsiteY34" fmla="*/ 40236 h 50713"/>
                <a:gd name="connsiteX35" fmla="*/ 245403 w 372887"/>
                <a:gd name="connsiteY35" fmla="*/ 40236 h 50713"/>
                <a:gd name="connsiteX36" fmla="*/ 244546 w 372887"/>
                <a:gd name="connsiteY36" fmla="*/ 40236 h 50713"/>
                <a:gd name="connsiteX37" fmla="*/ 205208 w 372887"/>
                <a:gd name="connsiteY37" fmla="*/ 36616 h 50713"/>
                <a:gd name="connsiteX38" fmla="*/ 196635 w 372887"/>
                <a:gd name="connsiteY38" fmla="*/ 26234 h 50713"/>
                <a:gd name="connsiteX39" fmla="*/ 196635 w 372887"/>
                <a:gd name="connsiteY39" fmla="*/ 26234 h 50713"/>
                <a:gd name="connsiteX40" fmla="*/ 206922 w 372887"/>
                <a:gd name="connsiteY40" fmla="*/ 17661 h 50713"/>
                <a:gd name="connsiteX41" fmla="*/ 206922 w 372887"/>
                <a:gd name="connsiteY41" fmla="*/ 17661 h 50713"/>
                <a:gd name="connsiteX42" fmla="*/ 215590 w 372887"/>
                <a:gd name="connsiteY42" fmla="*/ 28044 h 50713"/>
                <a:gd name="connsiteX43" fmla="*/ 215590 w 372887"/>
                <a:gd name="connsiteY43" fmla="*/ 28044 h 50713"/>
                <a:gd name="connsiteX44" fmla="*/ 206160 w 372887"/>
                <a:gd name="connsiteY44" fmla="*/ 36616 h 50713"/>
                <a:gd name="connsiteX45" fmla="*/ 205208 w 372887"/>
                <a:gd name="connsiteY45" fmla="*/ 36616 h 50713"/>
                <a:gd name="connsiteX46" fmla="*/ 165870 w 372887"/>
                <a:gd name="connsiteY46" fmla="*/ 33092 h 50713"/>
                <a:gd name="connsiteX47" fmla="*/ 157297 w 372887"/>
                <a:gd name="connsiteY47" fmla="*/ 22805 h 50713"/>
                <a:gd name="connsiteX48" fmla="*/ 157297 w 372887"/>
                <a:gd name="connsiteY48" fmla="*/ 22805 h 50713"/>
                <a:gd name="connsiteX49" fmla="*/ 167584 w 372887"/>
                <a:gd name="connsiteY49" fmla="*/ 14137 h 50713"/>
                <a:gd name="connsiteX50" fmla="*/ 167584 w 372887"/>
                <a:gd name="connsiteY50" fmla="*/ 14137 h 50713"/>
                <a:gd name="connsiteX51" fmla="*/ 176252 w 372887"/>
                <a:gd name="connsiteY51" fmla="*/ 24424 h 50713"/>
                <a:gd name="connsiteX52" fmla="*/ 176252 w 372887"/>
                <a:gd name="connsiteY52" fmla="*/ 24424 h 50713"/>
                <a:gd name="connsiteX53" fmla="*/ 166822 w 372887"/>
                <a:gd name="connsiteY53" fmla="*/ 33092 h 50713"/>
                <a:gd name="connsiteX54" fmla="*/ 165870 w 372887"/>
                <a:gd name="connsiteY54" fmla="*/ 33092 h 50713"/>
                <a:gd name="connsiteX55" fmla="*/ 126627 w 372887"/>
                <a:gd name="connsiteY55" fmla="*/ 29568 h 50713"/>
                <a:gd name="connsiteX56" fmla="*/ 117959 w 372887"/>
                <a:gd name="connsiteY56" fmla="*/ 19281 h 50713"/>
                <a:gd name="connsiteX57" fmla="*/ 117959 w 372887"/>
                <a:gd name="connsiteY57" fmla="*/ 19281 h 50713"/>
                <a:gd name="connsiteX58" fmla="*/ 128341 w 372887"/>
                <a:gd name="connsiteY58" fmla="*/ 10613 h 50713"/>
                <a:gd name="connsiteX59" fmla="*/ 128341 w 372887"/>
                <a:gd name="connsiteY59" fmla="*/ 10613 h 50713"/>
                <a:gd name="connsiteX60" fmla="*/ 136914 w 372887"/>
                <a:gd name="connsiteY60" fmla="*/ 20900 h 50713"/>
                <a:gd name="connsiteX61" fmla="*/ 136914 w 372887"/>
                <a:gd name="connsiteY61" fmla="*/ 20900 h 50713"/>
                <a:gd name="connsiteX62" fmla="*/ 127484 w 372887"/>
                <a:gd name="connsiteY62" fmla="*/ 29568 h 50713"/>
                <a:gd name="connsiteX63" fmla="*/ 126627 w 372887"/>
                <a:gd name="connsiteY63" fmla="*/ 29568 h 50713"/>
                <a:gd name="connsiteX64" fmla="*/ 87288 w 372887"/>
                <a:gd name="connsiteY64" fmla="*/ 26043 h 50713"/>
                <a:gd name="connsiteX65" fmla="*/ 78621 w 372887"/>
                <a:gd name="connsiteY65" fmla="*/ 15661 h 50713"/>
                <a:gd name="connsiteX66" fmla="*/ 78621 w 372887"/>
                <a:gd name="connsiteY66" fmla="*/ 15661 h 50713"/>
                <a:gd name="connsiteX67" fmla="*/ 89003 w 372887"/>
                <a:gd name="connsiteY67" fmla="*/ 7089 h 50713"/>
                <a:gd name="connsiteX68" fmla="*/ 89003 w 372887"/>
                <a:gd name="connsiteY68" fmla="*/ 7089 h 50713"/>
                <a:gd name="connsiteX69" fmla="*/ 97575 w 372887"/>
                <a:gd name="connsiteY69" fmla="*/ 17376 h 50713"/>
                <a:gd name="connsiteX70" fmla="*/ 97575 w 372887"/>
                <a:gd name="connsiteY70" fmla="*/ 17376 h 50713"/>
                <a:gd name="connsiteX71" fmla="*/ 88146 w 372887"/>
                <a:gd name="connsiteY71" fmla="*/ 26043 h 50713"/>
                <a:gd name="connsiteX72" fmla="*/ 87288 w 372887"/>
                <a:gd name="connsiteY72" fmla="*/ 26043 h 50713"/>
                <a:gd name="connsiteX73" fmla="*/ 47950 w 372887"/>
                <a:gd name="connsiteY73" fmla="*/ 22519 h 50713"/>
                <a:gd name="connsiteX74" fmla="*/ 39378 w 372887"/>
                <a:gd name="connsiteY74" fmla="*/ 12137 h 50713"/>
                <a:gd name="connsiteX75" fmla="*/ 39378 w 372887"/>
                <a:gd name="connsiteY75" fmla="*/ 12137 h 50713"/>
                <a:gd name="connsiteX76" fmla="*/ 49665 w 372887"/>
                <a:gd name="connsiteY76" fmla="*/ 3564 h 50713"/>
                <a:gd name="connsiteX77" fmla="*/ 49665 w 372887"/>
                <a:gd name="connsiteY77" fmla="*/ 3564 h 50713"/>
                <a:gd name="connsiteX78" fmla="*/ 58332 w 372887"/>
                <a:gd name="connsiteY78" fmla="*/ 13851 h 50713"/>
                <a:gd name="connsiteX79" fmla="*/ 58332 w 372887"/>
                <a:gd name="connsiteY79" fmla="*/ 13851 h 50713"/>
                <a:gd name="connsiteX80" fmla="*/ 48903 w 372887"/>
                <a:gd name="connsiteY80" fmla="*/ 22519 h 50713"/>
                <a:gd name="connsiteX81" fmla="*/ 47950 w 372887"/>
                <a:gd name="connsiteY81" fmla="*/ 22519 h 50713"/>
                <a:gd name="connsiteX82" fmla="*/ 8707 w 372887"/>
                <a:gd name="connsiteY82" fmla="*/ 18995 h 50713"/>
                <a:gd name="connsiteX83" fmla="*/ 39 w 372887"/>
                <a:gd name="connsiteY83" fmla="*/ 8613 h 50713"/>
                <a:gd name="connsiteX84" fmla="*/ 39 w 372887"/>
                <a:gd name="connsiteY84" fmla="*/ 8613 h 50713"/>
                <a:gd name="connsiteX85" fmla="*/ 10326 w 372887"/>
                <a:gd name="connsiteY85" fmla="*/ 40 h 50713"/>
                <a:gd name="connsiteX86" fmla="*/ 10326 w 372887"/>
                <a:gd name="connsiteY86" fmla="*/ 40 h 50713"/>
                <a:gd name="connsiteX87" fmla="*/ 18994 w 372887"/>
                <a:gd name="connsiteY87" fmla="*/ 10327 h 50713"/>
                <a:gd name="connsiteX88" fmla="*/ 18994 w 372887"/>
                <a:gd name="connsiteY88" fmla="*/ 10327 h 50713"/>
                <a:gd name="connsiteX89" fmla="*/ 9564 w 372887"/>
                <a:gd name="connsiteY89" fmla="*/ 18995 h 50713"/>
                <a:gd name="connsiteX90" fmla="*/ 8707 w 372887"/>
                <a:gd name="connsiteY90" fmla="*/ 18995 h 5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72887" h="50713">
                  <a:moveTo>
                    <a:pt x="362466" y="50713"/>
                  </a:moveTo>
                  <a:cubicBezTo>
                    <a:pt x="357227" y="50237"/>
                    <a:pt x="353417" y="45570"/>
                    <a:pt x="353893" y="40331"/>
                  </a:cubicBezTo>
                  <a:lnTo>
                    <a:pt x="353893" y="40331"/>
                  </a:lnTo>
                  <a:cubicBezTo>
                    <a:pt x="354274" y="35187"/>
                    <a:pt x="358941" y="31282"/>
                    <a:pt x="364180" y="31758"/>
                  </a:cubicBezTo>
                  <a:lnTo>
                    <a:pt x="364180" y="31758"/>
                  </a:lnTo>
                  <a:cubicBezTo>
                    <a:pt x="369419" y="32235"/>
                    <a:pt x="373324" y="36902"/>
                    <a:pt x="372848" y="42141"/>
                  </a:cubicBezTo>
                  <a:lnTo>
                    <a:pt x="372848" y="42141"/>
                  </a:lnTo>
                  <a:cubicBezTo>
                    <a:pt x="372372" y="46998"/>
                    <a:pt x="368181" y="50713"/>
                    <a:pt x="363323" y="50713"/>
                  </a:cubicBezTo>
                  <a:lnTo>
                    <a:pt x="362466" y="50713"/>
                  </a:lnTo>
                  <a:close/>
                  <a:moveTo>
                    <a:pt x="323223" y="47189"/>
                  </a:moveTo>
                  <a:cubicBezTo>
                    <a:pt x="317984" y="46713"/>
                    <a:pt x="314079" y="42141"/>
                    <a:pt x="314555" y="36902"/>
                  </a:cubicBezTo>
                  <a:lnTo>
                    <a:pt x="314555" y="36902"/>
                  </a:lnTo>
                  <a:cubicBezTo>
                    <a:pt x="315031" y="31663"/>
                    <a:pt x="319603" y="27758"/>
                    <a:pt x="324842" y="28234"/>
                  </a:cubicBezTo>
                  <a:lnTo>
                    <a:pt x="324842" y="28234"/>
                  </a:lnTo>
                  <a:cubicBezTo>
                    <a:pt x="330081" y="28710"/>
                    <a:pt x="333986" y="33282"/>
                    <a:pt x="333510" y="38521"/>
                  </a:cubicBezTo>
                  <a:lnTo>
                    <a:pt x="333510" y="38521"/>
                  </a:lnTo>
                  <a:cubicBezTo>
                    <a:pt x="333033" y="43474"/>
                    <a:pt x="328938" y="47189"/>
                    <a:pt x="324080" y="47189"/>
                  </a:cubicBezTo>
                  <a:lnTo>
                    <a:pt x="323223" y="47189"/>
                  </a:lnTo>
                  <a:close/>
                  <a:moveTo>
                    <a:pt x="283884" y="43665"/>
                  </a:moveTo>
                  <a:cubicBezTo>
                    <a:pt x="278646" y="43188"/>
                    <a:pt x="274740" y="38616"/>
                    <a:pt x="275217" y="33378"/>
                  </a:cubicBezTo>
                  <a:lnTo>
                    <a:pt x="275217" y="33378"/>
                  </a:lnTo>
                  <a:cubicBezTo>
                    <a:pt x="275693" y="28139"/>
                    <a:pt x="280360" y="24234"/>
                    <a:pt x="285504" y="24710"/>
                  </a:cubicBezTo>
                  <a:lnTo>
                    <a:pt x="285504" y="24710"/>
                  </a:lnTo>
                  <a:cubicBezTo>
                    <a:pt x="290742" y="25186"/>
                    <a:pt x="294648" y="29758"/>
                    <a:pt x="294171" y="34997"/>
                  </a:cubicBezTo>
                  <a:lnTo>
                    <a:pt x="294171" y="34997"/>
                  </a:lnTo>
                  <a:cubicBezTo>
                    <a:pt x="293790" y="39950"/>
                    <a:pt x="289599" y="43665"/>
                    <a:pt x="284742" y="43665"/>
                  </a:cubicBezTo>
                  <a:lnTo>
                    <a:pt x="283884" y="43665"/>
                  </a:lnTo>
                  <a:close/>
                  <a:moveTo>
                    <a:pt x="244546" y="40140"/>
                  </a:moveTo>
                  <a:cubicBezTo>
                    <a:pt x="239307" y="39664"/>
                    <a:pt x="235497" y="34997"/>
                    <a:pt x="235878" y="29758"/>
                  </a:cubicBezTo>
                  <a:lnTo>
                    <a:pt x="235878" y="29758"/>
                  </a:lnTo>
                  <a:cubicBezTo>
                    <a:pt x="236355" y="24519"/>
                    <a:pt x="241022" y="20709"/>
                    <a:pt x="246261" y="21186"/>
                  </a:cubicBezTo>
                  <a:lnTo>
                    <a:pt x="246261" y="21186"/>
                  </a:lnTo>
                  <a:cubicBezTo>
                    <a:pt x="251499" y="21662"/>
                    <a:pt x="255405" y="26234"/>
                    <a:pt x="254833" y="31473"/>
                  </a:cubicBezTo>
                  <a:lnTo>
                    <a:pt x="254833" y="31473"/>
                  </a:lnTo>
                  <a:cubicBezTo>
                    <a:pt x="254452" y="36426"/>
                    <a:pt x="250261" y="40236"/>
                    <a:pt x="245403" y="40236"/>
                  </a:cubicBezTo>
                  <a:lnTo>
                    <a:pt x="245403" y="40236"/>
                  </a:lnTo>
                  <a:cubicBezTo>
                    <a:pt x="245403" y="40236"/>
                    <a:pt x="244832" y="40236"/>
                    <a:pt x="244546" y="40236"/>
                  </a:cubicBezTo>
                  <a:close/>
                  <a:moveTo>
                    <a:pt x="205208" y="36616"/>
                  </a:moveTo>
                  <a:cubicBezTo>
                    <a:pt x="199969" y="36140"/>
                    <a:pt x="196159" y="31473"/>
                    <a:pt x="196635" y="26234"/>
                  </a:cubicBezTo>
                  <a:lnTo>
                    <a:pt x="196635" y="26234"/>
                  </a:lnTo>
                  <a:cubicBezTo>
                    <a:pt x="197016" y="20995"/>
                    <a:pt x="201684" y="17185"/>
                    <a:pt x="206922" y="17661"/>
                  </a:cubicBezTo>
                  <a:lnTo>
                    <a:pt x="206922" y="17661"/>
                  </a:lnTo>
                  <a:cubicBezTo>
                    <a:pt x="212161" y="18138"/>
                    <a:pt x="216066" y="22805"/>
                    <a:pt x="215590" y="28044"/>
                  </a:cubicBezTo>
                  <a:lnTo>
                    <a:pt x="215590" y="28044"/>
                  </a:lnTo>
                  <a:cubicBezTo>
                    <a:pt x="215114" y="32901"/>
                    <a:pt x="211018" y="36616"/>
                    <a:pt x="206160" y="36616"/>
                  </a:cubicBezTo>
                  <a:lnTo>
                    <a:pt x="205208" y="36616"/>
                  </a:lnTo>
                  <a:close/>
                  <a:moveTo>
                    <a:pt x="165870" y="33092"/>
                  </a:moveTo>
                  <a:cubicBezTo>
                    <a:pt x="160631" y="32616"/>
                    <a:pt x="156821" y="28044"/>
                    <a:pt x="157297" y="22805"/>
                  </a:cubicBezTo>
                  <a:lnTo>
                    <a:pt x="157297" y="22805"/>
                  </a:lnTo>
                  <a:cubicBezTo>
                    <a:pt x="157773" y="17566"/>
                    <a:pt x="162345" y="13661"/>
                    <a:pt x="167584" y="14137"/>
                  </a:cubicBezTo>
                  <a:lnTo>
                    <a:pt x="167584" y="14137"/>
                  </a:lnTo>
                  <a:cubicBezTo>
                    <a:pt x="172823" y="14613"/>
                    <a:pt x="176728" y="19185"/>
                    <a:pt x="176252" y="24424"/>
                  </a:cubicBezTo>
                  <a:lnTo>
                    <a:pt x="176252" y="24424"/>
                  </a:lnTo>
                  <a:cubicBezTo>
                    <a:pt x="175776" y="29377"/>
                    <a:pt x="171680" y="33092"/>
                    <a:pt x="166822" y="33092"/>
                  </a:cubicBezTo>
                  <a:lnTo>
                    <a:pt x="165870" y="33092"/>
                  </a:lnTo>
                  <a:close/>
                  <a:moveTo>
                    <a:pt x="126627" y="29568"/>
                  </a:moveTo>
                  <a:cubicBezTo>
                    <a:pt x="121388" y="29091"/>
                    <a:pt x="117483" y="24519"/>
                    <a:pt x="117959" y="19281"/>
                  </a:cubicBezTo>
                  <a:lnTo>
                    <a:pt x="117959" y="19281"/>
                  </a:lnTo>
                  <a:cubicBezTo>
                    <a:pt x="118435" y="14042"/>
                    <a:pt x="123102" y="10137"/>
                    <a:pt x="128341" y="10613"/>
                  </a:cubicBezTo>
                  <a:lnTo>
                    <a:pt x="128341" y="10613"/>
                  </a:lnTo>
                  <a:cubicBezTo>
                    <a:pt x="133485" y="11089"/>
                    <a:pt x="137390" y="15661"/>
                    <a:pt x="136914" y="20900"/>
                  </a:cubicBezTo>
                  <a:lnTo>
                    <a:pt x="136914" y="20900"/>
                  </a:lnTo>
                  <a:cubicBezTo>
                    <a:pt x="136533" y="25853"/>
                    <a:pt x="132342" y="29568"/>
                    <a:pt x="127484" y="29568"/>
                  </a:cubicBezTo>
                  <a:lnTo>
                    <a:pt x="126627" y="29568"/>
                  </a:lnTo>
                  <a:close/>
                  <a:moveTo>
                    <a:pt x="87288" y="26043"/>
                  </a:moveTo>
                  <a:cubicBezTo>
                    <a:pt x="82050" y="25567"/>
                    <a:pt x="78240" y="20900"/>
                    <a:pt x="78621" y="15661"/>
                  </a:cubicBezTo>
                  <a:lnTo>
                    <a:pt x="78621" y="15661"/>
                  </a:lnTo>
                  <a:cubicBezTo>
                    <a:pt x="79097" y="10518"/>
                    <a:pt x="83764" y="6612"/>
                    <a:pt x="89003" y="7089"/>
                  </a:cubicBezTo>
                  <a:lnTo>
                    <a:pt x="89003" y="7089"/>
                  </a:lnTo>
                  <a:cubicBezTo>
                    <a:pt x="94242" y="7565"/>
                    <a:pt x="98147" y="12137"/>
                    <a:pt x="97575" y="17376"/>
                  </a:cubicBezTo>
                  <a:lnTo>
                    <a:pt x="97575" y="17376"/>
                  </a:lnTo>
                  <a:cubicBezTo>
                    <a:pt x="97194" y="22329"/>
                    <a:pt x="93003" y="26043"/>
                    <a:pt x="88146" y="26043"/>
                  </a:cubicBezTo>
                  <a:lnTo>
                    <a:pt x="87288" y="26043"/>
                  </a:lnTo>
                  <a:close/>
                  <a:moveTo>
                    <a:pt x="47950" y="22519"/>
                  </a:moveTo>
                  <a:cubicBezTo>
                    <a:pt x="42711" y="22043"/>
                    <a:pt x="38901" y="17376"/>
                    <a:pt x="39378" y="12137"/>
                  </a:cubicBezTo>
                  <a:lnTo>
                    <a:pt x="39378" y="12137"/>
                  </a:lnTo>
                  <a:cubicBezTo>
                    <a:pt x="39854" y="6898"/>
                    <a:pt x="44426" y="3088"/>
                    <a:pt x="49665" y="3564"/>
                  </a:cubicBezTo>
                  <a:lnTo>
                    <a:pt x="49665" y="3564"/>
                  </a:lnTo>
                  <a:cubicBezTo>
                    <a:pt x="54903" y="4041"/>
                    <a:pt x="58809" y="8613"/>
                    <a:pt x="58332" y="13851"/>
                  </a:cubicBezTo>
                  <a:lnTo>
                    <a:pt x="58332" y="13851"/>
                  </a:lnTo>
                  <a:cubicBezTo>
                    <a:pt x="57856" y="18804"/>
                    <a:pt x="53760" y="22519"/>
                    <a:pt x="48903" y="22519"/>
                  </a:cubicBezTo>
                  <a:lnTo>
                    <a:pt x="47950" y="22519"/>
                  </a:lnTo>
                  <a:close/>
                  <a:moveTo>
                    <a:pt x="8707" y="18995"/>
                  </a:moveTo>
                  <a:cubicBezTo>
                    <a:pt x="3468" y="18519"/>
                    <a:pt x="-437" y="13851"/>
                    <a:pt x="39" y="8613"/>
                  </a:cubicBezTo>
                  <a:lnTo>
                    <a:pt x="39" y="8613"/>
                  </a:lnTo>
                  <a:cubicBezTo>
                    <a:pt x="516" y="3374"/>
                    <a:pt x="5088" y="-436"/>
                    <a:pt x="10326" y="40"/>
                  </a:cubicBezTo>
                  <a:lnTo>
                    <a:pt x="10326" y="40"/>
                  </a:lnTo>
                  <a:cubicBezTo>
                    <a:pt x="15565" y="516"/>
                    <a:pt x="19470" y="5088"/>
                    <a:pt x="18994" y="10327"/>
                  </a:cubicBezTo>
                  <a:lnTo>
                    <a:pt x="18994" y="10327"/>
                  </a:lnTo>
                  <a:cubicBezTo>
                    <a:pt x="18518" y="15280"/>
                    <a:pt x="14422" y="18995"/>
                    <a:pt x="9564" y="18995"/>
                  </a:cubicBezTo>
                  <a:lnTo>
                    <a:pt x="8707" y="18995"/>
                  </a:lnTo>
                  <a:close/>
                </a:path>
              </a:pathLst>
            </a:custGeom>
            <a:grpFill/>
            <a:ln w="0" cap="flat">
              <a:noFill/>
              <a:prstDash val="solid"/>
              <a:miter/>
            </a:ln>
          </p:spPr>
          <p:txBody>
            <a:bodyPr rtlCol="0" anchor="ctr"/>
            <a:lstStyle/>
            <a:p>
              <a:endParaRPr lang="en-GB"/>
            </a:p>
          </p:txBody>
        </p:sp>
        <p:sp>
          <p:nvSpPr>
            <p:cNvPr id="43" name="Freeform: Shape 42">
              <a:extLst>
                <a:ext uri="{FF2B5EF4-FFF2-40B4-BE49-F238E27FC236}">
                  <a16:creationId xmlns:a16="http://schemas.microsoft.com/office/drawing/2014/main" id="{2DF10599-C3C2-258F-94BE-58E81DA1733B}"/>
                </a:ext>
              </a:extLst>
            </p:cNvPr>
            <p:cNvSpPr/>
            <p:nvPr/>
          </p:nvSpPr>
          <p:spPr>
            <a:xfrm>
              <a:off x="5687906" y="3621891"/>
              <a:ext cx="92996" cy="48852"/>
            </a:xfrm>
            <a:custGeom>
              <a:avLst/>
              <a:gdLst>
                <a:gd name="connsiteX0" fmla="*/ 709 w 92996"/>
                <a:gd name="connsiteY0" fmla="*/ 42852 h 48852"/>
                <a:gd name="connsiteX1" fmla="*/ 5948 w 92996"/>
                <a:gd name="connsiteY1" fmla="*/ 30470 h 48852"/>
                <a:gd name="connsiteX2" fmla="*/ 5948 w 92996"/>
                <a:gd name="connsiteY2" fmla="*/ 30470 h 48852"/>
                <a:gd name="connsiteX3" fmla="*/ 18331 w 92996"/>
                <a:gd name="connsiteY3" fmla="*/ 35708 h 48852"/>
                <a:gd name="connsiteX4" fmla="*/ 18331 w 92996"/>
                <a:gd name="connsiteY4" fmla="*/ 35708 h 48852"/>
                <a:gd name="connsiteX5" fmla="*/ 13092 w 92996"/>
                <a:gd name="connsiteY5" fmla="*/ 48091 h 48852"/>
                <a:gd name="connsiteX6" fmla="*/ 13092 w 92996"/>
                <a:gd name="connsiteY6" fmla="*/ 48091 h 48852"/>
                <a:gd name="connsiteX7" fmla="*/ 9568 w 92996"/>
                <a:gd name="connsiteY7" fmla="*/ 48853 h 48852"/>
                <a:gd name="connsiteX8" fmla="*/ 9568 w 92996"/>
                <a:gd name="connsiteY8" fmla="*/ 48853 h 48852"/>
                <a:gd name="connsiteX9" fmla="*/ 709 w 92996"/>
                <a:gd name="connsiteY9" fmla="*/ 42852 h 48852"/>
                <a:gd name="connsiteX10" fmla="*/ 37666 w 92996"/>
                <a:gd name="connsiteY10" fmla="*/ 27993 h 48852"/>
                <a:gd name="connsiteX11" fmla="*/ 42905 w 92996"/>
                <a:gd name="connsiteY11" fmla="*/ 15611 h 48852"/>
                <a:gd name="connsiteX12" fmla="*/ 42905 w 92996"/>
                <a:gd name="connsiteY12" fmla="*/ 15611 h 48852"/>
                <a:gd name="connsiteX13" fmla="*/ 55383 w 92996"/>
                <a:gd name="connsiteY13" fmla="*/ 20849 h 48852"/>
                <a:gd name="connsiteX14" fmla="*/ 55383 w 92996"/>
                <a:gd name="connsiteY14" fmla="*/ 20849 h 48852"/>
                <a:gd name="connsiteX15" fmla="*/ 50049 w 92996"/>
                <a:gd name="connsiteY15" fmla="*/ 33232 h 48852"/>
                <a:gd name="connsiteX16" fmla="*/ 50049 w 92996"/>
                <a:gd name="connsiteY16" fmla="*/ 33232 h 48852"/>
                <a:gd name="connsiteX17" fmla="*/ 46525 w 92996"/>
                <a:gd name="connsiteY17" fmla="*/ 33899 h 48852"/>
                <a:gd name="connsiteX18" fmla="*/ 46525 w 92996"/>
                <a:gd name="connsiteY18" fmla="*/ 33899 h 48852"/>
                <a:gd name="connsiteX19" fmla="*/ 37666 w 92996"/>
                <a:gd name="connsiteY19" fmla="*/ 27993 h 48852"/>
                <a:gd name="connsiteX20" fmla="*/ 74623 w 92996"/>
                <a:gd name="connsiteY20" fmla="*/ 13134 h 48852"/>
                <a:gd name="connsiteX21" fmla="*/ 79957 w 92996"/>
                <a:gd name="connsiteY21" fmla="*/ 656 h 48852"/>
                <a:gd name="connsiteX22" fmla="*/ 79957 w 92996"/>
                <a:gd name="connsiteY22" fmla="*/ 656 h 48852"/>
                <a:gd name="connsiteX23" fmla="*/ 92340 w 92996"/>
                <a:gd name="connsiteY23" fmla="*/ 5990 h 48852"/>
                <a:gd name="connsiteX24" fmla="*/ 92340 w 92996"/>
                <a:gd name="connsiteY24" fmla="*/ 5990 h 48852"/>
                <a:gd name="connsiteX25" fmla="*/ 87006 w 92996"/>
                <a:gd name="connsiteY25" fmla="*/ 18373 h 48852"/>
                <a:gd name="connsiteX26" fmla="*/ 87006 w 92996"/>
                <a:gd name="connsiteY26" fmla="*/ 18373 h 48852"/>
                <a:gd name="connsiteX27" fmla="*/ 83482 w 92996"/>
                <a:gd name="connsiteY27" fmla="*/ 19040 h 48852"/>
                <a:gd name="connsiteX28" fmla="*/ 83482 w 92996"/>
                <a:gd name="connsiteY28" fmla="*/ 19040 h 48852"/>
                <a:gd name="connsiteX29" fmla="*/ 74623 w 92996"/>
                <a:gd name="connsiteY29" fmla="*/ 13134 h 48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2996" h="48852">
                  <a:moveTo>
                    <a:pt x="709" y="42852"/>
                  </a:moveTo>
                  <a:cubicBezTo>
                    <a:pt x="-1291" y="37994"/>
                    <a:pt x="1090" y="32375"/>
                    <a:pt x="5948" y="30470"/>
                  </a:cubicBezTo>
                  <a:lnTo>
                    <a:pt x="5948" y="30470"/>
                  </a:lnTo>
                  <a:cubicBezTo>
                    <a:pt x="10901" y="28469"/>
                    <a:pt x="16426" y="30851"/>
                    <a:pt x="18331" y="35708"/>
                  </a:cubicBezTo>
                  <a:lnTo>
                    <a:pt x="18331" y="35708"/>
                  </a:lnTo>
                  <a:cubicBezTo>
                    <a:pt x="20331" y="40566"/>
                    <a:pt x="17950" y="46186"/>
                    <a:pt x="13092" y="48091"/>
                  </a:cubicBezTo>
                  <a:lnTo>
                    <a:pt x="13092" y="48091"/>
                  </a:lnTo>
                  <a:cubicBezTo>
                    <a:pt x="11949" y="48567"/>
                    <a:pt x="10711" y="48853"/>
                    <a:pt x="9568" y="48853"/>
                  </a:cubicBezTo>
                  <a:lnTo>
                    <a:pt x="9568" y="48853"/>
                  </a:lnTo>
                  <a:cubicBezTo>
                    <a:pt x="5758" y="48853"/>
                    <a:pt x="2233" y="46567"/>
                    <a:pt x="709" y="42852"/>
                  </a:cubicBezTo>
                  <a:close/>
                  <a:moveTo>
                    <a:pt x="37666" y="27993"/>
                  </a:moveTo>
                  <a:cubicBezTo>
                    <a:pt x="35666" y="23135"/>
                    <a:pt x="38047" y="17516"/>
                    <a:pt x="42905" y="15611"/>
                  </a:cubicBezTo>
                  <a:lnTo>
                    <a:pt x="42905" y="15611"/>
                  </a:lnTo>
                  <a:cubicBezTo>
                    <a:pt x="47858" y="13610"/>
                    <a:pt x="53383" y="15992"/>
                    <a:pt x="55383" y="20849"/>
                  </a:cubicBezTo>
                  <a:lnTo>
                    <a:pt x="55383" y="20849"/>
                  </a:lnTo>
                  <a:cubicBezTo>
                    <a:pt x="57288" y="25707"/>
                    <a:pt x="54907" y="31327"/>
                    <a:pt x="50049" y="33232"/>
                  </a:cubicBezTo>
                  <a:lnTo>
                    <a:pt x="50049" y="33232"/>
                  </a:lnTo>
                  <a:cubicBezTo>
                    <a:pt x="48906" y="33708"/>
                    <a:pt x="47668" y="33899"/>
                    <a:pt x="46525" y="33899"/>
                  </a:cubicBezTo>
                  <a:lnTo>
                    <a:pt x="46525" y="33899"/>
                  </a:lnTo>
                  <a:cubicBezTo>
                    <a:pt x="42715" y="33899"/>
                    <a:pt x="39190" y="31708"/>
                    <a:pt x="37666" y="27993"/>
                  </a:cubicBezTo>
                  <a:close/>
                  <a:moveTo>
                    <a:pt x="74623" y="13134"/>
                  </a:moveTo>
                  <a:cubicBezTo>
                    <a:pt x="72623" y="8181"/>
                    <a:pt x="75004" y="2657"/>
                    <a:pt x="79957" y="656"/>
                  </a:cubicBezTo>
                  <a:lnTo>
                    <a:pt x="79957" y="656"/>
                  </a:lnTo>
                  <a:cubicBezTo>
                    <a:pt x="84815" y="-1249"/>
                    <a:pt x="90340" y="1133"/>
                    <a:pt x="92340" y="5990"/>
                  </a:cubicBezTo>
                  <a:lnTo>
                    <a:pt x="92340" y="5990"/>
                  </a:lnTo>
                  <a:cubicBezTo>
                    <a:pt x="94245" y="10848"/>
                    <a:pt x="91864" y="16373"/>
                    <a:pt x="87006" y="18373"/>
                  </a:cubicBezTo>
                  <a:lnTo>
                    <a:pt x="87006" y="18373"/>
                  </a:lnTo>
                  <a:cubicBezTo>
                    <a:pt x="85863" y="18849"/>
                    <a:pt x="84625" y="19040"/>
                    <a:pt x="83482" y="19040"/>
                  </a:cubicBezTo>
                  <a:lnTo>
                    <a:pt x="83482" y="19040"/>
                  </a:lnTo>
                  <a:cubicBezTo>
                    <a:pt x="79672" y="19040"/>
                    <a:pt x="76147" y="16849"/>
                    <a:pt x="74623" y="13134"/>
                  </a:cubicBezTo>
                  <a:close/>
                </a:path>
              </a:pathLst>
            </a:custGeom>
            <a:grpFill/>
            <a:ln w="0" cap="flat">
              <a:noFill/>
              <a:prstDash val="solid"/>
              <a:miter/>
            </a:ln>
          </p:spPr>
          <p:txBody>
            <a:bodyPr rtlCol="0" anchor="ctr"/>
            <a:lstStyle/>
            <a:p>
              <a:endParaRPr lang="en-GB"/>
            </a:p>
          </p:txBody>
        </p:sp>
        <p:sp>
          <p:nvSpPr>
            <p:cNvPr id="44" name="Freeform: Shape 43">
              <a:extLst>
                <a:ext uri="{FF2B5EF4-FFF2-40B4-BE49-F238E27FC236}">
                  <a16:creationId xmlns:a16="http://schemas.microsoft.com/office/drawing/2014/main" id="{51C25B6A-77F5-AA71-BBE1-FF73B97C6507}"/>
                </a:ext>
              </a:extLst>
            </p:cNvPr>
            <p:cNvSpPr/>
            <p:nvPr/>
          </p:nvSpPr>
          <p:spPr>
            <a:xfrm>
              <a:off x="5660653" y="3210727"/>
              <a:ext cx="144686" cy="379339"/>
            </a:xfrm>
            <a:custGeom>
              <a:avLst/>
              <a:gdLst>
                <a:gd name="connsiteX0" fmla="*/ 126165 w 144686"/>
                <a:gd name="connsiteY0" fmla="*/ 372958 h 379339"/>
                <a:gd name="connsiteX1" fmla="*/ 131975 w 144686"/>
                <a:gd name="connsiteY1" fmla="*/ 360861 h 379339"/>
                <a:gd name="connsiteX2" fmla="*/ 131975 w 144686"/>
                <a:gd name="connsiteY2" fmla="*/ 360861 h 379339"/>
                <a:gd name="connsiteX3" fmla="*/ 144167 w 144686"/>
                <a:gd name="connsiteY3" fmla="*/ 366672 h 379339"/>
                <a:gd name="connsiteX4" fmla="*/ 144167 w 144686"/>
                <a:gd name="connsiteY4" fmla="*/ 366672 h 379339"/>
                <a:gd name="connsiteX5" fmla="*/ 138261 w 144686"/>
                <a:gd name="connsiteY5" fmla="*/ 378768 h 379339"/>
                <a:gd name="connsiteX6" fmla="*/ 138261 w 144686"/>
                <a:gd name="connsiteY6" fmla="*/ 378768 h 379339"/>
                <a:gd name="connsiteX7" fmla="*/ 135118 w 144686"/>
                <a:gd name="connsiteY7" fmla="*/ 379340 h 379339"/>
                <a:gd name="connsiteX8" fmla="*/ 135118 w 144686"/>
                <a:gd name="connsiteY8" fmla="*/ 379340 h 379339"/>
                <a:gd name="connsiteX9" fmla="*/ 126165 w 144686"/>
                <a:gd name="connsiteY9" fmla="*/ 372958 h 379339"/>
                <a:gd name="connsiteX10" fmla="*/ 113592 w 144686"/>
                <a:gd name="connsiteY10" fmla="*/ 336954 h 379339"/>
                <a:gd name="connsiteX11" fmla="*/ 119402 w 144686"/>
                <a:gd name="connsiteY11" fmla="*/ 324762 h 379339"/>
                <a:gd name="connsiteX12" fmla="*/ 119402 w 144686"/>
                <a:gd name="connsiteY12" fmla="*/ 324762 h 379339"/>
                <a:gd name="connsiteX13" fmla="*/ 131594 w 144686"/>
                <a:gd name="connsiteY13" fmla="*/ 330667 h 379339"/>
                <a:gd name="connsiteX14" fmla="*/ 131594 w 144686"/>
                <a:gd name="connsiteY14" fmla="*/ 330667 h 379339"/>
                <a:gd name="connsiteX15" fmla="*/ 125688 w 144686"/>
                <a:gd name="connsiteY15" fmla="*/ 342764 h 379339"/>
                <a:gd name="connsiteX16" fmla="*/ 125688 w 144686"/>
                <a:gd name="connsiteY16" fmla="*/ 342764 h 379339"/>
                <a:gd name="connsiteX17" fmla="*/ 122545 w 144686"/>
                <a:gd name="connsiteY17" fmla="*/ 343335 h 379339"/>
                <a:gd name="connsiteX18" fmla="*/ 122545 w 144686"/>
                <a:gd name="connsiteY18" fmla="*/ 343335 h 379339"/>
                <a:gd name="connsiteX19" fmla="*/ 113592 w 144686"/>
                <a:gd name="connsiteY19" fmla="*/ 336954 h 379339"/>
                <a:gd name="connsiteX20" fmla="*/ 101019 w 144686"/>
                <a:gd name="connsiteY20" fmla="*/ 300854 h 379339"/>
                <a:gd name="connsiteX21" fmla="*/ 106924 w 144686"/>
                <a:gd name="connsiteY21" fmla="*/ 288757 h 379339"/>
                <a:gd name="connsiteX22" fmla="*/ 106924 w 144686"/>
                <a:gd name="connsiteY22" fmla="*/ 288757 h 379339"/>
                <a:gd name="connsiteX23" fmla="*/ 119021 w 144686"/>
                <a:gd name="connsiteY23" fmla="*/ 294567 h 379339"/>
                <a:gd name="connsiteX24" fmla="*/ 119021 w 144686"/>
                <a:gd name="connsiteY24" fmla="*/ 294567 h 379339"/>
                <a:gd name="connsiteX25" fmla="*/ 113115 w 144686"/>
                <a:gd name="connsiteY25" fmla="*/ 306759 h 379339"/>
                <a:gd name="connsiteX26" fmla="*/ 113115 w 144686"/>
                <a:gd name="connsiteY26" fmla="*/ 306759 h 379339"/>
                <a:gd name="connsiteX27" fmla="*/ 109972 w 144686"/>
                <a:gd name="connsiteY27" fmla="*/ 307236 h 379339"/>
                <a:gd name="connsiteX28" fmla="*/ 109972 w 144686"/>
                <a:gd name="connsiteY28" fmla="*/ 307236 h 379339"/>
                <a:gd name="connsiteX29" fmla="*/ 101019 w 144686"/>
                <a:gd name="connsiteY29" fmla="*/ 300854 h 379339"/>
                <a:gd name="connsiteX30" fmla="*/ 88446 w 144686"/>
                <a:gd name="connsiteY30" fmla="*/ 264849 h 379339"/>
                <a:gd name="connsiteX31" fmla="*/ 94351 w 144686"/>
                <a:gd name="connsiteY31" fmla="*/ 252753 h 379339"/>
                <a:gd name="connsiteX32" fmla="*/ 94351 w 144686"/>
                <a:gd name="connsiteY32" fmla="*/ 252753 h 379339"/>
                <a:gd name="connsiteX33" fmla="*/ 106448 w 144686"/>
                <a:gd name="connsiteY33" fmla="*/ 258563 h 379339"/>
                <a:gd name="connsiteX34" fmla="*/ 106448 w 144686"/>
                <a:gd name="connsiteY34" fmla="*/ 258563 h 379339"/>
                <a:gd name="connsiteX35" fmla="*/ 100638 w 144686"/>
                <a:gd name="connsiteY35" fmla="*/ 270660 h 379339"/>
                <a:gd name="connsiteX36" fmla="*/ 100638 w 144686"/>
                <a:gd name="connsiteY36" fmla="*/ 270660 h 379339"/>
                <a:gd name="connsiteX37" fmla="*/ 97494 w 144686"/>
                <a:gd name="connsiteY37" fmla="*/ 271231 h 379339"/>
                <a:gd name="connsiteX38" fmla="*/ 97494 w 144686"/>
                <a:gd name="connsiteY38" fmla="*/ 271231 h 379339"/>
                <a:gd name="connsiteX39" fmla="*/ 88446 w 144686"/>
                <a:gd name="connsiteY39" fmla="*/ 264849 h 379339"/>
                <a:gd name="connsiteX40" fmla="*/ 75873 w 144686"/>
                <a:gd name="connsiteY40" fmla="*/ 228845 h 379339"/>
                <a:gd name="connsiteX41" fmla="*/ 81778 w 144686"/>
                <a:gd name="connsiteY41" fmla="*/ 216653 h 379339"/>
                <a:gd name="connsiteX42" fmla="*/ 81778 w 144686"/>
                <a:gd name="connsiteY42" fmla="*/ 216653 h 379339"/>
                <a:gd name="connsiteX43" fmla="*/ 93875 w 144686"/>
                <a:gd name="connsiteY43" fmla="*/ 222558 h 379339"/>
                <a:gd name="connsiteX44" fmla="*/ 93875 w 144686"/>
                <a:gd name="connsiteY44" fmla="*/ 222558 h 379339"/>
                <a:gd name="connsiteX45" fmla="*/ 88065 w 144686"/>
                <a:gd name="connsiteY45" fmla="*/ 234655 h 379339"/>
                <a:gd name="connsiteX46" fmla="*/ 88065 w 144686"/>
                <a:gd name="connsiteY46" fmla="*/ 234655 h 379339"/>
                <a:gd name="connsiteX47" fmla="*/ 84921 w 144686"/>
                <a:gd name="connsiteY47" fmla="*/ 235227 h 379339"/>
                <a:gd name="connsiteX48" fmla="*/ 84921 w 144686"/>
                <a:gd name="connsiteY48" fmla="*/ 235227 h 379339"/>
                <a:gd name="connsiteX49" fmla="*/ 75873 w 144686"/>
                <a:gd name="connsiteY49" fmla="*/ 228845 h 379339"/>
                <a:gd name="connsiteX50" fmla="*/ 63395 w 144686"/>
                <a:gd name="connsiteY50" fmla="*/ 192840 h 379339"/>
                <a:gd name="connsiteX51" fmla="*/ 69205 w 144686"/>
                <a:gd name="connsiteY51" fmla="*/ 180648 h 379339"/>
                <a:gd name="connsiteX52" fmla="*/ 69205 w 144686"/>
                <a:gd name="connsiteY52" fmla="*/ 180648 h 379339"/>
                <a:gd name="connsiteX53" fmla="*/ 81302 w 144686"/>
                <a:gd name="connsiteY53" fmla="*/ 186459 h 379339"/>
                <a:gd name="connsiteX54" fmla="*/ 81302 w 144686"/>
                <a:gd name="connsiteY54" fmla="*/ 186459 h 379339"/>
                <a:gd name="connsiteX55" fmla="*/ 75492 w 144686"/>
                <a:gd name="connsiteY55" fmla="*/ 198651 h 379339"/>
                <a:gd name="connsiteX56" fmla="*/ 75492 w 144686"/>
                <a:gd name="connsiteY56" fmla="*/ 198651 h 379339"/>
                <a:gd name="connsiteX57" fmla="*/ 72348 w 144686"/>
                <a:gd name="connsiteY57" fmla="*/ 199222 h 379339"/>
                <a:gd name="connsiteX58" fmla="*/ 72348 w 144686"/>
                <a:gd name="connsiteY58" fmla="*/ 199222 h 379339"/>
                <a:gd name="connsiteX59" fmla="*/ 63395 w 144686"/>
                <a:gd name="connsiteY59" fmla="*/ 192840 h 379339"/>
                <a:gd name="connsiteX60" fmla="*/ 50822 w 144686"/>
                <a:gd name="connsiteY60" fmla="*/ 156741 h 379339"/>
                <a:gd name="connsiteX61" fmla="*/ 56632 w 144686"/>
                <a:gd name="connsiteY61" fmla="*/ 144644 h 379339"/>
                <a:gd name="connsiteX62" fmla="*/ 56632 w 144686"/>
                <a:gd name="connsiteY62" fmla="*/ 144644 h 379339"/>
                <a:gd name="connsiteX63" fmla="*/ 68729 w 144686"/>
                <a:gd name="connsiteY63" fmla="*/ 150454 h 379339"/>
                <a:gd name="connsiteX64" fmla="*/ 68729 w 144686"/>
                <a:gd name="connsiteY64" fmla="*/ 150454 h 379339"/>
                <a:gd name="connsiteX65" fmla="*/ 62919 w 144686"/>
                <a:gd name="connsiteY65" fmla="*/ 162551 h 379339"/>
                <a:gd name="connsiteX66" fmla="*/ 62919 w 144686"/>
                <a:gd name="connsiteY66" fmla="*/ 162551 h 379339"/>
                <a:gd name="connsiteX67" fmla="*/ 59775 w 144686"/>
                <a:gd name="connsiteY67" fmla="*/ 163122 h 379339"/>
                <a:gd name="connsiteX68" fmla="*/ 59775 w 144686"/>
                <a:gd name="connsiteY68" fmla="*/ 163122 h 379339"/>
                <a:gd name="connsiteX69" fmla="*/ 50822 w 144686"/>
                <a:gd name="connsiteY69" fmla="*/ 156741 h 379339"/>
                <a:gd name="connsiteX70" fmla="*/ 38249 w 144686"/>
                <a:gd name="connsiteY70" fmla="*/ 120736 h 379339"/>
                <a:gd name="connsiteX71" fmla="*/ 44059 w 144686"/>
                <a:gd name="connsiteY71" fmla="*/ 108639 h 379339"/>
                <a:gd name="connsiteX72" fmla="*/ 44059 w 144686"/>
                <a:gd name="connsiteY72" fmla="*/ 108639 h 379339"/>
                <a:gd name="connsiteX73" fmla="*/ 56251 w 144686"/>
                <a:gd name="connsiteY73" fmla="*/ 114450 h 379339"/>
                <a:gd name="connsiteX74" fmla="*/ 56251 w 144686"/>
                <a:gd name="connsiteY74" fmla="*/ 114450 h 379339"/>
                <a:gd name="connsiteX75" fmla="*/ 50346 w 144686"/>
                <a:gd name="connsiteY75" fmla="*/ 126546 h 379339"/>
                <a:gd name="connsiteX76" fmla="*/ 50346 w 144686"/>
                <a:gd name="connsiteY76" fmla="*/ 126546 h 379339"/>
                <a:gd name="connsiteX77" fmla="*/ 47202 w 144686"/>
                <a:gd name="connsiteY77" fmla="*/ 127118 h 379339"/>
                <a:gd name="connsiteX78" fmla="*/ 47202 w 144686"/>
                <a:gd name="connsiteY78" fmla="*/ 127118 h 379339"/>
                <a:gd name="connsiteX79" fmla="*/ 38249 w 144686"/>
                <a:gd name="connsiteY79" fmla="*/ 120736 h 379339"/>
                <a:gd name="connsiteX80" fmla="*/ 25676 w 144686"/>
                <a:gd name="connsiteY80" fmla="*/ 84732 h 379339"/>
                <a:gd name="connsiteX81" fmla="*/ 31486 w 144686"/>
                <a:gd name="connsiteY81" fmla="*/ 72540 h 379339"/>
                <a:gd name="connsiteX82" fmla="*/ 31486 w 144686"/>
                <a:gd name="connsiteY82" fmla="*/ 72540 h 379339"/>
                <a:gd name="connsiteX83" fmla="*/ 43678 w 144686"/>
                <a:gd name="connsiteY83" fmla="*/ 78350 h 379339"/>
                <a:gd name="connsiteX84" fmla="*/ 43678 w 144686"/>
                <a:gd name="connsiteY84" fmla="*/ 78350 h 379339"/>
                <a:gd name="connsiteX85" fmla="*/ 37773 w 144686"/>
                <a:gd name="connsiteY85" fmla="*/ 90542 h 379339"/>
                <a:gd name="connsiteX86" fmla="*/ 37773 w 144686"/>
                <a:gd name="connsiteY86" fmla="*/ 90542 h 379339"/>
                <a:gd name="connsiteX87" fmla="*/ 34629 w 144686"/>
                <a:gd name="connsiteY87" fmla="*/ 91113 h 379339"/>
                <a:gd name="connsiteX88" fmla="*/ 34629 w 144686"/>
                <a:gd name="connsiteY88" fmla="*/ 91113 h 379339"/>
                <a:gd name="connsiteX89" fmla="*/ 25676 w 144686"/>
                <a:gd name="connsiteY89" fmla="*/ 84732 h 379339"/>
                <a:gd name="connsiteX90" fmla="*/ 13103 w 144686"/>
                <a:gd name="connsiteY90" fmla="*/ 48632 h 379339"/>
                <a:gd name="connsiteX91" fmla="*/ 19008 w 144686"/>
                <a:gd name="connsiteY91" fmla="*/ 36535 h 379339"/>
                <a:gd name="connsiteX92" fmla="*/ 19008 w 144686"/>
                <a:gd name="connsiteY92" fmla="*/ 36535 h 379339"/>
                <a:gd name="connsiteX93" fmla="*/ 31105 w 144686"/>
                <a:gd name="connsiteY93" fmla="*/ 42345 h 379339"/>
                <a:gd name="connsiteX94" fmla="*/ 31105 w 144686"/>
                <a:gd name="connsiteY94" fmla="*/ 42345 h 379339"/>
                <a:gd name="connsiteX95" fmla="*/ 25200 w 144686"/>
                <a:gd name="connsiteY95" fmla="*/ 54537 h 379339"/>
                <a:gd name="connsiteX96" fmla="*/ 25200 w 144686"/>
                <a:gd name="connsiteY96" fmla="*/ 54537 h 379339"/>
                <a:gd name="connsiteX97" fmla="*/ 22056 w 144686"/>
                <a:gd name="connsiteY97" fmla="*/ 55014 h 379339"/>
                <a:gd name="connsiteX98" fmla="*/ 22056 w 144686"/>
                <a:gd name="connsiteY98" fmla="*/ 55014 h 379339"/>
                <a:gd name="connsiteX99" fmla="*/ 13103 w 144686"/>
                <a:gd name="connsiteY99" fmla="*/ 48632 h 379339"/>
                <a:gd name="connsiteX100" fmla="*/ 530 w 144686"/>
                <a:gd name="connsiteY100" fmla="*/ 12627 h 379339"/>
                <a:gd name="connsiteX101" fmla="*/ 6435 w 144686"/>
                <a:gd name="connsiteY101" fmla="*/ 531 h 379339"/>
                <a:gd name="connsiteX102" fmla="*/ 6435 w 144686"/>
                <a:gd name="connsiteY102" fmla="*/ 531 h 379339"/>
                <a:gd name="connsiteX103" fmla="*/ 18532 w 144686"/>
                <a:gd name="connsiteY103" fmla="*/ 6341 h 379339"/>
                <a:gd name="connsiteX104" fmla="*/ 18532 w 144686"/>
                <a:gd name="connsiteY104" fmla="*/ 6341 h 379339"/>
                <a:gd name="connsiteX105" fmla="*/ 12722 w 144686"/>
                <a:gd name="connsiteY105" fmla="*/ 18438 h 379339"/>
                <a:gd name="connsiteX106" fmla="*/ 12722 w 144686"/>
                <a:gd name="connsiteY106" fmla="*/ 18438 h 379339"/>
                <a:gd name="connsiteX107" fmla="*/ 9579 w 144686"/>
                <a:gd name="connsiteY107" fmla="*/ 19009 h 379339"/>
                <a:gd name="connsiteX108" fmla="*/ 9579 w 144686"/>
                <a:gd name="connsiteY108" fmla="*/ 19009 h 379339"/>
                <a:gd name="connsiteX109" fmla="*/ 530 w 144686"/>
                <a:gd name="connsiteY109" fmla="*/ 12627 h 379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144686" h="379339">
                  <a:moveTo>
                    <a:pt x="126165" y="372958"/>
                  </a:moveTo>
                  <a:cubicBezTo>
                    <a:pt x="124355" y="368005"/>
                    <a:pt x="127022" y="362576"/>
                    <a:pt x="131975" y="360861"/>
                  </a:cubicBezTo>
                  <a:lnTo>
                    <a:pt x="131975" y="360861"/>
                  </a:lnTo>
                  <a:cubicBezTo>
                    <a:pt x="137023" y="359052"/>
                    <a:pt x="142357" y="361719"/>
                    <a:pt x="144167" y="366672"/>
                  </a:cubicBezTo>
                  <a:lnTo>
                    <a:pt x="144167" y="366672"/>
                  </a:lnTo>
                  <a:cubicBezTo>
                    <a:pt x="145881" y="371625"/>
                    <a:pt x="143214" y="377054"/>
                    <a:pt x="138261" y="378768"/>
                  </a:cubicBezTo>
                  <a:lnTo>
                    <a:pt x="138261" y="378768"/>
                  </a:lnTo>
                  <a:cubicBezTo>
                    <a:pt x="137214" y="379149"/>
                    <a:pt x="136166" y="379340"/>
                    <a:pt x="135118" y="379340"/>
                  </a:cubicBezTo>
                  <a:lnTo>
                    <a:pt x="135118" y="379340"/>
                  </a:lnTo>
                  <a:cubicBezTo>
                    <a:pt x="131213" y="379340"/>
                    <a:pt x="127498" y="376863"/>
                    <a:pt x="126165" y="372958"/>
                  </a:cubicBezTo>
                  <a:close/>
                  <a:moveTo>
                    <a:pt x="113592" y="336954"/>
                  </a:moveTo>
                  <a:cubicBezTo>
                    <a:pt x="111877" y="331905"/>
                    <a:pt x="114449" y="326476"/>
                    <a:pt x="119402" y="324762"/>
                  </a:cubicBezTo>
                  <a:lnTo>
                    <a:pt x="119402" y="324762"/>
                  </a:lnTo>
                  <a:cubicBezTo>
                    <a:pt x="124355" y="323047"/>
                    <a:pt x="129879" y="325619"/>
                    <a:pt x="131594" y="330667"/>
                  </a:cubicBezTo>
                  <a:lnTo>
                    <a:pt x="131594" y="330667"/>
                  </a:lnTo>
                  <a:cubicBezTo>
                    <a:pt x="133308" y="335620"/>
                    <a:pt x="130737" y="341049"/>
                    <a:pt x="125688" y="342764"/>
                  </a:cubicBezTo>
                  <a:lnTo>
                    <a:pt x="125688" y="342764"/>
                  </a:lnTo>
                  <a:cubicBezTo>
                    <a:pt x="124641" y="343145"/>
                    <a:pt x="123593" y="343335"/>
                    <a:pt x="122545" y="343335"/>
                  </a:cubicBezTo>
                  <a:lnTo>
                    <a:pt x="122545" y="343335"/>
                  </a:lnTo>
                  <a:cubicBezTo>
                    <a:pt x="118640" y="343335"/>
                    <a:pt x="114925" y="340859"/>
                    <a:pt x="113592" y="336954"/>
                  </a:cubicBezTo>
                  <a:close/>
                  <a:moveTo>
                    <a:pt x="101019" y="300854"/>
                  </a:moveTo>
                  <a:cubicBezTo>
                    <a:pt x="99304" y="295901"/>
                    <a:pt x="101876" y="290472"/>
                    <a:pt x="106924" y="288757"/>
                  </a:cubicBezTo>
                  <a:lnTo>
                    <a:pt x="106924" y="288757"/>
                  </a:lnTo>
                  <a:cubicBezTo>
                    <a:pt x="111877" y="287043"/>
                    <a:pt x="117306" y="289614"/>
                    <a:pt x="119021" y="294567"/>
                  </a:cubicBezTo>
                  <a:lnTo>
                    <a:pt x="119021" y="294567"/>
                  </a:lnTo>
                  <a:cubicBezTo>
                    <a:pt x="120735" y="299520"/>
                    <a:pt x="118068" y="305045"/>
                    <a:pt x="113115" y="306759"/>
                  </a:cubicBezTo>
                  <a:lnTo>
                    <a:pt x="113115" y="306759"/>
                  </a:lnTo>
                  <a:cubicBezTo>
                    <a:pt x="112068" y="307045"/>
                    <a:pt x="111020" y="307236"/>
                    <a:pt x="109972" y="307236"/>
                  </a:cubicBezTo>
                  <a:lnTo>
                    <a:pt x="109972" y="307236"/>
                  </a:lnTo>
                  <a:cubicBezTo>
                    <a:pt x="106067" y="307236"/>
                    <a:pt x="102352" y="304759"/>
                    <a:pt x="101019" y="300854"/>
                  </a:cubicBezTo>
                  <a:close/>
                  <a:moveTo>
                    <a:pt x="88446" y="264849"/>
                  </a:moveTo>
                  <a:cubicBezTo>
                    <a:pt x="86731" y="259896"/>
                    <a:pt x="89398" y="254467"/>
                    <a:pt x="94351" y="252753"/>
                  </a:cubicBezTo>
                  <a:lnTo>
                    <a:pt x="94351" y="252753"/>
                  </a:lnTo>
                  <a:cubicBezTo>
                    <a:pt x="99304" y="250943"/>
                    <a:pt x="104733" y="253610"/>
                    <a:pt x="106448" y="258563"/>
                  </a:cubicBezTo>
                  <a:lnTo>
                    <a:pt x="106448" y="258563"/>
                  </a:lnTo>
                  <a:cubicBezTo>
                    <a:pt x="108162" y="263516"/>
                    <a:pt x="105591" y="268945"/>
                    <a:pt x="100638" y="270660"/>
                  </a:cubicBezTo>
                  <a:lnTo>
                    <a:pt x="100638" y="270660"/>
                  </a:lnTo>
                  <a:cubicBezTo>
                    <a:pt x="99590" y="271041"/>
                    <a:pt x="98542" y="271231"/>
                    <a:pt x="97494" y="271231"/>
                  </a:cubicBezTo>
                  <a:lnTo>
                    <a:pt x="97494" y="271231"/>
                  </a:lnTo>
                  <a:cubicBezTo>
                    <a:pt x="93494" y="271231"/>
                    <a:pt x="89874" y="268755"/>
                    <a:pt x="88446" y="264849"/>
                  </a:cubicBezTo>
                  <a:close/>
                  <a:moveTo>
                    <a:pt x="75873" y="228845"/>
                  </a:moveTo>
                  <a:cubicBezTo>
                    <a:pt x="74158" y="223892"/>
                    <a:pt x="76825" y="218463"/>
                    <a:pt x="81778" y="216653"/>
                  </a:cubicBezTo>
                  <a:lnTo>
                    <a:pt x="81778" y="216653"/>
                  </a:lnTo>
                  <a:cubicBezTo>
                    <a:pt x="86731" y="214938"/>
                    <a:pt x="92160" y="217605"/>
                    <a:pt x="93875" y="222558"/>
                  </a:cubicBezTo>
                  <a:lnTo>
                    <a:pt x="93875" y="222558"/>
                  </a:lnTo>
                  <a:cubicBezTo>
                    <a:pt x="95685" y="227511"/>
                    <a:pt x="93018" y="232941"/>
                    <a:pt x="88065" y="234655"/>
                  </a:cubicBezTo>
                  <a:lnTo>
                    <a:pt x="88065" y="234655"/>
                  </a:lnTo>
                  <a:cubicBezTo>
                    <a:pt x="87017" y="235036"/>
                    <a:pt x="85969" y="235227"/>
                    <a:pt x="84921" y="235227"/>
                  </a:cubicBezTo>
                  <a:lnTo>
                    <a:pt x="84921" y="235227"/>
                  </a:lnTo>
                  <a:cubicBezTo>
                    <a:pt x="80921" y="235227"/>
                    <a:pt x="77301" y="232750"/>
                    <a:pt x="75873" y="228845"/>
                  </a:cubicBezTo>
                  <a:close/>
                  <a:moveTo>
                    <a:pt x="63395" y="192840"/>
                  </a:moveTo>
                  <a:cubicBezTo>
                    <a:pt x="61585" y="187792"/>
                    <a:pt x="64252" y="182363"/>
                    <a:pt x="69205" y="180648"/>
                  </a:cubicBezTo>
                  <a:lnTo>
                    <a:pt x="69205" y="180648"/>
                  </a:lnTo>
                  <a:cubicBezTo>
                    <a:pt x="74158" y="178934"/>
                    <a:pt x="79587" y="181506"/>
                    <a:pt x="81302" y="186459"/>
                  </a:cubicBezTo>
                  <a:lnTo>
                    <a:pt x="81302" y="186459"/>
                  </a:lnTo>
                  <a:cubicBezTo>
                    <a:pt x="83016" y="191412"/>
                    <a:pt x="80445" y="196936"/>
                    <a:pt x="75492" y="198651"/>
                  </a:cubicBezTo>
                  <a:lnTo>
                    <a:pt x="75492" y="198651"/>
                  </a:lnTo>
                  <a:cubicBezTo>
                    <a:pt x="74444" y="199032"/>
                    <a:pt x="73396" y="199222"/>
                    <a:pt x="72348" y="199222"/>
                  </a:cubicBezTo>
                  <a:lnTo>
                    <a:pt x="72348" y="199222"/>
                  </a:lnTo>
                  <a:cubicBezTo>
                    <a:pt x="68443" y="199222"/>
                    <a:pt x="64728" y="196746"/>
                    <a:pt x="63395" y="192840"/>
                  </a:cubicBezTo>
                  <a:close/>
                  <a:moveTo>
                    <a:pt x="50822" y="156741"/>
                  </a:moveTo>
                  <a:cubicBezTo>
                    <a:pt x="49107" y="151788"/>
                    <a:pt x="51679" y="146358"/>
                    <a:pt x="56632" y="144644"/>
                  </a:cubicBezTo>
                  <a:lnTo>
                    <a:pt x="56632" y="144644"/>
                  </a:lnTo>
                  <a:cubicBezTo>
                    <a:pt x="61585" y="142929"/>
                    <a:pt x="67014" y="145501"/>
                    <a:pt x="68729" y="150454"/>
                  </a:cubicBezTo>
                  <a:lnTo>
                    <a:pt x="68729" y="150454"/>
                  </a:lnTo>
                  <a:cubicBezTo>
                    <a:pt x="70539" y="155407"/>
                    <a:pt x="67872" y="160932"/>
                    <a:pt x="62919" y="162551"/>
                  </a:cubicBezTo>
                  <a:lnTo>
                    <a:pt x="62919" y="162551"/>
                  </a:lnTo>
                  <a:cubicBezTo>
                    <a:pt x="61871" y="162932"/>
                    <a:pt x="60823" y="163122"/>
                    <a:pt x="59775" y="163122"/>
                  </a:cubicBezTo>
                  <a:lnTo>
                    <a:pt x="59775" y="163122"/>
                  </a:lnTo>
                  <a:cubicBezTo>
                    <a:pt x="55870" y="163122"/>
                    <a:pt x="52155" y="160646"/>
                    <a:pt x="50822" y="156741"/>
                  </a:cubicBezTo>
                  <a:close/>
                  <a:moveTo>
                    <a:pt x="38249" y="120736"/>
                  </a:moveTo>
                  <a:cubicBezTo>
                    <a:pt x="36439" y="115783"/>
                    <a:pt x="39106" y="110354"/>
                    <a:pt x="44059" y="108639"/>
                  </a:cubicBezTo>
                  <a:lnTo>
                    <a:pt x="44059" y="108639"/>
                  </a:lnTo>
                  <a:cubicBezTo>
                    <a:pt x="49107" y="106830"/>
                    <a:pt x="54537" y="109497"/>
                    <a:pt x="56251" y="114450"/>
                  </a:cubicBezTo>
                  <a:lnTo>
                    <a:pt x="56251" y="114450"/>
                  </a:lnTo>
                  <a:cubicBezTo>
                    <a:pt x="57966" y="119403"/>
                    <a:pt x="55299" y="124832"/>
                    <a:pt x="50346" y="126546"/>
                  </a:cubicBezTo>
                  <a:lnTo>
                    <a:pt x="50346" y="126546"/>
                  </a:lnTo>
                  <a:cubicBezTo>
                    <a:pt x="49298" y="126927"/>
                    <a:pt x="48250" y="127118"/>
                    <a:pt x="47202" y="127118"/>
                  </a:cubicBezTo>
                  <a:lnTo>
                    <a:pt x="47202" y="127118"/>
                  </a:lnTo>
                  <a:cubicBezTo>
                    <a:pt x="43297" y="127118"/>
                    <a:pt x="39582" y="124641"/>
                    <a:pt x="38249" y="120736"/>
                  </a:cubicBezTo>
                  <a:close/>
                  <a:moveTo>
                    <a:pt x="25676" y="84732"/>
                  </a:moveTo>
                  <a:cubicBezTo>
                    <a:pt x="23961" y="79779"/>
                    <a:pt x="26533" y="74254"/>
                    <a:pt x="31486" y="72540"/>
                  </a:cubicBezTo>
                  <a:lnTo>
                    <a:pt x="31486" y="72540"/>
                  </a:lnTo>
                  <a:cubicBezTo>
                    <a:pt x="36439" y="70825"/>
                    <a:pt x="41868" y="73397"/>
                    <a:pt x="43678" y="78350"/>
                  </a:cubicBezTo>
                  <a:lnTo>
                    <a:pt x="43678" y="78350"/>
                  </a:lnTo>
                  <a:cubicBezTo>
                    <a:pt x="45393" y="83398"/>
                    <a:pt x="42726" y="88827"/>
                    <a:pt x="37773" y="90542"/>
                  </a:cubicBezTo>
                  <a:lnTo>
                    <a:pt x="37773" y="90542"/>
                  </a:lnTo>
                  <a:cubicBezTo>
                    <a:pt x="36725" y="90923"/>
                    <a:pt x="35677" y="91113"/>
                    <a:pt x="34629" y="91113"/>
                  </a:cubicBezTo>
                  <a:lnTo>
                    <a:pt x="34629" y="91113"/>
                  </a:lnTo>
                  <a:cubicBezTo>
                    <a:pt x="30724" y="91113"/>
                    <a:pt x="27009" y="88637"/>
                    <a:pt x="25676" y="84732"/>
                  </a:cubicBezTo>
                  <a:close/>
                  <a:moveTo>
                    <a:pt x="13103" y="48632"/>
                  </a:moveTo>
                  <a:cubicBezTo>
                    <a:pt x="11388" y="43679"/>
                    <a:pt x="13960" y="38250"/>
                    <a:pt x="19008" y="36535"/>
                  </a:cubicBezTo>
                  <a:lnTo>
                    <a:pt x="19008" y="36535"/>
                  </a:lnTo>
                  <a:cubicBezTo>
                    <a:pt x="23961" y="34821"/>
                    <a:pt x="29391" y="37392"/>
                    <a:pt x="31105" y="42345"/>
                  </a:cubicBezTo>
                  <a:lnTo>
                    <a:pt x="31105" y="42345"/>
                  </a:lnTo>
                  <a:cubicBezTo>
                    <a:pt x="32820" y="47298"/>
                    <a:pt x="30248" y="52728"/>
                    <a:pt x="25200" y="54537"/>
                  </a:cubicBezTo>
                  <a:lnTo>
                    <a:pt x="25200" y="54537"/>
                  </a:lnTo>
                  <a:cubicBezTo>
                    <a:pt x="24152" y="54823"/>
                    <a:pt x="23104" y="55014"/>
                    <a:pt x="22056" y="55014"/>
                  </a:cubicBezTo>
                  <a:lnTo>
                    <a:pt x="22056" y="55014"/>
                  </a:lnTo>
                  <a:cubicBezTo>
                    <a:pt x="18151" y="55014"/>
                    <a:pt x="14436" y="52537"/>
                    <a:pt x="13103" y="48632"/>
                  </a:cubicBezTo>
                  <a:close/>
                  <a:moveTo>
                    <a:pt x="530" y="12627"/>
                  </a:moveTo>
                  <a:cubicBezTo>
                    <a:pt x="-1185" y="7674"/>
                    <a:pt x="1387" y="2245"/>
                    <a:pt x="6435" y="531"/>
                  </a:cubicBezTo>
                  <a:lnTo>
                    <a:pt x="6435" y="531"/>
                  </a:lnTo>
                  <a:cubicBezTo>
                    <a:pt x="11388" y="-1184"/>
                    <a:pt x="16818" y="1388"/>
                    <a:pt x="18532" y="6341"/>
                  </a:cubicBezTo>
                  <a:lnTo>
                    <a:pt x="18532" y="6341"/>
                  </a:lnTo>
                  <a:cubicBezTo>
                    <a:pt x="20247" y="11294"/>
                    <a:pt x="17675" y="16723"/>
                    <a:pt x="12722" y="18438"/>
                  </a:cubicBezTo>
                  <a:lnTo>
                    <a:pt x="12722" y="18438"/>
                  </a:lnTo>
                  <a:cubicBezTo>
                    <a:pt x="11674" y="18819"/>
                    <a:pt x="10626" y="19009"/>
                    <a:pt x="9579" y="19009"/>
                  </a:cubicBezTo>
                  <a:lnTo>
                    <a:pt x="9579" y="19009"/>
                  </a:lnTo>
                  <a:cubicBezTo>
                    <a:pt x="5578" y="19009"/>
                    <a:pt x="1959" y="16533"/>
                    <a:pt x="530" y="12627"/>
                  </a:cubicBezTo>
                  <a:close/>
                </a:path>
              </a:pathLst>
            </a:custGeom>
            <a:grpFill/>
            <a:ln w="0" cap="flat">
              <a:noFill/>
              <a:prstDash val="solid"/>
              <a:miter/>
            </a:ln>
          </p:spPr>
          <p:txBody>
            <a:bodyPr rtlCol="0" anchor="ctr"/>
            <a:lstStyle/>
            <a:p>
              <a:endParaRPr lang="en-GB"/>
            </a:p>
          </p:txBody>
        </p:sp>
        <p:sp>
          <p:nvSpPr>
            <p:cNvPr id="45" name="Freeform: Shape 44">
              <a:extLst>
                <a:ext uri="{FF2B5EF4-FFF2-40B4-BE49-F238E27FC236}">
                  <a16:creationId xmlns:a16="http://schemas.microsoft.com/office/drawing/2014/main" id="{B81C807D-6FA4-8C14-D33C-87D6EFBE6BCA}"/>
                </a:ext>
              </a:extLst>
            </p:cNvPr>
            <p:cNvSpPr/>
            <p:nvPr/>
          </p:nvSpPr>
          <p:spPr>
            <a:xfrm>
              <a:off x="5835777" y="3607021"/>
              <a:ext cx="535971" cy="19050"/>
            </a:xfrm>
            <a:custGeom>
              <a:avLst/>
              <a:gdLst>
                <a:gd name="connsiteX0" fmla="*/ 517017 w 535971"/>
                <a:gd name="connsiteY0" fmla="*/ 9525 h 19050"/>
                <a:gd name="connsiteX1" fmla="*/ 526542 w 535971"/>
                <a:gd name="connsiteY1" fmla="*/ 0 h 19050"/>
                <a:gd name="connsiteX2" fmla="*/ 526542 w 535971"/>
                <a:gd name="connsiteY2" fmla="*/ 0 h 19050"/>
                <a:gd name="connsiteX3" fmla="*/ 535972 w 535971"/>
                <a:gd name="connsiteY3" fmla="*/ 9525 h 19050"/>
                <a:gd name="connsiteX4" fmla="*/ 535972 w 535971"/>
                <a:gd name="connsiteY4" fmla="*/ 9525 h 19050"/>
                <a:gd name="connsiteX5" fmla="*/ 526542 w 535971"/>
                <a:gd name="connsiteY5" fmla="*/ 19050 h 19050"/>
                <a:gd name="connsiteX6" fmla="*/ 526542 w 535971"/>
                <a:gd name="connsiteY6" fmla="*/ 19050 h 19050"/>
                <a:gd name="connsiteX7" fmla="*/ 517017 w 535971"/>
                <a:gd name="connsiteY7" fmla="*/ 9525 h 19050"/>
                <a:gd name="connsiteX8" fmla="*/ 480060 w 535971"/>
                <a:gd name="connsiteY8" fmla="*/ 9525 h 19050"/>
                <a:gd name="connsiteX9" fmla="*/ 489585 w 535971"/>
                <a:gd name="connsiteY9" fmla="*/ 0 h 19050"/>
                <a:gd name="connsiteX10" fmla="*/ 489585 w 535971"/>
                <a:gd name="connsiteY10" fmla="*/ 0 h 19050"/>
                <a:gd name="connsiteX11" fmla="*/ 499110 w 535971"/>
                <a:gd name="connsiteY11" fmla="*/ 9525 h 19050"/>
                <a:gd name="connsiteX12" fmla="*/ 499110 w 535971"/>
                <a:gd name="connsiteY12" fmla="*/ 9525 h 19050"/>
                <a:gd name="connsiteX13" fmla="*/ 489585 w 535971"/>
                <a:gd name="connsiteY13" fmla="*/ 19050 h 19050"/>
                <a:gd name="connsiteX14" fmla="*/ 489585 w 535971"/>
                <a:gd name="connsiteY14" fmla="*/ 19050 h 19050"/>
                <a:gd name="connsiteX15" fmla="*/ 480060 w 535971"/>
                <a:gd name="connsiteY15" fmla="*/ 9525 h 19050"/>
                <a:gd name="connsiteX16" fmla="*/ 443103 w 535971"/>
                <a:gd name="connsiteY16" fmla="*/ 9525 h 19050"/>
                <a:gd name="connsiteX17" fmla="*/ 452628 w 535971"/>
                <a:gd name="connsiteY17" fmla="*/ 0 h 19050"/>
                <a:gd name="connsiteX18" fmla="*/ 452628 w 535971"/>
                <a:gd name="connsiteY18" fmla="*/ 0 h 19050"/>
                <a:gd name="connsiteX19" fmla="*/ 462153 w 535971"/>
                <a:gd name="connsiteY19" fmla="*/ 9525 h 19050"/>
                <a:gd name="connsiteX20" fmla="*/ 462153 w 535971"/>
                <a:gd name="connsiteY20" fmla="*/ 9525 h 19050"/>
                <a:gd name="connsiteX21" fmla="*/ 452628 w 535971"/>
                <a:gd name="connsiteY21" fmla="*/ 19050 h 19050"/>
                <a:gd name="connsiteX22" fmla="*/ 452628 w 535971"/>
                <a:gd name="connsiteY22" fmla="*/ 19050 h 19050"/>
                <a:gd name="connsiteX23" fmla="*/ 443103 w 535971"/>
                <a:gd name="connsiteY23" fmla="*/ 9525 h 19050"/>
                <a:gd name="connsiteX24" fmla="*/ 406146 w 535971"/>
                <a:gd name="connsiteY24" fmla="*/ 9525 h 19050"/>
                <a:gd name="connsiteX25" fmla="*/ 415671 w 535971"/>
                <a:gd name="connsiteY25" fmla="*/ 0 h 19050"/>
                <a:gd name="connsiteX26" fmla="*/ 415671 w 535971"/>
                <a:gd name="connsiteY26" fmla="*/ 0 h 19050"/>
                <a:gd name="connsiteX27" fmla="*/ 425291 w 535971"/>
                <a:gd name="connsiteY27" fmla="*/ 9525 h 19050"/>
                <a:gd name="connsiteX28" fmla="*/ 425291 w 535971"/>
                <a:gd name="connsiteY28" fmla="*/ 9525 h 19050"/>
                <a:gd name="connsiteX29" fmla="*/ 415671 w 535971"/>
                <a:gd name="connsiteY29" fmla="*/ 19050 h 19050"/>
                <a:gd name="connsiteX30" fmla="*/ 415671 w 535971"/>
                <a:gd name="connsiteY30" fmla="*/ 19050 h 19050"/>
                <a:gd name="connsiteX31" fmla="*/ 406146 w 535971"/>
                <a:gd name="connsiteY31" fmla="*/ 9525 h 19050"/>
                <a:gd name="connsiteX32" fmla="*/ 369284 w 535971"/>
                <a:gd name="connsiteY32" fmla="*/ 9525 h 19050"/>
                <a:gd name="connsiteX33" fmla="*/ 378809 w 535971"/>
                <a:gd name="connsiteY33" fmla="*/ 0 h 19050"/>
                <a:gd name="connsiteX34" fmla="*/ 378809 w 535971"/>
                <a:gd name="connsiteY34" fmla="*/ 0 h 19050"/>
                <a:gd name="connsiteX35" fmla="*/ 388334 w 535971"/>
                <a:gd name="connsiteY35" fmla="*/ 9525 h 19050"/>
                <a:gd name="connsiteX36" fmla="*/ 388334 w 535971"/>
                <a:gd name="connsiteY36" fmla="*/ 9525 h 19050"/>
                <a:gd name="connsiteX37" fmla="*/ 378809 w 535971"/>
                <a:gd name="connsiteY37" fmla="*/ 19050 h 19050"/>
                <a:gd name="connsiteX38" fmla="*/ 378809 w 535971"/>
                <a:gd name="connsiteY38" fmla="*/ 19050 h 19050"/>
                <a:gd name="connsiteX39" fmla="*/ 369284 w 535971"/>
                <a:gd name="connsiteY39" fmla="*/ 9525 h 19050"/>
                <a:gd name="connsiteX40" fmla="*/ 332327 w 535971"/>
                <a:gd name="connsiteY40" fmla="*/ 9525 h 19050"/>
                <a:gd name="connsiteX41" fmla="*/ 341852 w 535971"/>
                <a:gd name="connsiteY41" fmla="*/ 0 h 19050"/>
                <a:gd name="connsiteX42" fmla="*/ 341852 w 535971"/>
                <a:gd name="connsiteY42" fmla="*/ 0 h 19050"/>
                <a:gd name="connsiteX43" fmla="*/ 351377 w 535971"/>
                <a:gd name="connsiteY43" fmla="*/ 9525 h 19050"/>
                <a:gd name="connsiteX44" fmla="*/ 351377 w 535971"/>
                <a:gd name="connsiteY44" fmla="*/ 9525 h 19050"/>
                <a:gd name="connsiteX45" fmla="*/ 341852 w 535971"/>
                <a:gd name="connsiteY45" fmla="*/ 19050 h 19050"/>
                <a:gd name="connsiteX46" fmla="*/ 341852 w 535971"/>
                <a:gd name="connsiteY46" fmla="*/ 19050 h 19050"/>
                <a:gd name="connsiteX47" fmla="*/ 332327 w 535971"/>
                <a:gd name="connsiteY47" fmla="*/ 9525 h 19050"/>
                <a:gd name="connsiteX48" fmla="*/ 295466 w 535971"/>
                <a:gd name="connsiteY48" fmla="*/ 9525 h 19050"/>
                <a:gd name="connsiteX49" fmla="*/ 304991 w 535971"/>
                <a:gd name="connsiteY49" fmla="*/ 0 h 19050"/>
                <a:gd name="connsiteX50" fmla="*/ 304991 w 535971"/>
                <a:gd name="connsiteY50" fmla="*/ 0 h 19050"/>
                <a:gd name="connsiteX51" fmla="*/ 314420 w 535971"/>
                <a:gd name="connsiteY51" fmla="*/ 9525 h 19050"/>
                <a:gd name="connsiteX52" fmla="*/ 314420 w 535971"/>
                <a:gd name="connsiteY52" fmla="*/ 9525 h 19050"/>
                <a:gd name="connsiteX53" fmla="*/ 304991 w 535971"/>
                <a:gd name="connsiteY53" fmla="*/ 19050 h 19050"/>
                <a:gd name="connsiteX54" fmla="*/ 304991 w 535971"/>
                <a:gd name="connsiteY54" fmla="*/ 19050 h 19050"/>
                <a:gd name="connsiteX55" fmla="*/ 295466 w 535971"/>
                <a:gd name="connsiteY55" fmla="*/ 9525 h 19050"/>
                <a:gd name="connsiteX56" fmla="*/ 258509 w 535971"/>
                <a:gd name="connsiteY56" fmla="*/ 9525 h 19050"/>
                <a:gd name="connsiteX57" fmla="*/ 268034 w 535971"/>
                <a:gd name="connsiteY57" fmla="*/ 0 h 19050"/>
                <a:gd name="connsiteX58" fmla="*/ 268034 w 535971"/>
                <a:gd name="connsiteY58" fmla="*/ 0 h 19050"/>
                <a:gd name="connsiteX59" fmla="*/ 277559 w 535971"/>
                <a:gd name="connsiteY59" fmla="*/ 9525 h 19050"/>
                <a:gd name="connsiteX60" fmla="*/ 277559 w 535971"/>
                <a:gd name="connsiteY60" fmla="*/ 9525 h 19050"/>
                <a:gd name="connsiteX61" fmla="*/ 268034 w 535971"/>
                <a:gd name="connsiteY61" fmla="*/ 19050 h 19050"/>
                <a:gd name="connsiteX62" fmla="*/ 268034 w 535971"/>
                <a:gd name="connsiteY62" fmla="*/ 19050 h 19050"/>
                <a:gd name="connsiteX63" fmla="*/ 258509 w 535971"/>
                <a:gd name="connsiteY63" fmla="*/ 9525 h 19050"/>
                <a:gd name="connsiteX64" fmla="*/ 221551 w 535971"/>
                <a:gd name="connsiteY64" fmla="*/ 9525 h 19050"/>
                <a:gd name="connsiteX65" fmla="*/ 231076 w 535971"/>
                <a:gd name="connsiteY65" fmla="*/ 0 h 19050"/>
                <a:gd name="connsiteX66" fmla="*/ 231076 w 535971"/>
                <a:gd name="connsiteY66" fmla="*/ 0 h 19050"/>
                <a:gd name="connsiteX67" fmla="*/ 240601 w 535971"/>
                <a:gd name="connsiteY67" fmla="*/ 9525 h 19050"/>
                <a:gd name="connsiteX68" fmla="*/ 240601 w 535971"/>
                <a:gd name="connsiteY68" fmla="*/ 9525 h 19050"/>
                <a:gd name="connsiteX69" fmla="*/ 231076 w 535971"/>
                <a:gd name="connsiteY69" fmla="*/ 19050 h 19050"/>
                <a:gd name="connsiteX70" fmla="*/ 231076 w 535971"/>
                <a:gd name="connsiteY70" fmla="*/ 19050 h 19050"/>
                <a:gd name="connsiteX71" fmla="*/ 221551 w 535971"/>
                <a:gd name="connsiteY71" fmla="*/ 9525 h 19050"/>
                <a:gd name="connsiteX72" fmla="*/ 184595 w 535971"/>
                <a:gd name="connsiteY72" fmla="*/ 9525 h 19050"/>
                <a:gd name="connsiteX73" fmla="*/ 194120 w 535971"/>
                <a:gd name="connsiteY73" fmla="*/ 0 h 19050"/>
                <a:gd name="connsiteX74" fmla="*/ 194120 w 535971"/>
                <a:gd name="connsiteY74" fmla="*/ 0 h 19050"/>
                <a:gd name="connsiteX75" fmla="*/ 203645 w 535971"/>
                <a:gd name="connsiteY75" fmla="*/ 9525 h 19050"/>
                <a:gd name="connsiteX76" fmla="*/ 203645 w 535971"/>
                <a:gd name="connsiteY76" fmla="*/ 9525 h 19050"/>
                <a:gd name="connsiteX77" fmla="*/ 194120 w 535971"/>
                <a:gd name="connsiteY77" fmla="*/ 19050 h 19050"/>
                <a:gd name="connsiteX78" fmla="*/ 194120 w 535971"/>
                <a:gd name="connsiteY78" fmla="*/ 19050 h 19050"/>
                <a:gd name="connsiteX79" fmla="*/ 184595 w 535971"/>
                <a:gd name="connsiteY79" fmla="*/ 9525 h 19050"/>
                <a:gd name="connsiteX80" fmla="*/ 147638 w 535971"/>
                <a:gd name="connsiteY80" fmla="*/ 9525 h 19050"/>
                <a:gd name="connsiteX81" fmla="*/ 157258 w 535971"/>
                <a:gd name="connsiteY81" fmla="*/ 0 h 19050"/>
                <a:gd name="connsiteX82" fmla="*/ 157258 w 535971"/>
                <a:gd name="connsiteY82" fmla="*/ 0 h 19050"/>
                <a:gd name="connsiteX83" fmla="*/ 166783 w 535971"/>
                <a:gd name="connsiteY83" fmla="*/ 9525 h 19050"/>
                <a:gd name="connsiteX84" fmla="*/ 166783 w 535971"/>
                <a:gd name="connsiteY84" fmla="*/ 9525 h 19050"/>
                <a:gd name="connsiteX85" fmla="*/ 157258 w 535971"/>
                <a:gd name="connsiteY85" fmla="*/ 19050 h 19050"/>
                <a:gd name="connsiteX86" fmla="*/ 157258 w 535971"/>
                <a:gd name="connsiteY86" fmla="*/ 19050 h 19050"/>
                <a:gd name="connsiteX87" fmla="*/ 147638 w 535971"/>
                <a:gd name="connsiteY87" fmla="*/ 9525 h 19050"/>
                <a:gd name="connsiteX88" fmla="*/ 110776 w 535971"/>
                <a:gd name="connsiteY88" fmla="*/ 9525 h 19050"/>
                <a:gd name="connsiteX89" fmla="*/ 120301 w 535971"/>
                <a:gd name="connsiteY89" fmla="*/ 0 h 19050"/>
                <a:gd name="connsiteX90" fmla="*/ 120301 w 535971"/>
                <a:gd name="connsiteY90" fmla="*/ 0 h 19050"/>
                <a:gd name="connsiteX91" fmla="*/ 129826 w 535971"/>
                <a:gd name="connsiteY91" fmla="*/ 9525 h 19050"/>
                <a:gd name="connsiteX92" fmla="*/ 129826 w 535971"/>
                <a:gd name="connsiteY92" fmla="*/ 9525 h 19050"/>
                <a:gd name="connsiteX93" fmla="*/ 120301 w 535971"/>
                <a:gd name="connsiteY93" fmla="*/ 19050 h 19050"/>
                <a:gd name="connsiteX94" fmla="*/ 120301 w 535971"/>
                <a:gd name="connsiteY94" fmla="*/ 19050 h 19050"/>
                <a:gd name="connsiteX95" fmla="*/ 110776 w 535971"/>
                <a:gd name="connsiteY95" fmla="*/ 9525 h 19050"/>
                <a:gd name="connsiteX96" fmla="*/ 73819 w 535971"/>
                <a:gd name="connsiteY96" fmla="*/ 9525 h 19050"/>
                <a:gd name="connsiteX97" fmla="*/ 83344 w 535971"/>
                <a:gd name="connsiteY97" fmla="*/ 0 h 19050"/>
                <a:gd name="connsiteX98" fmla="*/ 83344 w 535971"/>
                <a:gd name="connsiteY98" fmla="*/ 0 h 19050"/>
                <a:gd name="connsiteX99" fmla="*/ 92869 w 535971"/>
                <a:gd name="connsiteY99" fmla="*/ 9525 h 19050"/>
                <a:gd name="connsiteX100" fmla="*/ 92869 w 535971"/>
                <a:gd name="connsiteY100" fmla="*/ 9525 h 19050"/>
                <a:gd name="connsiteX101" fmla="*/ 83344 w 535971"/>
                <a:gd name="connsiteY101" fmla="*/ 19050 h 19050"/>
                <a:gd name="connsiteX102" fmla="*/ 83344 w 535971"/>
                <a:gd name="connsiteY102" fmla="*/ 19050 h 19050"/>
                <a:gd name="connsiteX103" fmla="*/ 73819 w 535971"/>
                <a:gd name="connsiteY103" fmla="*/ 9525 h 19050"/>
                <a:gd name="connsiteX104" fmla="*/ 36957 w 535971"/>
                <a:gd name="connsiteY104" fmla="*/ 9525 h 19050"/>
                <a:gd name="connsiteX105" fmla="*/ 46482 w 535971"/>
                <a:gd name="connsiteY105" fmla="*/ 0 h 19050"/>
                <a:gd name="connsiteX106" fmla="*/ 46482 w 535971"/>
                <a:gd name="connsiteY106" fmla="*/ 0 h 19050"/>
                <a:gd name="connsiteX107" fmla="*/ 55912 w 535971"/>
                <a:gd name="connsiteY107" fmla="*/ 9525 h 19050"/>
                <a:gd name="connsiteX108" fmla="*/ 55912 w 535971"/>
                <a:gd name="connsiteY108" fmla="*/ 9525 h 19050"/>
                <a:gd name="connsiteX109" fmla="*/ 46482 w 535971"/>
                <a:gd name="connsiteY109" fmla="*/ 19050 h 19050"/>
                <a:gd name="connsiteX110" fmla="*/ 46482 w 535971"/>
                <a:gd name="connsiteY110" fmla="*/ 19050 h 19050"/>
                <a:gd name="connsiteX111" fmla="*/ 36957 w 535971"/>
                <a:gd name="connsiteY111" fmla="*/ 9525 h 19050"/>
                <a:gd name="connsiteX112" fmla="*/ 0 w 535971"/>
                <a:gd name="connsiteY112" fmla="*/ 9525 h 19050"/>
                <a:gd name="connsiteX113" fmla="*/ 9525 w 535971"/>
                <a:gd name="connsiteY113" fmla="*/ 0 h 19050"/>
                <a:gd name="connsiteX114" fmla="*/ 9525 w 535971"/>
                <a:gd name="connsiteY114" fmla="*/ 0 h 19050"/>
                <a:gd name="connsiteX115" fmla="*/ 19050 w 535971"/>
                <a:gd name="connsiteY115" fmla="*/ 9525 h 19050"/>
                <a:gd name="connsiteX116" fmla="*/ 19050 w 535971"/>
                <a:gd name="connsiteY116" fmla="*/ 9525 h 19050"/>
                <a:gd name="connsiteX117" fmla="*/ 9525 w 535971"/>
                <a:gd name="connsiteY117" fmla="*/ 19050 h 19050"/>
                <a:gd name="connsiteX118" fmla="*/ 9525 w 535971"/>
                <a:gd name="connsiteY118" fmla="*/ 19050 h 19050"/>
                <a:gd name="connsiteX119" fmla="*/ 0 w 535971"/>
                <a:gd name="connsiteY119"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535971" h="19050">
                  <a:moveTo>
                    <a:pt x="517017" y="9525"/>
                  </a:moveTo>
                  <a:cubicBezTo>
                    <a:pt x="517017" y="4286"/>
                    <a:pt x="521208" y="0"/>
                    <a:pt x="526542" y="0"/>
                  </a:cubicBezTo>
                  <a:lnTo>
                    <a:pt x="526542" y="0"/>
                  </a:lnTo>
                  <a:cubicBezTo>
                    <a:pt x="531781" y="0"/>
                    <a:pt x="535972" y="4286"/>
                    <a:pt x="535972" y="9525"/>
                  </a:cubicBezTo>
                  <a:lnTo>
                    <a:pt x="535972" y="9525"/>
                  </a:lnTo>
                  <a:cubicBezTo>
                    <a:pt x="535972" y="14764"/>
                    <a:pt x="531781" y="19050"/>
                    <a:pt x="526542" y="19050"/>
                  </a:cubicBezTo>
                  <a:lnTo>
                    <a:pt x="526542" y="19050"/>
                  </a:lnTo>
                  <a:cubicBezTo>
                    <a:pt x="521208" y="19050"/>
                    <a:pt x="517017" y="14764"/>
                    <a:pt x="517017" y="9525"/>
                  </a:cubicBezTo>
                  <a:close/>
                  <a:moveTo>
                    <a:pt x="480060" y="9525"/>
                  </a:moveTo>
                  <a:cubicBezTo>
                    <a:pt x="480060" y="4286"/>
                    <a:pt x="484346" y="0"/>
                    <a:pt x="489585" y="0"/>
                  </a:cubicBezTo>
                  <a:lnTo>
                    <a:pt x="489585" y="0"/>
                  </a:lnTo>
                  <a:cubicBezTo>
                    <a:pt x="494824" y="0"/>
                    <a:pt x="499110" y="4286"/>
                    <a:pt x="499110" y="9525"/>
                  </a:cubicBezTo>
                  <a:lnTo>
                    <a:pt x="499110" y="9525"/>
                  </a:lnTo>
                  <a:cubicBezTo>
                    <a:pt x="499110" y="14764"/>
                    <a:pt x="494824" y="19050"/>
                    <a:pt x="489585" y="19050"/>
                  </a:cubicBezTo>
                  <a:lnTo>
                    <a:pt x="489585" y="19050"/>
                  </a:lnTo>
                  <a:cubicBezTo>
                    <a:pt x="484346" y="19050"/>
                    <a:pt x="480060" y="14764"/>
                    <a:pt x="480060" y="9525"/>
                  </a:cubicBezTo>
                  <a:close/>
                  <a:moveTo>
                    <a:pt x="443103" y="9525"/>
                  </a:moveTo>
                  <a:cubicBezTo>
                    <a:pt x="443103" y="4286"/>
                    <a:pt x="447389" y="0"/>
                    <a:pt x="452628" y="0"/>
                  </a:cubicBezTo>
                  <a:lnTo>
                    <a:pt x="452628" y="0"/>
                  </a:lnTo>
                  <a:cubicBezTo>
                    <a:pt x="457867" y="0"/>
                    <a:pt x="462153" y="4286"/>
                    <a:pt x="462153" y="9525"/>
                  </a:cubicBezTo>
                  <a:lnTo>
                    <a:pt x="462153" y="9525"/>
                  </a:lnTo>
                  <a:cubicBezTo>
                    <a:pt x="462153" y="14764"/>
                    <a:pt x="457867" y="19050"/>
                    <a:pt x="452628" y="19050"/>
                  </a:cubicBezTo>
                  <a:lnTo>
                    <a:pt x="452628" y="19050"/>
                  </a:lnTo>
                  <a:cubicBezTo>
                    <a:pt x="447389" y="19050"/>
                    <a:pt x="443103" y="14764"/>
                    <a:pt x="443103" y="9525"/>
                  </a:cubicBezTo>
                  <a:close/>
                  <a:moveTo>
                    <a:pt x="406146" y="9525"/>
                  </a:moveTo>
                  <a:cubicBezTo>
                    <a:pt x="406146" y="4286"/>
                    <a:pt x="410432" y="0"/>
                    <a:pt x="415671" y="0"/>
                  </a:cubicBezTo>
                  <a:lnTo>
                    <a:pt x="415671" y="0"/>
                  </a:lnTo>
                  <a:cubicBezTo>
                    <a:pt x="421005" y="0"/>
                    <a:pt x="425291" y="4286"/>
                    <a:pt x="425291" y="9525"/>
                  </a:cubicBezTo>
                  <a:lnTo>
                    <a:pt x="425291" y="9525"/>
                  </a:lnTo>
                  <a:cubicBezTo>
                    <a:pt x="425291" y="14764"/>
                    <a:pt x="421005" y="19050"/>
                    <a:pt x="415671" y="19050"/>
                  </a:cubicBezTo>
                  <a:lnTo>
                    <a:pt x="415671" y="19050"/>
                  </a:lnTo>
                  <a:cubicBezTo>
                    <a:pt x="410432" y="19050"/>
                    <a:pt x="406146" y="14764"/>
                    <a:pt x="406146" y="9525"/>
                  </a:cubicBezTo>
                  <a:close/>
                  <a:moveTo>
                    <a:pt x="369284" y="9525"/>
                  </a:moveTo>
                  <a:cubicBezTo>
                    <a:pt x="369284" y="4286"/>
                    <a:pt x="373475" y="0"/>
                    <a:pt x="378809" y="0"/>
                  </a:cubicBezTo>
                  <a:lnTo>
                    <a:pt x="378809" y="0"/>
                  </a:lnTo>
                  <a:cubicBezTo>
                    <a:pt x="384048" y="0"/>
                    <a:pt x="388334" y="4286"/>
                    <a:pt x="388334" y="9525"/>
                  </a:cubicBezTo>
                  <a:lnTo>
                    <a:pt x="388334" y="9525"/>
                  </a:lnTo>
                  <a:cubicBezTo>
                    <a:pt x="388334" y="14764"/>
                    <a:pt x="384048" y="19050"/>
                    <a:pt x="378809" y="19050"/>
                  </a:cubicBezTo>
                  <a:lnTo>
                    <a:pt x="378809" y="19050"/>
                  </a:lnTo>
                  <a:cubicBezTo>
                    <a:pt x="373475" y="19050"/>
                    <a:pt x="369284" y="14764"/>
                    <a:pt x="369284" y="9525"/>
                  </a:cubicBezTo>
                  <a:close/>
                  <a:moveTo>
                    <a:pt x="332327" y="9525"/>
                  </a:moveTo>
                  <a:cubicBezTo>
                    <a:pt x="332327" y="4286"/>
                    <a:pt x="336614" y="0"/>
                    <a:pt x="341852" y="0"/>
                  </a:cubicBezTo>
                  <a:lnTo>
                    <a:pt x="341852" y="0"/>
                  </a:lnTo>
                  <a:cubicBezTo>
                    <a:pt x="347091" y="0"/>
                    <a:pt x="351377" y="4286"/>
                    <a:pt x="351377" y="9525"/>
                  </a:cubicBezTo>
                  <a:lnTo>
                    <a:pt x="351377" y="9525"/>
                  </a:lnTo>
                  <a:cubicBezTo>
                    <a:pt x="351377" y="14764"/>
                    <a:pt x="347091" y="19050"/>
                    <a:pt x="341852" y="19050"/>
                  </a:cubicBezTo>
                  <a:lnTo>
                    <a:pt x="341852" y="19050"/>
                  </a:lnTo>
                  <a:cubicBezTo>
                    <a:pt x="336614" y="19050"/>
                    <a:pt x="332327" y="14764"/>
                    <a:pt x="332327" y="9525"/>
                  </a:cubicBezTo>
                  <a:close/>
                  <a:moveTo>
                    <a:pt x="295466" y="9525"/>
                  </a:moveTo>
                  <a:cubicBezTo>
                    <a:pt x="295466" y="4286"/>
                    <a:pt x="299657" y="0"/>
                    <a:pt x="304991" y="0"/>
                  </a:cubicBezTo>
                  <a:lnTo>
                    <a:pt x="304991" y="0"/>
                  </a:lnTo>
                  <a:cubicBezTo>
                    <a:pt x="310229" y="0"/>
                    <a:pt x="314420" y="4286"/>
                    <a:pt x="314420" y="9525"/>
                  </a:cubicBezTo>
                  <a:lnTo>
                    <a:pt x="314420" y="9525"/>
                  </a:lnTo>
                  <a:cubicBezTo>
                    <a:pt x="314420" y="14764"/>
                    <a:pt x="310229" y="19050"/>
                    <a:pt x="304991" y="19050"/>
                  </a:cubicBezTo>
                  <a:lnTo>
                    <a:pt x="304991" y="19050"/>
                  </a:lnTo>
                  <a:cubicBezTo>
                    <a:pt x="299657" y="19050"/>
                    <a:pt x="295466" y="14764"/>
                    <a:pt x="295466" y="9525"/>
                  </a:cubicBezTo>
                  <a:close/>
                  <a:moveTo>
                    <a:pt x="258509" y="9525"/>
                  </a:moveTo>
                  <a:cubicBezTo>
                    <a:pt x="258509" y="4286"/>
                    <a:pt x="262699" y="0"/>
                    <a:pt x="268034" y="0"/>
                  </a:cubicBezTo>
                  <a:lnTo>
                    <a:pt x="268034" y="0"/>
                  </a:lnTo>
                  <a:cubicBezTo>
                    <a:pt x="273272" y="0"/>
                    <a:pt x="277559" y="4286"/>
                    <a:pt x="277559" y="9525"/>
                  </a:cubicBezTo>
                  <a:lnTo>
                    <a:pt x="277559" y="9525"/>
                  </a:lnTo>
                  <a:cubicBezTo>
                    <a:pt x="277559" y="14764"/>
                    <a:pt x="273272" y="19050"/>
                    <a:pt x="268034" y="19050"/>
                  </a:cubicBezTo>
                  <a:lnTo>
                    <a:pt x="268034" y="19050"/>
                  </a:lnTo>
                  <a:cubicBezTo>
                    <a:pt x="262699" y="19050"/>
                    <a:pt x="258509" y="14764"/>
                    <a:pt x="258509" y="9525"/>
                  </a:cubicBezTo>
                  <a:close/>
                  <a:moveTo>
                    <a:pt x="221551" y="9525"/>
                  </a:moveTo>
                  <a:cubicBezTo>
                    <a:pt x="221551" y="4286"/>
                    <a:pt x="225838" y="0"/>
                    <a:pt x="231076" y="0"/>
                  </a:cubicBezTo>
                  <a:lnTo>
                    <a:pt x="231076" y="0"/>
                  </a:lnTo>
                  <a:cubicBezTo>
                    <a:pt x="236315" y="0"/>
                    <a:pt x="240601" y="4286"/>
                    <a:pt x="240601" y="9525"/>
                  </a:cubicBezTo>
                  <a:lnTo>
                    <a:pt x="240601" y="9525"/>
                  </a:lnTo>
                  <a:cubicBezTo>
                    <a:pt x="240601" y="14764"/>
                    <a:pt x="236315" y="19050"/>
                    <a:pt x="231076" y="19050"/>
                  </a:cubicBezTo>
                  <a:lnTo>
                    <a:pt x="231076" y="19050"/>
                  </a:lnTo>
                  <a:cubicBezTo>
                    <a:pt x="225838" y="19050"/>
                    <a:pt x="221551" y="14764"/>
                    <a:pt x="221551" y="9525"/>
                  </a:cubicBezTo>
                  <a:close/>
                  <a:moveTo>
                    <a:pt x="184595" y="9525"/>
                  </a:moveTo>
                  <a:cubicBezTo>
                    <a:pt x="184595" y="4286"/>
                    <a:pt x="188881" y="0"/>
                    <a:pt x="194120" y="0"/>
                  </a:cubicBezTo>
                  <a:lnTo>
                    <a:pt x="194120" y="0"/>
                  </a:lnTo>
                  <a:cubicBezTo>
                    <a:pt x="199453" y="0"/>
                    <a:pt x="203645" y="4286"/>
                    <a:pt x="203645" y="9525"/>
                  </a:cubicBezTo>
                  <a:lnTo>
                    <a:pt x="203645" y="9525"/>
                  </a:lnTo>
                  <a:cubicBezTo>
                    <a:pt x="203645" y="14764"/>
                    <a:pt x="199453" y="19050"/>
                    <a:pt x="194120" y="19050"/>
                  </a:cubicBezTo>
                  <a:lnTo>
                    <a:pt x="194120" y="19050"/>
                  </a:lnTo>
                  <a:cubicBezTo>
                    <a:pt x="188881" y="19050"/>
                    <a:pt x="184595" y="14764"/>
                    <a:pt x="184595" y="9525"/>
                  </a:cubicBezTo>
                  <a:close/>
                  <a:moveTo>
                    <a:pt x="147638" y="9525"/>
                  </a:moveTo>
                  <a:cubicBezTo>
                    <a:pt x="147638" y="4286"/>
                    <a:pt x="151924" y="0"/>
                    <a:pt x="157258" y="0"/>
                  </a:cubicBezTo>
                  <a:lnTo>
                    <a:pt x="157258" y="0"/>
                  </a:lnTo>
                  <a:cubicBezTo>
                    <a:pt x="162497" y="0"/>
                    <a:pt x="166783" y="4286"/>
                    <a:pt x="166783" y="9525"/>
                  </a:cubicBezTo>
                  <a:lnTo>
                    <a:pt x="166783" y="9525"/>
                  </a:lnTo>
                  <a:cubicBezTo>
                    <a:pt x="166783" y="14764"/>
                    <a:pt x="162497" y="19050"/>
                    <a:pt x="157258" y="19050"/>
                  </a:cubicBezTo>
                  <a:lnTo>
                    <a:pt x="157258" y="19050"/>
                  </a:lnTo>
                  <a:cubicBezTo>
                    <a:pt x="151924" y="19050"/>
                    <a:pt x="147638" y="14764"/>
                    <a:pt x="147638" y="9525"/>
                  </a:cubicBezTo>
                  <a:close/>
                  <a:moveTo>
                    <a:pt x="110776" y="9525"/>
                  </a:moveTo>
                  <a:cubicBezTo>
                    <a:pt x="110776" y="4286"/>
                    <a:pt x="114967" y="0"/>
                    <a:pt x="120301" y="0"/>
                  </a:cubicBezTo>
                  <a:lnTo>
                    <a:pt x="120301" y="0"/>
                  </a:lnTo>
                  <a:cubicBezTo>
                    <a:pt x="125540" y="0"/>
                    <a:pt x="129826" y="4286"/>
                    <a:pt x="129826" y="9525"/>
                  </a:cubicBezTo>
                  <a:lnTo>
                    <a:pt x="129826" y="9525"/>
                  </a:lnTo>
                  <a:cubicBezTo>
                    <a:pt x="129826" y="14764"/>
                    <a:pt x="125540" y="19050"/>
                    <a:pt x="120301" y="19050"/>
                  </a:cubicBezTo>
                  <a:lnTo>
                    <a:pt x="120301" y="19050"/>
                  </a:lnTo>
                  <a:cubicBezTo>
                    <a:pt x="114967" y="19050"/>
                    <a:pt x="110776" y="14764"/>
                    <a:pt x="110776" y="9525"/>
                  </a:cubicBezTo>
                  <a:close/>
                  <a:moveTo>
                    <a:pt x="73819" y="9525"/>
                  </a:moveTo>
                  <a:cubicBezTo>
                    <a:pt x="73819" y="4286"/>
                    <a:pt x="78105" y="0"/>
                    <a:pt x="83344" y="0"/>
                  </a:cubicBezTo>
                  <a:lnTo>
                    <a:pt x="83344" y="0"/>
                  </a:lnTo>
                  <a:cubicBezTo>
                    <a:pt x="88582" y="0"/>
                    <a:pt x="92869" y="4286"/>
                    <a:pt x="92869" y="9525"/>
                  </a:cubicBezTo>
                  <a:lnTo>
                    <a:pt x="92869" y="9525"/>
                  </a:lnTo>
                  <a:cubicBezTo>
                    <a:pt x="92869" y="14764"/>
                    <a:pt x="88582" y="19050"/>
                    <a:pt x="83344" y="19050"/>
                  </a:cubicBezTo>
                  <a:lnTo>
                    <a:pt x="83344" y="19050"/>
                  </a:lnTo>
                  <a:cubicBezTo>
                    <a:pt x="78105" y="19050"/>
                    <a:pt x="73819" y="14764"/>
                    <a:pt x="73819" y="9525"/>
                  </a:cubicBezTo>
                  <a:close/>
                  <a:moveTo>
                    <a:pt x="36957" y="9525"/>
                  </a:moveTo>
                  <a:cubicBezTo>
                    <a:pt x="36957" y="4286"/>
                    <a:pt x="41148" y="0"/>
                    <a:pt x="46482" y="0"/>
                  </a:cubicBezTo>
                  <a:lnTo>
                    <a:pt x="46482" y="0"/>
                  </a:lnTo>
                  <a:cubicBezTo>
                    <a:pt x="51721" y="0"/>
                    <a:pt x="55912" y="4286"/>
                    <a:pt x="55912" y="9525"/>
                  </a:cubicBezTo>
                  <a:lnTo>
                    <a:pt x="55912" y="9525"/>
                  </a:lnTo>
                  <a:cubicBezTo>
                    <a:pt x="55912" y="14764"/>
                    <a:pt x="51721" y="19050"/>
                    <a:pt x="46482" y="19050"/>
                  </a:cubicBezTo>
                  <a:lnTo>
                    <a:pt x="46482" y="19050"/>
                  </a:lnTo>
                  <a:cubicBezTo>
                    <a:pt x="41148" y="19050"/>
                    <a:pt x="36957" y="14764"/>
                    <a:pt x="36957" y="9525"/>
                  </a:cubicBezTo>
                  <a:close/>
                  <a:moveTo>
                    <a:pt x="0" y="9525"/>
                  </a:moveTo>
                  <a:cubicBezTo>
                    <a:pt x="0" y="4286"/>
                    <a:pt x="4286" y="0"/>
                    <a:pt x="9525" y="0"/>
                  </a:cubicBezTo>
                  <a:lnTo>
                    <a:pt x="9525" y="0"/>
                  </a:lnTo>
                  <a:cubicBezTo>
                    <a:pt x="14764" y="0"/>
                    <a:pt x="19050" y="4286"/>
                    <a:pt x="19050" y="9525"/>
                  </a:cubicBezTo>
                  <a:lnTo>
                    <a:pt x="19050" y="9525"/>
                  </a:lnTo>
                  <a:cubicBezTo>
                    <a:pt x="19050" y="14764"/>
                    <a:pt x="14764"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46" name="Freeform: Shape 45">
              <a:extLst>
                <a:ext uri="{FF2B5EF4-FFF2-40B4-BE49-F238E27FC236}">
                  <a16:creationId xmlns:a16="http://schemas.microsoft.com/office/drawing/2014/main" id="{FB0557E0-986E-65C7-B1ED-8F29A3D7A88D}"/>
                </a:ext>
              </a:extLst>
            </p:cNvPr>
            <p:cNvSpPr/>
            <p:nvPr/>
          </p:nvSpPr>
          <p:spPr>
            <a:xfrm>
              <a:off x="6538341" y="3415854"/>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47" name="Freeform: Shape 46">
              <a:extLst>
                <a:ext uri="{FF2B5EF4-FFF2-40B4-BE49-F238E27FC236}">
                  <a16:creationId xmlns:a16="http://schemas.microsoft.com/office/drawing/2014/main" id="{FC2F50E6-0E71-C588-FB7B-17C09C63901D}"/>
                </a:ext>
              </a:extLst>
            </p:cNvPr>
            <p:cNvSpPr/>
            <p:nvPr/>
          </p:nvSpPr>
          <p:spPr>
            <a:xfrm>
              <a:off x="6535483" y="3611212"/>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48" name="Freeform: Shape 47">
              <a:extLst>
                <a:ext uri="{FF2B5EF4-FFF2-40B4-BE49-F238E27FC236}">
                  <a16:creationId xmlns:a16="http://schemas.microsoft.com/office/drawing/2014/main" id="{70C9242E-EAC5-5463-C8D7-F2F437A98DBD}"/>
                </a:ext>
              </a:extLst>
            </p:cNvPr>
            <p:cNvSpPr/>
            <p:nvPr/>
          </p:nvSpPr>
          <p:spPr>
            <a:xfrm>
              <a:off x="6483381" y="3702557"/>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49" name="Freeform: Shape 48">
              <a:extLst>
                <a:ext uri="{FF2B5EF4-FFF2-40B4-BE49-F238E27FC236}">
                  <a16:creationId xmlns:a16="http://schemas.microsoft.com/office/drawing/2014/main" id="{955A5135-AF5E-77A7-ADF5-4818F867D82B}"/>
                </a:ext>
              </a:extLst>
            </p:cNvPr>
            <p:cNvSpPr/>
            <p:nvPr/>
          </p:nvSpPr>
          <p:spPr>
            <a:xfrm>
              <a:off x="5801296" y="3610164"/>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50" name="Freeform: Shape 49">
              <a:extLst>
                <a:ext uri="{FF2B5EF4-FFF2-40B4-BE49-F238E27FC236}">
                  <a16:creationId xmlns:a16="http://schemas.microsoft.com/office/drawing/2014/main" id="{E521F782-72F7-6BB8-3046-5BFD37362788}"/>
                </a:ext>
              </a:extLst>
            </p:cNvPr>
            <p:cNvSpPr/>
            <p:nvPr/>
          </p:nvSpPr>
          <p:spPr>
            <a:xfrm>
              <a:off x="5641943" y="3618547"/>
              <a:ext cx="19049" cy="19050"/>
            </a:xfrm>
            <a:custGeom>
              <a:avLst/>
              <a:gdLst>
                <a:gd name="connsiteX0" fmla="*/ 0 w 19049"/>
                <a:gd name="connsiteY0" fmla="*/ 9525 h 19050"/>
                <a:gd name="connsiteX1" fmla="*/ 9525 w 19049"/>
                <a:gd name="connsiteY1" fmla="*/ 0 h 19050"/>
                <a:gd name="connsiteX2" fmla="*/ 9525 w 19049"/>
                <a:gd name="connsiteY2" fmla="*/ 0 h 19050"/>
                <a:gd name="connsiteX3" fmla="*/ 19050 w 19049"/>
                <a:gd name="connsiteY3" fmla="*/ 9525 h 19050"/>
                <a:gd name="connsiteX4" fmla="*/ 19050 w 19049"/>
                <a:gd name="connsiteY4" fmla="*/ 9525 h 19050"/>
                <a:gd name="connsiteX5" fmla="*/ 9525 w 19049"/>
                <a:gd name="connsiteY5" fmla="*/ 19050 h 19050"/>
                <a:gd name="connsiteX6" fmla="*/ 9525 w 19049"/>
                <a:gd name="connsiteY6" fmla="*/ 19050 h 19050"/>
                <a:gd name="connsiteX7" fmla="*/ 0 w 19049"/>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49"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51" name="Freeform: Shape 50">
              <a:extLst>
                <a:ext uri="{FF2B5EF4-FFF2-40B4-BE49-F238E27FC236}">
                  <a16:creationId xmlns:a16="http://schemas.microsoft.com/office/drawing/2014/main" id="{95034704-5FCC-063F-CFF5-49C71BC21041}"/>
                </a:ext>
              </a:extLst>
            </p:cNvPr>
            <p:cNvSpPr/>
            <p:nvPr/>
          </p:nvSpPr>
          <p:spPr>
            <a:xfrm>
              <a:off x="5639180" y="3454526"/>
              <a:ext cx="19049" cy="19050"/>
            </a:xfrm>
            <a:custGeom>
              <a:avLst/>
              <a:gdLst>
                <a:gd name="connsiteX0" fmla="*/ 0 w 19049"/>
                <a:gd name="connsiteY0" fmla="*/ 9525 h 19050"/>
                <a:gd name="connsiteX1" fmla="*/ 9525 w 19049"/>
                <a:gd name="connsiteY1" fmla="*/ 0 h 19050"/>
                <a:gd name="connsiteX2" fmla="*/ 9525 w 19049"/>
                <a:gd name="connsiteY2" fmla="*/ 0 h 19050"/>
                <a:gd name="connsiteX3" fmla="*/ 19050 w 19049"/>
                <a:gd name="connsiteY3" fmla="*/ 9525 h 19050"/>
                <a:gd name="connsiteX4" fmla="*/ 19050 w 19049"/>
                <a:gd name="connsiteY4" fmla="*/ 9525 h 19050"/>
                <a:gd name="connsiteX5" fmla="*/ 9525 w 19049"/>
                <a:gd name="connsiteY5" fmla="*/ 19050 h 19050"/>
                <a:gd name="connsiteX6" fmla="*/ 9525 w 19049"/>
                <a:gd name="connsiteY6" fmla="*/ 19050 h 19050"/>
                <a:gd name="connsiteX7" fmla="*/ 0 w 19049"/>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49"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F628FD3D-22CF-42F8-2056-31C54C05876A}"/>
                </a:ext>
              </a:extLst>
            </p:cNvPr>
            <p:cNvSpPr/>
            <p:nvPr/>
          </p:nvSpPr>
          <p:spPr>
            <a:xfrm>
              <a:off x="5640038" y="3226307"/>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53" name="Freeform: Shape 52">
              <a:extLst>
                <a:ext uri="{FF2B5EF4-FFF2-40B4-BE49-F238E27FC236}">
                  <a16:creationId xmlns:a16="http://schemas.microsoft.com/office/drawing/2014/main" id="{B3C403ED-AD9D-B20F-0B3C-244606C574F0}"/>
                </a:ext>
              </a:extLst>
            </p:cNvPr>
            <p:cNvSpPr/>
            <p:nvPr/>
          </p:nvSpPr>
          <p:spPr>
            <a:xfrm>
              <a:off x="5696902" y="3127533"/>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840A7CF5-ACB1-7F8B-ED84-F39F62361CBA}"/>
                </a:ext>
              </a:extLst>
            </p:cNvPr>
            <p:cNvSpPr/>
            <p:nvPr/>
          </p:nvSpPr>
          <p:spPr>
            <a:xfrm>
              <a:off x="6036087" y="2936461"/>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55" name="Freeform: Shape 54">
              <a:extLst>
                <a:ext uri="{FF2B5EF4-FFF2-40B4-BE49-F238E27FC236}">
                  <a16:creationId xmlns:a16="http://schemas.microsoft.com/office/drawing/2014/main" id="{36E8ABF1-4A87-6182-B13E-8709D30C4E66}"/>
                </a:ext>
              </a:extLst>
            </p:cNvPr>
            <p:cNvSpPr/>
            <p:nvPr/>
          </p:nvSpPr>
          <p:spPr>
            <a:xfrm>
              <a:off x="6143243" y="2933699"/>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56" name="Freeform: Shape 55">
              <a:extLst>
                <a:ext uri="{FF2B5EF4-FFF2-40B4-BE49-F238E27FC236}">
                  <a16:creationId xmlns:a16="http://schemas.microsoft.com/office/drawing/2014/main" id="{B30DCFDA-DE89-A430-1629-EC39EA434E94}"/>
                </a:ext>
              </a:extLst>
            </p:cNvPr>
            <p:cNvSpPr/>
            <p:nvPr/>
          </p:nvSpPr>
          <p:spPr>
            <a:xfrm>
              <a:off x="6088284" y="3122866"/>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57" name="Freeform: Shape 56">
              <a:extLst>
                <a:ext uri="{FF2B5EF4-FFF2-40B4-BE49-F238E27FC236}">
                  <a16:creationId xmlns:a16="http://schemas.microsoft.com/office/drawing/2014/main" id="{D02945FB-E67C-8407-B455-261DFC174402}"/>
                </a:ext>
              </a:extLst>
            </p:cNvPr>
            <p:cNvSpPr/>
            <p:nvPr/>
          </p:nvSpPr>
          <p:spPr>
            <a:xfrm>
              <a:off x="6391084" y="3604545"/>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58" name="Freeform: Shape 57">
              <a:extLst>
                <a:ext uri="{FF2B5EF4-FFF2-40B4-BE49-F238E27FC236}">
                  <a16:creationId xmlns:a16="http://schemas.microsoft.com/office/drawing/2014/main" id="{21EDF072-76DC-347B-9595-93DB7A1EAD12}"/>
                </a:ext>
              </a:extLst>
            </p:cNvPr>
            <p:cNvSpPr/>
            <p:nvPr/>
          </p:nvSpPr>
          <p:spPr>
            <a:xfrm>
              <a:off x="6537388" y="3222592"/>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59" name="Freeform: Shape 58">
              <a:extLst>
                <a:ext uri="{FF2B5EF4-FFF2-40B4-BE49-F238E27FC236}">
                  <a16:creationId xmlns:a16="http://schemas.microsoft.com/office/drawing/2014/main" id="{D6AC18F3-B47D-F795-2245-2001A88FE89E}"/>
                </a:ext>
              </a:extLst>
            </p:cNvPr>
            <p:cNvSpPr/>
            <p:nvPr/>
          </p:nvSpPr>
          <p:spPr>
            <a:xfrm>
              <a:off x="6069901" y="3911250"/>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60" name="Freeform: Shape 59">
              <a:extLst>
                <a:ext uri="{FF2B5EF4-FFF2-40B4-BE49-F238E27FC236}">
                  <a16:creationId xmlns:a16="http://schemas.microsoft.com/office/drawing/2014/main" id="{126D5CC2-1877-9179-95D4-17C166E6F58E}"/>
                </a:ext>
              </a:extLst>
            </p:cNvPr>
            <p:cNvSpPr/>
            <p:nvPr/>
          </p:nvSpPr>
          <p:spPr>
            <a:xfrm>
              <a:off x="5692235" y="3706272"/>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61" name="Freeform: Shape 60">
              <a:extLst>
                <a:ext uri="{FF2B5EF4-FFF2-40B4-BE49-F238E27FC236}">
                  <a16:creationId xmlns:a16="http://schemas.microsoft.com/office/drawing/2014/main" id="{C1FDCAD2-4DF5-E3A5-826F-7265D0DD08F4}"/>
                </a:ext>
              </a:extLst>
            </p:cNvPr>
            <p:cNvSpPr/>
            <p:nvPr/>
          </p:nvSpPr>
          <p:spPr>
            <a:xfrm>
              <a:off x="6033611" y="3896391"/>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62" name="Freeform: Shape 61">
              <a:extLst>
                <a:ext uri="{FF2B5EF4-FFF2-40B4-BE49-F238E27FC236}">
                  <a16:creationId xmlns:a16="http://schemas.microsoft.com/office/drawing/2014/main" id="{DDFEA4A4-4476-7420-55AE-FC1CD93EC992}"/>
                </a:ext>
              </a:extLst>
            </p:cNvPr>
            <p:cNvSpPr/>
            <p:nvPr/>
          </p:nvSpPr>
          <p:spPr>
            <a:xfrm>
              <a:off x="6149149" y="3896391"/>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sp>
          <p:nvSpPr>
            <p:cNvPr id="63" name="Freeform: Shape 62">
              <a:extLst>
                <a:ext uri="{FF2B5EF4-FFF2-40B4-BE49-F238E27FC236}">
                  <a16:creationId xmlns:a16="http://schemas.microsoft.com/office/drawing/2014/main" id="{2E392948-0291-E37D-B49B-53CFC44A6532}"/>
                </a:ext>
              </a:extLst>
            </p:cNvPr>
            <p:cNvSpPr/>
            <p:nvPr/>
          </p:nvSpPr>
          <p:spPr>
            <a:xfrm>
              <a:off x="6121812" y="3912583"/>
              <a:ext cx="19050" cy="19050"/>
            </a:xfrm>
            <a:custGeom>
              <a:avLst/>
              <a:gdLst>
                <a:gd name="connsiteX0" fmla="*/ 0 w 19050"/>
                <a:gd name="connsiteY0" fmla="*/ 9525 h 19050"/>
                <a:gd name="connsiteX1" fmla="*/ 9525 w 19050"/>
                <a:gd name="connsiteY1" fmla="*/ 0 h 19050"/>
                <a:gd name="connsiteX2" fmla="*/ 9525 w 19050"/>
                <a:gd name="connsiteY2" fmla="*/ 0 h 19050"/>
                <a:gd name="connsiteX3" fmla="*/ 19050 w 19050"/>
                <a:gd name="connsiteY3" fmla="*/ 9525 h 19050"/>
                <a:gd name="connsiteX4" fmla="*/ 19050 w 19050"/>
                <a:gd name="connsiteY4" fmla="*/ 9525 h 19050"/>
                <a:gd name="connsiteX5" fmla="*/ 9525 w 19050"/>
                <a:gd name="connsiteY5" fmla="*/ 19050 h 19050"/>
                <a:gd name="connsiteX6" fmla="*/ 9525 w 19050"/>
                <a:gd name="connsiteY6" fmla="*/ 19050 h 19050"/>
                <a:gd name="connsiteX7" fmla="*/ 0 w 19050"/>
                <a:gd name="connsiteY7"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19050">
                  <a:moveTo>
                    <a:pt x="0" y="9525"/>
                  </a:moveTo>
                  <a:cubicBezTo>
                    <a:pt x="0" y="4286"/>
                    <a:pt x="4286" y="0"/>
                    <a:pt x="9525" y="0"/>
                  </a:cubicBezTo>
                  <a:lnTo>
                    <a:pt x="9525" y="0"/>
                  </a:lnTo>
                  <a:cubicBezTo>
                    <a:pt x="14859" y="0"/>
                    <a:pt x="19050" y="4286"/>
                    <a:pt x="19050" y="9525"/>
                  </a:cubicBezTo>
                  <a:lnTo>
                    <a:pt x="19050" y="9525"/>
                  </a:lnTo>
                  <a:cubicBezTo>
                    <a:pt x="19050" y="14764"/>
                    <a:pt x="14859" y="19050"/>
                    <a:pt x="9525" y="19050"/>
                  </a:cubicBezTo>
                  <a:lnTo>
                    <a:pt x="9525" y="19050"/>
                  </a:lnTo>
                  <a:cubicBezTo>
                    <a:pt x="4286" y="19050"/>
                    <a:pt x="0" y="14764"/>
                    <a:pt x="0" y="9525"/>
                  </a:cubicBezTo>
                  <a:close/>
                </a:path>
              </a:pathLst>
            </a:custGeom>
            <a:grpFill/>
            <a:ln w="0" cap="flat">
              <a:noFill/>
              <a:prstDash val="solid"/>
              <a:miter/>
            </a:ln>
          </p:spPr>
          <p:txBody>
            <a:bodyPr rtlCol="0" anchor="ctr"/>
            <a:lstStyle/>
            <a:p>
              <a:endParaRPr lang="en-GB"/>
            </a:p>
          </p:txBody>
        </p:sp>
      </p:grpSp>
      <p:pic>
        <p:nvPicPr>
          <p:cNvPr id="4" name="Picture 3" descr="A red hexagon on a black background&#10;&#10;AI-generated content may be incorrect.">
            <a:extLst>
              <a:ext uri="{FF2B5EF4-FFF2-40B4-BE49-F238E27FC236}">
                <a16:creationId xmlns:a16="http://schemas.microsoft.com/office/drawing/2014/main" id="{776E9479-706F-79A1-E25B-097A8CBCB989}"/>
              </a:ext>
            </a:extLst>
          </p:cNvPr>
          <p:cNvPicPr>
            <a:picLocks noChangeAspect="1"/>
          </p:cNvPicPr>
          <p:nvPr userDrawn="1"/>
        </p:nvPicPr>
        <p:blipFill>
          <a:blip r:embed="rId2"/>
          <a:stretch>
            <a:fillRect/>
          </a:stretch>
        </p:blipFill>
        <p:spPr>
          <a:xfrm rot="21102867">
            <a:off x="2877850" y="5783915"/>
            <a:ext cx="2194471" cy="2384742"/>
          </a:xfrm>
          <a:prstGeom prst="rect">
            <a:avLst/>
          </a:prstGeom>
        </p:spPr>
      </p:pic>
      <p:pic>
        <p:nvPicPr>
          <p:cNvPr id="5" name="Picture 4" descr="A green circle with black background&#10;&#10;AI-generated content may be incorrect.">
            <a:extLst>
              <a:ext uri="{FF2B5EF4-FFF2-40B4-BE49-F238E27FC236}">
                <a16:creationId xmlns:a16="http://schemas.microsoft.com/office/drawing/2014/main" id="{5FD0B136-7DDB-AE9B-3896-96FBDA4F1F21}"/>
              </a:ext>
            </a:extLst>
          </p:cNvPr>
          <p:cNvPicPr>
            <a:picLocks noChangeAspect="1"/>
          </p:cNvPicPr>
          <p:nvPr userDrawn="1"/>
        </p:nvPicPr>
        <p:blipFill>
          <a:blip r:embed="rId3"/>
          <a:stretch>
            <a:fillRect/>
          </a:stretch>
        </p:blipFill>
        <p:spPr>
          <a:xfrm>
            <a:off x="8034286" y="237067"/>
            <a:ext cx="683450" cy="683450"/>
          </a:xfrm>
          <a:prstGeom prst="rect">
            <a:avLst/>
          </a:prstGeom>
        </p:spPr>
      </p:pic>
      <p:pic>
        <p:nvPicPr>
          <p:cNvPr id="3" name="Picture 2" descr="A blue dotted object on a black background&#10;&#10;AI-generated content may be incorrect.">
            <a:extLst>
              <a:ext uri="{FF2B5EF4-FFF2-40B4-BE49-F238E27FC236}">
                <a16:creationId xmlns:a16="http://schemas.microsoft.com/office/drawing/2014/main" id="{AD79D7B3-DEC4-3355-75A2-CACD0793CADA}"/>
              </a:ext>
            </a:extLst>
          </p:cNvPr>
          <p:cNvPicPr>
            <a:picLocks noChangeAspect="1"/>
          </p:cNvPicPr>
          <p:nvPr userDrawn="1"/>
        </p:nvPicPr>
        <p:blipFill>
          <a:blip r:embed="rId4"/>
          <a:stretch>
            <a:fillRect/>
          </a:stretch>
        </p:blipFill>
        <p:spPr>
          <a:xfrm rot="460348">
            <a:off x="-449454" y="-1527093"/>
            <a:ext cx="4646155" cy="4708021"/>
          </a:xfrm>
          <a:prstGeom prst="rect">
            <a:avLst/>
          </a:prstGeom>
        </p:spPr>
      </p:pic>
      <p:pic>
        <p:nvPicPr>
          <p:cNvPr id="6" name="Picture 5" descr="A blue dotted object on a black background&#10;&#10;AI-generated content may be incorrect.">
            <a:extLst>
              <a:ext uri="{FF2B5EF4-FFF2-40B4-BE49-F238E27FC236}">
                <a16:creationId xmlns:a16="http://schemas.microsoft.com/office/drawing/2014/main" id="{AB676F2E-F9C4-87D5-D7E1-AA4814E198A1}"/>
              </a:ext>
            </a:extLst>
          </p:cNvPr>
          <p:cNvPicPr>
            <a:picLocks noChangeAspect="1"/>
          </p:cNvPicPr>
          <p:nvPr userDrawn="1"/>
        </p:nvPicPr>
        <p:blipFill>
          <a:blip r:embed="rId4"/>
          <a:stretch>
            <a:fillRect/>
          </a:stretch>
        </p:blipFill>
        <p:spPr>
          <a:xfrm rot="19669610">
            <a:off x="5375695" y="3189373"/>
            <a:ext cx="5238769" cy="5308526"/>
          </a:xfrm>
          <a:prstGeom prst="rect">
            <a:avLst/>
          </a:prstGeom>
        </p:spPr>
      </p:pic>
    </p:spTree>
    <p:extLst>
      <p:ext uri="{BB962C8B-B14F-4D97-AF65-F5344CB8AC3E}">
        <p14:creationId xmlns:p14="http://schemas.microsoft.com/office/powerpoint/2010/main" val="36882842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D01 Title">
    <p:bg>
      <p:bgPr>
        <a:solidFill>
          <a:schemeClr val="tx1"/>
        </a:solidFill>
        <a:effectLst/>
      </p:bgPr>
    </p:bg>
    <p:spTree>
      <p:nvGrpSpPr>
        <p:cNvPr id="1" name=""/>
        <p:cNvGrpSpPr/>
        <p:nvPr/>
      </p:nvGrpSpPr>
      <p:grpSpPr>
        <a:xfrm>
          <a:off x="0" y="0"/>
          <a:ext cx="0" cy="0"/>
          <a:chOff x="0" y="0"/>
          <a:chExt cx="0" cy="0"/>
        </a:xfrm>
      </p:grpSpPr>
      <p:sp>
        <p:nvSpPr>
          <p:cNvPr id="2" name="SQ_190"/>
          <p:cNvSpPr/>
          <p:nvPr/>
        </p:nvSpPr>
        <p:spPr>
          <a:xfrm>
            <a:off x="0" y="0"/>
            <a:ext cx="4800600" cy="6858000"/>
          </a:xfrm>
          <a:prstGeom prst="rect">
            <a:avLst/>
          </a:prstGeom>
          <a:solidFill>
            <a:schemeClr val="accent1"/>
          </a:solidFill>
          <a:ln/>
        </p:spPr>
        <p:txBody>
          <a:bodyPr/>
          <a:lstStyle/>
          <a:p>
            <a:endParaRPr lang="en-GB"/>
          </a:p>
        </p:txBody>
      </p:sp>
      <p:sp>
        <p:nvSpPr>
          <p:cNvPr id="3" name="RND_191"/>
          <p:cNvSpPr/>
          <p:nvPr/>
        </p:nvSpPr>
        <p:spPr>
          <a:xfrm rot="1080000">
            <a:off x="320040" y="502920"/>
            <a:ext cx="1051560" cy="1051560"/>
          </a:xfrm>
          <a:prstGeom prst="roundRect">
            <a:avLst>
              <a:gd name="adj" fmla="val 22609"/>
            </a:avLst>
          </a:prstGeom>
          <a:solidFill>
            <a:schemeClr val="accent4"/>
          </a:solidFill>
          <a:ln/>
        </p:spPr>
        <p:txBody>
          <a:bodyPr/>
          <a:lstStyle/>
          <a:p>
            <a:endParaRPr lang="en-GB"/>
          </a:p>
        </p:txBody>
      </p:sp>
      <p:sp>
        <p:nvSpPr>
          <p:cNvPr id="4" name="RND_192"/>
          <p:cNvSpPr/>
          <p:nvPr/>
        </p:nvSpPr>
        <p:spPr>
          <a:xfrm rot="-1440000">
            <a:off x="3794760" y="868680"/>
            <a:ext cx="777240" cy="777240"/>
          </a:xfrm>
          <a:prstGeom prst="roundRect">
            <a:avLst>
              <a:gd name="adj" fmla="val 30588"/>
            </a:avLst>
          </a:prstGeom>
          <a:solidFill>
            <a:schemeClr val="accent4"/>
          </a:solidFill>
          <a:ln/>
        </p:spPr>
        <p:txBody>
          <a:bodyPr/>
          <a:lstStyle/>
          <a:p>
            <a:endParaRPr lang="en-GB"/>
          </a:p>
        </p:txBody>
      </p:sp>
      <p:sp>
        <p:nvSpPr>
          <p:cNvPr id="5" name="ELL_193"/>
          <p:cNvSpPr/>
          <p:nvPr/>
        </p:nvSpPr>
        <p:spPr>
          <a:xfrm>
            <a:off x="1417320" y="1143000"/>
            <a:ext cx="502920" cy="502920"/>
          </a:xfrm>
          <a:prstGeom prst="ellipse">
            <a:avLst/>
          </a:prstGeom>
          <a:solidFill>
            <a:schemeClr val="accent5"/>
          </a:solidFill>
          <a:ln/>
        </p:spPr>
        <p:txBody>
          <a:bodyPr/>
          <a:lstStyle/>
          <a:p>
            <a:endParaRPr lang="en-GB"/>
          </a:p>
        </p:txBody>
      </p:sp>
      <p:sp>
        <p:nvSpPr>
          <p:cNvPr id="6" name="RND_194"/>
          <p:cNvSpPr/>
          <p:nvPr/>
        </p:nvSpPr>
        <p:spPr>
          <a:xfrm rot="-720000">
            <a:off x="-411480" y="4892040"/>
            <a:ext cx="1508760" cy="1508760"/>
          </a:xfrm>
          <a:prstGeom prst="roundRect">
            <a:avLst>
              <a:gd name="adj" fmla="val 15758"/>
            </a:avLst>
          </a:prstGeom>
          <a:solidFill>
            <a:schemeClr val="accent4"/>
          </a:solidFill>
          <a:ln/>
        </p:spPr>
        <p:txBody>
          <a:bodyPr/>
          <a:lstStyle/>
          <a:p>
            <a:endParaRPr lang="en-GB"/>
          </a:p>
        </p:txBody>
      </p:sp>
      <p:sp>
        <p:nvSpPr>
          <p:cNvPr id="7" name="RND_195"/>
          <p:cNvSpPr/>
          <p:nvPr/>
        </p:nvSpPr>
        <p:spPr>
          <a:xfrm rot="1980000">
            <a:off x="10744200" y="-502920"/>
            <a:ext cx="1691640" cy="1691640"/>
          </a:xfrm>
          <a:prstGeom prst="roundRect">
            <a:avLst>
              <a:gd name="adj" fmla="val 14054"/>
            </a:avLst>
          </a:prstGeom>
          <a:solidFill>
            <a:schemeClr val="tx2"/>
          </a:solidFill>
          <a:ln/>
        </p:spPr>
        <p:txBody>
          <a:bodyPr/>
          <a:lstStyle/>
          <a:p>
            <a:endParaRPr lang="en-GB"/>
          </a:p>
        </p:txBody>
      </p:sp>
      <p:sp>
        <p:nvSpPr>
          <p:cNvPr id="8" name="RND_196"/>
          <p:cNvSpPr/>
          <p:nvPr/>
        </p:nvSpPr>
        <p:spPr>
          <a:xfrm rot="-2280000">
            <a:off x="11475720" y="5257800"/>
            <a:ext cx="1371600" cy="1371600"/>
          </a:xfrm>
          <a:prstGeom prst="roundRect">
            <a:avLst>
              <a:gd name="adj" fmla="val 17333"/>
            </a:avLst>
          </a:prstGeom>
          <a:solidFill>
            <a:schemeClr val="tx2"/>
          </a:solidFill>
          <a:ln/>
        </p:spPr>
        <p:txBody>
          <a:bodyPr/>
          <a:lstStyle/>
          <a:p>
            <a:endParaRPr lang="en-GB"/>
          </a:p>
        </p:txBody>
      </p:sp>
      <p:sp>
        <p:nvSpPr>
          <p:cNvPr id="9" name="ELL_197"/>
          <p:cNvSpPr/>
          <p:nvPr/>
        </p:nvSpPr>
        <p:spPr>
          <a:xfrm rot="-1620000">
            <a:off x="882396" y="2715768"/>
            <a:ext cx="32918" cy="141732"/>
          </a:xfrm>
          <a:prstGeom prst="ellipse">
            <a:avLst/>
          </a:prstGeom>
          <a:solidFill>
            <a:schemeClr val="accent2"/>
          </a:solidFill>
          <a:ln/>
        </p:spPr>
        <p:txBody>
          <a:bodyPr/>
          <a:lstStyle/>
          <a:p>
            <a:endParaRPr lang="en-GB"/>
          </a:p>
        </p:txBody>
      </p:sp>
      <p:sp>
        <p:nvSpPr>
          <p:cNvPr id="10" name="ELL_198"/>
          <p:cNvSpPr/>
          <p:nvPr/>
        </p:nvSpPr>
        <p:spPr>
          <a:xfrm>
            <a:off x="943661" y="2697480"/>
            <a:ext cx="32918" cy="150876"/>
          </a:xfrm>
          <a:prstGeom prst="ellipse">
            <a:avLst/>
          </a:prstGeom>
          <a:solidFill>
            <a:schemeClr val="accent2"/>
          </a:solidFill>
          <a:ln/>
        </p:spPr>
        <p:txBody>
          <a:bodyPr/>
          <a:lstStyle/>
          <a:p>
            <a:endParaRPr lang="en-GB"/>
          </a:p>
        </p:txBody>
      </p:sp>
      <p:sp>
        <p:nvSpPr>
          <p:cNvPr id="11" name="ELL_199"/>
          <p:cNvSpPr/>
          <p:nvPr/>
        </p:nvSpPr>
        <p:spPr>
          <a:xfrm rot="1620000">
            <a:off x="1004926" y="2715768"/>
            <a:ext cx="32918" cy="141732"/>
          </a:xfrm>
          <a:prstGeom prst="ellipse">
            <a:avLst/>
          </a:prstGeom>
          <a:solidFill>
            <a:schemeClr val="accent2"/>
          </a:solidFill>
          <a:ln/>
        </p:spPr>
        <p:txBody>
          <a:bodyPr/>
          <a:lstStyle/>
          <a:p>
            <a:endParaRPr lang="en-GB"/>
          </a:p>
        </p:txBody>
      </p:sp>
      <p:sp>
        <p:nvSpPr>
          <p:cNvPr id="12" name="ELL_200"/>
          <p:cNvSpPr/>
          <p:nvPr/>
        </p:nvSpPr>
        <p:spPr>
          <a:xfrm>
            <a:off x="932688" y="2830068"/>
            <a:ext cx="54864" cy="43891"/>
          </a:xfrm>
          <a:prstGeom prst="ellipse">
            <a:avLst/>
          </a:prstGeom>
          <a:solidFill>
            <a:schemeClr val="accent2"/>
          </a:solidFill>
          <a:ln/>
        </p:spPr>
        <p:txBody>
          <a:bodyPr/>
          <a:lstStyle/>
          <a:p>
            <a:endParaRPr lang="en-GB"/>
          </a:p>
        </p:txBody>
      </p:sp>
      <p:sp>
        <p:nvSpPr>
          <p:cNvPr id="13" name="ELL_201"/>
          <p:cNvSpPr/>
          <p:nvPr/>
        </p:nvSpPr>
        <p:spPr>
          <a:xfrm rot="-1620000">
            <a:off x="1357884" y="2770632"/>
            <a:ext cx="32918" cy="141732"/>
          </a:xfrm>
          <a:prstGeom prst="ellipse">
            <a:avLst/>
          </a:prstGeom>
          <a:solidFill>
            <a:schemeClr val="accent2"/>
          </a:solidFill>
          <a:ln/>
        </p:spPr>
        <p:txBody>
          <a:bodyPr/>
          <a:lstStyle/>
          <a:p>
            <a:endParaRPr lang="en-GB"/>
          </a:p>
        </p:txBody>
      </p:sp>
      <p:sp>
        <p:nvSpPr>
          <p:cNvPr id="14" name="ELL_202"/>
          <p:cNvSpPr/>
          <p:nvPr/>
        </p:nvSpPr>
        <p:spPr>
          <a:xfrm>
            <a:off x="1419149" y="2752344"/>
            <a:ext cx="32918" cy="150876"/>
          </a:xfrm>
          <a:prstGeom prst="ellipse">
            <a:avLst/>
          </a:prstGeom>
          <a:solidFill>
            <a:schemeClr val="accent2"/>
          </a:solidFill>
          <a:ln/>
        </p:spPr>
        <p:txBody>
          <a:bodyPr/>
          <a:lstStyle/>
          <a:p>
            <a:endParaRPr lang="en-GB"/>
          </a:p>
        </p:txBody>
      </p:sp>
      <p:sp>
        <p:nvSpPr>
          <p:cNvPr id="15" name="ELL_203"/>
          <p:cNvSpPr/>
          <p:nvPr/>
        </p:nvSpPr>
        <p:spPr>
          <a:xfrm rot="1620000">
            <a:off x="1480414" y="2770632"/>
            <a:ext cx="32918" cy="141732"/>
          </a:xfrm>
          <a:prstGeom prst="ellipse">
            <a:avLst/>
          </a:prstGeom>
          <a:solidFill>
            <a:schemeClr val="accent2"/>
          </a:solidFill>
          <a:ln/>
        </p:spPr>
        <p:txBody>
          <a:bodyPr/>
          <a:lstStyle/>
          <a:p>
            <a:endParaRPr lang="en-GB"/>
          </a:p>
        </p:txBody>
      </p:sp>
      <p:sp>
        <p:nvSpPr>
          <p:cNvPr id="16" name="ELL_204"/>
          <p:cNvSpPr/>
          <p:nvPr/>
        </p:nvSpPr>
        <p:spPr>
          <a:xfrm>
            <a:off x="1408176" y="2884932"/>
            <a:ext cx="54864" cy="43891"/>
          </a:xfrm>
          <a:prstGeom prst="ellipse">
            <a:avLst/>
          </a:prstGeom>
          <a:solidFill>
            <a:schemeClr val="accent2"/>
          </a:solidFill>
          <a:ln/>
        </p:spPr>
        <p:txBody>
          <a:bodyPr/>
          <a:lstStyle/>
          <a:p>
            <a:endParaRPr lang="en-GB"/>
          </a:p>
        </p:txBody>
      </p:sp>
      <p:sp>
        <p:nvSpPr>
          <p:cNvPr id="17" name="ELL_205"/>
          <p:cNvSpPr/>
          <p:nvPr/>
        </p:nvSpPr>
        <p:spPr>
          <a:xfrm rot="-1620000">
            <a:off x="1833372" y="2715768"/>
            <a:ext cx="32918" cy="141732"/>
          </a:xfrm>
          <a:prstGeom prst="ellipse">
            <a:avLst/>
          </a:prstGeom>
          <a:solidFill>
            <a:schemeClr val="accent2"/>
          </a:solidFill>
          <a:ln/>
        </p:spPr>
        <p:txBody>
          <a:bodyPr/>
          <a:lstStyle/>
          <a:p>
            <a:endParaRPr lang="en-GB"/>
          </a:p>
        </p:txBody>
      </p:sp>
      <p:sp>
        <p:nvSpPr>
          <p:cNvPr id="18" name="ELL_206"/>
          <p:cNvSpPr/>
          <p:nvPr/>
        </p:nvSpPr>
        <p:spPr>
          <a:xfrm>
            <a:off x="1894637" y="2697480"/>
            <a:ext cx="32918" cy="150876"/>
          </a:xfrm>
          <a:prstGeom prst="ellipse">
            <a:avLst/>
          </a:prstGeom>
          <a:solidFill>
            <a:schemeClr val="accent2"/>
          </a:solidFill>
          <a:ln/>
        </p:spPr>
        <p:txBody>
          <a:bodyPr/>
          <a:lstStyle/>
          <a:p>
            <a:endParaRPr lang="en-GB"/>
          </a:p>
        </p:txBody>
      </p:sp>
      <p:sp>
        <p:nvSpPr>
          <p:cNvPr id="19" name="ELL_207"/>
          <p:cNvSpPr/>
          <p:nvPr/>
        </p:nvSpPr>
        <p:spPr>
          <a:xfrm rot="1620000">
            <a:off x="1955902" y="2715768"/>
            <a:ext cx="32918" cy="141732"/>
          </a:xfrm>
          <a:prstGeom prst="ellipse">
            <a:avLst/>
          </a:prstGeom>
          <a:solidFill>
            <a:schemeClr val="accent2"/>
          </a:solidFill>
          <a:ln/>
        </p:spPr>
        <p:txBody>
          <a:bodyPr/>
          <a:lstStyle/>
          <a:p>
            <a:endParaRPr lang="en-GB"/>
          </a:p>
        </p:txBody>
      </p:sp>
      <p:sp>
        <p:nvSpPr>
          <p:cNvPr id="20" name="ELL_208"/>
          <p:cNvSpPr/>
          <p:nvPr/>
        </p:nvSpPr>
        <p:spPr>
          <a:xfrm>
            <a:off x="1883664" y="2830068"/>
            <a:ext cx="54864" cy="43891"/>
          </a:xfrm>
          <a:prstGeom prst="ellipse">
            <a:avLst/>
          </a:prstGeom>
          <a:solidFill>
            <a:schemeClr val="accent2"/>
          </a:solidFill>
          <a:ln/>
        </p:spPr>
        <p:txBody>
          <a:bodyPr/>
          <a:lstStyle/>
          <a:p>
            <a:endParaRPr lang="en-GB"/>
          </a:p>
        </p:txBody>
      </p:sp>
      <p:sp>
        <p:nvSpPr>
          <p:cNvPr id="21" name="ELL_209"/>
          <p:cNvSpPr/>
          <p:nvPr/>
        </p:nvSpPr>
        <p:spPr>
          <a:xfrm rot="-1620000">
            <a:off x="2308860" y="2770632"/>
            <a:ext cx="32918" cy="141732"/>
          </a:xfrm>
          <a:prstGeom prst="ellipse">
            <a:avLst/>
          </a:prstGeom>
          <a:solidFill>
            <a:schemeClr val="accent2"/>
          </a:solidFill>
          <a:ln/>
        </p:spPr>
        <p:txBody>
          <a:bodyPr/>
          <a:lstStyle/>
          <a:p>
            <a:endParaRPr lang="en-GB"/>
          </a:p>
        </p:txBody>
      </p:sp>
      <p:sp>
        <p:nvSpPr>
          <p:cNvPr id="22" name="ELL_210"/>
          <p:cNvSpPr/>
          <p:nvPr/>
        </p:nvSpPr>
        <p:spPr>
          <a:xfrm>
            <a:off x="2370125" y="2752344"/>
            <a:ext cx="32918" cy="150876"/>
          </a:xfrm>
          <a:prstGeom prst="ellipse">
            <a:avLst/>
          </a:prstGeom>
          <a:solidFill>
            <a:schemeClr val="accent2"/>
          </a:solidFill>
          <a:ln/>
        </p:spPr>
        <p:txBody>
          <a:bodyPr/>
          <a:lstStyle/>
          <a:p>
            <a:endParaRPr lang="en-GB"/>
          </a:p>
        </p:txBody>
      </p:sp>
      <p:sp>
        <p:nvSpPr>
          <p:cNvPr id="23" name="ELL_211"/>
          <p:cNvSpPr/>
          <p:nvPr/>
        </p:nvSpPr>
        <p:spPr>
          <a:xfrm rot="1620000">
            <a:off x="2431390" y="2770632"/>
            <a:ext cx="32918" cy="141732"/>
          </a:xfrm>
          <a:prstGeom prst="ellipse">
            <a:avLst/>
          </a:prstGeom>
          <a:solidFill>
            <a:schemeClr val="accent2"/>
          </a:solidFill>
          <a:ln/>
        </p:spPr>
        <p:txBody>
          <a:bodyPr/>
          <a:lstStyle/>
          <a:p>
            <a:endParaRPr lang="en-GB"/>
          </a:p>
        </p:txBody>
      </p:sp>
      <p:sp>
        <p:nvSpPr>
          <p:cNvPr id="24" name="ELL_212"/>
          <p:cNvSpPr/>
          <p:nvPr/>
        </p:nvSpPr>
        <p:spPr>
          <a:xfrm>
            <a:off x="2359152" y="2884932"/>
            <a:ext cx="54864" cy="43891"/>
          </a:xfrm>
          <a:prstGeom prst="ellipse">
            <a:avLst/>
          </a:prstGeom>
          <a:solidFill>
            <a:schemeClr val="accent2"/>
          </a:solidFill>
          <a:ln/>
        </p:spPr>
        <p:txBody>
          <a:bodyPr/>
          <a:lstStyle/>
          <a:p>
            <a:endParaRPr lang="en-GB"/>
          </a:p>
        </p:txBody>
      </p:sp>
      <p:sp>
        <p:nvSpPr>
          <p:cNvPr id="25" name="RND_213"/>
          <p:cNvSpPr/>
          <p:nvPr/>
        </p:nvSpPr>
        <p:spPr>
          <a:xfrm>
            <a:off x="2606040" y="4160520"/>
            <a:ext cx="2788920" cy="2788920"/>
          </a:xfrm>
          <a:prstGeom prst="roundRect">
            <a:avLst>
              <a:gd name="adj" fmla="val 5246"/>
            </a:avLst>
          </a:prstGeom>
          <a:solidFill>
            <a:schemeClr val="accent2"/>
          </a:solidFill>
          <a:ln/>
        </p:spPr>
        <p:txBody>
          <a:bodyPr/>
          <a:lstStyle/>
          <a:p>
            <a:endParaRPr lang="en-GB"/>
          </a:p>
        </p:txBody>
      </p:sp>
      <p:sp>
        <p:nvSpPr>
          <p:cNvPr id="26" name="Text 24"/>
          <p:cNvSpPr>
            <a:spLocks noGrp="1"/>
          </p:cNvSpPr>
          <p:nvPr>
            <p:ph type="body" idx="124" hasCustomPrompt="1"/>
          </p:nvPr>
        </p:nvSpPr>
        <p:spPr>
          <a:xfrm>
            <a:off x="5897880" y="1417320"/>
            <a:ext cx="5669280" cy="274320"/>
          </a:xfrm>
          <a:prstGeom prst="rect">
            <a:avLst/>
          </a:prstGeom>
          <a:noFill/>
          <a:ln/>
        </p:spPr>
        <p:txBody>
          <a:bodyPr wrap="square" rtlCol="0"/>
          <a:lstStyle>
            <a:lvl1pPr marL="0" indent="0" algn="l">
              <a:buNone/>
              <a:defRPr lang="en-US" sz="1200" b="1" kern="0" spc="200" dirty="0">
                <a:solidFill>
                  <a:schemeClr val="accent2"/>
                </a:solidFill>
                <a:latin typeface="Calibri" pitchFamily="34" charset="0"/>
                <a:ea typeface="Calibri" pitchFamily="34" charset="-122"/>
                <a:cs typeface="Calibri" pitchFamily="34" charset="-120"/>
              </a:defRPr>
            </a:lvl1pPr>
          </a:lstStyle>
          <a:p>
            <a:pPr marL="0" indent="0" algn="l">
              <a:buNone/>
            </a:pPr>
            <a:r>
              <a:rPr lang="en-US" sz="1200" b="1" kern="0" spc="200" dirty="0">
                <a:solidFill>
                  <a:schemeClr val="accent2"/>
                </a:solidFill>
                <a:latin typeface="Calibri" pitchFamily="34" charset="0"/>
                <a:ea typeface="Calibri" pitchFamily="34" charset="-122"/>
                <a:cs typeface="Calibri" pitchFamily="34" charset="-120"/>
              </a:rPr>
              <a:t>EYEBROW LABEL</a:t>
            </a:r>
            <a:endParaRPr lang="en-US" sz="1200" dirty="0"/>
          </a:p>
        </p:txBody>
      </p:sp>
      <p:sp>
        <p:nvSpPr>
          <p:cNvPr id="27" name="Text 24"/>
          <p:cNvSpPr>
            <a:spLocks noGrp="1"/>
          </p:cNvSpPr>
          <p:nvPr>
            <p:ph type="title" idx="125" hasCustomPrompt="1"/>
          </p:nvPr>
        </p:nvSpPr>
        <p:spPr>
          <a:xfrm>
            <a:off x="5897880" y="1847088"/>
            <a:ext cx="5669280" cy="1600200"/>
          </a:xfrm>
          <a:prstGeom prst="rect">
            <a:avLst/>
          </a:prstGeom>
          <a:noFill/>
          <a:ln/>
        </p:spPr>
        <p:txBody>
          <a:bodyPr wrap="square" rtlCol="0"/>
          <a:lstStyle>
            <a:lvl1pPr marL="0" indent="0" algn="l">
              <a:buNone/>
              <a:defRPr lang="en-US" sz="38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38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3800" dirty="0"/>
          </a:p>
        </p:txBody>
      </p:sp>
      <p:sp>
        <p:nvSpPr>
          <p:cNvPr id="28" name="Text 24"/>
          <p:cNvSpPr>
            <a:spLocks noGrp="1"/>
          </p:cNvSpPr>
          <p:nvPr>
            <p:ph type="body" idx="126" hasCustomPrompt="1"/>
          </p:nvPr>
        </p:nvSpPr>
        <p:spPr>
          <a:xfrm>
            <a:off x="5897880" y="3913632"/>
            <a:ext cx="5669280" cy="868680"/>
          </a:xfrm>
          <a:prstGeom prst="rect">
            <a:avLst/>
          </a:prstGeom>
          <a:noFill/>
          <a:ln/>
        </p:spPr>
        <p:txBody>
          <a:bodyPr wrap="square" rtlCol="0"/>
          <a:lstStyle>
            <a:lvl1pPr marL="0" indent="0" algn="l">
              <a:buNone/>
              <a:defRPr lang="en-US" sz="1700" dirty="0">
                <a:solidFill>
                  <a:schemeClr val="bg2"/>
                </a:solidFill>
                <a:latin typeface="Calibri" pitchFamily="34" charset="0"/>
                <a:ea typeface="Calibri" pitchFamily="34" charset="-122"/>
                <a:cs typeface="Calibri" pitchFamily="34" charset="-120"/>
              </a:defRPr>
            </a:lvl1pPr>
          </a:lstStyle>
          <a:p>
            <a:pPr marL="0" indent="0" algn="l">
              <a:buNone/>
            </a:pPr>
            <a:r>
              <a:rPr lang="en-US" sz="1700" dirty="0">
                <a:solidFill>
                  <a:schemeClr val="bg2"/>
                </a:solidFill>
                <a:latin typeface="Calibri" pitchFamily="34" charset="0"/>
                <a:ea typeface="Calibri" pitchFamily="34" charset="-122"/>
                <a:cs typeface="Calibri" pitchFamily="34" charset="-120"/>
              </a:rPr>
              <a:t>Your name</a:t>
            </a:r>
            <a:endParaRPr lang="en-US" sz="1700" dirty="0"/>
          </a:p>
          <a:p>
            <a:pPr marL="0" indent="0" algn="l">
              <a:buNone/>
            </a:pPr>
            <a:r>
              <a:rPr lang="en-US" sz="1700" dirty="0">
                <a:solidFill>
                  <a:schemeClr val="bg2"/>
                </a:solidFill>
                <a:latin typeface="Calibri" pitchFamily="34" charset="0"/>
                <a:ea typeface="Calibri" pitchFamily="34" charset="-122"/>
                <a:cs typeface="Calibri" pitchFamily="34" charset="-120"/>
              </a:rPr>
              <a:t>Role / handle</a:t>
            </a:r>
            <a:endParaRPr lang="en-US" sz="1700"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D02 Section divider">
    <p:bg>
      <p:bgPr>
        <a:solidFill>
          <a:schemeClr val="tx1"/>
        </a:solidFill>
        <a:effectLst/>
      </p:bgPr>
    </p:bg>
    <p:spTree>
      <p:nvGrpSpPr>
        <p:cNvPr id="1" name=""/>
        <p:cNvGrpSpPr/>
        <p:nvPr/>
      </p:nvGrpSpPr>
      <p:grpSpPr>
        <a:xfrm>
          <a:off x="0" y="0"/>
          <a:ext cx="0" cy="0"/>
          <a:chOff x="0" y="0"/>
          <a:chExt cx="0" cy="0"/>
        </a:xfrm>
      </p:grpSpPr>
      <p:sp>
        <p:nvSpPr>
          <p:cNvPr id="2" name="RND_214"/>
          <p:cNvSpPr/>
          <p:nvPr/>
        </p:nvSpPr>
        <p:spPr>
          <a:xfrm>
            <a:off x="7680960" y="3145536"/>
            <a:ext cx="2743200" cy="786384"/>
          </a:xfrm>
          <a:prstGeom prst="roundRect">
            <a:avLst>
              <a:gd name="adj" fmla="val 30233"/>
            </a:avLst>
          </a:prstGeom>
          <a:solidFill>
            <a:schemeClr val="accent5"/>
          </a:solidFill>
          <a:ln/>
        </p:spPr>
        <p:txBody>
          <a:bodyPr/>
          <a:lstStyle/>
          <a:p>
            <a:endParaRPr lang="en-GB"/>
          </a:p>
        </p:txBody>
      </p:sp>
      <p:sp>
        <p:nvSpPr>
          <p:cNvPr id="3" name="RND_215"/>
          <p:cNvSpPr/>
          <p:nvPr/>
        </p:nvSpPr>
        <p:spPr>
          <a:xfrm rot="2700000">
            <a:off x="7635240" y="1828800"/>
            <a:ext cx="1737360" cy="1737360"/>
          </a:xfrm>
          <a:prstGeom prst="roundRect">
            <a:avLst>
              <a:gd name="adj" fmla="val 8421"/>
            </a:avLst>
          </a:prstGeom>
          <a:solidFill>
            <a:schemeClr val="accent5"/>
          </a:solidFill>
          <a:ln/>
        </p:spPr>
        <p:txBody>
          <a:bodyPr/>
          <a:lstStyle/>
          <a:p>
            <a:endParaRPr lang="en-GB"/>
          </a:p>
        </p:txBody>
      </p:sp>
      <p:sp>
        <p:nvSpPr>
          <p:cNvPr id="4" name="RND_216"/>
          <p:cNvSpPr/>
          <p:nvPr/>
        </p:nvSpPr>
        <p:spPr>
          <a:xfrm rot="2700000">
            <a:off x="9098280" y="2148840"/>
            <a:ext cx="1371600" cy="1371600"/>
          </a:xfrm>
          <a:prstGeom prst="roundRect">
            <a:avLst>
              <a:gd name="adj" fmla="val 10667"/>
            </a:avLst>
          </a:prstGeom>
          <a:solidFill>
            <a:schemeClr val="bg2"/>
          </a:solidFill>
          <a:ln/>
        </p:spPr>
        <p:txBody>
          <a:bodyPr/>
          <a:lstStyle/>
          <a:p>
            <a:endParaRPr lang="en-GB"/>
          </a:p>
        </p:txBody>
      </p:sp>
      <p:sp>
        <p:nvSpPr>
          <p:cNvPr id="5" name="SQ_217"/>
          <p:cNvSpPr/>
          <p:nvPr/>
        </p:nvSpPr>
        <p:spPr>
          <a:xfrm>
            <a:off x="0" y="3931920"/>
            <a:ext cx="12191695" cy="2926080"/>
          </a:xfrm>
          <a:prstGeom prst="rect">
            <a:avLst/>
          </a:prstGeom>
          <a:solidFill>
            <a:srgbClr val="0A2550"/>
          </a:solidFill>
          <a:ln/>
        </p:spPr>
        <p:txBody>
          <a:bodyPr/>
          <a:lstStyle/>
          <a:p>
            <a:endParaRPr lang="en-GB"/>
          </a:p>
        </p:txBody>
      </p:sp>
      <p:sp>
        <p:nvSpPr>
          <p:cNvPr id="6" name="RND_218"/>
          <p:cNvSpPr/>
          <p:nvPr/>
        </p:nvSpPr>
        <p:spPr>
          <a:xfrm>
            <a:off x="7223760" y="3931920"/>
            <a:ext cx="5120640" cy="2651760"/>
          </a:xfrm>
          <a:prstGeom prst="roundRect">
            <a:avLst>
              <a:gd name="adj" fmla="val 13793"/>
            </a:avLst>
          </a:prstGeom>
          <a:solidFill>
            <a:schemeClr val="accent3"/>
          </a:solidFill>
          <a:ln/>
        </p:spPr>
        <p:txBody>
          <a:bodyPr/>
          <a:lstStyle/>
          <a:p>
            <a:endParaRPr lang="en-GB"/>
          </a:p>
        </p:txBody>
      </p:sp>
      <p:sp>
        <p:nvSpPr>
          <p:cNvPr id="7" name="RND_219"/>
          <p:cNvSpPr/>
          <p:nvPr/>
        </p:nvSpPr>
        <p:spPr>
          <a:xfrm rot="2700000">
            <a:off x="6858000" y="4498848"/>
            <a:ext cx="2377440" cy="2377440"/>
          </a:xfrm>
          <a:prstGeom prst="roundRect">
            <a:avLst>
              <a:gd name="adj" fmla="val 6923"/>
            </a:avLst>
          </a:prstGeom>
          <a:solidFill>
            <a:srgbClr val="27406E"/>
          </a:solidFill>
          <a:ln/>
        </p:spPr>
        <p:txBody>
          <a:bodyPr/>
          <a:lstStyle/>
          <a:p>
            <a:endParaRPr lang="en-GB"/>
          </a:p>
        </p:txBody>
      </p:sp>
      <p:sp>
        <p:nvSpPr>
          <p:cNvPr id="8" name="RND_220"/>
          <p:cNvSpPr/>
          <p:nvPr/>
        </p:nvSpPr>
        <p:spPr>
          <a:xfrm rot="2700000">
            <a:off x="9601200" y="4645152"/>
            <a:ext cx="2011680" cy="2011680"/>
          </a:xfrm>
          <a:prstGeom prst="roundRect">
            <a:avLst>
              <a:gd name="adj" fmla="val 8182"/>
            </a:avLst>
          </a:prstGeom>
          <a:solidFill>
            <a:schemeClr val="accent1"/>
          </a:solidFill>
          <a:ln/>
        </p:spPr>
        <p:txBody>
          <a:bodyPr/>
          <a:lstStyle/>
          <a:p>
            <a:endParaRPr lang="en-GB"/>
          </a:p>
        </p:txBody>
      </p:sp>
      <p:sp>
        <p:nvSpPr>
          <p:cNvPr id="9" name="SQ_221"/>
          <p:cNvSpPr/>
          <p:nvPr/>
        </p:nvSpPr>
        <p:spPr>
          <a:xfrm>
            <a:off x="0" y="3911803"/>
            <a:ext cx="12191695" cy="40234"/>
          </a:xfrm>
          <a:prstGeom prst="rect">
            <a:avLst/>
          </a:prstGeom>
          <a:solidFill>
            <a:schemeClr val="accent2"/>
          </a:solidFill>
          <a:ln/>
        </p:spPr>
        <p:txBody>
          <a:bodyPr/>
          <a:lstStyle/>
          <a:p>
            <a:endParaRPr lang="en-GB"/>
          </a:p>
        </p:txBody>
      </p:sp>
      <p:sp>
        <p:nvSpPr>
          <p:cNvPr id="10" name="Text 8"/>
          <p:cNvSpPr>
            <a:spLocks noGrp="1"/>
          </p:cNvSpPr>
          <p:nvPr>
            <p:ph type="body" idx="108" hasCustomPrompt="1"/>
          </p:nvPr>
        </p:nvSpPr>
        <p:spPr>
          <a:xfrm>
            <a:off x="749808" y="2157984"/>
            <a:ext cx="4206240" cy="274320"/>
          </a:xfrm>
          <a:prstGeom prst="rect">
            <a:avLst/>
          </a:prstGeom>
          <a:noFill/>
          <a:ln/>
        </p:spPr>
        <p:txBody>
          <a:bodyPr wrap="square" rtlCol="0"/>
          <a:lstStyle>
            <a:lvl1pPr marL="0" indent="0" algn="l">
              <a:buNone/>
              <a:defRPr lang="en-US" sz="1200" b="1" kern="0" spc="200" dirty="0">
                <a:solidFill>
                  <a:schemeClr val="accent2"/>
                </a:solidFill>
                <a:latin typeface="Calibri" pitchFamily="34" charset="0"/>
                <a:ea typeface="Calibri" pitchFamily="34" charset="-122"/>
                <a:cs typeface="Calibri" pitchFamily="34" charset="-120"/>
              </a:defRPr>
            </a:lvl1pPr>
          </a:lstStyle>
          <a:p>
            <a:pPr marL="0" indent="0" algn="l">
              <a:buNone/>
            </a:pPr>
            <a:r>
              <a:rPr lang="en-US" sz="1200" b="1" kern="0" spc="200" dirty="0">
                <a:solidFill>
                  <a:schemeClr val="accent2"/>
                </a:solidFill>
                <a:latin typeface="Calibri" pitchFamily="34" charset="0"/>
                <a:ea typeface="Calibri" pitchFamily="34" charset="-122"/>
                <a:cs typeface="Calibri" pitchFamily="34" charset="-120"/>
              </a:rPr>
              <a:t>EYEBROW LABEL</a:t>
            </a:r>
            <a:endParaRPr lang="en-US" sz="1200" dirty="0"/>
          </a:p>
        </p:txBody>
      </p:sp>
      <p:sp>
        <p:nvSpPr>
          <p:cNvPr id="11" name="Text 8"/>
          <p:cNvSpPr>
            <a:spLocks noGrp="1"/>
          </p:cNvSpPr>
          <p:nvPr>
            <p:ph type="title" idx="109" hasCustomPrompt="1"/>
          </p:nvPr>
        </p:nvSpPr>
        <p:spPr>
          <a:xfrm>
            <a:off x="749808" y="2560320"/>
            <a:ext cx="5212080" cy="914400"/>
          </a:xfrm>
          <a:prstGeom prst="rect">
            <a:avLst/>
          </a:prstGeom>
          <a:noFill/>
          <a:ln/>
        </p:spPr>
        <p:txBody>
          <a:bodyPr wrap="square" rtlCol="0"/>
          <a:lstStyle>
            <a:lvl1pPr marL="0" indent="0" algn="l">
              <a:buNone/>
              <a:defRPr lang="en-US" sz="44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44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4400" dirty="0"/>
          </a:p>
        </p:txBody>
      </p:sp>
      <p:sp>
        <p:nvSpPr>
          <p:cNvPr id="12" name="Text 8"/>
          <p:cNvSpPr>
            <a:spLocks noGrp="1"/>
          </p:cNvSpPr>
          <p:nvPr>
            <p:ph type="body" idx="110" hasCustomPrompt="1"/>
          </p:nvPr>
        </p:nvSpPr>
        <p:spPr>
          <a:xfrm>
            <a:off x="749808" y="3584448"/>
            <a:ext cx="4480560" cy="365760"/>
          </a:xfrm>
          <a:prstGeom prst="rect">
            <a:avLst/>
          </a:prstGeom>
          <a:noFill/>
          <a:ln/>
        </p:spPr>
        <p:txBody>
          <a:bodyPr wrap="square" rtlCol="0"/>
          <a:lstStyle>
            <a:lvl1pPr marL="0" indent="0" algn="l">
              <a:buNone/>
              <a:defRPr lang="en-US" sz="1600" dirty="0">
                <a:solidFill>
                  <a:schemeClr val="accent5"/>
                </a:solidFill>
                <a:latin typeface="Calibri" pitchFamily="34" charset="0"/>
                <a:ea typeface="Calibri" pitchFamily="34" charset="-122"/>
                <a:cs typeface="Calibri" pitchFamily="34" charset="-120"/>
              </a:defRPr>
            </a:lvl1pPr>
          </a:lstStyle>
          <a:p>
            <a:pPr marL="0" indent="0" algn="l">
              <a:buNone/>
            </a:pPr>
            <a:r>
              <a:rPr lang="en-US" sz="1600" dirty="0">
                <a:solidFill>
                  <a:schemeClr val="accent5"/>
                </a:solidFill>
                <a:latin typeface="Calibri" pitchFamily="34" charset="0"/>
                <a:ea typeface="Calibri" pitchFamily="34" charset="-122"/>
                <a:cs typeface="Calibri" pitchFamily="34" charset="-120"/>
              </a:rPr>
              <a:t>Supporting line</a:t>
            </a:r>
            <a:endParaRPr lang="en-US" sz="1600" dirty="0"/>
          </a:p>
        </p:txBody>
      </p:sp>
      <p:sp>
        <p:nvSpPr>
          <p:cNvPr id="13" name="Text 8"/>
          <p:cNvSpPr>
            <a:spLocks noGrp="1"/>
          </p:cNvSpPr>
          <p:nvPr>
            <p:ph type="body" idx="111" hasCustomPrompt="1"/>
          </p:nvPr>
        </p:nvSpPr>
        <p:spPr>
          <a:xfrm>
            <a:off x="749808" y="4389120"/>
            <a:ext cx="4023360" cy="822960"/>
          </a:xfrm>
          <a:prstGeom prst="rect">
            <a:avLst/>
          </a:prstGeom>
          <a:noFill/>
          <a:ln/>
        </p:spPr>
        <p:txBody>
          <a:bodyPr wrap="square" rtlCol="0"/>
          <a:lstStyle>
            <a:lvl1pPr marL="0" indent="0" algn="l">
              <a:buNone/>
              <a:defRPr lang="en-US" sz="1900" dirty="0">
                <a:solidFill>
                  <a:schemeClr val="bg2"/>
                </a:solidFill>
                <a:latin typeface="Century Schoolbook" pitchFamily="34" charset="0"/>
                <a:ea typeface="Century Schoolbook" pitchFamily="34" charset="-122"/>
                <a:cs typeface="Century Schoolbook" pitchFamily="34" charset="-120"/>
              </a:defRPr>
            </a:lvl1pPr>
          </a:lstStyle>
          <a:p>
            <a:pPr marL="0" indent="0" algn="l">
              <a:buNone/>
            </a:pPr>
            <a:r>
              <a:rPr lang="en-US" sz="1900" dirty="0">
                <a:solidFill>
                  <a:schemeClr val="bg2"/>
                </a:solidFill>
                <a:latin typeface="Century Schoolbook" pitchFamily="34" charset="0"/>
                <a:ea typeface="Century Schoolbook" pitchFamily="34" charset="-122"/>
                <a:cs typeface="Century Schoolbook" pitchFamily="34" charset="-120"/>
              </a:rPr>
              <a:t>Line below the waterline</a:t>
            </a:r>
            <a:endParaRPr lang="en-US" sz="1900" dirty="0"/>
          </a:p>
        </p:txBody>
      </p:sp>
      <p:sp>
        <p:nvSpPr>
          <p:cNvPr id="14" name="ELL_222"/>
          <p:cNvSpPr/>
          <p:nvPr/>
        </p:nvSpPr>
        <p:spPr>
          <a:xfrm rot="-1620000">
            <a:off x="10060457" y="606247"/>
            <a:ext cx="37856" cy="162992"/>
          </a:xfrm>
          <a:prstGeom prst="ellipse">
            <a:avLst/>
          </a:prstGeom>
          <a:solidFill>
            <a:schemeClr val="accent2"/>
          </a:solidFill>
          <a:ln/>
        </p:spPr>
        <p:txBody>
          <a:bodyPr/>
          <a:lstStyle/>
          <a:p>
            <a:endParaRPr lang="en-GB"/>
          </a:p>
        </p:txBody>
      </p:sp>
      <p:sp>
        <p:nvSpPr>
          <p:cNvPr id="15" name="ELL_223"/>
          <p:cNvSpPr/>
          <p:nvPr/>
        </p:nvSpPr>
        <p:spPr>
          <a:xfrm>
            <a:off x="10130912" y="585216"/>
            <a:ext cx="37856" cy="173507"/>
          </a:xfrm>
          <a:prstGeom prst="ellipse">
            <a:avLst/>
          </a:prstGeom>
          <a:solidFill>
            <a:schemeClr val="accent2"/>
          </a:solidFill>
          <a:ln/>
        </p:spPr>
        <p:txBody>
          <a:bodyPr/>
          <a:lstStyle/>
          <a:p>
            <a:endParaRPr lang="en-GB"/>
          </a:p>
        </p:txBody>
      </p:sp>
      <p:sp>
        <p:nvSpPr>
          <p:cNvPr id="16" name="ELL_224"/>
          <p:cNvSpPr/>
          <p:nvPr/>
        </p:nvSpPr>
        <p:spPr>
          <a:xfrm rot="1620000">
            <a:off x="10201366" y="606247"/>
            <a:ext cx="37856" cy="162992"/>
          </a:xfrm>
          <a:prstGeom prst="ellipse">
            <a:avLst/>
          </a:prstGeom>
          <a:solidFill>
            <a:schemeClr val="accent2"/>
          </a:solidFill>
          <a:ln/>
        </p:spPr>
        <p:txBody>
          <a:bodyPr/>
          <a:lstStyle/>
          <a:p>
            <a:endParaRPr lang="en-GB"/>
          </a:p>
        </p:txBody>
      </p:sp>
      <p:sp>
        <p:nvSpPr>
          <p:cNvPr id="17" name="ELL_225"/>
          <p:cNvSpPr/>
          <p:nvPr/>
        </p:nvSpPr>
        <p:spPr>
          <a:xfrm>
            <a:off x="10118293" y="737692"/>
            <a:ext cx="63094" cy="50475"/>
          </a:xfrm>
          <a:prstGeom prst="ellipse">
            <a:avLst/>
          </a:prstGeom>
          <a:solidFill>
            <a:schemeClr val="accent2"/>
          </a:solidFill>
          <a:ln/>
        </p:spPr>
        <p:txBody>
          <a:bodyPr/>
          <a:lstStyle/>
          <a:p>
            <a:endParaRPr lang="en-GB"/>
          </a:p>
        </p:txBody>
      </p:sp>
      <p:sp>
        <p:nvSpPr>
          <p:cNvPr id="18" name="ELL_226"/>
          <p:cNvSpPr/>
          <p:nvPr/>
        </p:nvSpPr>
        <p:spPr>
          <a:xfrm rot="-1620000">
            <a:off x="10462793" y="661111"/>
            <a:ext cx="37856" cy="162992"/>
          </a:xfrm>
          <a:prstGeom prst="ellipse">
            <a:avLst/>
          </a:prstGeom>
          <a:solidFill>
            <a:schemeClr val="accent2"/>
          </a:solidFill>
          <a:ln/>
        </p:spPr>
        <p:txBody>
          <a:bodyPr/>
          <a:lstStyle/>
          <a:p>
            <a:endParaRPr lang="en-GB"/>
          </a:p>
        </p:txBody>
      </p:sp>
      <p:sp>
        <p:nvSpPr>
          <p:cNvPr id="19" name="ELL_227"/>
          <p:cNvSpPr/>
          <p:nvPr/>
        </p:nvSpPr>
        <p:spPr>
          <a:xfrm>
            <a:off x="10533248" y="640080"/>
            <a:ext cx="37856" cy="173507"/>
          </a:xfrm>
          <a:prstGeom prst="ellipse">
            <a:avLst/>
          </a:prstGeom>
          <a:solidFill>
            <a:schemeClr val="accent2"/>
          </a:solidFill>
          <a:ln/>
        </p:spPr>
        <p:txBody>
          <a:bodyPr/>
          <a:lstStyle/>
          <a:p>
            <a:endParaRPr lang="en-GB"/>
          </a:p>
        </p:txBody>
      </p:sp>
      <p:sp>
        <p:nvSpPr>
          <p:cNvPr id="20" name="ELL_228"/>
          <p:cNvSpPr/>
          <p:nvPr/>
        </p:nvSpPr>
        <p:spPr>
          <a:xfrm rot="1620000">
            <a:off x="10603702" y="661111"/>
            <a:ext cx="37856" cy="162992"/>
          </a:xfrm>
          <a:prstGeom prst="ellipse">
            <a:avLst/>
          </a:prstGeom>
          <a:solidFill>
            <a:schemeClr val="accent2"/>
          </a:solidFill>
          <a:ln/>
        </p:spPr>
        <p:txBody>
          <a:bodyPr/>
          <a:lstStyle/>
          <a:p>
            <a:endParaRPr lang="en-GB"/>
          </a:p>
        </p:txBody>
      </p:sp>
      <p:sp>
        <p:nvSpPr>
          <p:cNvPr id="21" name="ELL_229"/>
          <p:cNvSpPr/>
          <p:nvPr/>
        </p:nvSpPr>
        <p:spPr>
          <a:xfrm>
            <a:off x="10520629" y="792556"/>
            <a:ext cx="63094" cy="50475"/>
          </a:xfrm>
          <a:prstGeom prst="ellipse">
            <a:avLst/>
          </a:prstGeom>
          <a:solidFill>
            <a:schemeClr val="accent2"/>
          </a:solidFill>
          <a:ln/>
        </p:spPr>
        <p:txBody>
          <a:bodyPr/>
          <a:lstStyle/>
          <a:p>
            <a:endParaRPr lang="en-GB"/>
          </a:p>
        </p:txBody>
      </p:sp>
      <p:sp>
        <p:nvSpPr>
          <p:cNvPr id="22" name="ELL_230"/>
          <p:cNvSpPr/>
          <p:nvPr/>
        </p:nvSpPr>
        <p:spPr>
          <a:xfrm rot="-1620000">
            <a:off x="10865129" y="606247"/>
            <a:ext cx="37856" cy="162992"/>
          </a:xfrm>
          <a:prstGeom prst="ellipse">
            <a:avLst/>
          </a:prstGeom>
          <a:solidFill>
            <a:schemeClr val="accent5"/>
          </a:solidFill>
          <a:ln/>
        </p:spPr>
        <p:txBody>
          <a:bodyPr/>
          <a:lstStyle/>
          <a:p>
            <a:endParaRPr lang="en-GB"/>
          </a:p>
        </p:txBody>
      </p:sp>
      <p:sp>
        <p:nvSpPr>
          <p:cNvPr id="23" name="ELL_231"/>
          <p:cNvSpPr/>
          <p:nvPr/>
        </p:nvSpPr>
        <p:spPr>
          <a:xfrm>
            <a:off x="10935584" y="585216"/>
            <a:ext cx="37856" cy="173507"/>
          </a:xfrm>
          <a:prstGeom prst="ellipse">
            <a:avLst/>
          </a:prstGeom>
          <a:solidFill>
            <a:schemeClr val="accent5"/>
          </a:solidFill>
          <a:ln/>
        </p:spPr>
        <p:txBody>
          <a:bodyPr/>
          <a:lstStyle/>
          <a:p>
            <a:endParaRPr lang="en-GB"/>
          </a:p>
        </p:txBody>
      </p:sp>
      <p:sp>
        <p:nvSpPr>
          <p:cNvPr id="24" name="ELL_232"/>
          <p:cNvSpPr/>
          <p:nvPr/>
        </p:nvSpPr>
        <p:spPr>
          <a:xfrm rot="1620000">
            <a:off x="11006038" y="606247"/>
            <a:ext cx="37856" cy="162992"/>
          </a:xfrm>
          <a:prstGeom prst="ellipse">
            <a:avLst/>
          </a:prstGeom>
          <a:solidFill>
            <a:schemeClr val="accent5"/>
          </a:solidFill>
          <a:ln/>
        </p:spPr>
        <p:txBody>
          <a:bodyPr/>
          <a:lstStyle/>
          <a:p>
            <a:endParaRPr lang="en-GB"/>
          </a:p>
        </p:txBody>
      </p:sp>
      <p:sp>
        <p:nvSpPr>
          <p:cNvPr id="25" name="ELL_233"/>
          <p:cNvSpPr/>
          <p:nvPr/>
        </p:nvSpPr>
        <p:spPr>
          <a:xfrm>
            <a:off x="10922965" y="737692"/>
            <a:ext cx="63094" cy="50475"/>
          </a:xfrm>
          <a:prstGeom prst="ellipse">
            <a:avLst/>
          </a:prstGeom>
          <a:solidFill>
            <a:schemeClr val="accent5"/>
          </a:solidFill>
          <a:ln/>
        </p:spPr>
        <p:txBody>
          <a:bodyPr/>
          <a:lstStyle/>
          <a:p>
            <a:endParaRPr lang="en-GB"/>
          </a:p>
        </p:txBody>
      </p:sp>
      <p:sp>
        <p:nvSpPr>
          <p:cNvPr id="26" name="ELL_234"/>
          <p:cNvSpPr/>
          <p:nvPr/>
        </p:nvSpPr>
        <p:spPr>
          <a:xfrm rot="-1620000">
            <a:off x="11267465" y="661111"/>
            <a:ext cx="37856" cy="162992"/>
          </a:xfrm>
          <a:prstGeom prst="ellipse">
            <a:avLst/>
          </a:prstGeom>
          <a:solidFill>
            <a:schemeClr val="accent5"/>
          </a:solidFill>
          <a:ln/>
        </p:spPr>
        <p:txBody>
          <a:bodyPr/>
          <a:lstStyle/>
          <a:p>
            <a:endParaRPr lang="en-GB"/>
          </a:p>
        </p:txBody>
      </p:sp>
      <p:sp>
        <p:nvSpPr>
          <p:cNvPr id="27" name="ELL_235"/>
          <p:cNvSpPr/>
          <p:nvPr/>
        </p:nvSpPr>
        <p:spPr>
          <a:xfrm>
            <a:off x="11337920" y="640080"/>
            <a:ext cx="37856" cy="173507"/>
          </a:xfrm>
          <a:prstGeom prst="ellipse">
            <a:avLst/>
          </a:prstGeom>
          <a:solidFill>
            <a:schemeClr val="accent5"/>
          </a:solidFill>
          <a:ln/>
        </p:spPr>
        <p:txBody>
          <a:bodyPr/>
          <a:lstStyle/>
          <a:p>
            <a:endParaRPr lang="en-GB"/>
          </a:p>
        </p:txBody>
      </p:sp>
      <p:sp>
        <p:nvSpPr>
          <p:cNvPr id="28" name="ELL_236"/>
          <p:cNvSpPr/>
          <p:nvPr/>
        </p:nvSpPr>
        <p:spPr>
          <a:xfrm rot="1620000">
            <a:off x="11408374" y="661111"/>
            <a:ext cx="37856" cy="162992"/>
          </a:xfrm>
          <a:prstGeom prst="ellipse">
            <a:avLst/>
          </a:prstGeom>
          <a:solidFill>
            <a:schemeClr val="accent5"/>
          </a:solidFill>
          <a:ln/>
        </p:spPr>
        <p:txBody>
          <a:bodyPr/>
          <a:lstStyle/>
          <a:p>
            <a:endParaRPr lang="en-GB"/>
          </a:p>
        </p:txBody>
      </p:sp>
      <p:sp>
        <p:nvSpPr>
          <p:cNvPr id="29" name="ELL_237"/>
          <p:cNvSpPr/>
          <p:nvPr/>
        </p:nvSpPr>
        <p:spPr>
          <a:xfrm>
            <a:off x="11325301" y="792556"/>
            <a:ext cx="63094" cy="50475"/>
          </a:xfrm>
          <a:prstGeom prst="ellipse">
            <a:avLst/>
          </a:prstGeom>
          <a:solidFill>
            <a:schemeClr val="accent5"/>
          </a:solidFill>
          <a:ln/>
        </p:spPr>
        <p:txBody>
          <a:bodyPr/>
          <a:lstStyle/>
          <a:p>
            <a:endParaRPr lang="en-GB"/>
          </a:p>
        </p:txBody>
      </p:sp>
      <p:sp>
        <p:nvSpPr>
          <p:cNvPr id="30" name="ELL_238"/>
          <p:cNvSpPr/>
          <p:nvPr/>
        </p:nvSpPr>
        <p:spPr>
          <a:xfrm rot="-1620000">
            <a:off x="11669801" y="606247"/>
            <a:ext cx="37856" cy="162992"/>
          </a:xfrm>
          <a:prstGeom prst="ellipse">
            <a:avLst/>
          </a:prstGeom>
          <a:solidFill>
            <a:schemeClr val="accent5"/>
          </a:solidFill>
          <a:ln/>
        </p:spPr>
        <p:txBody>
          <a:bodyPr/>
          <a:lstStyle/>
          <a:p>
            <a:endParaRPr lang="en-GB"/>
          </a:p>
        </p:txBody>
      </p:sp>
      <p:sp>
        <p:nvSpPr>
          <p:cNvPr id="31" name="ELL_239"/>
          <p:cNvSpPr/>
          <p:nvPr/>
        </p:nvSpPr>
        <p:spPr>
          <a:xfrm>
            <a:off x="11740256" y="585216"/>
            <a:ext cx="37856" cy="173507"/>
          </a:xfrm>
          <a:prstGeom prst="ellipse">
            <a:avLst/>
          </a:prstGeom>
          <a:solidFill>
            <a:schemeClr val="accent5"/>
          </a:solidFill>
          <a:ln/>
        </p:spPr>
        <p:txBody>
          <a:bodyPr/>
          <a:lstStyle/>
          <a:p>
            <a:endParaRPr lang="en-GB"/>
          </a:p>
        </p:txBody>
      </p:sp>
      <p:sp>
        <p:nvSpPr>
          <p:cNvPr id="32" name="ELL_240"/>
          <p:cNvSpPr/>
          <p:nvPr/>
        </p:nvSpPr>
        <p:spPr>
          <a:xfrm rot="1620000">
            <a:off x="11810710" y="606247"/>
            <a:ext cx="37856" cy="162992"/>
          </a:xfrm>
          <a:prstGeom prst="ellipse">
            <a:avLst/>
          </a:prstGeom>
          <a:solidFill>
            <a:schemeClr val="accent5"/>
          </a:solidFill>
          <a:ln/>
        </p:spPr>
        <p:txBody>
          <a:bodyPr/>
          <a:lstStyle/>
          <a:p>
            <a:endParaRPr lang="en-GB"/>
          </a:p>
        </p:txBody>
      </p:sp>
      <p:sp>
        <p:nvSpPr>
          <p:cNvPr id="33" name="ELL_241"/>
          <p:cNvSpPr/>
          <p:nvPr/>
        </p:nvSpPr>
        <p:spPr>
          <a:xfrm>
            <a:off x="11727637" y="737692"/>
            <a:ext cx="63094" cy="50475"/>
          </a:xfrm>
          <a:prstGeom prst="ellipse">
            <a:avLst/>
          </a:prstGeom>
          <a:solidFill>
            <a:schemeClr val="accent5"/>
          </a:solidFill>
          <a:ln/>
        </p:spPr>
        <p:txBody>
          <a:bodyPr/>
          <a:lstStyle/>
          <a:p>
            <a:endParaRPr lang="en-GB"/>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25 Agenda">
    <p:bg>
      <p:bgPr>
        <a:solidFill>
          <a:schemeClr val="tx1"/>
        </a:solidFill>
        <a:effectLst/>
      </p:bgPr>
    </p:bg>
    <p:spTree>
      <p:nvGrpSpPr>
        <p:cNvPr id="1" name=""/>
        <p:cNvGrpSpPr/>
        <p:nvPr/>
      </p:nvGrpSpPr>
      <p:grpSpPr>
        <a:xfrm>
          <a:off x="0" y="0"/>
          <a:ext cx="0" cy="0"/>
          <a:chOff x="0" y="0"/>
          <a:chExt cx="0" cy="0"/>
        </a:xfrm>
      </p:grpSpPr>
      <p:sp>
        <p:nvSpPr>
          <p:cNvPr id="2" name="RND_66"/>
          <p:cNvSpPr/>
          <p:nvPr/>
        </p:nvSpPr>
        <p:spPr>
          <a:xfrm rot="1080000">
            <a:off x="-731520" y="-731520"/>
            <a:ext cx="2286000" cy="2286000"/>
          </a:xfrm>
          <a:prstGeom prst="roundRect">
            <a:avLst>
              <a:gd name="adj" fmla="val 10400"/>
            </a:avLst>
          </a:prstGeom>
          <a:solidFill>
            <a:schemeClr val="tx2"/>
          </a:solidFill>
          <a:ln/>
        </p:spPr>
      </p:sp>
      <p:sp>
        <p:nvSpPr>
          <p:cNvPr id="3" name="RND_67"/>
          <p:cNvSpPr/>
          <p:nvPr/>
        </p:nvSpPr>
        <p:spPr>
          <a:xfrm rot="-1440000">
            <a:off x="11475720" y="5806440"/>
            <a:ext cx="1783080" cy="1783080"/>
          </a:xfrm>
          <a:prstGeom prst="roundRect">
            <a:avLst>
              <a:gd name="adj" fmla="val 13333"/>
            </a:avLst>
          </a:prstGeom>
          <a:solidFill>
            <a:schemeClr val="tx2"/>
          </a:solidFill>
          <a:ln/>
        </p:spPr>
      </p:sp>
      <p:sp>
        <p:nvSpPr>
          <p:cNvPr id="4" name="ELL_68"/>
          <p:cNvSpPr/>
          <p:nvPr/>
        </p:nvSpPr>
        <p:spPr>
          <a:xfrm>
            <a:off x="320040" y="5440680"/>
            <a:ext cx="1005840" cy="1005840"/>
          </a:xfrm>
          <a:prstGeom prst="ellipse">
            <a:avLst/>
          </a:prstGeom>
          <a:solidFill>
            <a:schemeClr val="accent3"/>
          </a:solidFill>
          <a:ln/>
        </p:spPr>
      </p:sp>
      <p:sp>
        <p:nvSpPr>
          <p:cNvPr id="5" name="Text 3"/>
          <p:cNvSpPr>
            <a:spLocks noGrp="1"/>
          </p:cNvSpPr>
          <p:nvPr>
            <p:ph type="body" idx="103" hasCustomPrompt="1"/>
          </p:nvPr>
        </p:nvSpPr>
        <p:spPr>
          <a:xfrm>
            <a:off x="777240" y="1170432"/>
            <a:ext cx="3657600" cy="274320"/>
          </a:xfrm>
          <a:prstGeom prst="rect">
            <a:avLst/>
          </a:prstGeom>
          <a:noFill/>
          <a:ln/>
        </p:spPr>
        <p:txBody>
          <a:bodyPr wrap="square" rtlCol="0"/>
          <a:lstStyle>
            <a:lvl1pPr marL="0" indent="0" algn="l">
              <a:buNone/>
              <a:defRPr lang="en-US" sz="1200" b="1" kern="0" spc="200" dirty="0">
                <a:solidFill>
                  <a:schemeClr val="accent2"/>
                </a:solidFill>
                <a:latin typeface="Calibri" pitchFamily="34" charset="0"/>
                <a:ea typeface="Calibri" pitchFamily="34" charset="-122"/>
                <a:cs typeface="Calibri" pitchFamily="34" charset="-120"/>
              </a:defRPr>
            </a:lvl1pPr>
          </a:lstStyle>
          <a:p>
            <a:pPr marL="0" indent="0" algn="l">
              <a:buNone/>
            </a:pPr>
            <a:r>
              <a:rPr lang="en-US" sz="1200" b="1" kern="0" spc="200" dirty="0">
                <a:solidFill>
                  <a:schemeClr val="accent2"/>
                </a:solidFill>
                <a:latin typeface="Calibri" pitchFamily="34" charset="0"/>
                <a:ea typeface="Calibri" pitchFamily="34" charset="-122"/>
                <a:cs typeface="Calibri" pitchFamily="34" charset="-120"/>
              </a:rPr>
              <a:t>EYEBROW LABEL</a:t>
            </a:r>
            <a:endParaRPr lang="en-US" sz="1200" dirty="0"/>
          </a:p>
        </p:txBody>
      </p:sp>
      <p:sp>
        <p:nvSpPr>
          <p:cNvPr id="6" name="Text 3"/>
          <p:cNvSpPr>
            <a:spLocks noGrp="1"/>
          </p:cNvSpPr>
          <p:nvPr>
            <p:ph type="title" idx="104" hasCustomPrompt="1"/>
          </p:nvPr>
        </p:nvSpPr>
        <p:spPr>
          <a:xfrm>
            <a:off x="777240" y="1554480"/>
            <a:ext cx="3840480" cy="1097280"/>
          </a:xfrm>
          <a:prstGeom prst="rect">
            <a:avLst/>
          </a:prstGeom>
          <a:noFill/>
          <a:ln/>
        </p:spPr>
        <p:txBody>
          <a:bodyPr wrap="square" rtlCol="0"/>
          <a:lstStyle>
            <a:lvl1pPr marL="0" indent="0" algn="l">
              <a:buNone/>
              <a:defRPr lang="en-US" sz="44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44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4400" dirty="0"/>
          </a:p>
        </p:txBody>
      </p:sp>
      <p:sp>
        <p:nvSpPr>
          <p:cNvPr id="7" name="ELL_69"/>
          <p:cNvSpPr/>
          <p:nvPr/>
        </p:nvSpPr>
        <p:spPr>
          <a:xfrm rot="-1620000">
            <a:off x="886282" y="2806294"/>
            <a:ext cx="31272" cy="134645"/>
          </a:xfrm>
          <a:prstGeom prst="ellipse">
            <a:avLst/>
          </a:prstGeom>
          <a:solidFill>
            <a:schemeClr val="accent2"/>
          </a:solidFill>
          <a:ln/>
        </p:spPr>
      </p:sp>
      <p:sp>
        <p:nvSpPr>
          <p:cNvPr id="8" name="ELL_70"/>
          <p:cNvSpPr/>
          <p:nvPr/>
        </p:nvSpPr>
        <p:spPr>
          <a:xfrm>
            <a:off x="944484" y="2788920"/>
            <a:ext cx="31272" cy="143332"/>
          </a:xfrm>
          <a:prstGeom prst="ellipse">
            <a:avLst/>
          </a:prstGeom>
          <a:solidFill>
            <a:schemeClr val="accent2"/>
          </a:solidFill>
          <a:ln/>
        </p:spPr>
      </p:sp>
      <p:sp>
        <p:nvSpPr>
          <p:cNvPr id="9" name="ELL_71"/>
          <p:cNvSpPr/>
          <p:nvPr/>
        </p:nvSpPr>
        <p:spPr>
          <a:xfrm rot="1620000">
            <a:off x="1002685" y="2806294"/>
            <a:ext cx="31272" cy="134645"/>
          </a:xfrm>
          <a:prstGeom prst="ellipse">
            <a:avLst/>
          </a:prstGeom>
          <a:solidFill>
            <a:schemeClr val="accent2"/>
          </a:solidFill>
          <a:ln/>
        </p:spPr>
      </p:sp>
      <p:sp>
        <p:nvSpPr>
          <p:cNvPr id="10" name="ELL_72"/>
          <p:cNvSpPr/>
          <p:nvPr/>
        </p:nvSpPr>
        <p:spPr>
          <a:xfrm>
            <a:off x="934060" y="2914879"/>
            <a:ext cx="52121" cy="41697"/>
          </a:xfrm>
          <a:prstGeom prst="ellipse">
            <a:avLst/>
          </a:prstGeom>
          <a:solidFill>
            <a:schemeClr val="accent2"/>
          </a:solidFill>
          <a:ln/>
        </p:spPr>
      </p:sp>
      <p:sp>
        <p:nvSpPr>
          <p:cNvPr id="11" name="ELL_73"/>
          <p:cNvSpPr/>
          <p:nvPr/>
        </p:nvSpPr>
        <p:spPr>
          <a:xfrm rot="-1620000">
            <a:off x="1325194" y="2861158"/>
            <a:ext cx="31272" cy="134645"/>
          </a:xfrm>
          <a:prstGeom prst="ellipse">
            <a:avLst/>
          </a:prstGeom>
          <a:solidFill>
            <a:schemeClr val="accent2"/>
          </a:solidFill>
          <a:ln/>
        </p:spPr>
      </p:sp>
      <p:sp>
        <p:nvSpPr>
          <p:cNvPr id="12" name="ELL_74"/>
          <p:cNvSpPr/>
          <p:nvPr/>
        </p:nvSpPr>
        <p:spPr>
          <a:xfrm>
            <a:off x="1383396" y="2843784"/>
            <a:ext cx="31272" cy="143332"/>
          </a:xfrm>
          <a:prstGeom prst="ellipse">
            <a:avLst/>
          </a:prstGeom>
          <a:solidFill>
            <a:schemeClr val="accent2"/>
          </a:solidFill>
          <a:ln/>
        </p:spPr>
      </p:sp>
      <p:sp>
        <p:nvSpPr>
          <p:cNvPr id="13" name="ELL_75"/>
          <p:cNvSpPr/>
          <p:nvPr/>
        </p:nvSpPr>
        <p:spPr>
          <a:xfrm rot="1620000">
            <a:off x="1441597" y="2861158"/>
            <a:ext cx="31272" cy="134645"/>
          </a:xfrm>
          <a:prstGeom prst="ellipse">
            <a:avLst/>
          </a:prstGeom>
          <a:solidFill>
            <a:schemeClr val="accent2"/>
          </a:solidFill>
          <a:ln/>
        </p:spPr>
      </p:sp>
      <p:sp>
        <p:nvSpPr>
          <p:cNvPr id="14" name="ELL_76"/>
          <p:cNvSpPr/>
          <p:nvPr/>
        </p:nvSpPr>
        <p:spPr>
          <a:xfrm>
            <a:off x="1372972" y="2969743"/>
            <a:ext cx="52121" cy="41697"/>
          </a:xfrm>
          <a:prstGeom prst="ellipse">
            <a:avLst/>
          </a:prstGeom>
          <a:solidFill>
            <a:schemeClr val="accent2"/>
          </a:solidFill>
          <a:ln/>
        </p:spPr>
      </p:sp>
      <p:sp>
        <p:nvSpPr>
          <p:cNvPr id="15" name="ELL_77"/>
          <p:cNvSpPr/>
          <p:nvPr/>
        </p:nvSpPr>
        <p:spPr>
          <a:xfrm rot="-1620000">
            <a:off x="1764106" y="2806294"/>
            <a:ext cx="31272" cy="134645"/>
          </a:xfrm>
          <a:prstGeom prst="ellipse">
            <a:avLst/>
          </a:prstGeom>
          <a:solidFill>
            <a:schemeClr val="accent2"/>
          </a:solidFill>
          <a:ln/>
        </p:spPr>
      </p:sp>
      <p:sp>
        <p:nvSpPr>
          <p:cNvPr id="16" name="ELL_78"/>
          <p:cNvSpPr/>
          <p:nvPr/>
        </p:nvSpPr>
        <p:spPr>
          <a:xfrm>
            <a:off x="1822308" y="2788920"/>
            <a:ext cx="31272" cy="143332"/>
          </a:xfrm>
          <a:prstGeom prst="ellipse">
            <a:avLst/>
          </a:prstGeom>
          <a:solidFill>
            <a:schemeClr val="accent2"/>
          </a:solidFill>
          <a:ln/>
        </p:spPr>
      </p:sp>
      <p:sp>
        <p:nvSpPr>
          <p:cNvPr id="17" name="ELL_79"/>
          <p:cNvSpPr/>
          <p:nvPr/>
        </p:nvSpPr>
        <p:spPr>
          <a:xfrm rot="1620000">
            <a:off x="1880509" y="2806294"/>
            <a:ext cx="31272" cy="134645"/>
          </a:xfrm>
          <a:prstGeom prst="ellipse">
            <a:avLst/>
          </a:prstGeom>
          <a:solidFill>
            <a:schemeClr val="accent2"/>
          </a:solidFill>
          <a:ln/>
        </p:spPr>
      </p:sp>
      <p:sp>
        <p:nvSpPr>
          <p:cNvPr id="18" name="ELL_80"/>
          <p:cNvSpPr/>
          <p:nvPr/>
        </p:nvSpPr>
        <p:spPr>
          <a:xfrm>
            <a:off x="1811884" y="2914879"/>
            <a:ext cx="52121" cy="41697"/>
          </a:xfrm>
          <a:prstGeom prst="ellipse">
            <a:avLst/>
          </a:prstGeom>
          <a:solidFill>
            <a:schemeClr val="accent2"/>
          </a:solidFill>
          <a:ln/>
        </p:spPr>
      </p:sp>
      <p:sp>
        <p:nvSpPr>
          <p:cNvPr id="19" name="RND_81"/>
          <p:cNvSpPr/>
          <p:nvPr/>
        </p:nvSpPr>
        <p:spPr>
          <a:xfrm>
            <a:off x="5029200" y="1188720"/>
            <a:ext cx="493776" cy="493776"/>
          </a:xfrm>
          <a:prstGeom prst="roundRect">
            <a:avLst>
              <a:gd name="adj" fmla="val 29630"/>
            </a:avLst>
          </a:prstGeom>
          <a:solidFill>
            <a:srgbClr val="27406E"/>
          </a:solidFill>
          <a:ln/>
        </p:spPr>
      </p:sp>
      <p:sp>
        <p:nvSpPr>
          <p:cNvPr id="20" name="Text 16"/>
          <p:cNvSpPr>
            <a:spLocks noGrp="1"/>
          </p:cNvSpPr>
          <p:nvPr>
            <p:ph type="body" idx="118" hasCustomPrompt="1"/>
          </p:nvPr>
        </p:nvSpPr>
        <p:spPr>
          <a:xfrm>
            <a:off x="5029200" y="1188720"/>
            <a:ext cx="493776" cy="493776"/>
          </a:xfrm>
          <a:prstGeom prst="rect">
            <a:avLst/>
          </a:prstGeom>
          <a:noFill/>
          <a:ln/>
        </p:spPr>
        <p:txBody>
          <a:bodyPr wrap="square" rtlCol="0"/>
          <a:lstStyle>
            <a:lvl1pPr marL="0" indent="0" algn="ctr">
              <a:buNone/>
              <a:defRPr lang="en-US" sz="1300" b="1" dirty="0">
                <a:solidFill>
                  <a:schemeClr val="accent5"/>
                </a:solidFill>
                <a:latin typeface="Calibri" pitchFamily="34" charset="0"/>
                <a:ea typeface="Calibri" pitchFamily="34" charset="-122"/>
                <a:cs typeface="Calibri" pitchFamily="34" charset="-120"/>
              </a:defRPr>
            </a:lvl1pPr>
          </a:lstStyle>
          <a:p>
            <a:pPr marL="0" indent="0" algn="ctr">
              <a:buNone/>
            </a:pPr>
            <a:r>
              <a:rPr lang="en-US" sz="1300" b="1" dirty="0">
                <a:solidFill>
                  <a:schemeClr val="accent5"/>
                </a:solidFill>
                <a:latin typeface="Calibri" pitchFamily="34" charset="0"/>
                <a:ea typeface="Calibri" pitchFamily="34" charset="-122"/>
                <a:cs typeface="Calibri" pitchFamily="34" charset="-120"/>
              </a:rPr>
              <a:t>01</a:t>
            </a:r>
            <a:endParaRPr lang="en-US" sz="1300" dirty="0"/>
          </a:p>
        </p:txBody>
      </p:sp>
      <p:sp>
        <p:nvSpPr>
          <p:cNvPr id="21" name="Text 16"/>
          <p:cNvSpPr>
            <a:spLocks noGrp="1"/>
          </p:cNvSpPr>
          <p:nvPr>
            <p:ph type="body" idx="119" hasCustomPrompt="1"/>
          </p:nvPr>
        </p:nvSpPr>
        <p:spPr>
          <a:xfrm>
            <a:off x="5742432" y="1197864"/>
            <a:ext cx="4160520" cy="365760"/>
          </a:xfrm>
          <a:prstGeom prst="rect">
            <a:avLst/>
          </a:prstGeom>
          <a:noFill/>
          <a:ln/>
        </p:spPr>
        <p:txBody>
          <a:bodyPr wrap="square" rtlCol="0"/>
          <a:lstStyle>
            <a:lvl1pPr marL="0" indent="0" algn="l">
              <a:buNone/>
              <a:defRPr lang="en-US" sz="19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bg1"/>
                </a:solidFill>
                <a:latin typeface="Century Schoolbook" pitchFamily="34" charset="0"/>
                <a:ea typeface="Century Schoolbook" pitchFamily="34" charset="-122"/>
                <a:cs typeface="Century Schoolbook" pitchFamily="34" charset="-120"/>
              </a:rPr>
              <a:t>Agenda item</a:t>
            </a:r>
            <a:endParaRPr lang="en-US" sz="1900" dirty="0"/>
          </a:p>
        </p:txBody>
      </p:sp>
      <p:sp>
        <p:nvSpPr>
          <p:cNvPr id="22" name="Text 16"/>
          <p:cNvSpPr>
            <a:spLocks noGrp="1"/>
          </p:cNvSpPr>
          <p:nvPr>
            <p:ph type="body" idx="120" hasCustomPrompt="1"/>
          </p:nvPr>
        </p:nvSpPr>
        <p:spPr>
          <a:xfrm>
            <a:off x="5742432" y="1600200"/>
            <a:ext cx="5440680" cy="310896"/>
          </a:xfrm>
          <a:prstGeom prst="rect">
            <a:avLst/>
          </a:prstGeom>
          <a:noFill/>
          <a:ln/>
        </p:spPr>
        <p:txBody>
          <a:bodyPr wrap="square" rtlCol="0"/>
          <a:lstStyle>
            <a:lvl1pPr marL="0" indent="0" algn="l">
              <a:buNone/>
              <a:defRPr lang="en-US" sz="1250" dirty="0">
                <a:solidFill>
                  <a:schemeClr val="accent5"/>
                </a:solidFill>
                <a:latin typeface="Calibri" pitchFamily="34" charset="0"/>
                <a:ea typeface="Calibri" pitchFamily="34" charset="-122"/>
                <a:cs typeface="Calibri" pitchFamily="34" charset="-120"/>
              </a:defRPr>
            </a:lvl1pPr>
          </a:lstStyle>
          <a:p>
            <a:pPr marL="0" indent="0" algn="l">
              <a:buNone/>
            </a:pPr>
            <a:r>
              <a:rPr lang="en-US" sz="1250" dirty="0">
                <a:solidFill>
                  <a:schemeClr val="accent5"/>
                </a:solidFill>
                <a:latin typeface="Calibri" pitchFamily="34" charset="0"/>
                <a:ea typeface="Calibri" pitchFamily="34" charset="-122"/>
                <a:cs typeface="Calibri" pitchFamily="34" charset="-120"/>
              </a:rPr>
              <a:t>Detail or timing</a:t>
            </a:r>
            <a:endParaRPr lang="en-US" sz="1250" dirty="0"/>
          </a:p>
        </p:txBody>
      </p:sp>
      <p:sp>
        <p:nvSpPr>
          <p:cNvPr id="23" name="SQ_82"/>
          <p:cNvSpPr/>
          <p:nvPr/>
        </p:nvSpPr>
        <p:spPr>
          <a:xfrm>
            <a:off x="5029200" y="1993392"/>
            <a:ext cx="6355080" cy="10973"/>
          </a:xfrm>
          <a:prstGeom prst="rect">
            <a:avLst/>
          </a:prstGeom>
          <a:solidFill>
            <a:srgbClr val="27406E"/>
          </a:solidFill>
          <a:ln/>
        </p:spPr>
      </p:sp>
      <p:sp>
        <p:nvSpPr>
          <p:cNvPr id="24" name="RND_83"/>
          <p:cNvSpPr/>
          <p:nvPr/>
        </p:nvSpPr>
        <p:spPr>
          <a:xfrm>
            <a:off x="5029200" y="2121408"/>
            <a:ext cx="493776" cy="493776"/>
          </a:xfrm>
          <a:prstGeom prst="roundRect">
            <a:avLst>
              <a:gd name="adj" fmla="val 29630"/>
            </a:avLst>
          </a:prstGeom>
          <a:solidFill>
            <a:srgbClr val="27406E"/>
          </a:solidFill>
          <a:ln/>
        </p:spPr>
      </p:sp>
      <p:sp>
        <p:nvSpPr>
          <p:cNvPr id="25" name="Text 18"/>
          <p:cNvSpPr>
            <a:spLocks noGrp="1"/>
          </p:cNvSpPr>
          <p:nvPr>
            <p:ph type="body" idx="123" hasCustomPrompt="1"/>
          </p:nvPr>
        </p:nvSpPr>
        <p:spPr>
          <a:xfrm>
            <a:off x="5029200" y="2121408"/>
            <a:ext cx="493776" cy="493776"/>
          </a:xfrm>
          <a:prstGeom prst="rect">
            <a:avLst/>
          </a:prstGeom>
          <a:noFill/>
          <a:ln/>
        </p:spPr>
        <p:txBody>
          <a:bodyPr wrap="square" rtlCol="0"/>
          <a:lstStyle>
            <a:lvl1pPr marL="0" indent="0" algn="ctr">
              <a:buNone/>
              <a:defRPr lang="en-US" sz="1300" b="1" dirty="0">
                <a:solidFill>
                  <a:schemeClr val="accent5"/>
                </a:solidFill>
                <a:latin typeface="Calibri" pitchFamily="34" charset="0"/>
                <a:ea typeface="Calibri" pitchFamily="34" charset="-122"/>
                <a:cs typeface="Calibri" pitchFamily="34" charset="-120"/>
              </a:defRPr>
            </a:lvl1pPr>
          </a:lstStyle>
          <a:p>
            <a:pPr marL="0" indent="0" algn="ctr">
              <a:buNone/>
            </a:pPr>
            <a:r>
              <a:rPr lang="en-US" sz="1300" b="1" dirty="0">
                <a:solidFill>
                  <a:schemeClr val="accent5"/>
                </a:solidFill>
                <a:latin typeface="Calibri" pitchFamily="34" charset="0"/>
                <a:ea typeface="Calibri" pitchFamily="34" charset="-122"/>
                <a:cs typeface="Calibri" pitchFamily="34" charset="-120"/>
              </a:rPr>
              <a:t>02</a:t>
            </a:r>
            <a:endParaRPr lang="en-US" sz="1300" dirty="0"/>
          </a:p>
        </p:txBody>
      </p:sp>
      <p:sp>
        <p:nvSpPr>
          <p:cNvPr id="26" name="Text 18"/>
          <p:cNvSpPr>
            <a:spLocks noGrp="1"/>
          </p:cNvSpPr>
          <p:nvPr>
            <p:ph type="body" idx="124" hasCustomPrompt="1"/>
          </p:nvPr>
        </p:nvSpPr>
        <p:spPr>
          <a:xfrm>
            <a:off x="5742432" y="2130552"/>
            <a:ext cx="4160520" cy="365760"/>
          </a:xfrm>
          <a:prstGeom prst="rect">
            <a:avLst/>
          </a:prstGeom>
          <a:noFill/>
          <a:ln/>
        </p:spPr>
        <p:txBody>
          <a:bodyPr wrap="square" rtlCol="0"/>
          <a:lstStyle>
            <a:lvl1pPr marL="0" indent="0" algn="l">
              <a:buNone/>
              <a:defRPr lang="en-US" sz="19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bg1"/>
                </a:solidFill>
                <a:latin typeface="Century Schoolbook" pitchFamily="34" charset="0"/>
                <a:ea typeface="Century Schoolbook" pitchFamily="34" charset="-122"/>
                <a:cs typeface="Century Schoolbook" pitchFamily="34" charset="-120"/>
              </a:rPr>
              <a:t>Agenda item</a:t>
            </a:r>
            <a:endParaRPr lang="en-US" sz="1900" dirty="0"/>
          </a:p>
        </p:txBody>
      </p:sp>
      <p:sp>
        <p:nvSpPr>
          <p:cNvPr id="27" name="Text 18"/>
          <p:cNvSpPr>
            <a:spLocks noGrp="1"/>
          </p:cNvSpPr>
          <p:nvPr>
            <p:ph type="body" idx="125" hasCustomPrompt="1"/>
          </p:nvPr>
        </p:nvSpPr>
        <p:spPr>
          <a:xfrm>
            <a:off x="5742432" y="2532888"/>
            <a:ext cx="5440680" cy="310896"/>
          </a:xfrm>
          <a:prstGeom prst="rect">
            <a:avLst/>
          </a:prstGeom>
          <a:noFill/>
          <a:ln/>
        </p:spPr>
        <p:txBody>
          <a:bodyPr wrap="square" rtlCol="0"/>
          <a:lstStyle>
            <a:lvl1pPr marL="0" indent="0" algn="l">
              <a:buNone/>
              <a:defRPr lang="en-US" sz="1250" dirty="0">
                <a:solidFill>
                  <a:schemeClr val="accent5"/>
                </a:solidFill>
                <a:latin typeface="Calibri" pitchFamily="34" charset="0"/>
                <a:ea typeface="Calibri" pitchFamily="34" charset="-122"/>
                <a:cs typeface="Calibri" pitchFamily="34" charset="-120"/>
              </a:defRPr>
            </a:lvl1pPr>
          </a:lstStyle>
          <a:p>
            <a:pPr marL="0" indent="0" algn="l">
              <a:buNone/>
            </a:pPr>
            <a:r>
              <a:rPr lang="en-US" sz="1250" dirty="0">
                <a:solidFill>
                  <a:schemeClr val="accent5"/>
                </a:solidFill>
                <a:latin typeface="Calibri" pitchFamily="34" charset="0"/>
                <a:ea typeface="Calibri" pitchFamily="34" charset="-122"/>
                <a:cs typeface="Calibri" pitchFamily="34" charset="-120"/>
              </a:rPr>
              <a:t>Detail or timing</a:t>
            </a:r>
            <a:endParaRPr lang="en-US" sz="1250" dirty="0"/>
          </a:p>
        </p:txBody>
      </p:sp>
      <p:sp>
        <p:nvSpPr>
          <p:cNvPr id="28" name="SQ_84"/>
          <p:cNvSpPr/>
          <p:nvPr/>
        </p:nvSpPr>
        <p:spPr>
          <a:xfrm>
            <a:off x="5029200" y="2926080"/>
            <a:ext cx="6355080" cy="10973"/>
          </a:xfrm>
          <a:prstGeom prst="rect">
            <a:avLst/>
          </a:prstGeom>
          <a:solidFill>
            <a:srgbClr val="27406E"/>
          </a:solidFill>
          <a:ln/>
        </p:spPr>
      </p:sp>
      <p:sp>
        <p:nvSpPr>
          <p:cNvPr id="29" name="RND_85"/>
          <p:cNvSpPr/>
          <p:nvPr/>
        </p:nvSpPr>
        <p:spPr>
          <a:xfrm>
            <a:off x="5029200" y="3054096"/>
            <a:ext cx="493776" cy="493776"/>
          </a:xfrm>
          <a:prstGeom prst="roundRect">
            <a:avLst>
              <a:gd name="adj" fmla="val 29630"/>
            </a:avLst>
          </a:prstGeom>
          <a:solidFill>
            <a:srgbClr val="27406E"/>
          </a:solidFill>
          <a:ln/>
        </p:spPr>
      </p:sp>
      <p:sp>
        <p:nvSpPr>
          <p:cNvPr id="30" name="Text 20"/>
          <p:cNvSpPr>
            <a:spLocks noGrp="1"/>
          </p:cNvSpPr>
          <p:nvPr>
            <p:ph type="body" idx="128" hasCustomPrompt="1"/>
          </p:nvPr>
        </p:nvSpPr>
        <p:spPr>
          <a:xfrm>
            <a:off x="5029200" y="3054096"/>
            <a:ext cx="493776" cy="493776"/>
          </a:xfrm>
          <a:prstGeom prst="rect">
            <a:avLst/>
          </a:prstGeom>
          <a:noFill/>
          <a:ln/>
        </p:spPr>
        <p:txBody>
          <a:bodyPr wrap="square" rtlCol="0"/>
          <a:lstStyle>
            <a:lvl1pPr marL="0" indent="0" algn="ctr">
              <a:buNone/>
              <a:defRPr lang="en-US" sz="1300" b="1" dirty="0">
                <a:solidFill>
                  <a:schemeClr val="accent5"/>
                </a:solidFill>
                <a:latin typeface="Calibri" pitchFamily="34" charset="0"/>
                <a:ea typeface="Calibri" pitchFamily="34" charset="-122"/>
                <a:cs typeface="Calibri" pitchFamily="34" charset="-120"/>
              </a:defRPr>
            </a:lvl1pPr>
          </a:lstStyle>
          <a:p>
            <a:pPr marL="0" indent="0" algn="ctr">
              <a:buNone/>
            </a:pPr>
            <a:r>
              <a:rPr lang="en-US" sz="1300" b="1" dirty="0">
                <a:solidFill>
                  <a:schemeClr val="accent5"/>
                </a:solidFill>
                <a:latin typeface="Calibri" pitchFamily="34" charset="0"/>
                <a:ea typeface="Calibri" pitchFamily="34" charset="-122"/>
                <a:cs typeface="Calibri" pitchFamily="34" charset="-120"/>
              </a:rPr>
              <a:t>03</a:t>
            </a:r>
            <a:endParaRPr lang="en-US" sz="1300" dirty="0"/>
          </a:p>
        </p:txBody>
      </p:sp>
      <p:sp>
        <p:nvSpPr>
          <p:cNvPr id="31" name="Text 20"/>
          <p:cNvSpPr>
            <a:spLocks noGrp="1"/>
          </p:cNvSpPr>
          <p:nvPr>
            <p:ph type="body" idx="129" hasCustomPrompt="1"/>
          </p:nvPr>
        </p:nvSpPr>
        <p:spPr>
          <a:xfrm>
            <a:off x="5742432" y="3063240"/>
            <a:ext cx="4160520" cy="365760"/>
          </a:xfrm>
          <a:prstGeom prst="rect">
            <a:avLst/>
          </a:prstGeom>
          <a:noFill/>
          <a:ln/>
        </p:spPr>
        <p:txBody>
          <a:bodyPr wrap="square" rtlCol="0"/>
          <a:lstStyle>
            <a:lvl1pPr marL="0" indent="0" algn="l">
              <a:buNone/>
              <a:defRPr lang="en-US" sz="19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bg1"/>
                </a:solidFill>
                <a:latin typeface="Century Schoolbook" pitchFamily="34" charset="0"/>
                <a:ea typeface="Century Schoolbook" pitchFamily="34" charset="-122"/>
                <a:cs typeface="Century Schoolbook" pitchFamily="34" charset="-120"/>
              </a:rPr>
              <a:t>Agenda item</a:t>
            </a:r>
            <a:endParaRPr lang="en-US" sz="1900" dirty="0"/>
          </a:p>
        </p:txBody>
      </p:sp>
      <p:sp>
        <p:nvSpPr>
          <p:cNvPr id="32" name="Text 20"/>
          <p:cNvSpPr>
            <a:spLocks noGrp="1"/>
          </p:cNvSpPr>
          <p:nvPr>
            <p:ph type="body" idx="130" hasCustomPrompt="1"/>
          </p:nvPr>
        </p:nvSpPr>
        <p:spPr>
          <a:xfrm>
            <a:off x="5742432" y="3465576"/>
            <a:ext cx="5440680" cy="310896"/>
          </a:xfrm>
          <a:prstGeom prst="rect">
            <a:avLst/>
          </a:prstGeom>
          <a:noFill/>
          <a:ln/>
        </p:spPr>
        <p:txBody>
          <a:bodyPr wrap="square" rtlCol="0"/>
          <a:lstStyle>
            <a:lvl1pPr marL="0" indent="0" algn="l">
              <a:buNone/>
              <a:defRPr lang="en-US" sz="1250" dirty="0">
                <a:solidFill>
                  <a:schemeClr val="accent5"/>
                </a:solidFill>
                <a:latin typeface="Calibri" pitchFamily="34" charset="0"/>
                <a:ea typeface="Calibri" pitchFamily="34" charset="-122"/>
                <a:cs typeface="Calibri" pitchFamily="34" charset="-120"/>
              </a:defRPr>
            </a:lvl1pPr>
          </a:lstStyle>
          <a:p>
            <a:pPr marL="0" indent="0" algn="l">
              <a:buNone/>
            </a:pPr>
            <a:r>
              <a:rPr lang="en-US" sz="1250" dirty="0">
                <a:solidFill>
                  <a:schemeClr val="accent5"/>
                </a:solidFill>
                <a:latin typeface="Calibri" pitchFamily="34" charset="0"/>
                <a:ea typeface="Calibri" pitchFamily="34" charset="-122"/>
                <a:cs typeface="Calibri" pitchFamily="34" charset="-120"/>
              </a:rPr>
              <a:t>Detail or timing</a:t>
            </a:r>
            <a:endParaRPr lang="en-US" sz="1250" dirty="0"/>
          </a:p>
        </p:txBody>
      </p:sp>
      <p:sp>
        <p:nvSpPr>
          <p:cNvPr id="33" name="SQ_86"/>
          <p:cNvSpPr/>
          <p:nvPr/>
        </p:nvSpPr>
        <p:spPr>
          <a:xfrm>
            <a:off x="5029200" y="3858768"/>
            <a:ext cx="6355080" cy="10973"/>
          </a:xfrm>
          <a:prstGeom prst="rect">
            <a:avLst/>
          </a:prstGeom>
          <a:solidFill>
            <a:srgbClr val="27406E"/>
          </a:solidFill>
          <a:ln/>
        </p:spPr>
      </p:sp>
      <p:sp>
        <p:nvSpPr>
          <p:cNvPr id="34" name="RND_87"/>
          <p:cNvSpPr/>
          <p:nvPr/>
        </p:nvSpPr>
        <p:spPr>
          <a:xfrm>
            <a:off x="5029200" y="3986784"/>
            <a:ext cx="493776" cy="493776"/>
          </a:xfrm>
          <a:prstGeom prst="roundRect">
            <a:avLst>
              <a:gd name="adj" fmla="val 29630"/>
            </a:avLst>
          </a:prstGeom>
          <a:solidFill>
            <a:srgbClr val="27406E"/>
          </a:solidFill>
          <a:ln/>
        </p:spPr>
      </p:sp>
      <p:sp>
        <p:nvSpPr>
          <p:cNvPr id="35" name="Text 22"/>
          <p:cNvSpPr>
            <a:spLocks noGrp="1"/>
          </p:cNvSpPr>
          <p:nvPr>
            <p:ph type="body" idx="133" hasCustomPrompt="1"/>
          </p:nvPr>
        </p:nvSpPr>
        <p:spPr>
          <a:xfrm>
            <a:off x="5029200" y="3986784"/>
            <a:ext cx="493776" cy="493776"/>
          </a:xfrm>
          <a:prstGeom prst="rect">
            <a:avLst/>
          </a:prstGeom>
          <a:noFill/>
          <a:ln/>
        </p:spPr>
        <p:txBody>
          <a:bodyPr wrap="square" rtlCol="0"/>
          <a:lstStyle>
            <a:lvl1pPr marL="0" indent="0" algn="ctr">
              <a:buNone/>
              <a:defRPr lang="en-US" sz="1300" b="1" dirty="0">
                <a:solidFill>
                  <a:schemeClr val="accent5"/>
                </a:solidFill>
                <a:latin typeface="Calibri" pitchFamily="34" charset="0"/>
                <a:ea typeface="Calibri" pitchFamily="34" charset="-122"/>
                <a:cs typeface="Calibri" pitchFamily="34" charset="-120"/>
              </a:defRPr>
            </a:lvl1pPr>
          </a:lstStyle>
          <a:p>
            <a:pPr marL="0" indent="0" algn="ctr">
              <a:buNone/>
            </a:pPr>
            <a:r>
              <a:rPr lang="en-US" sz="1300" b="1" dirty="0">
                <a:solidFill>
                  <a:schemeClr val="accent5"/>
                </a:solidFill>
                <a:latin typeface="Calibri" pitchFamily="34" charset="0"/>
                <a:ea typeface="Calibri" pitchFamily="34" charset="-122"/>
                <a:cs typeface="Calibri" pitchFamily="34" charset="-120"/>
              </a:rPr>
              <a:t>04</a:t>
            </a:r>
            <a:endParaRPr lang="en-US" sz="1300" dirty="0"/>
          </a:p>
        </p:txBody>
      </p:sp>
      <p:sp>
        <p:nvSpPr>
          <p:cNvPr id="36" name="Text 22"/>
          <p:cNvSpPr>
            <a:spLocks noGrp="1"/>
          </p:cNvSpPr>
          <p:nvPr>
            <p:ph type="body" idx="134" hasCustomPrompt="1"/>
          </p:nvPr>
        </p:nvSpPr>
        <p:spPr>
          <a:xfrm>
            <a:off x="5742432" y="3995928"/>
            <a:ext cx="4160520" cy="365760"/>
          </a:xfrm>
          <a:prstGeom prst="rect">
            <a:avLst/>
          </a:prstGeom>
          <a:noFill/>
          <a:ln/>
        </p:spPr>
        <p:txBody>
          <a:bodyPr wrap="square" rtlCol="0"/>
          <a:lstStyle>
            <a:lvl1pPr marL="0" indent="0" algn="l">
              <a:buNone/>
              <a:defRPr lang="en-US" sz="19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bg1"/>
                </a:solidFill>
                <a:latin typeface="Century Schoolbook" pitchFamily="34" charset="0"/>
                <a:ea typeface="Century Schoolbook" pitchFamily="34" charset="-122"/>
                <a:cs typeface="Century Schoolbook" pitchFamily="34" charset="-120"/>
              </a:rPr>
              <a:t>Agenda item</a:t>
            </a:r>
            <a:endParaRPr lang="en-US" sz="1900" dirty="0"/>
          </a:p>
        </p:txBody>
      </p:sp>
      <p:sp>
        <p:nvSpPr>
          <p:cNvPr id="37" name="Text 22"/>
          <p:cNvSpPr>
            <a:spLocks noGrp="1"/>
          </p:cNvSpPr>
          <p:nvPr>
            <p:ph type="body" idx="135" hasCustomPrompt="1"/>
          </p:nvPr>
        </p:nvSpPr>
        <p:spPr>
          <a:xfrm>
            <a:off x="5742432" y="4398264"/>
            <a:ext cx="5440680" cy="310896"/>
          </a:xfrm>
          <a:prstGeom prst="rect">
            <a:avLst/>
          </a:prstGeom>
          <a:noFill/>
          <a:ln/>
        </p:spPr>
        <p:txBody>
          <a:bodyPr wrap="square" rtlCol="0"/>
          <a:lstStyle>
            <a:lvl1pPr marL="0" indent="0" algn="l">
              <a:buNone/>
              <a:defRPr lang="en-US" sz="1250" dirty="0">
                <a:solidFill>
                  <a:schemeClr val="accent5"/>
                </a:solidFill>
                <a:latin typeface="Calibri" pitchFamily="34" charset="0"/>
                <a:ea typeface="Calibri" pitchFamily="34" charset="-122"/>
                <a:cs typeface="Calibri" pitchFamily="34" charset="-120"/>
              </a:defRPr>
            </a:lvl1pPr>
          </a:lstStyle>
          <a:p>
            <a:pPr marL="0" indent="0" algn="l">
              <a:buNone/>
            </a:pPr>
            <a:r>
              <a:rPr lang="en-US" sz="1250" dirty="0">
                <a:solidFill>
                  <a:schemeClr val="accent5"/>
                </a:solidFill>
                <a:latin typeface="Calibri" pitchFamily="34" charset="0"/>
                <a:ea typeface="Calibri" pitchFamily="34" charset="-122"/>
                <a:cs typeface="Calibri" pitchFamily="34" charset="-120"/>
              </a:rPr>
              <a:t>Detail or timing</a:t>
            </a:r>
            <a:endParaRPr lang="en-US" sz="1250" dirty="0"/>
          </a:p>
        </p:txBody>
      </p:sp>
      <p:sp>
        <p:nvSpPr>
          <p:cNvPr id="38" name="SQ_88"/>
          <p:cNvSpPr/>
          <p:nvPr/>
        </p:nvSpPr>
        <p:spPr>
          <a:xfrm>
            <a:off x="5029200" y="4791456"/>
            <a:ext cx="6355080" cy="10973"/>
          </a:xfrm>
          <a:prstGeom prst="rect">
            <a:avLst/>
          </a:prstGeom>
          <a:solidFill>
            <a:srgbClr val="27406E"/>
          </a:solidFill>
          <a:ln/>
        </p:spPr>
      </p:sp>
      <p:sp>
        <p:nvSpPr>
          <p:cNvPr id="39" name="RND_89"/>
          <p:cNvSpPr/>
          <p:nvPr/>
        </p:nvSpPr>
        <p:spPr>
          <a:xfrm>
            <a:off x="5029200" y="4919472"/>
            <a:ext cx="493776" cy="493776"/>
          </a:xfrm>
          <a:prstGeom prst="roundRect">
            <a:avLst>
              <a:gd name="adj" fmla="val 29630"/>
            </a:avLst>
          </a:prstGeom>
          <a:solidFill>
            <a:srgbClr val="27406E"/>
          </a:solidFill>
          <a:ln/>
        </p:spPr>
      </p:sp>
      <p:sp>
        <p:nvSpPr>
          <p:cNvPr id="40" name="Text 24"/>
          <p:cNvSpPr>
            <a:spLocks noGrp="1"/>
          </p:cNvSpPr>
          <p:nvPr>
            <p:ph type="body" idx="138" hasCustomPrompt="1"/>
          </p:nvPr>
        </p:nvSpPr>
        <p:spPr>
          <a:xfrm>
            <a:off x="5029200" y="4919472"/>
            <a:ext cx="493776" cy="493776"/>
          </a:xfrm>
          <a:prstGeom prst="rect">
            <a:avLst/>
          </a:prstGeom>
          <a:noFill/>
          <a:ln/>
        </p:spPr>
        <p:txBody>
          <a:bodyPr wrap="square" rtlCol="0"/>
          <a:lstStyle>
            <a:lvl1pPr marL="0" indent="0" algn="ctr">
              <a:buNone/>
              <a:defRPr lang="en-US" sz="1300" b="1" dirty="0">
                <a:solidFill>
                  <a:schemeClr val="accent5"/>
                </a:solidFill>
                <a:latin typeface="Calibri" pitchFamily="34" charset="0"/>
                <a:ea typeface="Calibri" pitchFamily="34" charset="-122"/>
                <a:cs typeface="Calibri" pitchFamily="34" charset="-120"/>
              </a:defRPr>
            </a:lvl1pPr>
          </a:lstStyle>
          <a:p>
            <a:pPr marL="0" indent="0" algn="ctr">
              <a:buNone/>
            </a:pPr>
            <a:r>
              <a:rPr lang="en-US" sz="1300" b="1" dirty="0">
                <a:solidFill>
                  <a:schemeClr val="accent5"/>
                </a:solidFill>
                <a:latin typeface="Calibri" pitchFamily="34" charset="0"/>
                <a:ea typeface="Calibri" pitchFamily="34" charset="-122"/>
                <a:cs typeface="Calibri" pitchFamily="34" charset="-120"/>
              </a:rPr>
              <a:t>05</a:t>
            </a:r>
            <a:endParaRPr lang="en-US" sz="1300" dirty="0"/>
          </a:p>
        </p:txBody>
      </p:sp>
      <p:sp>
        <p:nvSpPr>
          <p:cNvPr id="41" name="Text 24"/>
          <p:cNvSpPr>
            <a:spLocks noGrp="1"/>
          </p:cNvSpPr>
          <p:nvPr>
            <p:ph type="body" idx="139" hasCustomPrompt="1"/>
          </p:nvPr>
        </p:nvSpPr>
        <p:spPr>
          <a:xfrm>
            <a:off x="5742432" y="4928616"/>
            <a:ext cx="4160520" cy="365760"/>
          </a:xfrm>
          <a:prstGeom prst="rect">
            <a:avLst/>
          </a:prstGeom>
          <a:noFill/>
          <a:ln/>
        </p:spPr>
        <p:txBody>
          <a:bodyPr wrap="square" rtlCol="0"/>
          <a:lstStyle>
            <a:lvl1pPr marL="0" indent="0" algn="l">
              <a:buNone/>
              <a:defRPr lang="en-US" sz="19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bg1"/>
                </a:solidFill>
                <a:latin typeface="Century Schoolbook" pitchFamily="34" charset="0"/>
                <a:ea typeface="Century Schoolbook" pitchFamily="34" charset="-122"/>
                <a:cs typeface="Century Schoolbook" pitchFamily="34" charset="-120"/>
              </a:rPr>
              <a:t>Agenda item</a:t>
            </a:r>
            <a:endParaRPr lang="en-US" sz="1900" dirty="0"/>
          </a:p>
        </p:txBody>
      </p:sp>
      <p:sp>
        <p:nvSpPr>
          <p:cNvPr id="42" name="Text 24"/>
          <p:cNvSpPr>
            <a:spLocks noGrp="1"/>
          </p:cNvSpPr>
          <p:nvPr>
            <p:ph type="body" idx="140" hasCustomPrompt="1"/>
          </p:nvPr>
        </p:nvSpPr>
        <p:spPr>
          <a:xfrm>
            <a:off x="5742432" y="5330952"/>
            <a:ext cx="5440680" cy="310896"/>
          </a:xfrm>
          <a:prstGeom prst="rect">
            <a:avLst/>
          </a:prstGeom>
          <a:noFill/>
          <a:ln/>
        </p:spPr>
        <p:txBody>
          <a:bodyPr wrap="square" rtlCol="0"/>
          <a:lstStyle>
            <a:lvl1pPr marL="0" indent="0" algn="l">
              <a:buNone/>
              <a:defRPr lang="en-US" sz="1250" dirty="0">
                <a:solidFill>
                  <a:schemeClr val="accent5"/>
                </a:solidFill>
                <a:latin typeface="Calibri" pitchFamily="34" charset="0"/>
                <a:ea typeface="Calibri" pitchFamily="34" charset="-122"/>
                <a:cs typeface="Calibri" pitchFamily="34" charset="-120"/>
              </a:defRPr>
            </a:lvl1pPr>
          </a:lstStyle>
          <a:p>
            <a:pPr marL="0" indent="0" algn="l">
              <a:buNone/>
            </a:pPr>
            <a:r>
              <a:rPr lang="en-US" sz="1250" dirty="0">
                <a:solidFill>
                  <a:schemeClr val="accent5"/>
                </a:solidFill>
                <a:latin typeface="Calibri" pitchFamily="34" charset="0"/>
                <a:ea typeface="Calibri" pitchFamily="34" charset="-122"/>
                <a:cs typeface="Calibri" pitchFamily="34" charset="-120"/>
              </a:rPr>
              <a:t>Detail or timing</a:t>
            </a:r>
            <a:endParaRPr lang="en-US" sz="1250" dirty="0"/>
          </a:p>
        </p:txBody>
      </p:sp>
      <p:sp>
        <p:nvSpPr>
          <p:cNvPr id="43"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6074103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D03 Statement">
    <p:bg>
      <p:bgPr>
        <a:solidFill>
          <a:schemeClr val="accent3"/>
        </a:solidFill>
        <a:effectLst/>
      </p:bgPr>
    </p:bg>
    <p:spTree>
      <p:nvGrpSpPr>
        <p:cNvPr id="1" name=""/>
        <p:cNvGrpSpPr/>
        <p:nvPr/>
      </p:nvGrpSpPr>
      <p:grpSpPr>
        <a:xfrm>
          <a:off x="0" y="0"/>
          <a:ext cx="0" cy="0"/>
          <a:chOff x="0" y="0"/>
          <a:chExt cx="0" cy="0"/>
        </a:xfrm>
      </p:grpSpPr>
      <p:sp>
        <p:nvSpPr>
          <p:cNvPr id="2" name="RND_242"/>
          <p:cNvSpPr/>
          <p:nvPr/>
        </p:nvSpPr>
        <p:spPr>
          <a:xfrm rot="1080000">
            <a:off x="-777240" y="-777240"/>
            <a:ext cx="2926080" cy="2926080"/>
          </a:xfrm>
          <a:prstGeom prst="roundRect">
            <a:avLst>
              <a:gd name="adj" fmla="val 8125"/>
            </a:avLst>
          </a:prstGeom>
          <a:solidFill>
            <a:schemeClr val="accent1"/>
          </a:solidFill>
          <a:ln/>
        </p:spPr>
        <p:txBody>
          <a:bodyPr/>
          <a:lstStyle/>
          <a:p>
            <a:endParaRPr lang="en-GB"/>
          </a:p>
        </p:txBody>
      </p:sp>
      <p:sp>
        <p:nvSpPr>
          <p:cNvPr id="3" name="RND_243"/>
          <p:cNvSpPr/>
          <p:nvPr/>
        </p:nvSpPr>
        <p:spPr>
          <a:xfrm rot="-1440000">
            <a:off x="10561320" y="4526280"/>
            <a:ext cx="3108960" cy="3108960"/>
          </a:xfrm>
          <a:prstGeom prst="roundRect">
            <a:avLst>
              <a:gd name="adj" fmla="val 7647"/>
            </a:avLst>
          </a:prstGeom>
          <a:solidFill>
            <a:schemeClr val="accent1"/>
          </a:solidFill>
          <a:ln/>
        </p:spPr>
        <p:txBody>
          <a:bodyPr/>
          <a:lstStyle/>
          <a:p>
            <a:endParaRPr lang="en-GB"/>
          </a:p>
        </p:txBody>
      </p:sp>
      <p:sp>
        <p:nvSpPr>
          <p:cNvPr id="4" name="RND_244"/>
          <p:cNvSpPr/>
          <p:nvPr/>
        </p:nvSpPr>
        <p:spPr>
          <a:xfrm rot="2460000">
            <a:off x="9921240" y="-594360"/>
            <a:ext cx="1554480" cy="1554480"/>
          </a:xfrm>
          <a:prstGeom prst="roundRect">
            <a:avLst>
              <a:gd name="adj" fmla="val 15294"/>
            </a:avLst>
          </a:prstGeom>
          <a:solidFill>
            <a:srgbClr val="27406E"/>
          </a:solidFill>
          <a:ln/>
        </p:spPr>
        <p:txBody>
          <a:bodyPr/>
          <a:lstStyle/>
          <a:p>
            <a:endParaRPr lang="en-GB"/>
          </a:p>
        </p:txBody>
      </p:sp>
      <p:sp>
        <p:nvSpPr>
          <p:cNvPr id="5" name="ELL_245"/>
          <p:cNvSpPr/>
          <p:nvPr/>
        </p:nvSpPr>
        <p:spPr>
          <a:xfrm>
            <a:off x="1143000" y="5440680"/>
            <a:ext cx="1143000" cy="1143000"/>
          </a:xfrm>
          <a:prstGeom prst="ellipse">
            <a:avLst/>
          </a:prstGeom>
          <a:solidFill>
            <a:srgbClr val="27406E"/>
          </a:solidFill>
          <a:ln/>
        </p:spPr>
        <p:txBody>
          <a:bodyPr/>
          <a:lstStyle/>
          <a:p>
            <a:endParaRPr lang="en-GB"/>
          </a:p>
        </p:txBody>
      </p:sp>
      <p:sp>
        <p:nvSpPr>
          <p:cNvPr id="6" name="RND_246"/>
          <p:cNvSpPr/>
          <p:nvPr/>
        </p:nvSpPr>
        <p:spPr>
          <a:xfrm>
            <a:off x="868680" y="868680"/>
            <a:ext cx="960120" cy="960120"/>
          </a:xfrm>
          <a:prstGeom prst="roundRect">
            <a:avLst>
              <a:gd name="adj" fmla="val 28571"/>
            </a:avLst>
          </a:prstGeom>
          <a:solidFill>
            <a:schemeClr val="accent2"/>
          </a:solidFill>
          <a:ln/>
        </p:spPr>
        <p:txBody>
          <a:bodyPr/>
          <a:lstStyle/>
          <a:p>
            <a:endParaRPr lang="en-GB"/>
          </a:p>
        </p:txBody>
      </p:sp>
      <p:sp>
        <p:nvSpPr>
          <p:cNvPr id="7" name="Text 5"/>
          <p:cNvSpPr>
            <a:spLocks noGrp="1"/>
          </p:cNvSpPr>
          <p:nvPr>
            <p:ph type="title" idx="105" hasCustomPrompt="1"/>
          </p:nvPr>
        </p:nvSpPr>
        <p:spPr>
          <a:xfrm>
            <a:off x="1234440" y="1965960"/>
            <a:ext cx="9692640" cy="2377440"/>
          </a:xfrm>
          <a:prstGeom prst="rect">
            <a:avLst/>
          </a:prstGeom>
          <a:noFill/>
          <a:ln/>
        </p:spPr>
        <p:txBody>
          <a:bodyPr wrap="square" rtlCol="0"/>
          <a:lstStyle>
            <a:lvl1pPr marL="0" indent="0" algn="l">
              <a:lnSpc>
                <a:spcPct val="116000"/>
              </a:lnSpc>
              <a:buNone/>
              <a:defRPr lang="en-US" sz="3800" b="1" dirty="0">
                <a:solidFill>
                  <a:schemeClr val="bg1"/>
                </a:solidFill>
                <a:latin typeface="Century Schoolbook" pitchFamily="34" charset="0"/>
                <a:ea typeface="Century Schoolbook" pitchFamily="34" charset="-122"/>
                <a:cs typeface="Century Schoolbook" pitchFamily="34" charset="-120"/>
              </a:defRPr>
            </a:lvl1pPr>
          </a:lstStyle>
          <a:p>
            <a:pPr marL="0" indent="0" algn="l">
              <a:lnSpc>
                <a:spcPct val="116000"/>
              </a:lnSpc>
              <a:buNone/>
            </a:pPr>
            <a:r>
              <a:rPr lang="en-US" sz="3800" b="1" dirty="0">
                <a:solidFill>
                  <a:schemeClr val="bg1"/>
                </a:solidFill>
                <a:latin typeface="Century Schoolbook" pitchFamily="34" charset="0"/>
                <a:ea typeface="Century Schoolbook" pitchFamily="34" charset="-122"/>
                <a:cs typeface="Century Schoolbook" pitchFamily="34" charset="-120"/>
              </a:rPr>
              <a:t>The one line to remember</a:t>
            </a:r>
            <a:endParaRPr lang="en-US" sz="3800" dirty="0"/>
          </a:p>
        </p:txBody>
      </p:sp>
      <p:sp>
        <p:nvSpPr>
          <p:cNvPr id="8" name="Text 5"/>
          <p:cNvSpPr>
            <a:spLocks noGrp="1"/>
          </p:cNvSpPr>
          <p:nvPr>
            <p:ph type="body" idx="106" hasCustomPrompt="1"/>
          </p:nvPr>
        </p:nvSpPr>
        <p:spPr>
          <a:xfrm>
            <a:off x="1234440" y="4709160"/>
            <a:ext cx="7315200" cy="457200"/>
          </a:xfrm>
          <a:prstGeom prst="rect">
            <a:avLst/>
          </a:prstGeom>
          <a:noFill/>
          <a:ln/>
        </p:spPr>
        <p:txBody>
          <a:bodyPr wrap="square" rtlCol="0"/>
          <a:lstStyle>
            <a:lvl1pPr marL="0" indent="0" algn="l">
              <a:buNone/>
              <a:defRPr lang="en-US" sz="1500" kern="0" spc="100" dirty="0">
                <a:solidFill>
                  <a:schemeClr val="accent5"/>
                </a:solidFill>
                <a:latin typeface="Calibri" pitchFamily="34" charset="0"/>
                <a:ea typeface="Calibri" pitchFamily="34" charset="-122"/>
                <a:cs typeface="Calibri" pitchFamily="34" charset="-120"/>
              </a:defRPr>
            </a:lvl1pPr>
          </a:lstStyle>
          <a:p>
            <a:pPr marL="0" indent="0" algn="l">
              <a:buNone/>
            </a:pPr>
            <a:r>
              <a:rPr lang="en-US" sz="1500" kern="0" spc="100" dirty="0">
                <a:solidFill>
                  <a:schemeClr val="accent5"/>
                </a:solidFill>
                <a:latin typeface="Calibri" pitchFamily="34" charset="0"/>
                <a:ea typeface="Calibri" pitchFamily="34" charset="-122"/>
                <a:cs typeface="Calibri" pitchFamily="34" charset="-120"/>
              </a:rPr>
              <a:t>ATTRIBUTION</a:t>
            </a:r>
            <a:endParaRPr lang="en-US" sz="1500"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D04 Title and body">
    <p:bg>
      <p:bgPr>
        <a:solidFill>
          <a:schemeClr val="tx1"/>
        </a:solidFill>
        <a:effectLst/>
      </p:bgPr>
    </p:bg>
    <p:spTree>
      <p:nvGrpSpPr>
        <p:cNvPr id="1" name=""/>
        <p:cNvGrpSpPr/>
        <p:nvPr/>
      </p:nvGrpSpPr>
      <p:grpSpPr>
        <a:xfrm>
          <a:off x="0" y="0"/>
          <a:ext cx="0" cy="0"/>
          <a:chOff x="0" y="0"/>
          <a:chExt cx="0" cy="0"/>
        </a:xfrm>
      </p:grpSpPr>
      <p:sp>
        <p:nvSpPr>
          <p:cNvPr id="2" name="RND_247"/>
          <p:cNvSpPr/>
          <p:nvPr/>
        </p:nvSpPr>
        <p:spPr>
          <a:xfrm rot="1080000">
            <a:off x="10561320" y="-868680"/>
            <a:ext cx="2971800" cy="2971800"/>
          </a:xfrm>
          <a:prstGeom prst="roundRect">
            <a:avLst>
              <a:gd name="adj" fmla="val 8000"/>
            </a:avLst>
          </a:prstGeom>
          <a:solidFill>
            <a:schemeClr val="tx2"/>
          </a:solidFill>
          <a:ln/>
        </p:spPr>
        <p:txBody>
          <a:bodyPr/>
          <a:lstStyle/>
          <a:p>
            <a:endParaRPr lang="en-GB"/>
          </a:p>
        </p:txBody>
      </p:sp>
      <p:sp>
        <p:nvSpPr>
          <p:cNvPr id="3" name="RND_248"/>
          <p:cNvSpPr/>
          <p:nvPr/>
        </p:nvSpPr>
        <p:spPr>
          <a:xfrm rot="-1440000">
            <a:off x="11292840" y="2331720"/>
            <a:ext cx="1508760" cy="1508760"/>
          </a:xfrm>
          <a:prstGeom prst="roundRect">
            <a:avLst>
              <a:gd name="adj" fmla="val 15758"/>
            </a:avLst>
          </a:prstGeom>
          <a:solidFill>
            <a:schemeClr val="accent3"/>
          </a:solidFill>
          <a:ln/>
        </p:spPr>
        <p:txBody>
          <a:bodyPr/>
          <a:lstStyle/>
          <a:p>
            <a:endParaRPr lang="en-GB"/>
          </a:p>
        </p:txBody>
      </p:sp>
      <p:sp>
        <p:nvSpPr>
          <p:cNvPr id="4" name="RND_249"/>
          <p:cNvSpPr/>
          <p:nvPr/>
        </p:nvSpPr>
        <p:spPr>
          <a:xfrm rot="2460000">
            <a:off x="10378440" y="5349240"/>
            <a:ext cx="2423160" cy="2423160"/>
          </a:xfrm>
          <a:prstGeom prst="roundRect">
            <a:avLst>
              <a:gd name="adj" fmla="val 9811"/>
            </a:avLst>
          </a:prstGeom>
          <a:solidFill>
            <a:schemeClr val="tx2"/>
          </a:solidFill>
          <a:ln/>
        </p:spPr>
        <p:txBody>
          <a:bodyPr/>
          <a:lstStyle/>
          <a:p>
            <a:endParaRPr lang="en-GB"/>
          </a:p>
        </p:txBody>
      </p:sp>
      <p:sp>
        <p:nvSpPr>
          <p:cNvPr id="5" name="ELL_250"/>
          <p:cNvSpPr/>
          <p:nvPr/>
        </p:nvSpPr>
        <p:spPr>
          <a:xfrm>
            <a:off x="228600" y="6217920"/>
            <a:ext cx="960120" cy="960120"/>
          </a:xfrm>
          <a:prstGeom prst="ellipse">
            <a:avLst/>
          </a:prstGeom>
          <a:solidFill>
            <a:schemeClr val="accent3"/>
          </a:solidFill>
          <a:ln/>
        </p:spPr>
        <p:txBody>
          <a:bodyPr/>
          <a:lstStyle/>
          <a:p>
            <a:endParaRPr lang="en-GB"/>
          </a:p>
        </p:txBody>
      </p:sp>
      <p:sp>
        <p:nvSpPr>
          <p:cNvPr id="6" name="Text 4"/>
          <p:cNvSpPr>
            <a:spLocks noGrp="1"/>
          </p:cNvSpPr>
          <p:nvPr>
            <p:ph type="title" idx="104"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3200" dirty="0"/>
          </a:p>
        </p:txBody>
      </p:sp>
      <p:sp>
        <p:nvSpPr>
          <p:cNvPr id="7" name="Text 4"/>
          <p:cNvSpPr>
            <a:spLocks noGrp="1"/>
          </p:cNvSpPr>
          <p:nvPr>
            <p:ph type="body" idx="105" hasCustomPrompt="1"/>
          </p:nvPr>
        </p:nvSpPr>
        <p:spPr>
          <a:xfrm>
            <a:off x="713232" y="1874520"/>
            <a:ext cx="7863840" cy="402336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bg2"/>
                </a:solidFill>
                <a:latin typeface="Calibri" pitchFamily="34" charset="0"/>
                <a:ea typeface="Calibri" pitchFamily="34" charset="-122"/>
                <a:cs typeface="Calibri" pitchFamily="34" charset="-120"/>
              </a:rPr>
              <a:t>Body text</a:t>
            </a:r>
            <a:endParaRPr lang="en-US" sz="140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D05 Body on ice panel">
    <p:bg>
      <p:bgPr>
        <a:solidFill>
          <a:schemeClr val="tx1"/>
        </a:solidFill>
        <a:effectLst/>
      </p:bgPr>
    </p:bg>
    <p:spTree>
      <p:nvGrpSpPr>
        <p:cNvPr id="1" name=""/>
        <p:cNvGrpSpPr/>
        <p:nvPr/>
      </p:nvGrpSpPr>
      <p:grpSpPr>
        <a:xfrm>
          <a:off x="0" y="0"/>
          <a:ext cx="0" cy="0"/>
          <a:chOff x="0" y="0"/>
          <a:chExt cx="0" cy="0"/>
        </a:xfrm>
      </p:grpSpPr>
      <p:sp>
        <p:nvSpPr>
          <p:cNvPr id="2" name="RND_251"/>
          <p:cNvSpPr/>
          <p:nvPr/>
        </p:nvSpPr>
        <p:spPr>
          <a:xfrm>
            <a:off x="713232" y="1783080"/>
            <a:ext cx="10744200" cy="4251960"/>
          </a:xfrm>
          <a:prstGeom prst="roundRect">
            <a:avLst>
              <a:gd name="adj" fmla="val 3441"/>
            </a:avLst>
          </a:prstGeom>
          <a:solidFill>
            <a:srgbClr val="27406E"/>
          </a:solidFill>
          <a:ln/>
        </p:spPr>
        <p:txBody>
          <a:bodyPr/>
          <a:lstStyle/>
          <a:p>
            <a:endParaRPr lang="en-GB"/>
          </a:p>
        </p:txBody>
      </p:sp>
      <p:sp>
        <p:nvSpPr>
          <p:cNvPr id="3" name="RND_252"/>
          <p:cNvSpPr/>
          <p:nvPr/>
        </p:nvSpPr>
        <p:spPr>
          <a:xfrm rot="1080000">
            <a:off x="11109960" y="228600"/>
            <a:ext cx="1371600" cy="1371600"/>
          </a:xfrm>
          <a:prstGeom prst="roundRect">
            <a:avLst>
              <a:gd name="adj" fmla="val 17333"/>
            </a:avLst>
          </a:prstGeom>
          <a:solidFill>
            <a:schemeClr val="accent3"/>
          </a:solidFill>
          <a:ln/>
        </p:spPr>
        <p:txBody>
          <a:bodyPr/>
          <a:lstStyle/>
          <a:p>
            <a:endParaRPr lang="en-GB"/>
          </a:p>
        </p:txBody>
      </p:sp>
      <p:sp>
        <p:nvSpPr>
          <p:cNvPr id="4" name="RND_253"/>
          <p:cNvSpPr/>
          <p:nvPr/>
        </p:nvSpPr>
        <p:spPr>
          <a:xfrm rot="-1440000">
            <a:off x="-457200" y="5806440"/>
            <a:ext cx="1554480" cy="1554480"/>
          </a:xfrm>
          <a:prstGeom prst="roundRect">
            <a:avLst>
              <a:gd name="adj" fmla="val 15294"/>
            </a:avLst>
          </a:prstGeom>
          <a:solidFill>
            <a:schemeClr val="tx2"/>
          </a:solidFill>
          <a:ln/>
        </p:spPr>
        <p:txBody>
          <a:bodyPr/>
          <a:lstStyle/>
          <a:p>
            <a:endParaRPr lang="en-GB"/>
          </a:p>
        </p:txBody>
      </p:sp>
      <p:sp>
        <p:nvSpPr>
          <p:cNvPr id="5" name="Text 3"/>
          <p:cNvSpPr>
            <a:spLocks noGrp="1"/>
          </p:cNvSpPr>
          <p:nvPr>
            <p:ph type="title" idx="103"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3200" dirty="0"/>
          </a:p>
        </p:txBody>
      </p:sp>
      <p:sp>
        <p:nvSpPr>
          <p:cNvPr id="6" name="Text 3"/>
          <p:cNvSpPr>
            <a:spLocks noGrp="1"/>
          </p:cNvSpPr>
          <p:nvPr>
            <p:ph type="body" idx="104" hasCustomPrompt="1"/>
          </p:nvPr>
        </p:nvSpPr>
        <p:spPr>
          <a:xfrm>
            <a:off x="1170432" y="2212848"/>
            <a:ext cx="9829800" cy="342900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bg2"/>
                </a:solidFill>
                <a:latin typeface="Calibri" pitchFamily="34" charset="0"/>
                <a:ea typeface="Calibri" pitchFamily="34" charset="-122"/>
                <a:cs typeface="Calibri" pitchFamily="34" charset="-120"/>
              </a:rPr>
              <a:t>Body text</a:t>
            </a:r>
            <a:endParaRPr lang="en-US" sz="140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D06 Two columns">
    <p:bg>
      <p:bgPr>
        <a:solidFill>
          <a:schemeClr val="tx1"/>
        </a:solidFill>
        <a:effectLst/>
      </p:bgPr>
    </p:bg>
    <p:spTree>
      <p:nvGrpSpPr>
        <p:cNvPr id="1" name=""/>
        <p:cNvGrpSpPr/>
        <p:nvPr/>
      </p:nvGrpSpPr>
      <p:grpSpPr>
        <a:xfrm>
          <a:off x="0" y="0"/>
          <a:ext cx="0" cy="0"/>
          <a:chOff x="0" y="0"/>
          <a:chExt cx="0" cy="0"/>
        </a:xfrm>
      </p:grpSpPr>
      <p:sp>
        <p:nvSpPr>
          <p:cNvPr id="2" name="RND_254"/>
          <p:cNvSpPr/>
          <p:nvPr/>
        </p:nvSpPr>
        <p:spPr>
          <a:xfrm rot="1080000">
            <a:off x="10744200" y="-822960"/>
            <a:ext cx="2697480" cy="2697480"/>
          </a:xfrm>
          <a:prstGeom prst="roundRect">
            <a:avLst>
              <a:gd name="adj" fmla="val 8814"/>
            </a:avLst>
          </a:prstGeom>
          <a:solidFill>
            <a:schemeClr val="tx2"/>
          </a:solidFill>
          <a:ln/>
        </p:spPr>
        <p:txBody>
          <a:bodyPr/>
          <a:lstStyle/>
          <a:p>
            <a:endParaRPr lang="en-GB"/>
          </a:p>
        </p:txBody>
      </p:sp>
      <p:sp>
        <p:nvSpPr>
          <p:cNvPr id="3" name="RND_255"/>
          <p:cNvSpPr/>
          <p:nvPr/>
        </p:nvSpPr>
        <p:spPr>
          <a:xfrm rot="-1440000">
            <a:off x="-685800" y="5897880"/>
            <a:ext cx="2057400" cy="2057400"/>
          </a:xfrm>
          <a:prstGeom prst="roundRect">
            <a:avLst>
              <a:gd name="adj" fmla="val 11556"/>
            </a:avLst>
          </a:prstGeom>
          <a:solidFill>
            <a:schemeClr val="tx2"/>
          </a:solidFill>
          <a:ln/>
        </p:spPr>
        <p:txBody>
          <a:bodyPr/>
          <a:lstStyle/>
          <a:p>
            <a:endParaRPr lang="en-GB"/>
          </a:p>
        </p:txBody>
      </p:sp>
      <p:sp>
        <p:nvSpPr>
          <p:cNvPr id="4" name="RND_256"/>
          <p:cNvSpPr/>
          <p:nvPr/>
        </p:nvSpPr>
        <p:spPr>
          <a:xfrm rot="2460000">
            <a:off x="11338560" y="5989320"/>
            <a:ext cx="1691640" cy="1691640"/>
          </a:xfrm>
          <a:prstGeom prst="roundRect">
            <a:avLst>
              <a:gd name="adj" fmla="val 14054"/>
            </a:avLst>
          </a:prstGeom>
          <a:solidFill>
            <a:schemeClr val="accent3"/>
          </a:solidFill>
          <a:ln/>
        </p:spPr>
        <p:txBody>
          <a:bodyPr/>
          <a:lstStyle/>
          <a:p>
            <a:endParaRPr lang="en-GB"/>
          </a:p>
        </p:txBody>
      </p:sp>
      <p:sp>
        <p:nvSpPr>
          <p:cNvPr id="5" name="ELL_257"/>
          <p:cNvSpPr/>
          <p:nvPr/>
        </p:nvSpPr>
        <p:spPr>
          <a:xfrm>
            <a:off x="11841480" y="2880360"/>
            <a:ext cx="868680" cy="868680"/>
          </a:xfrm>
          <a:prstGeom prst="ellipse">
            <a:avLst/>
          </a:prstGeom>
          <a:solidFill>
            <a:schemeClr val="accent3"/>
          </a:solidFill>
          <a:ln/>
        </p:spPr>
        <p:txBody>
          <a:bodyPr/>
          <a:lstStyle/>
          <a:p>
            <a:endParaRPr lang="en-GB"/>
          </a:p>
        </p:txBody>
      </p:sp>
      <p:sp>
        <p:nvSpPr>
          <p:cNvPr id="6" name="Text 4"/>
          <p:cNvSpPr>
            <a:spLocks noGrp="1"/>
          </p:cNvSpPr>
          <p:nvPr>
            <p:ph type="title" idx="104"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3200" dirty="0"/>
          </a:p>
        </p:txBody>
      </p:sp>
      <p:sp>
        <p:nvSpPr>
          <p:cNvPr id="7" name="Text 4"/>
          <p:cNvSpPr>
            <a:spLocks noGrp="1"/>
          </p:cNvSpPr>
          <p:nvPr>
            <p:ph type="body" idx="105" hasCustomPrompt="1"/>
          </p:nvPr>
        </p:nvSpPr>
        <p:spPr>
          <a:xfrm>
            <a:off x="713232" y="1847088"/>
            <a:ext cx="5120640" cy="411480"/>
          </a:xfrm>
          <a:prstGeom prst="rect">
            <a:avLst/>
          </a:prstGeom>
          <a:noFill/>
          <a:ln/>
        </p:spPr>
        <p:txBody>
          <a:bodyPr wrap="square" rtlCol="0"/>
          <a:lstStyle>
            <a:lvl1pPr marL="0" indent="0" algn="l">
              <a:buNone/>
              <a:defRPr lang="en-US" sz="2000" b="1" dirty="0">
                <a:solidFill>
                  <a:schemeClr val="accent5"/>
                </a:solidFill>
                <a:latin typeface="Century Schoolbook" pitchFamily="34" charset="0"/>
                <a:ea typeface="Century Schoolbook" pitchFamily="34" charset="-122"/>
                <a:cs typeface="Century Schoolbook" pitchFamily="34" charset="-120"/>
              </a:defRPr>
            </a:lvl1pPr>
          </a:lstStyle>
          <a:p>
            <a:pPr marL="0" indent="0" algn="l">
              <a:buNone/>
            </a:pPr>
            <a:r>
              <a:rPr lang="en-US" sz="2000" b="1" dirty="0">
                <a:solidFill>
                  <a:schemeClr val="accent5"/>
                </a:solidFill>
                <a:latin typeface="Century Schoolbook" pitchFamily="34" charset="0"/>
                <a:ea typeface="Century Schoolbook" pitchFamily="34" charset="-122"/>
                <a:cs typeface="Century Schoolbook" pitchFamily="34" charset="-120"/>
              </a:rPr>
              <a:t>Heading</a:t>
            </a:r>
            <a:endParaRPr lang="en-US" sz="2000" dirty="0"/>
          </a:p>
        </p:txBody>
      </p:sp>
      <p:sp>
        <p:nvSpPr>
          <p:cNvPr id="8" name="Text 4"/>
          <p:cNvSpPr>
            <a:spLocks noGrp="1"/>
          </p:cNvSpPr>
          <p:nvPr>
            <p:ph type="body" idx="106" hasCustomPrompt="1"/>
          </p:nvPr>
        </p:nvSpPr>
        <p:spPr>
          <a:xfrm>
            <a:off x="713232" y="2432304"/>
            <a:ext cx="5120640" cy="347472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bg2"/>
                </a:solidFill>
                <a:latin typeface="Calibri" pitchFamily="34" charset="0"/>
                <a:ea typeface="Calibri" pitchFamily="34" charset="-122"/>
                <a:cs typeface="Calibri" pitchFamily="34" charset="-120"/>
              </a:rPr>
              <a:t>Body text</a:t>
            </a:r>
            <a:endParaRPr lang="en-US" sz="1400" dirty="0"/>
          </a:p>
        </p:txBody>
      </p:sp>
      <p:sp>
        <p:nvSpPr>
          <p:cNvPr id="9" name="Text 4"/>
          <p:cNvSpPr>
            <a:spLocks noGrp="1"/>
          </p:cNvSpPr>
          <p:nvPr>
            <p:ph type="body" idx="107" hasCustomPrompt="1"/>
          </p:nvPr>
        </p:nvSpPr>
        <p:spPr>
          <a:xfrm>
            <a:off x="6355080" y="1847088"/>
            <a:ext cx="5120640" cy="411480"/>
          </a:xfrm>
          <a:prstGeom prst="rect">
            <a:avLst/>
          </a:prstGeom>
          <a:noFill/>
          <a:ln/>
        </p:spPr>
        <p:txBody>
          <a:bodyPr wrap="square" rtlCol="0"/>
          <a:lstStyle>
            <a:lvl1pPr marL="0" indent="0" algn="l">
              <a:buNone/>
              <a:defRPr lang="en-US" sz="2000" b="1" dirty="0">
                <a:solidFill>
                  <a:schemeClr val="accent5"/>
                </a:solidFill>
                <a:latin typeface="Century Schoolbook" pitchFamily="34" charset="0"/>
                <a:ea typeface="Century Schoolbook" pitchFamily="34" charset="-122"/>
                <a:cs typeface="Century Schoolbook" pitchFamily="34" charset="-120"/>
              </a:defRPr>
            </a:lvl1pPr>
          </a:lstStyle>
          <a:p>
            <a:pPr marL="0" indent="0" algn="l">
              <a:buNone/>
            </a:pPr>
            <a:r>
              <a:rPr lang="en-US" sz="2000" b="1" dirty="0">
                <a:solidFill>
                  <a:schemeClr val="accent5"/>
                </a:solidFill>
                <a:latin typeface="Century Schoolbook" pitchFamily="34" charset="0"/>
                <a:ea typeface="Century Schoolbook" pitchFamily="34" charset="-122"/>
                <a:cs typeface="Century Schoolbook" pitchFamily="34" charset="-120"/>
              </a:rPr>
              <a:t>Heading</a:t>
            </a:r>
            <a:endParaRPr lang="en-US" sz="2000" dirty="0"/>
          </a:p>
        </p:txBody>
      </p:sp>
      <p:sp>
        <p:nvSpPr>
          <p:cNvPr id="10" name="Text 4"/>
          <p:cNvSpPr>
            <a:spLocks noGrp="1"/>
          </p:cNvSpPr>
          <p:nvPr>
            <p:ph type="body" idx="108" hasCustomPrompt="1"/>
          </p:nvPr>
        </p:nvSpPr>
        <p:spPr>
          <a:xfrm>
            <a:off x="6355080" y="2432304"/>
            <a:ext cx="5120640" cy="347472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bg2"/>
                </a:solidFill>
                <a:latin typeface="Calibri" pitchFamily="34" charset="0"/>
                <a:ea typeface="Calibri" pitchFamily="34" charset="-122"/>
                <a:cs typeface="Calibri" pitchFamily="34" charset="-120"/>
              </a:rPr>
              <a:t>Body text</a:t>
            </a:r>
            <a:endParaRPr lang="en-US" sz="140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D07 Three cards">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3200" dirty="0"/>
          </a:p>
        </p:txBody>
      </p:sp>
      <p:sp>
        <p:nvSpPr>
          <p:cNvPr id="3" name="RND_258"/>
          <p:cNvSpPr/>
          <p:nvPr/>
        </p:nvSpPr>
        <p:spPr>
          <a:xfrm>
            <a:off x="713232" y="1965960"/>
            <a:ext cx="3364992" cy="3520440"/>
          </a:xfrm>
          <a:prstGeom prst="roundRect">
            <a:avLst>
              <a:gd name="adj" fmla="val 4076"/>
            </a:avLst>
          </a:prstGeom>
          <a:solidFill>
            <a:schemeClr val="accent1"/>
          </a:solidFill>
          <a:ln/>
        </p:spPr>
        <p:txBody>
          <a:bodyPr/>
          <a:lstStyle/>
          <a:p>
            <a:endParaRPr lang="en-GB"/>
          </a:p>
        </p:txBody>
      </p:sp>
      <p:sp>
        <p:nvSpPr>
          <p:cNvPr id="4" name="RND_259"/>
          <p:cNvSpPr/>
          <p:nvPr/>
        </p:nvSpPr>
        <p:spPr>
          <a:xfrm>
            <a:off x="4416552" y="1965960"/>
            <a:ext cx="3364992" cy="3520440"/>
          </a:xfrm>
          <a:prstGeom prst="roundRect">
            <a:avLst>
              <a:gd name="adj" fmla="val 4076"/>
            </a:avLst>
          </a:prstGeom>
          <a:solidFill>
            <a:schemeClr val="tx2"/>
          </a:solidFill>
          <a:ln/>
        </p:spPr>
        <p:txBody>
          <a:bodyPr/>
          <a:lstStyle/>
          <a:p>
            <a:endParaRPr lang="en-GB"/>
          </a:p>
        </p:txBody>
      </p:sp>
      <p:sp>
        <p:nvSpPr>
          <p:cNvPr id="5" name="RND_260"/>
          <p:cNvSpPr/>
          <p:nvPr/>
        </p:nvSpPr>
        <p:spPr>
          <a:xfrm>
            <a:off x="8119872" y="1965960"/>
            <a:ext cx="3364992" cy="3520440"/>
          </a:xfrm>
          <a:prstGeom prst="roundRect">
            <a:avLst>
              <a:gd name="adj" fmla="val 4076"/>
            </a:avLst>
          </a:prstGeom>
          <a:solidFill>
            <a:schemeClr val="accent3"/>
          </a:solidFill>
          <a:ln/>
        </p:spPr>
        <p:txBody>
          <a:bodyPr/>
          <a:lstStyle/>
          <a:p>
            <a:endParaRPr lang="en-GB"/>
          </a:p>
        </p:txBody>
      </p:sp>
      <p:sp>
        <p:nvSpPr>
          <p:cNvPr id="6" name="Text 3"/>
          <p:cNvSpPr>
            <a:spLocks noGrp="1"/>
          </p:cNvSpPr>
          <p:nvPr>
            <p:ph type="body" idx="104" hasCustomPrompt="1"/>
          </p:nvPr>
        </p:nvSpPr>
        <p:spPr>
          <a:xfrm>
            <a:off x="1060704" y="2304288"/>
            <a:ext cx="1097280" cy="256032"/>
          </a:xfrm>
          <a:prstGeom prst="rect">
            <a:avLst/>
          </a:prstGeom>
          <a:noFill/>
          <a:ln/>
        </p:spPr>
        <p:txBody>
          <a:bodyPr wrap="square" rtlCol="0"/>
          <a:lstStyle>
            <a:lvl1pPr marL="0" indent="0" algn="l">
              <a:buNone/>
              <a:defRPr lang="en-US" sz="1000" b="1" kern="0" spc="150" dirty="0">
                <a:solidFill>
                  <a:schemeClr val="bg2"/>
                </a:solidFill>
                <a:latin typeface="Calibri" pitchFamily="34" charset="0"/>
                <a:ea typeface="Calibri" pitchFamily="34" charset="-122"/>
                <a:cs typeface="Calibri" pitchFamily="34" charset="-120"/>
              </a:defRPr>
            </a:lvl1pPr>
          </a:lstStyle>
          <a:p>
            <a:pPr marL="0" indent="0" algn="l">
              <a:buNone/>
            </a:pPr>
            <a:r>
              <a:rPr lang="en-US" sz="1000" b="1" kern="0" spc="150" dirty="0">
                <a:solidFill>
                  <a:schemeClr val="bg2"/>
                </a:solidFill>
                <a:latin typeface="Calibri" pitchFamily="34" charset="0"/>
                <a:ea typeface="Calibri" pitchFamily="34" charset="-122"/>
                <a:cs typeface="Calibri" pitchFamily="34" charset="-120"/>
              </a:rPr>
              <a:t>LABEL</a:t>
            </a:r>
            <a:endParaRPr lang="en-US" sz="1000" dirty="0"/>
          </a:p>
        </p:txBody>
      </p:sp>
      <p:sp>
        <p:nvSpPr>
          <p:cNvPr id="7" name="Text 3"/>
          <p:cNvSpPr>
            <a:spLocks noGrp="1"/>
          </p:cNvSpPr>
          <p:nvPr>
            <p:ph type="body" idx="105" hasCustomPrompt="1"/>
          </p:nvPr>
        </p:nvSpPr>
        <p:spPr>
          <a:xfrm>
            <a:off x="1060704" y="2697480"/>
            <a:ext cx="2697480" cy="457200"/>
          </a:xfrm>
          <a:prstGeom prst="rect">
            <a:avLst/>
          </a:prstGeom>
          <a:noFill/>
          <a:ln/>
        </p:spPr>
        <p:txBody>
          <a:bodyPr wrap="square" rtlCol="0"/>
          <a:lstStyle>
            <a:lvl1pPr marL="0" indent="0" algn="l">
              <a:buNone/>
              <a:defRPr lang="en-US" sz="20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2000" b="1" dirty="0">
                <a:solidFill>
                  <a:schemeClr val="bg1"/>
                </a:solidFill>
                <a:latin typeface="Century Schoolbook" pitchFamily="34" charset="0"/>
                <a:ea typeface="Century Schoolbook" pitchFamily="34" charset="-122"/>
                <a:cs typeface="Century Schoolbook" pitchFamily="34" charset="-120"/>
              </a:rPr>
              <a:t>Heading</a:t>
            </a:r>
            <a:endParaRPr lang="en-US" sz="2000" dirty="0"/>
          </a:p>
        </p:txBody>
      </p:sp>
      <p:sp>
        <p:nvSpPr>
          <p:cNvPr id="8" name="Text 3"/>
          <p:cNvSpPr>
            <a:spLocks noGrp="1"/>
          </p:cNvSpPr>
          <p:nvPr>
            <p:ph type="body" idx="106" hasCustomPrompt="1"/>
          </p:nvPr>
        </p:nvSpPr>
        <p:spPr>
          <a:xfrm>
            <a:off x="1060704" y="3310128"/>
            <a:ext cx="2697480" cy="187452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350" dirty="0">
                <a:solidFill>
                  <a:schemeClr val="bg2"/>
                </a:solidFill>
                <a:latin typeface="Calibri" pitchFamily="34" charset="0"/>
                <a:ea typeface="Calibri" pitchFamily="34" charset="-122"/>
                <a:cs typeface="Calibri" pitchFamily="34" charset="-120"/>
              </a:rPr>
              <a:t>Body text</a:t>
            </a:r>
            <a:endParaRPr lang="en-US" sz="1350" dirty="0"/>
          </a:p>
        </p:txBody>
      </p:sp>
      <p:sp>
        <p:nvSpPr>
          <p:cNvPr id="9" name="Text 3"/>
          <p:cNvSpPr>
            <a:spLocks noGrp="1"/>
          </p:cNvSpPr>
          <p:nvPr>
            <p:ph type="body" idx="107" hasCustomPrompt="1"/>
          </p:nvPr>
        </p:nvSpPr>
        <p:spPr>
          <a:xfrm>
            <a:off x="4764024" y="2304288"/>
            <a:ext cx="1097280" cy="256032"/>
          </a:xfrm>
          <a:prstGeom prst="rect">
            <a:avLst/>
          </a:prstGeom>
          <a:noFill/>
          <a:ln/>
        </p:spPr>
        <p:txBody>
          <a:bodyPr wrap="square" rtlCol="0"/>
          <a:lstStyle>
            <a:lvl1pPr marL="0" indent="0" algn="l">
              <a:buNone/>
              <a:defRPr lang="en-US" sz="1000" b="1" kern="0" spc="150" dirty="0">
                <a:solidFill>
                  <a:schemeClr val="accent5"/>
                </a:solidFill>
                <a:latin typeface="Calibri" pitchFamily="34" charset="0"/>
                <a:ea typeface="Calibri" pitchFamily="34" charset="-122"/>
                <a:cs typeface="Calibri" pitchFamily="34" charset="-120"/>
              </a:defRPr>
            </a:lvl1pPr>
          </a:lstStyle>
          <a:p>
            <a:pPr marL="0" indent="0" algn="l">
              <a:buNone/>
            </a:pPr>
            <a:r>
              <a:rPr lang="en-US" sz="1000" b="1" kern="0" spc="150" dirty="0">
                <a:solidFill>
                  <a:schemeClr val="accent5"/>
                </a:solidFill>
                <a:latin typeface="Calibri" pitchFamily="34" charset="0"/>
                <a:ea typeface="Calibri" pitchFamily="34" charset="-122"/>
                <a:cs typeface="Calibri" pitchFamily="34" charset="-120"/>
              </a:rPr>
              <a:t>LABEL</a:t>
            </a:r>
            <a:endParaRPr lang="en-US" sz="1000" dirty="0"/>
          </a:p>
        </p:txBody>
      </p:sp>
      <p:sp>
        <p:nvSpPr>
          <p:cNvPr id="10" name="Text 3"/>
          <p:cNvSpPr>
            <a:spLocks noGrp="1"/>
          </p:cNvSpPr>
          <p:nvPr>
            <p:ph type="body" idx="108" hasCustomPrompt="1"/>
          </p:nvPr>
        </p:nvSpPr>
        <p:spPr>
          <a:xfrm>
            <a:off x="4764024" y="2697480"/>
            <a:ext cx="2697480" cy="457200"/>
          </a:xfrm>
          <a:prstGeom prst="rect">
            <a:avLst/>
          </a:prstGeom>
          <a:noFill/>
          <a:ln/>
        </p:spPr>
        <p:txBody>
          <a:bodyPr wrap="square" rtlCol="0"/>
          <a:lstStyle>
            <a:lvl1pPr marL="0" indent="0" algn="l">
              <a:buNone/>
              <a:defRPr lang="en-US" sz="2000" b="1" dirty="0">
                <a:solidFill>
                  <a:schemeClr val="accent2"/>
                </a:solidFill>
                <a:latin typeface="Century Schoolbook" pitchFamily="34" charset="0"/>
                <a:ea typeface="Century Schoolbook" pitchFamily="34" charset="-122"/>
                <a:cs typeface="Century Schoolbook" pitchFamily="34" charset="-120"/>
              </a:defRPr>
            </a:lvl1pPr>
          </a:lstStyle>
          <a:p>
            <a:pPr marL="0" indent="0" algn="l">
              <a:buNone/>
            </a:pPr>
            <a:r>
              <a:rPr lang="en-US" sz="2000" b="1" dirty="0">
                <a:solidFill>
                  <a:schemeClr val="accent2"/>
                </a:solidFill>
                <a:latin typeface="Century Schoolbook" pitchFamily="34" charset="0"/>
                <a:ea typeface="Century Schoolbook" pitchFamily="34" charset="-122"/>
                <a:cs typeface="Century Schoolbook" pitchFamily="34" charset="-120"/>
              </a:rPr>
              <a:t>Heading</a:t>
            </a:r>
            <a:endParaRPr lang="en-US" sz="2000" dirty="0"/>
          </a:p>
        </p:txBody>
      </p:sp>
      <p:sp>
        <p:nvSpPr>
          <p:cNvPr id="11" name="Text 3"/>
          <p:cNvSpPr>
            <a:spLocks noGrp="1"/>
          </p:cNvSpPr>
          <p:nvPr>
            <p:ph type="body" idx="109" hasCustomPrompt="1"/>
          </p:nvPr>
        </p:nvSpPr>
        <p:spPr>
          <a:xfrm>
            <a:off x="4764024" y="3310128"/>
            <a:ext cx="2697480" cy="187452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350" dirty="0">
                <a:solidFill>
                  <a:schemeClr val="accent5"/>
                </a:solidFill>
                <a:latin typeface="Calibri" pitchFamily="34" charset="0"/>
                <a:ea typeface="Calibri" pitchFamily="34" charset="-122"/>
                <a:cs typeface="Calibri" pitchFamily="34" charset="-120"/>
              </a:rPr>
              <a:t>Body text</a:t>
            </a:r>
            <a:endParaRPr lang="en-US" sz="1350" dirty="0"/>
          </a:p>
        </p:txBody>
      </p:sp>
      <p:sp>
        <p:nvSpPr>
          <p:cNvPr id="12" name="Text 3"/>
          <p:cNvSpPr>
            <a:spLocks noGrp="1"/>
          </p:cNvSpPr>
          <p:nvPr>
            <p:ph type="body" idx="110" hasCustomPrompt="1"/>
          </p:nvPr>
        </p:nvSpPr>
        <p:spPr>
          <a:xfrm>
            <a:off x="8467344" y="2304288"/>
            <a:ext cx="1097280" cy="256032"/>
          </a:xfrm>
          <a:prstGeom prst="rect">
            <a:avLst/>
          </a:prstGeom>
          <a:noFill/>
          <a:ln/>
        </p:spPr>
        <p:txBody>
          <a:bodyPr wrap="square" rtlCol="0"/>
          <a:lstStyle>
            <a:lvl1pPr marL="0" indent="0" algn="l">
              <a:buNone/>
              <a:defRPr lang="en-US" sz="1000" b="1" kern="0" spc="150" dirty="0">
                <a:solidFill>
                  <a:schemeClr val="accent5"/>
                </a:solidFill>
                <a:latin typeface="Calibri" pitchFamily="34" charset="0"/>
                <a:ea typeface="Calibri" pitchFamily="34" charset="-122"/>
                <a:cs typeface="Calibri" pitchFamily="34" charset="-120"/>
              </a:defRPr>
            </a:lvl1pPr>
          </a:lstStyle>
          <a:p>
            <a:pPr marL="0" indent="0" algn="l">
              <a:buNone/>
            </a:pPr>
            <a:r>
              <a:rPr lang="en-US" sz="1000" b="1" kern="0" spc="150" dirty="0">
                <a:solidFill>
                  <a:schemeClr val="accent5"/>
                </a:solidFill>
                <a:latin typeface="Calibri" pitchFamily="34" charset="0"/>
                <a:ea typeface="Calibri" pitchFamily="34" charset="-122"/>
                <a:cs typeface="Calibri" pitchFamily="34" charset="-120"/>
              </a:rPr>
              <a:t>LABEL</a:t>
            </a:r>
            <a:endParaRPr lang="en-US" sz="1000" dirty="0"/>
          </a:p>
        </p:txBody>
      </p:sp>
      <p:sp>
        <p:nvSpPr>
          <p:cNvPr id="13" name="Text 3"/>
          <p:cNvSpPr>
            <a:spLocks noGrp="1"/>
          </p:cNvSpPr>
          <p:nvPr>
            <p:ph type="body" idx="111" hasCustomPrompt="1"/>
          </p:nvPr>
        </p:nvSpPr>
        <p:spPr>
          <a:xfrm>
            <a:off x="8467344" y="2697480"/>
            <a:ext cx="2697480" cy="457200"/>
          </a:xfrm>
          <a:prstGeom prst="rect">
            <a:avLst/>
          </a:prstGeom>
          <a:noFill/>
          <a:ln/>
        </p:spPr>
        <p:txBody>
          <a:bodyPr wrap="square" rtlCol="0"/>
          <a:lstStyle>
            <a:lvl1pPr marL="0" indent="0" algn="l">
              <a:buNone/>
              <a:defRPr lang="en-US" sz="2000" b="1" dirty="0">
                <a:solidFill>
                  <a:schemeClr val="bg2"/>
                </a:solidFill>
                <a:latin typeface="Century Schoolbook" pitchFamily="34" charset="0"/>
                <a:ea typeface="Century Schoolbook" pitchFamily="34" charset="-122"/>
                <a:cs typeface="Century Schoolbook" pitchFamily="34" charset="-120"/>
              </a:defRPr>
            </a:lvl1pPr>
          </a:lstStyle>
          <a:p>
            <a:pPr marL="0" indent="0" algn="l">
              <a:buNone/>
            </a:pPr>
            <a:r>
              <a:rPr lang="en-US" sz="2000" b="1" dirty="0">
                <a:solidFill>
                  <a:schemeClr val="bg2"/>
                </a:solidFill>
                <a:latin typeface="Century Schoolbook" pitchFamily="34" charset="0"/>
                <a:ea typeface="Century Schoolbook" pitchFamily="34" charset="-122"/>
                <a:cs typeface="Century Schoolbook" pitchFamily="34" charset="-120"/>
              </a:rPr>
              <a:t>Heading</a:t>
            </a:r>
            <a:endParaRPr lang="en-US" sz="2000" dirty="0"/>
          </a:p>
        </p:txBody>
      </p:sp>
      <p:sp>
        <p:nvSpPr>
          <p:cNvPr id="14" name="Text 3"/>
          <p:cNvSpPr>
            <a:spLocks noGrp="1"/>
          </p:cNvSpPr>
          <p:nvPr>
            <p:ph type="body" idx="112" hasCustomPrompt="1"/>
          </p:nvPr>
        </p:nvSpPr>
        <p:spPr>
          <a:xfrm>
            <a:off x="8467344" y="3310128"/>
            <a:ext cx="2697480" cy="187452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350" dirty="0">
                <a:solidFill>
                  <a:schemeClr val="bg2"/>
                </a:solidFill>
                <a:latin typeface="Calibri" pitchFamily="34" charset="0"/>
                <a:ea typeface="Calibri" pitchFamily="34" charset="-122"/>
                <a:cs typeface="Calibri" pitchFamily="34" charset="-120"/>
              </a:rPr>
              <a:t>Body text</a:t>
            </a:r>
            <a:endParaRPr lang="en-US" sz="135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D08 Three floes">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3200" dirty="0"/>
          </a:p>
        </p:txBody>
      </p:sp>
      <p:sp>
        <p:nvSpPr>
          <p:cNvPr id="3" name="ELL_261"/>
          <p:cNvSpPr/>
          <p:nvPr/>
        </p:nvSpPr>
        <p:spPr>
          <a:xfrm>
            <a:off x="1188720" y="1920240"/>
            <a:ext cx="2377440" cy="2377440"/>
          </a:xfrm>
          <a:prstGeom prst="ellipse">
            <a:avLst/>
          </a:prstGeom>
          <a:solidFill>
            <a:schemeClr val="tx2"/>
          </a:solidFill>
          <a:ln/>
        </p:spPr>
        <p:txBody>
          <a:bodyPr/>
          <a:lstStyle/>
          <a:p>
            <a:endParaRPr lang="en-GB"/>
          </a:p>
        </p:txBody>
      </p:sp>
      <p:sp>
        <p:nvSpPr>
          <p:cNvPr id="4" name="ELL_262"/>
          <p:cNvSpPr/>
          <p:nvPr/>
        </p:nvSpPr>
        <p:spPr>
          <a:xfrm>
            <a:off x="4892040" y="1920240"/>
            <a:ext cx="2377440" cy="2377440"/>
          </a:xfrm>
          <a:prstGeom prst="ellipse">
            <a:avLst/>
          </a:prstGeom>
          <a:solidFill>
            <a:schemeClr val="accent1"/>
          </a:solidFill>
          <a:ln/>
        </p:spPr>
        <p:txBody>
          <a:bodyPr/>
          <a:lstStyle/>
          <a:p>
            <a:endParaRPr lang="en-GB"/>
          </a:p>
        </p:txBody>
      </p:sp>
      <p:sp>
        <p:nvSpPr>
          <p:cNvPr id="5" name="ELL_263"/>
          <p:cNvSpPr/>
          <p:nvPr/>
        </p:nvSpPr>
        <p:spPr>
          <a:xfrm>
            <a:off x="8595360" y="1920240"/>
            <a:ext cx="2377440" cy="2377440"/>
          </a:xfrm>
          <a:prstGeom prst="ellipse">
            <a:avLst/>
          </a:prstGeom>
          <a:solidFill>
            <a:schemeClr val="tx2"/>
          </a:solidFill>
          <a:ln/>
        </p:spPr>
        <p:txBody>
          <a:bodyPr/>
          <a:lstStyle/>
          <a:p>
            <a:endParaRPr lang="en-GB"/>
          </a:p>
        </p:txBody>
      </p:sp>
      <p:sp>
        <p:nvSpPr>
          <p:cNvPr id="6" name="Text 3"/>
          <p:cNvSpPr>
            <a:spLocks noGrp="1"/>
          </p:cNvSpPr>
          <p:nvPr>
            <p:ph type="body" idx="104" hasCustomPrompt="1"/>
          </p:nvPr>
        </p:nvSpPr>
        <p:spPr>
          <a:xfrm>
            <a:off x="1188720" y="2788920"/>
            <a:ext cx="2377440" cy="640080"/>
          </a:xfrm>
          <a:prstGeom prst="rect">
            <a:avLst/>
          </a:prstGeom>
          <a:noFill/>
          <a:ln/>
        </p:spPr>
        <p:txBody>
          <a:bodyPr wrap="square" rtlCol="0"/>
          <a:lstStyle>
            <a:lvl1pPr marL="0" indent="0" algn="ctr">
              <a:buNone/>
              <a:defRPr lang="en-US" sz="3200" b="1" dirty="0">
                <a:solidFill>
                  <a:schemeClr val="bg2"/>
                </a:solidFill>
                <a:latin typeface="Century Schoolbook" pitchFamily="34" charset="0"/>
                <a:ea typeface="Century Schoolbook" pitchFamily="34" charset="-122"/>
                <a:cs typeface="Century Schoolbook" pitchFamily="34" charset="-120"/>
              </a:defRPr>
            </a:lvl1pPr>
          </a:lstStyle>
          <a:p>
            <a:pPr marL="0" indent="0" algn="ctr">
              <a:buNone/>
            </a:pPr>
            <a:r>
              <a:rPr lang="en-US" sz="3200" b="1" dirty="0">
                <a:solidFill>
                  <a:schemeClr val="bg2"/>
                </a:solidFill>
                <a:latin typeface="Century Schoolbook" pitchFamily="34" charset="0"/>
                <a:ea typeface="Century Schoolbook" pitchFamily="34" charset="-122"/>
                <a:cs typeface="Century Schoolbook" pitchFamily="34" charset="-120"/>
              </a:rPr>
              <a:t>01</a:t>
            </a:r>
            <a:endParaRPr lang="en-US" sz="3200" dirty="0"/>
          </a:p>
        </p:txBody>
      </p:sp>
      <p:sp>
        <p:nvSpPr>
          <p:cNvPr id="7" name="Text 3"/>
          <p:cNvSpPr>
            <a:spLocks noGrp="1"/>
          </p:cNvSpPr>
          <p:nvPr>
            <p:ph type="body" idx="105" hasCustomPrompt="1"/>
          </p:nvPr>
        </p:nvSpPr>
        <p:spPr>
          <a:xfrm>
            <a:off x="4892040" y="2788920"/>
            <a:ext cx="2377440" cy="640080"/>
          </a:xfrm>
          <a:prstGeom prst="rect">
            <a:avLst/>
          </a:prstGeom>
          <a:noFill/>
          <a:ln/>
        </p:spPr>
        <p:txBody>
          <a:bodyPr wrap="square" rtlCol="0"/>
          <a:lstStyle>
            <a:lvl1pPr marL="0" indent="0" algn="ctr">
              <a:buNone/>
              <a:defRPr lang="en-US" sz="3200" b="1" dirty="0">
                <a:solidFill>
                  <a:schemeClr val="bg1"/>
                </a:solidFill>
                <a:latin typeface="Century Schoolbook" pitchFamily="34" charset="0"/>
                <a:ea typeface="Century Schoolbook" pitchFamily="34" charset="-122"/>
                <a:cs typeface="Century Schoolbook" pitchFamily="34" charset="-120"/>
              </a:defRPr>
            </a:lvl1pPr>
          </a:lstStyle>
          <a:p>
            <a:pPr marL="0" indent="0" algn="ctr">
              <a:buNone/>
            </a:pPr>
            <a:r>
              <a:rPr lang="en-US" sz="3200" b="1" dirty="0">
                <a:solidFill>
                  <a:schemeClr val="bg1"/>
                </a:solidFill>
                <a:latin typeface="Century Schoolbook" pitchFamily="34" charset="0"/>
                <a:ea typeface="Century Schoolbook" pitchFamily="34" charset="-122"/>
                <a:cs typeface="Century Schoolbook" pitchFamily="34" charset="-120"/>
              </a:rPr>
              <a:t>02</a:t>
            </a:r>
            <a:endParaRPr lang="en-US" sz="3200" dirty="0"/>
          </a:p>
        </p:txBody>
      </p:sp>
      <p:sp>
        <p:nvSpPr>
          <p:cNvPr id="8" name="Text 3"/>
          <p:cNvSpPr>
            <a:spLocks noGrp="1"/>
          </p:cNvSpPr>
          <p:nvPr>
            <p:ph type="body" idx="106" hasCustomPrompt="1"/>
          </p:nvPr>
        </p:nvSpPr>
        <p:spPr>
          <a:xfrm>
            <a:off x="8595360" y="2788920"/>
            <a:ext cx="2377440" cy="640080"/>
          </a:xfrm>
          <a:prstGeom prst="rect">
            <a:avLst/>
          </a:prstGeom>
          <a:noFill/>
          <a:ln/>
        </p:spPr>
        <p:txBody>
          <a:bodyPr wrap="square" rtlCol="0"/>
          <a:lstStyle>
            <a:lvl1pPr marL="0" indent="0" algn="ctr">
              <a:buNone/>
              <a:defRPr lang="en-US" sz="3200" b="1" dirty="0">
                <a:solidFill>
                  <a:schemeClr val="bg2"/>
                </a:solidFill>
                <a:latin typeface="Century Schoolbook" pitchFamily="34" charset="0"/>
                <a:ea typeface="Century Schoolbook" pitchFamily="34" charset="-122"/>
                <a:cs typeface="Century Schoolbook" pitchFamily="34" charset="-120"/>
              </a:defRPr>
            </a:lvl1pPr>
          </a:lstStyle>
          <a:p>
            <a:pPr marL="0" indent="0" algn="ctr">
              <a:buNone/>
            </a:pPr>
            <a:r>
              <a:rPr lang="en-US" sz="3200" b="1" dirty="0">
                <a:solidFill>
                  <a:schemeClr val="bg2"/>
                </a:solidFill>
                <a:latin typeface="Century Schoolbook" pitchFamily="34" charset="0"/>
                <a:ea typeface="Century Schoolbook" pitchFamily="34" charset="-122"/>
                <a:cs typeface="Century Schoolbook" pitchFamily="34" charset="-120"/>
              </a:rPr>
              <a:t>03</a:t>
            </a:r>
            <a:endParaRPr lang="en-US" sz="3200" dirty="0"/>
          </a:p>
        </p:txBody>
      </p:sp>
      <p:sp>
        <p:nvSpPr>
          <p:cNvPr id="9" name="Text 3"/>
          <p:cNvSpPr>
            <a:spLocks noGrp="1"/>
          </p:cNvSpPr>
          <p:nvPr>
            <p:ph type="body" idx="107" hasCustomPrompt="1"/>
          </p:nvPr>
        </p:nvSpPr>
        <p:spPr>
          <a:xfrm>
            <a:off x="822960" y="4590288"/>
            <a:ext cx="3108960" cy="457200"/>
          </a:xfrm>
          <a:prstGeom prst="rect">
            <a:avLst/>
          </a:prstGeom>
          <a:noFill/>
          <a:ln/>
        </p:spPr>
        <p:txBody>
          <a:bodyPr wrap="square" rtlCol="0"/>
          <a:lstStyle>
            <a:lvl1pPr marL="0" indent="0" algn="l">
              <a:buNone/>
              <a:defRPr lang="en-US" sz="19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bg1"/>
                </a:solidFill>
                <a:latin typeface="Century Schoolbook" pitchFamily="34" charset="0"/>
                <a:ea typeface="Century Schoolbook" pitchFamily="34" charset="-122"/>
                <a:cs typeface="Century Schoolbook" pitchFamily="34" charset="-120"/>
              </a:rPr>
              <a:t>Heading</a:t>
            </a:r>
            <a:endParaRPr lang="en-US" sz="1900" dirty="0"/>
          </a:p>
        </p:txBody>
      </p:sp>
      <p:sp>
        <p:nvSpPr>
          <p:cNvPr id="10" name="Text 3"/>
          <p:cNvSpPr>
            <a:spLocks noGrp="1"/>
          </p:cNvSpPr>
          <p:nvPr>
            <p:ph type="body" idx="108" hasCustomPrompt="1"/>
          </p:nvPr>
        </p:nvSpPr>
        <p:spPr>
          <a:xfrm>
            <a:off x="822960" y="5175504"/>
            <a:ext cx="3108960" cy="1234440"/>
          </a:xfrm>
          <a:prstGeom prst="rect">
            <a:avLst/>
          </a:prstGeom>
          <a:noFill/>
          <a:ln/>
        </p:spPr>
        <p:txBody>
          <a:bodyPr wrap="square" rtlCol="0"/>
          <a:lstStyle>
            <a:lvl1pPr marL="0" indent="0" algn="l">
              <a:lnSpc>
                <a:spcPct val="122000"/>
              </a:lnSpc>
              <a:buNone/>
              <a:defRPr lang="en-US" sz="1300" dirty="0">
                <a:solidFill>
                  <a:schemeClr val="accent5"/>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accent5"/>
                </a:solidFill>
                <a:latin typeface="Calibri" pitchFamily="34" charset="0"/>
                <a:ea typeface="Calibri" pitchFamily="34" charset="-122"/>
                <a:cs typeface="Calibri" pitchFamily="34" charset="-120"/>
              </a:rPr>
              <a:t>Body text</a:t>
            </a:r>
            <a:endParaRPr lang="en-US" sz="1300" dirty="0"/>
          </a:p>
        </p:txBody>
      </p:sp>
      <p:sp>
        <p:nvSpPr>
          <p:cNvPr id="11" name="Text 3"/>
          <p:cNvSpPr>
            <a:spLocks noGrp="1"/>
          </p:cNvSpPr>
          <p:nvPr>
            <p:ph type="body" idx="109" hasCustomPrompt="1"/>
          </p:nvPr>
        </p:nvSpPr>
        <p:spPr>
          <a:xfrm>
            <a:off x="4526280" y="4590288"/>
            <a:ext cx="3108960" cy="457200"/>
          </a:xfrm>
          <a:prstGeom prst="rect">
            <a:avLst/>
          </a:prstGeom>
          <a:noFill/>
          <a:ln/>
        </p:spPr>
        <p:txBody>
          <a:bodyPr wrap="square" rtlCol="0"/>
          <a:lstStyle>
            <a:lvl1pPr marL="0" indent="0" algn="l">
              <a:buNone/>
              <a:defRPr lang="en-US" sz="19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bg1"/>
                </a:solidFill>
                <a:latin typeface="Century Schoolbook" pitchFamily="34" charset="0"/>
                <a:ea typeface="Century Schoolbook" pitchFamily="34" charset="-122"/>
                <a:cs typeface="Century Schoolbook" pitchFamily="34" charset="-120"/>
              </a:rPr>
              <a:t>Heading</a:t>
            </a:r>
            <a:endParaRPr lang="en-US" sz="1900" dirty="0"/>
          </a:p>
        </p:txBody>
      </p:sp>
      <p:sp>
        <p:nvSpPr>
          <p:cNvPr id="12" name="Text 3"/>
          <p:cNvSpPr>
            <a:spLocks noGrp="1"/>
          </p:cNvSpPr>
          <p:nvPr>
            <p:ph type="body" idx="110" hasCustomPrompt="1"/>
          </p:nvPr>
        </p:nvSpPr>
        <p:spPr>
          <a:xfrm>
            <a:off x="4526280" y="5175504"/>
            <a:ext cx="3108960" cy="1234440"/>
          </a:xfrm>
          <a:prstGeom prst="rect">
            <a:avLst/>
          </a:prstGeom>
          <a:noFill/>
          <a:ln/>
        </p:spPr>
        <p:txBody>
          <a:bodyPr wrap="square" rtlCol="0"/>
          <a:lstStyle>
            <a:lvl1pPr marL="0" indent="0" algn="l">
              <a:lnSpc>
                <a:spcPct val="122000"/>
              </a:lnSpc>
              <a:buNone/>
              <a:defRPr lang="en-US" sz="1300" dirty="0">
                <a:solidFill>
                  <a:schemeClr val="accent5"/>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accent5"/>
                </a:solidFill>
                <a:latin typeface="Calibri" pitchFamily="34" charset="0"/>
                <a:ea typeface="Calibri" pitchFamily="34" charset="-122"/>
                <a:cs typeface="Calibri" pitchFamily="34" charset="-120"/>
              </a:rPr>
              <a:t>Body text</a:t>
            </a:r>
            <a:endParaRPr lang="en-US" sz="1300" dirty="0"/>
          </a:p>
        </p:txBody>
      </p:sp>
      <p:sp>
        <p:nvSpPr>
          <p:cNvPr id="13" name="Text 3"/>
          <p:cNvSpPr>
            <a:spLocks noGrp="1"/>
          </p:cNvSpPr>
          <p:nvPr>
            <p:ph type="body" idx="111" hasCustomPrompt="1"/>
          </p:nvPr>
        </p:nvSpPr>
        <p:spPr>
          <a:xfrm>
            <a:off x="8229600" y="4590288"/>
            <a:ext cx="3108960" cy="457200"/>
          </a:xfrm>
          <a:prstGeom prst="rect">
            <a:avLst/>
          </a:prstGeom>
          <a:noFill/>
          <a:ln/>
        </p:spPr>
        <p:txBody>
          <a:bodyPr wrap="square" rtlCol="0"/>
          <a:lstStyle>
            <a:lvl1pPr marL="0" indent="0" algn="l">
              <a:buNone/>
              <a:defRPr lang="en-US" sz="19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bg1"/>
                </a:solidFill>
                <a:latin typeface="Century Schoolbook" pitchFamily="34" charset="0"/>
                <a:ea typeface="Century Schoolbook" pitchFamily="34" charset="-122"/>
                <a:cs typeface="Century Schoolbook" pitchFamily="34" charset="-120"/>
              </a:rPr>
              <a:t>Heading</a:t>
            </a:r>
            <a:endParaRPr lang="en-US" sz="1900" dirty="0"/>
          </a:p>
        </p:txBody>
      </p:sp>
      <p:sp>
        <p:nvSpPr>
          <p:cNvPr id="14" name="Text 3"/>
          <p:cNvSpPr>
            <a:spLocks noGrp="1"/>
          </p:cNvSpPr>
          <p:nvPr>
            <p:ph type="body" idx="112" hasCustomPrompt="1"/>
          </p:nvPr>
        </p:nvSpPr>
        <p:spPr>
          <a:xfrm>
            <a:off x="8229600" y="5175504"/>
            <a:ext cx="3108960" cy="1234440"/>
          </a:xfrm>
          <a:prstGeom prst="rect">
            <a:avLst/>
          </a:prstGeom>
          <a:noFill/>
          <a:ln/>
        </p:spPr>
        <p:txBody>
          <a:bodyPr wrap="square" rtlCol="0"/>
          <a:lstStyle>
            <a:lvl1pPr marL="0" indent="0" algn="l">
              <a:lnSpc>
                <a:spcPct val="122000"/>
              </a:lnSpc>
              <a:buNone/>
              <a:defRPr lang="en-US" sz="1300" dirty="0">
                <a:solidFill>
                  <a:schemeClr val="accent5"/>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accent5"/>
                </a:solidFill>
                <a:latin typeface="Calibri" pitchFamily="34" charset="0"/>
                <a:ea typeface="Calibri" pitchFamily="34" charset="-122"/>
                <a:cs typeface="Calibri" pitchFamily="34" charset="-120"/>
              </a:rPr>
              <a:t>Body text</a:t>
            </a:r>
            <a:endParaRPr lang="en-US" sz="130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D09 Text left, image right">
    <p:bg>
      <p:bgPr>
        <a:solidFill>
          <a:schemeClr val="tx1"/>
        </a:solidFill>
        <a:effectLst/>
      </p:bgPr>
    </p:bg>
    <p:spTree>
      <p:nvGrpSpPr>
        <p:cNvPr id="1" name=""/>
        <p:cNvGrpSpPr/>
        <p:nvPr/>
      </p:nvGrpSpPr>
      <p:grpSpPr>
        <a:xfrm>
          <a:off x="0" y="0"/>
          <a:ext cx="0" cy="0"/>
          <a:chOff x="0" y="0"/>
          <a:chExt cx="0" cy="0"/>
        </a:xfrm>
      </p:grpSpPr>
      <p:sp>
        <p:nvSpPr>
          <p:cNvPr id="2" name="RND_264"/>
          <p:cNvSpPr/>
          <p:nvPr/>
        </p:nvSpPr>
        <p:spPr>
          <a:xfrm>
            <a:off x="6263640" y="1691640"/>
            <a:ext cx="5212080" cy="4434840"/>
          </a:xfrm>
          <a:prstGeom prst="roundRect">
            <a:avLst>
              <a:gd name="adj" fmla="val 3299"/>
            </a:avLst>
          </a:prstGeom>
          <a:solidFill>
            <a:srgbClr val="27406E"/>
          </a:solidFill>
          <a:ln/>
        </p:spPr>
        <p:txBody>
          <a:bodyPr/>
          <a:lstStyle/>
          <a:p>
            <a:endParaRPr lang="en-GB"/>
          </a:p>
        </p:txBody>
      </p:sp>
      <p:sp>
        <p:nvSpPr>
          <p:cNvPr id="3" name="RND_265"/>
          <p:cNvSpPr/>
          <p:nvPr/>
        </p:nvSpPr>
        <p:spPr>
          <a:xfrm rot="1080000">
            <a:off x="10881360" y="-777240"/>
            <a:ext cx="2423160" cy="2423160"/>
          </a:xfrm>
          <a:prstGeom prst="roundRect">
            <a:avLst>
              <a:gd name="adj" fmla="val 9811"/>
            </a:avLst>
          </a:prstGeom>
          <a:solidFill>
            <a:schemeClr val="accent3"/>
          </a:solidFill>
          <a:ln/>
        </p:spPr>
        <p:txBody>
          <a:bodyPr/>
          <a:lstStyle/>
          <a:p>
            <a:endParaRPr lang="en-GB"/>
          </a:p>
        </p:txBody>
      </p:sp>
      <p:sp>
        <p:nvSpPr>
          <p:cNvPr id="4" name="RND_266"/>
          <p:cNvSpPr/>
          <p:nvPr/>
        </p:nvSpPr>
        <p:spPr>
          <a:xfrm rot="-1440000">
            <a:off x="-731520" y="5760720"/>
            <a:ext cx="2240280" cy="2240280"/>
          </a:xfrm>
          <a:prstGeom prst="roundRect">
            <a:avLst>
              <a:gd name="adj" fmla="val 10612"/>
            </a:avLst>
          </a:prstGeom>
          <a:solidFill>
            <a:schemeClr val="tx2"/>
          </a:solidFill>
          <a:ln/>
        </p:spPr>
        <p:txBody>
          <a:bodyPr/>
          <a:lstStyle/>
          <a:p>
            <a:endParaRPr lang="en-GB"/>
          </a:p>
        </p:txBody>
      </p:sp>
      <p:sp>
        <p:nvSpPr>
          <p:cNvPr id="5" name="ELL_267"/>
          <p:cNvSpPr/>
          <p:nvPr/>
        </p:nvSpPr>
        <p:spPr>
          <a:xfrm>
            <a:off x="5806440" y="6263640"/>
            <a:ext cx="1051560" cy="1051560"/>
          </a:xfrm>
          <a:prstGeom prst="ellipse">
            <a:avLst/>
          </a:prstGeom>
          <a:solidFill>
            <a:schemeClr val="accent3"/>
          </a:solidFill>
          <a:ln/>
        </p:spPr>
        <p:txBody>
          <a:bodyPr/>
          <a:lstStyle/>
          <a:p>
            <a:endParaRPr lang="en-GB"/>
          </a:p>
        </p:txBody>
      </p:sp>
      <p:sp>
        <p:nvSpPr>
          <p:cNvPr id="6" name="RND_268"/>
          <p:cNvSpPr/>
          <p:nvPr/>
        </p:nvSpPr>
        <p:spPr>
          <a:xfrm rot="-720000">
            <a:off x="-502920" y="320040"/>
            <a:ext cx="1234440" cy="1234440"/>
          </a:xfrm>
          <a:prstGeom prst="roundRect">
            <a:avLst>
              <a:gd name="adj" fmla="val 19259"/>
            </a:avLst>
          </a:prstGeom>
          <a:solidFill>
            <a:schemeClr val="tx2"/>
          </a:solidFill>
          <a:ln/>
        </p:spPr>
        <p:txBody>
          <a:bodyPr/>
          <a:lstStyle/>
          <a:p>
            <a:endParaRPr lang="en-GB"/>
          </a:p>
        </p:txBody>
      </p:sp>
      <p:sp>
        <p:nvSpPr>
          <p:cNvPr id="7" name="Text 5"/>
          <p:cNvSpPr>
            <a:spLocks noGrp="1"/>
          </p:cNvSpPr>
          <p:nvPr>
            <p:ph type="title" idx="105" hasCustomPrompt="1"/>
          </p:nvPr>
        </p:nvSpPr>
        <p:spPr>
          <a:xfrm>
            <a:off x="713232" y="713232"/>
            <a:ext cx="5120640" cy="1188720"/>
          </a:xfrm>
          <a:prstGeom prst="rect">
            <a:avLst/>
          </a:prstGeom>
          <a:noFill/>
          <a:ln/>
        </p:spPr>
        <p:txBody>
          <a:bodyPr wrap="square" rtlCol="0"/>
          <a:lstStyle>
            <a:lvl1pPr marL="0" indent="0" algn="l">
              <a:buNone/>
              <a:defRPr lang="en-US" sz="32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3200" dirty="0"/>
          </a:p>
        </p:txBody>
      </p:sp>
      <p:sp>
        <p:nvSpPr>
          <p:cNvPr id="8" name="Text 5"/>
          <p:cNvSpPr>
            <a:spLocks noGrp="1"/>
          </p:cNvSpPr>
          <p:nvPr>
            <p:ph type="body" idx="106" hasCustomPrompt="1"/>
          </p:nvPr>
        </p:nvSpPr>
        <p:spPr>
          <a:xfrm>
            <a:off x="713232" y="2331720"/>
            <a:ext cx="5029200" cy="356616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bg2"/>
                </a:solidFill>
                <a:latin typeface="Calibri" pitchFamily="34" charset="0"/>
                <a:ea typeface="Calibri" pitchFamily="34" charset="-122"/>
                <a:cs typeface="Calibri" pitchFamily="34" charset="-120"/>
              </a:rPr>
              <a:t>Body text</a:t>
            </a:r>
            <a:endParaRPr lang="en-US" sz="1400" dirty="0"/>
          </a:p>
        </p:txBody>
      </p:sp>
      <p:sp>
        <p:nvSpPr>
          <p:cNvPr id="9" name="Text 5"/>
          <p:cNvSpPr>
            <a:spLocks noGrp="1"/>
          </p:cNvSpPr>
          <p:nvPr>
            <p:ph idx="107" hasCustomPrompt="1"/>
          </p:nvPr>
        </p:nvSpPr>
        <p:spPr>
          <a:xfrm>
            <a:off x="6446520" y="1874520"/>
            <a:ext cx="4846320" cy="4069080"/>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Picture</a:t>
            </a:r>
            <a:endParaRPr lang="en-US"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D10 Image left, text right">
    <p:bg>
      <p:bgPr>
        <a:solidFill>
          <a:schemeClr val="tx1"/>
        </a:solidFill>
        <a:effectLst/>
      </p:bgPr>
    </p:bg>
    <p:spTree>
      <p:nvGrpSpPr>
        <p:cNvPr id="1" name=""/>
        <p:cNvGrpSpPr/>
        <p:nvPr/>
      </p:nvGrpSpPr>
      <p:grpSpPr>
        <a:xfrm>
          <a:off x="0" y="0"/>
          <a:ext cx="0" cy="0"/>
          <a:chOff x="0" y="0"/>
          <a:chExt cx="0" cy="0"/>
        </a:xfrm>
      </p:grpSpPr>
      <p:sp>
        <p:nvSpPr>
          <p:cNvPr id="2" name="RND_269"/>
          <p:cNvSpPr/>
          <p:nvPr/>
        </p:nvSpPr>
        <p:spPr>
          <a:xfrm>
            <a:off x="713232" y="1691640"/>
            <a:ext cx="5212080" cy="4434840"/>
          </a:xfrm>
          <a:prstGeom prst="roundRect">
            <a:avLst>
              <a:gd name="adj" fmla="val 3299"/>
            </a:avLst>
          </a:prstGeom>
          <a:solidFill>
            <a:srgbClr val="27406E"/>
          </a:solidFill>
          <a:ln/>
        </p:spPr>
        <p:txBody>
          <a:bodyPr/>
          <a:lstStyle/>
          <a:p>
            <a:endParaRPr lang="en-GB"/>
          </a:p>
        </p:txBody>
      </p:sp>
      <p:sp>
        <p:nvSpPr>
          <p:cNvPr id="3" name="RND_270"/>
          <p:cNvSpPr/>
          <p:nvPr/>
        </p:nvSpPr>
        <p:spPr>
          <a:xfrm rot="1080000">
            <a:off x="-777240" y="-777240"/>
            <a:ext cx="2423160" cy="2423160"/>
          </a:xfrm>
          <a:prstGeom prst="roundRect">
            <a:avLst>
              <a:gd name="adj" fmla="val 9811"/>
            </a:avLst>
          </a:prstGeom>
          <a:solidFill>
            <a:schemeClr val="accent3"/>
          </a:solidFill>
          <a:ln/>
        </p:spPr>
        <p:txBody>
          <a:bodyPr/>
          <a:lstStyle/>
          <a:p>
            <a:endParaRPr lang="en-GB"/>
          </a:p>
        </p:txBody>
      </p:sp>
      <p:sp>
        <p:nvSpPr>
          <p:cNvPr id="4" name="RND_271"/>
          <p:cNvSpPr/>
          <p:nvPr/>
        </p:nvSpPr>
        <p:spPr>
          <a:xfrm rot="-1440000">
            <a:off x="10835640" y="5715000"/>
            <a:ext cx="2331720" cy="2331720"/>
          </a:xfrm>
          <a:prstGeom prst="roundRect">
            <a:avLst>
              <a:gd name="adj" fmla="val 10196"/>
            </a:avLst>
          </a:prstGeom>
          <a:solidFill>
            <a:schemeClr val="tx2"/>
          </a:solidFill>
          <a:ln/>
        </p:spPr>
        <p:txBody>
          <a:bodyPr/>
          <a:lstStyle/>
          <a:p>
            <a:endParaRPr lang="en-GB"/>
          </a:p>
        </p:txBody>
      </p:sp>
      <p:sp>
        <p:nvSpPr>
          <p:cNvPr id="5" name="ELL_272"/>
          <p:cNvSpPr/>
          <p:nvPr/>
        </p:nvSpPr>
        <p:spPr>
          <a:xfrm>
            <a:off x="5989320" y="6263640"/>
            <a:ext cx="1005840" cy="1005840"/>
          </a:xfrm>
          <a:prstGeom prst="ellipse">
            <a:avLst/>
          </a:prstGeom>
          <a:solidFill>
            <a:schemeClr val="accent3"/>
          </a:solidFill>
          <a:ln/>
        </p:spPr>
        <p:txBody>
          <a:bodyPr/>
          <a:lstStyle/>
          <a:p>
            <a:endParaRPr lang="en-GB"/>
          </a:p>
        </p:txBody>
      </p:sp>
      <p:sp>
        <p:nvSpPr>
          <p:cNvPr id="6" name="RND_273"/>
          <p:cNvSpPr/>
          <p:nvPr/>
        </p:nvSpPr>
        <p:spPr>
          <a:xfrm rot="-720000">
            <a:off x="11567160" y="274320"/>
            <a:ext cx="1280160" cy="1280160"/>
          </a:xfrm>
          <a:prstGeom prst="roundRect">
            <a:avLst>
              <a:gd name="adj" fmla="val 18571"/>
            </a:avLst>
          </a:prstGeom>
          <a:solidFill>
            <a:schemeClr val="tx2"/>
          </a:solidFill>
          <a:ln/>
        </p:spPr>
        <p:txBody>
          <a:bodyPr/>
          <a:lstStyle/>
          <a:p>
            <a:endParaRPr lang="en-GB"/>
          </a:p>
        </p:txBody>
      </p:sp>
      <p:sp>
        <p:nvSpPr>
          <p:cNvPr id="7" name="Text 5"/>
          <p:cNvSpPr>
            <a:spLocks noGrp="1"/>
          </p:cNvSpPr>
          <p:nvPr>
            <p:ph type="title" idx="105" hasCustomPrompt="1"/>
          </p:nvPr>
        </p:nvSpPr>
        <p:spPr>
          <a:xfrm>
            <a:off x="6355080" y="713232"/>
            <a:ext cx="5120640" cy="1188720"/>
          </a:xfrm>
          <a:prstGeom prst="rect">
            <a:avLst/>
          </a:prstGeom>
          <a:noFill/>
          <a:ln/>
        </p:spPr>
        <p:txBody>
          <a:bodyPr wrap="square" rtlCol="0"/>
          <a:lstStyle>
            <a:lvl1pPr marL="0" indent="0" algn="l">
              <a:buNone/>
              <a:defRPr lang="en-US" sz="32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3200" dirty="0"/>
          </a:p>
        </p:txBody>
      </p:sp>
      <p:sp>
        <p:nvSpPr>
          <p:cNvPr id="8" name="Text 5"/>
          <p:cNvSpPr>
            <a:spLocks noGrp="1"/>
          </p:cNvSpPr>
          <p:nvPr>
            <p:ph type="body" idx="106" hasCustomPrompt="1"/>
          </p:nvPr>
        </p:nvSpPr>
        <p:spPr>
          <a:xfrm>
            <a:off x="6355080" y="2331720"/>
            <a:ext cx="5029200" cy="356616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bg2"/>
                </a:solidFill>
                <a:latin typeface="Calibri" pitchFamily="34" charset="0"/>
                <a:ea typeface="Calibri" pitchFamily="34" charset="-122"/>
                <a:cs typeface="Calibri" pitchFamily="34" charset="-120"/>
              </a:rPr>
              <a:t>Body text</a:t>
            </a:r>
            <a:endParaRPr lang="en-US" sz="1400" dirty="0"/>
          </a:p>
        </p:txBody>
      </p:sp>
      <p:sp>
        <p:nvSpPr>
          <p:cNvPr id="9" name="Text 5"/>
          <p:cNvSpPr>
            <a:spLocks noGrp="1"/>
          </p:cNvSpPr>
          <p:nvPr>
            <p:ph idx="107" hasCustomPrompt="1"/>
          </p:nvPr>
        </p:nvSpPr>
        <p:spPr>
          <a:xfrm>
            <a:off x="896112" y="1874520"/>
            <a:ext cx="4846320" cy="4069080"/>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Picture</a:t>
            </a:r>
            <a:endParaRPr lang="en-US"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D11 Full bleed imag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idx="100" hasCustomPrompt="1"/>
          </p:nvPr>
        </p:nvSpPr>
        <p:spPr>
          <a:xfrm>
            <a:off x="0" y="0"/>
            <a:ext cx="12191695" cy="4983480"/>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Picture</a:t>
            </a:r>
            <a:endParaRPr lang="en-US" dirty="0"/>
          </a:p>
        </p:txBody>
      </p:sp>
      <p:sp>
        <p:nvSpPr>
          <p:cNvPr id="3" name="SQ_274"/>
          <p:cNvSpPr/>
          <p:nvPr/>
        </p:nvSpPr>
        <p:spPr>
          <a:xfrm>
            <a:off x="0" y="4983480"/>
            <a:ext cx="12191695" cy="1874520"/>
          </a:xfrm>
          <a:prstGeom prst="rect">
            <a:avLst/>
          </a:prstGeom>
          <a:solidFill>
            <a:schemeClr val="tx2"/>
          </a:solidFill>
          <a:ln/>
        </p:spPr>
        <p:txBody>
          <a:bodyPr/>
          <a:lstStyle/>
          <a:p>
            <a:endParaRPr lang="en-GB"/>
          </a:p>
        </p:txBody>
      </p:sp>
      <p:sp>
        <p:nvSpPr>
          <p:cNvPr id="4" name="Text 1"/>
          <p:cNvSpPr>
            <a:spLocks noGrp="1"/>
          </p:cNvSpPr>
          <p:nvPr>
            <p:ph type="title" idx="102" hasCustomPrompt="1"/>
          </p:nvPr>
        </p:nvSpPr>
        <p:spPr>
          <a:xfrm>
            <a:off x="731520" y="5212080"/>
            <a:ext cx="7680960" cy="457200"/>
          </a:xfrm>
          <a:prstGeom prst="rect">
            <a:avLst/>
          </a:prstGeom>
          <a:noFill/>
          <a:ln/>
        </p:spPr>
        <p:txBody>
          <a:bodyPr wrap="square" rtlCol="0"/>
          <a:lstStyle>
            <a:lvl1pPr marL="0" indent="0" algn="l">
              <a:buNone/>
              <a:defRPr lang="en-US" sz="24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24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2400" dirty="0"/>
          </a:p>
        </p:txBody>
      </p:sp>
      <p:sp>
        <p:nvSpPr>
          <p:cNvPr id="5" name="Text 1"/>
          <p:cNvSpPr>
            <a:spLocks noGrp="1"/>
          </p:cNvSpPr>
          <p:nvPr>
            <p:ph type="body" idx="103" hasCustomPrompt="1"/>
          </p:nvPr>
        </p:nvSpPr>
        <p:spPr>
          <a:xfrm>
            <a:off x="731520" y="5815584"/>
            <a:ext cx="9692640" cy="685800"/>
          </a:xfrm>
          <a:prstGeom prst="rect">
            <a:avLst/>
          </a:prstGeom>
          <a:noFill/>
          <a:ln/>
        </p:spPr>
        <p:txBody>
          <a:bodyPr wrap="square" rtlCol="0"/>
          <a:lstStyle>
            <a:lvl1pPr marL="0" indent="0" algn="l">
              <a:lnSpc>
                <a:spcPct val="120000"/>
              </a:lnSpc>
              <a:buNone/>
              <a:defRPr lang="en-US" sz="1400" dirty="0">
                <a:solidFill>
                  <a:schemeClr val="accent5"/>
                </a:solidFill>
                <a:latin typeface="Calibri" pitchFamily="34" charset="0"/>
                <a:ea typeface="Calibri" pitchFamily="34" charset="-122"/>
                <a:cs typeface="Calibri" pitchFamily="34" charset="-120"/>
              </a:defRPr>
            </a:lvl1pPr>
          </a:lstStyle>
          <a:p>
            <a:pPr marL="0" indent="0" algn="l">
              <a:lnSpc>
                <a:spcPct val="120000"/>
              </a:lnSpc>
              <a:buNone/>
            </a:pPr>
            <a:r>
              <a:rPr lang="en-US" sz="1400" dirty="0">
                <a:solidFill>
                  <a:schemeClr val="accent5"/>
                </a:solidFill>
                <a:latin typeface="Calibri" pitchFamily="34" charset="0"/>
                <a:ea typeface="Calibri" pitchFamily="34" charset="-122"/>
                <a:cs typeface="Calibri" pitchFamily="34" charset="-120"/>
              </a:rPr>
              <a:t>Caption</a:t>
            </a:r>
            <a:endParaRPr lang="en-US" sz="1400"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D12 Screenshot">
    <p:bg>
      <p:bgPr>
        <a:solidFill>
          <a:schemeClr val="tx1"/>
        </a:solidFill>
        <a:effectLst/>
      </p:bgPr>
    </p:bg>
    <p:spTree>
      <p:nvGrpSpPr>
        <p:cNvPr id="1" name=""/>
        <p:cNvGrpSpPr/>
        <p:nvPr/>
      </p:nvGrpSpPr>
      <p:grpSpPr>
        <a:xfrm>
          <a:off x="0" y="0"/>
          <a:ext cx="0" cy="0"/>
          <a:chOff x="0" y="0"/>
          <a:chExt cx="0" cy="0"/>
        </a:xfrm>
      </p:grpSpPr>
      <p:sp>
        <p:nvSpPr>
          <p:cNvPr id="2" name="RND_275"/>
          <p:cNvSpPr/>
          <p:nvPr/>
        </p:nvSpPr>
        <p:spPr>
          <a:xfrm>
            <a:off x="1417320" y="1691640"/>
            <a:ext cx="9372600" cy="4617720"/>
          </a:xfrm>
          <a:prstGeom prst="roundRect">
            <a:avLst>
              <a:gd name="adj" fmla="val 3168"/>
            </a:avLst>
          </a:prstGeom>
          <a:solidFill>
            <a:srgbClr val="27406E"/>
          </a:solidFill>
          <a:ln/>
        </p:spPr>
        <p:txBody>
          <a:bodyPr/>
          <a:lstStyle/>
          <a:p>
            <a:endParaRPr lang="en-GB"/>
          </a:p>
        </p:txBody>
      </p:sp>
      <p:sp>
        <p:nvSpPr>
          <p:cNvPr id="3" name="RND_276"/>
          <p:cNvSpPr/>
          <p:nvPr/>
        </p:nvSpPr>
        <p:spPr>
          <a:xfrm rot="1080000">
            <a:off x="11064240" y="-685800"/>
            <a:ext cx="2240280" cy="2240280"/>
          </a:xfrm>
          <a:prstGeom prst="roundRect">
            <a:avLst>
              <a:gd name="adj" fmla="val 10612"/>
            </a:avLst>
          </a:prstGeom>
          <a:solidFill>
            <a:schemeClr val="accent3"/>
          </a:solidFill>
          <a:ln/>
        </p:spPr>
        <p:txBody>
          <a:bodyPr/>
          <a:lstStyle/>
          <a:p>
            <a:endParaRPr lang="en-GB"/>
          </a:p>
        </p:txBody>
      </p:sp>
      <p:sp>
        <p:nvSpPr>
          <p:cNvPr id="4" name="RND_277"/>
          <p:cNvSpPr/>
          <p:nvPr/>
        </p:nvSpPr>
        <p:spPr>
          <a:xfrm rot="-1440000">
            <a:off x="-868680" y="2788920"/>
            <a:ext cx="1783080" cy="1783080"/>
          </a:xfrm>
          <a:prstGeom prst="roundRect">
            <a:avLst>
              <a:gd name="adj" fmla="val 13333"/>
            </a:avLst>
          </a:prstGeom>
          <a:solidFill>
            <a:schemeClr val="tx2"/>
          </a:solidFill>
          <a:ln/>
        </p:spPr>
        <p:txBody>
          <a:bodyPr/>
          <a:lstStyle/>
          <a:p>
            <a:endParaRPr lang="en-GB"/>
          </a:p>
        </p:txBody>
      </p:sp>
      <p:sp>
        <p:nvSpPr>
          <p:cNvPr id="5" name="RND_278"/>
          <p:cNvSpPr/>
          <p:nvPr/>
        </p:nvSpPr>
        <p:spPr>
          <a:xfrm rot="2460000">
            <a:off x="11201400" y="5806440"/>
            <a:ext cx="1874520" cy="1874520"/>
          </a:xfrm>
          <a:prstGeom prst="roundRect">
            <a:avLst>
              <a:gd name="adj" fmla="val 12683"/>
            </a:avLst>
          </a:prstGeom>
          <a:solidFill>
            <a:schemeClr val="tx2"/>
          </a:solidFill>
          <a:ln/>
        </p:spPr>
        <p:txBody>
          <a:bodyPr/>
          <a:lstStyle/>
          <a:p>
            <a:endParaRPr lang="en-GB"/>
          </a:p>
        </p:txBody>
      </p:sp>
      <p:sp>
        <p:nvSpPr>
          <p:cNvPr id="6" name="ELL_279"/>
          <p:cNvSpPr/>
          <p:nvPr/>
        </p:nvSpPr>
        <p:spPr>
          <a:xfrm>
            <a:off x="137160" y="4846320"/>
            <a:ext cx="960120" cy="960120"/>
          </a:xfrm>
          <a:prstGeom prst="ellipse">
            <a:avLst/>
          </a:prstGeom>
          <a:solidFill>
            <a:schemeClr val="accent3"/>
          </a:solidFill>
          <a:ln/>
        </p:spPr>
        <p:txBody>
          <a:bodyPr/>
          <a:lstStyle/>
          <a:p>
            <a:endParaRPr lang="en-GB"/>
          </a:p>
        </p:txBody>
      </p:sp>
      <p:sp>
        <p:nvSpPr>
          <p:cNvPr id="7" name="Text 5"/>
          <p:cNvSpPr>
            <a:spLocks noGrp="1"/>
          </p:cNvSpPr>
          <p:nvPr>
            <p:ph type="title" idx="105" hasCustomPrompt="1"/>
          </p:nvPr>
        </p:nvSpPr>
        <p:spPr>
          <a:xfrm>
            <a:off x="713232" y="658368"/>
            <a:ext cx="8229600" cy="685800"/>
          </a:xfrm>
          <a:prstGeom prst="rect">
            <a:avLst/>
          </a:prstGeom>
          <a:noFill/>
          <a:ln/>
        </p:spPr>
        <p:txBody>
          <a:bodyPr wrap="square" rtlCol="0"/>
          <a:lstStyle>
            <a:lvl1pPr marL="0" indent="0" algn="l">
              <a:buNone/>
              <a:defRPr lang="en-US" sz="28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28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2800" dirty="0"/>
          </a:p>
        </p:txBody>
      </p:sp>
      <p:sp>
        <p:nvSpPr>
          <p:cNvPr id="8" name="Text 5"/>
          <p:cNvSpPr>
            <a:spLocks noGrp="1"/>
          </p:cNvSpPr>
          <p:nvPr>
            <p:ph idx="106" hasCustomPrompt="1"/>
          </p:nvPr>
        </p:nvSpPr>
        <p:spPr>
          <a:xfrm>
            <a:off x="1645920" y="1920240"/>
            <a:ext cx="8915400" cy="4160520"/>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Screenshot</a:t>
            </a:r>
            <a:endParaRPr lang="en-US"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D28 Blank panel">
    <p:bg>
      <p:bgPr>
        <a:solidFill>
          <a:schemeClr val="tx1"/>
        </a:solidFill>
        <a:effectLst/>
      </p:bgPr>
    </p:bg>
    <p:spTree>
      <p:nvGrpSpPr>
        <p:cNvPr id="1" name=""/>
        <p:cNvGrpSpPr/>
        <p:nvPr/>
      </p:nvGrpSpPr>
      <p:grpSpPr>
        <a:xfrm>
          <a:off x="0" y="0"/>
          <a:ext cx="0" cy="0"/>
          <a:chOff x="0" y="0"/>
          <a:chExt cx="0" cy="0"/>
        </a:xfrm>
      </p:grpSpPr>
      <p:sp>
        <p:nvSpPr>
          <p:cNvPr id="2" name="RND_94"/>
          <p:cNvSpPr/>
          <p:nvPr/>
        </p:nvSpPr>
        <p:spPr>
          <a:xfrm rot="1080000">
            <a:off x="-822960" y="-822960"/>
            <a:ext cx="2468880" cy="2468880"/>
          </a:xfrm>
          <a:prstGeom prst="roundRect">
            <a:avLst>
              <a:gd name="adj" fmla="val 9630"/>
            </a:avLst>
          </a:prstGeom>
          <a:solidFill>
            <a:schemeClr val="accent3"/>
          </a:solidFill>
          <a:ln/>
        </p:spPr>
      </p:sp>
      <p:sp>
        <p:nvSpPr>
          <p:cNvPr id="3" name="RND_95"/>
          <p:cNvSpPr/>
          <p:nvPr/>
        </p:nvSpPr>
        <p:spPr>
          <a:xfrm rot="-1440000">
            <a:off x="11521440" y="502920"/>
            <a:ext cx="1463040" cy="1463040"/>
          </a:xfrm>
          <a:prstGeom prst="roundRect">
            <a:avLst>
              <a:gd name="adj" fmla="val 16250"/>
            </a:avLst>
          </a:prstGeom>
          <a:solidFill>
            <a:schemeClr val="accent3"/>
          </a:solidFill>
          <a:ln/>
        </p:spPr>
      </p:sp>
      <p:sp>
        <p:nvSpPr>
          <p:cNvPr id="4" name="RND_96"/>
          <p:cNvSpPr/>
          <p:nvPr/>
        </p:nvSpPr>
        <p:spPr>
          <a:xfrm rot="2460000">
            <a:off x="11109960" y="5897880"/>
            <a:ext cx="1920240" cy="1920240"/>
          </a:xfrm>
          <a:prstGeom prst="roundRect">
            <a:avLst>
              <a:gd name="adj" fmla="val 12381"/>
            </a:avLst>
          </a:prstGeom>
          <a:solidFill>
            <a:schemeClr val="accent3"/>
          </a:solidFill>
          <a:ln/>
        </p:spPr>
      </p:sp>
      <p:sp>
        <p:nvSpPr>
          <p:cNvPr id="5" name="ELL_97"/>
          <p:cNvSpPr/>
          <p:nvPr/>
        </p:nvSpPr>
        <p:spPr>
          <a:xfrm>
            <a:off x="228600" y="6126480"/>
            <a:ext cx="960120" cy="960120"/>
          </a:xfrm>
          <a:prstGeom prst="ellipse">
            <a:avLst/>
          </a:prstGeom>
          <a:solidFill>
            <a:schemeClr val="accent3"/>
          </a:solidFill>
          <a:ln/>
        </p:spPr>
      </p:sp>
      <p:sp>
        <p:nvSpPr>
          <p:cNvPr id="6" name="RND_98"/>
          <p:cNvSpPr/>
          <p:nvPr/>
        </p:nvSpPr>
        <p:spPr>
          <a:xfrm>
            <a:off x="713232" y="841248"/>
            <a:ext cx="10744200" cy="5394960"/>
          </a:xfrm>
          <a:prstGeom prst="roundRect">
            <a:avLst>
              <a:gd name="adj" fmla="val 3051"/>
            </a:avLst>
          </a:prstGeom>
          <a:solidFill>
            <a:srgbClr val="27406E"/>
          </a:solidFill>
          <a:ln/>
        </p:spPr>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0406584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29 Blank split">
    <p:bg>
      <p:bgPr>
        <a:solidFill>
          <a:schemeClr val="tx1"/>
        </a:solidFill>
        <a:effectLst/>
      </p:bgPr>
    </p:bg>
    <p:spTree>
      <p:nvGrpSpPr>
        <p:cNvPr id="1" name=""/>
        <p:cNvGrpSpPr/>
        <p:nvPr/>
      </p:nvGrpSpPr>
      <p:grpSpPr>
        <a:xfrm>
          <a:off x="0" y="0"/>
          <a:ext cx="0" cy="0"/>
          <a:chOff x="0" y="0"/>
          <a:chExt cx="0" cy="0"/>
        </a:xfrm>
      </p:grpSpPr>
      <p:sp>
        <p:nvSpPr>
          <p:cNvPr id="2" name="RND_99"/>
          <p:cNvSpPr/>
          <p:nvPr/>
        </p:nvSpPr>
        <p:spPr>
          <a:xfrm rot="1080000">
            <a:off x="-777240" y="-777240"/>
            <a:ext cx="2194560" cy="2194560"/>
          </a:xfrm>
          <a:prstGeom prst="roundRect">
            <a:avLst>
              <a:gd name="adj" fmla="val 10833"/>
            </a:avLst>
          </a:prstGeom>
          <a:solidFill>
            <a:schemeClr val="accent3"/>
          </a:solidFill>
          <a:ln/>
        </p:spPr>
      </p:sp>
      <p:sp>
        <p:nvSpPr>
          <p:cNvPr id="3" name="RND_100"/>
          <p:cNvSpPr/>
          <p:nvPr/>
        </p:nvSpPr>
        <p:spPr>
          <a:xfrm rot="-1440000">
            <a:off x="11430000" y="-411480"/>
            <a:ext cx="1828800" cy="1828800"/>
          </a:xfrm>
          <a:prstGeom prst="roundRect">
            <a:avLst>
              <a:gd name="adj" fmla="val 13000"/>
            </a:avLst>
          </a:prstGeom>
          <a:solidFill>
            <a:schemeClr val="accent3"/>
          </a:solidFill>
          <a:ln/>
        </p:spPr>
      </p:sp>
      <p:sp>
        <p:nvSpPr>
          <p:cNvPr id="4" name="RND_101"/>
          <p:cNvSpPr/>
          <p:nvPr/>
        </p:nvSpPr>
        <p:spPr>
          <a:xfrm rot="2460000">
            <a:off x="11292840" y="5943600"/>
            <a:ext cx="1737360" cy="1737360"/>
          </a:xfrm>
          <a:prstGeom prst="roundRect">
            <a:avLst>
              <a:gd name="adj" fmla="val 13684"/>
            </a:avLst>
          </a:prstGeom>
          <a:solidFill>
            <a:schemeClr val="accent3"/>
          </a:solidFill>
          <a:ln/>
        </p:spPr>
      </p:sp>
      <p:sp>
        <p:nvSpPr>
          <p:cNvPr id="5" name="ELL_102"/>
          <p:cNvSpPr/>
          <p:nvPr/>
        </p:nvSpPr>
        <p:spPr>
          <a:xfrm>
            <a:off x="365760" y="6126480"/>
            <a:ext cx="914400" cy="914400"/>
          </a:xfrm>
          <a:prstGeom prst="ellipse">
            <a:avLst/>
          </a:prstGeom>
          <a:solidFill>
            <a:schemeClr val="accent3"/>
          </a:solidFill>
          <a:ln/>
        </p:spPr>
      </p:sp>
      <p:sp>
        <p:nvSpPr>
          <p:cNvPr id="6" name="RND_103"/>
          <p:cNvSpPr/>
          <p:nvPr/>
        </p:nvSpPr>
        <p:spPr>
          <a:xfrm>
            <a:off x="713232" y="1188720"/>
            <a:ext cx="5285232" cy="4526280"/>
          </a:xfrm>
          <a:prstGeom prst="roundRect">
            <a:avLst>
              <a:gd name="adj" fmla="val 3232"/>
            </a:avLst>
          </a:prstGeom>
          <a:solidFill>
            <a:srgbClr val="27406E"/>
          </a:solidFill>
          <a:ln/>
        </p:spPr>
      </p:sp>
      <p:sp>
        <p:nvSpPr>
          <p:cNvPr id="7" name="RND_104"/>
          <p:cNvSpPr/>
          <p:nvPr/>
        </p:nvSpPr>
        <p:spPr>
          <a:xfrm>
            <a:off x="6199632" y="1188720"/>
            <a:ext cx="5285232" cy="4526280"/>
          </a:xfrm>
          <a:prstGeom prst="roundRect">
            <a:avLst>
              <a:gd name="adj" fmla="val 3232"/>
            </a:avLst>
          </a:prstGeom>
          <a:solidFill>
            <a:srgbClr val="27406E"/>
          </a:solidFill>
          <a:ln/>
        </p:spPr>
      </p:sp>
      <p:sp>
        <p:nvSpPr>
          <p:cNvPr id="8" name="SQ_105"/>
          <p:cNvSpPr/>
          <p:nvPr/>
        </p:nvSpPr>
        <p:spPr>
          <a:xfrm>
            <a:off x="6078931" y="1783080"/>
            <a:ext cx="38405" cy="3337560"/>
          </a:xfrm>
          <a:prstGeom prst="rect">
            <a:avLst/>
          </a:prstGeom>
          <a:solidFill>
            <a:schemeClr val="accent2"/>
          </a:solidFill>
          <a:ln/>
        </p:spPr>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4300496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D13 Screenshot and notes">
    <p:bg>
      <p:bgPr>
        <a:solidFill>
          <a:schemeClr val="tx1"/>
        </a:solidFill>
        <a:effectLst/>
      </p:bgPr>
    </p:bg>
    <p:spTree>
      <p:nvGrpSpPr>
        <p:cNvPr id="1" name=""/>
        <p:cNvGrpSpPr/>
        <p:nvPr/>
      </p:nvGrpSpPr>
      <p:grpSpPr>
        <a:xfrm>
          <a:off x="0" y="0"/>
          <a:ext cx="0" cy="0"/>
          <a:chOff x="0" y="0"/>
          <a:chExt cx="0" cy="0"/>
        </a:xfrm>
      </p:grpSpPr>
      <p:sp>
        <p:nvSpPr>
          <p:cNvPr id="2" name="RND_280"/>
          <p:cNvSpPr/>
          <p:nvPr/>
        </p:nvSpPr>
        <p:spPr>
          <a:xfrm>
            <a:off x="713232" y="1645920"/>
            <a:ext cx="7178040" cy="4526280"/>
          </a:xfrm>
          <a:prstGeom prst="roundRect">
            <a:avLst>
              <a:gd name="adj" fmla="val 3232"/>
            </a:avLst>
          </a:prstGeom>
          <a:solidFill>
            <a:srgbClr val="27406E"/>
          </a:solidFill>
          <a:ln/>
        </p:spPr>
        <p:txBody>
          <a:bodyPr/>
          <a:lstStyle/>
          <a:p>
            <a:endParaRPr lang="en-GB"/>
          </a:p>
        </p:txBody>
      </p:sp>
      <p:sp>
        <p:nvSpPr>
          <p:cNvPr id="3" name="RND_281"/>
          <p:cNvSpPr/>
          <p:nvPr/>
        </p:nvSpPr>
        <p:spPr>
          <a:xfrm rot="1080000">
            <a:off x="11109960" y="-731520"/>
            <a:ext cx="2286000" cy="2286000"/>
          </a:xfrm>
          <a:prstGeom prst="roundRect">
            <a:avLst>
              <a:gd name="adj" fmla="val 10400"/>
            </a:avLst>
          </a:prstGeom>
          <a:solidFill>
            <a:schemeClr val="accent3"/>
          </a:solidFill>
          <a:ln/>
        </p:spPr>
        <p:txBody>
          <a:bodyPr/>
          <a:lstStyle/>
          <a:p>
            <a:endParaRPr lang="en-GB"/>
          </a:p>
        </p:txBody>
      </p:sp>
      <p:sp>
        <p:nvSpPr>
          <p:cNvPr id="4" name="RND_282"/>
          <p:cNvSpPr/>
          <p:nvPr/>
        </p:nvSpPr>
        <p:spPr>
          <a:xfrm rot="-1440000">
            <a:off x="-777240" y="6126480"/>
            <a:ext cx="2057400" cy="2057400"/>
          </a:xfrm>
          <a:prstGeom prst="roundRect">
            <a:avLst>
              <a:gd name="adj" fmla="val 11556"/>
            </a:avLst>
          </a:prstGeom>
          <a:solidFill>
            <a:schemeClr val="tx2"/>
          </a:solidFill>
          <a:ln/>
        </p:spPr>
        <p:txBody>
          <a:bodyPr/>
          <a:lstStyle/>
          <a:p>
            <a:endParaRPr lang="en-GB"/>
          </a:p>
        </p:txBody>
      </p:sp>
      <p:sp>
        <p:nvSpPr>
          <p:cNvPr id="5" name="RND_283"/>
          <p:cNvSpPr/>
          <p:nvPr/>
        </p:nvSpPr>
        <p:spPr>
          <a:xfrm rot="2460000">
            <a:off x="10835640" y="6080760"/>
            <a:ext cx="2148840" cy="2148840"/>
          </a:xfrm>
          <a:prstGeom prst="roundRect">
            <a:avLst>
              <a:gd name="adj" fmla="val 11064"/>
            </a:avLst>
          </a:prstGeom>
          <a:solidFill>
            <a:schemeClr val="tx2"/>
          </a:solidFill>
          <a:ln/>
        </p:spPr>
        <p:txBody>
          <a:bodyPr/>
          <a:lstStyle/>
          <a:p>
            <a:endParaRPr lang="en-GB"/>
          </a:p>
        </p:txBody>
      </p:sp>
      <p:sp>
        <p:nvSpPr>
          <p:cNvPr id="6" name="ELL_284"/>
          <p:cNvSpPr/>
          <p:nvPr/>
        </p:nvSpPr>
        <p:spPr>
          <a:xfrm>
            <a:off x="11795760" y="3063240"/>
            <a:ext cx="822960" cy="822960"/>
          </a:xfrm>
          <a:prstGeom prst="ellipse">
            <a:avLst/>
          </a:prstGeom>
          <a:solidFill>
            <a:schemeClr val="accent3"/>
          </a:solidFill>
          <a:ln/>
        </p:spPr>
        <p:txBody>
          <a:bodyPr/>
          <a:lstStyle/>
          <a:p>
            <a:endParaRPr lang="en-GB"/>
          </a:p>
        </p:txBody>
      </p:sp>
      <p:sp>
        <p:nvSpPr>
          <p:cNvPr id="7" name="Text 5"/>
          <p:cNvSpPr>
            <a:spLocks noGrp="1"/>
          </p:cNvSpPr>
          <p:nvPr>
            <p:ph type="title" idx="105" hasCustomPrompt="1"/>
          </p:nvPr>
        </p:nvSpPr>
        <p:spPr>
          <a:xfrm>
            <a:off x="713232" y="658368"/>
            <a:ext cx="8229600" cy="685800"/>
          </a:xfrm>
          <a:prstGeom prst="rect">
            <a:avLst/>
          </a:prstGeom>
          <a:noFill/>
          <a:ln/>
        </p:spPr>
        <p:txBody>
          <a:bodyPr wrap="square" rtlCol="0"/>
          <a:lstStyle>
            <a:lvl1pPr marL="0" indent="0" algn="l">
              <a:buNone/>
              <a:defRPr lang="en-US" sz="28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28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2800" dirty="0"/>
          </a:p>
        </p:txBody>
      </p:sp>
      <p:sp>
        <p:nvSpPr>
          <p:cNvPr id="8" name="Text 5"/>
          <p:cNvSpPr>
            <a:spLocks noGrp="1"/>
          </p:cNvSpPr>
          <p:nvPr>
            <p:ph idx="106" hasCustomPrompt="1"/>
          </p:nvPr>
        </p:nvSpPr>
        <p:spPr>
          <a:xfrm>
            <a:off x="914400" y="1847088"/>
            <a:ext cx="6766560" cy="4114800"/>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Screenshot</a:t>
            </a:r>
            <a:endParaRPr lang="en-US" dirty="0"/>
          </a:p>
        </p:txBody>
      </p:sp>
      <p:sp>
        <p:nvSpPr>
          <p:cNvPr id="9" name="Text 5"/>
          <p:cNvSpPr>
            <a:spLocks noGrp="1"/>
          </p:cNvSpPr>
          <p:nvPr>
            <p:ph type="body" idx="107" hasCustomPrompt="1"/>
          </p:nvPr>
        </p:nvSpPr>
        <p:spPr>
          <a:xfrm>
            <a:off x="8275320" y="1783080"/>
            <a:ext cx="3200400" cy="457200"/>
          </a:xfrm>
          <a:prstGeom prst="rect">
            <a:avLst/>
          </a:prstGeom>
          <a:noFill/>
          <a:ln/>
        </p:spPr>
        <p:txBody>
          <a:bodyPr wrap="square" rtlCol="0"/>
          <a:lstStyle>
            <a:lvl1pPr marL="0" indent="0" algn="l">
              <a:buNone/>
              <a:defRPr lang="en-US" sz="1900" b="1" dirty="0">
                <a:solidFill>
                  <a:schemeClr val="accent5"/>
                </a:solidFill>
                <a:latin typeface="Century Schoolbook" pitchFamily="34" charset="0"/>
                <a:ea typeface="Century Schoolbook" pitchFamily="34" charset="-122"/>
                <a:cs typeface="Century Schoolbook" pitchFamily="34" charset="-120"/>
              </a:defRPr>
            </a:lvl1pPr>
          </a:lstStyle>
          <a:p>
            <a:pPr marL="0" indent="0" algn="l">
              <a:buNone/>
            </a:pPr>
            <a:r>
              <a:rPr lang="en-US" sz="1900" b="1" dirty="0">
                <a:solidFill>
                  <a:schemeClr val="accent5"/>
                </a:solidFill>
                <a:latin typeface="Century Schoolbook" pitchFamily="34" charset="0"/>
                <a:ea typeface="Century Schoolbook" pitchFamily="34" charset="-122"/>
                <a:cs typeface="Century Schoolbook" pitchFamily="34" charset="-120"/>
              </a:rPr>
              <a:t>Heading</a:t>
            </a:r>
            <a:endParaRPr lang="en-US" sz="1900" dirty="0"/>
          </a:p>
        </p:txBody>
      </p:sp>
      <p:sp>
        <p:nvSpPr>
          <p:cNvPr id="10" name="Text 5"/>
          <p:cNvSpPr>
            <a:spLocks noGrp="1"/>
          </p:cNvSpPr>
          <p:nvPr>
            <p:ph type="body" idx="108" hasCustomPrompt="1"/>
          </p:nvPr>
        </p:nvSpPr>
        <p:spPr>
          <a:xfrm>
            <a:off x="8275320" y="2377440"/>
            <a:ext cx="3200400" cy="365760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350" dirty="0">
                <a:solidFill>
                  <a:schemeClr val="bg2"/>
                </a:solidFill>
                <a:latin typeface="Calibri" pitchFamily="34" charset="0"/>
                <a:ea typeface="Calibri" pitchFamily="34" charset="-122"/>
                <a:cs typeface="Calibri" pitchFamily="34" charset="-120"/>
              </a:rPr>
              <a:t>Body text</a:t>
            </a:r>
            <a:endParaRPr lang="en-US" sz="135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_D14 Above and below the line">
    <p:bg>
      <p:bgPr>
        <a:solidFill>
          <a:schemeClr val="tx1"/>
        </a:solidFill>
        <a:effectLst/>
      </p:bgPr>
    </p:bg>
    <p:spTree>
      <p:nvGrpSpPr>
        <p:cNvPr id="1" name=""/>
        <p:cNvGrpSpPr/>
        <p:nvPr/>
      </p:nvGrpSpPr>
      <p:grpSpPr>
        <a:xfrm>
          <a:off x="0" y="0"/>
          <a:ext cx="0" cy="0"/>
          <a:chOff x="0" y="0"/>
          <a:chExt cx="0" cy="0"/>
        </a:xfrm>
      </p:grpSpPr>
      <p:sp>
        <p:nvSpPr>
          <p:cNvPr id="2" name="RND_285"/>
          <p:cNvSpPr/>
          <p:nvPr/>
        </p:nvSpPr>
        <p:spPr>
          <a:xfrm>
            <a:off x="8567928" y="3287085"/>
            <a:ext cx="2249424" cy="644835"/>
          </a:xfrm>
          <a:prstGeom prst="roundRect">
            <a:avLst>
              <a:gd name="adj" fmla="val 36869"/>
            </a:avLst>
          </a:prstGeom>
          <a:solidFill>
            <a:schemeClr val="accent5"/>
          </a:solidFill>
          <a:ln/>
        </p:spPr>
        <p:txBody>
          <a:bodyPr/>
          <a:lstStyle/>
          <a:p>
            <a:endParaRPr lang="en-GB"/>
          </a:p>
        </p:txBody>
      </p:sp>
      <p:sp>
        <p:nvSpPr>
          <p:cNvPr id="3" name="RND_286"/>
          <p:cNvSpPr/>
          <p:nvPr/>
        </p:nvSpPr>
        <p:spPr>
          <a:xfrm rot="2700000">
            <a:off x="8530438" y="2207362"/>
            <a:ext cx="1424635" cy="1424635"/>
          </a:xfrm>
          <a:prstGeom prst="roundRect">
            <a:avLst>
              <a:gd name="adj" fmla="val 10270"/>
            </a:avLst>
          </a:prstGeom>
          <a:solidFill>
            <a:schemeClr val="accent5"/>
          </a:solidFill>
          <a:ln/>
        </p:spPr>
        <p:txBody>
          <a:bodyPr/>
          <a:lstStyle/>
          <a:p>
            <a:endParaRPr lang="en-GB"/>
          </a:p>
        </p:txBody>
      </p:sp>
      <p:sp>
        <p:nvSpPr>
          <p:cNvPr id="4" name="RND_287"/>
          <p:cNvSpPr/>
          <p:nvPr/>
        </p:nvSpPr>
        <p:spPr>
          <a:xfrm rot="2700000">
            <a:off x="9730130" y="2469794"/>
            <a:ext cx="1124712" cy="1124712"/>
          </a:xfrm>
          <a:prstGeom prst="roundRect">
            <a:avLst>
              <a:gd name="adj" fmla="val 13008"/>
            </a:avLst>
          </a:prstGeom>
          <a:solidFill>
            <a:schemeClr val="bg2"/>
          </a:solidFill>
          <a:ln/>
        </p:spPr>
        <p:txBody>
          <a:bodyPr/>
          <a:lstStyle/>
          <a:p>
            <a:endParaRPr lang="en-GB"/>
          </a:p>
        </p:txBody>
      </p:sp>
      <p:sp>
        <p:nvSpPr>
          <p:cNvPr id="5" name="SQ_288"/>
          <p:cNvSpPr/>
          <p:nvPr/>
        </p:nvSpPr>
        <p:spPr>
          <a:xfrm>
            <a:off x="0" y="3931920"/>
            <a:ext cx="12191695" cy="2926080"/>
          </a:xfrm>
          <a:prstGeom prst="rect">
            <a:avLst/>
          </a:prstGeom>
          <a:solidFill>
            <a:srgbClr val="0A2550"/>
          </a:solidFill>
          <a:ln/>
        </p:spPr>
        <p:txBody>
          <a:bodyPr/>
          <a:lstStyle/>
          <a:p>
            <a:endParaRPr lang="en-GB"/>
          </a:p>
        </p:txBody>
      </p:sp>
      <p:sp>
        <p:nvSpPr>
          <p:cNvPr id="6" name="RND_289"/>
          <p:cNvSpPr/>
          <p:nvPr/>
        </p:nvSpPr>
        <p:spPr>
          <a:xfrm>
            <a:off x="8193024" y="3931920"/>
            <a:ext cx="4198925" cy="2174443"/>
          </a:xfrm>
          <a:prstGeom prst="roundRect">
            <a:avLst>
              <a:gd name="adj" fmla="val 16821"/>
            </a:avLst>
          </a:prstGeom>
          <a:solidFill>
            <a:schemeClr val="accent3"/>
          </a:solidFill>
          <a:ln/>
        </p:spPr>
        <p:txBody>
          <a:bodyPr/>
          <a:lstStyle/>
          <a:p>
            <a:endParaRPr lang="en-GB"/>
          </a:p>
        </p:txBody>
      </p:sp>
      <p:sp>
        <p:nvSpPr>
          <p:cNvPr id="7" name="RND_290"/>
          <p:cNvSpPr/>
          <p:nvPr/>
        </p:nvSpPr>
        <p:spPr>
          <a:xfrm rot="2700000">
            <a:off x="7893101" y="4396801"/>
            <a:ext cx="1949501" cy="1949501"/>
          </a:xfrm>
          <a:prstGeom prst="roundRect">
            <a:avLst>
              <a:gd name="adj" fmla="val 8443"/>
            </a:avLst>
          </a:prstGeom>
          <a:solidFill>
            <a:srgbClr val="27406E"/>
          </a:solidFill>
          <a:ln/>
        </p:spPr>
        <p:txBody>
          <a:bodyPr/>
          <a:lstStyle/>
          <a:p>
            <a:endParaRPr lang="en-GB"/>
          </a:p>
        </p:txBody>
      </p:sp>
      <p:sp>
        <p:nvSpPr>
          <p:cNvPr id="8" name="RND_291"/>
          <p:cNvSpPr/>
          <p:nvPr/>
        </p:nvSpPr>
        <p:spPr>
          <a:xfrm rot="2700000">
            <a:off x="10142525" y="4516770"/>
            <a:ext cx="1649578" cy="1649578"/>
          </a:xfrm>
          <a:prstGeom prst="roundRect">
            <a:avLst>
              <a:gd name="adj" fmla="val 9978"/>
            </a:avLst>
          </a:prstGeom>
          <a:solidFill>
            <a:schemeClr val="accent1"/>
          </a:solidFill>
          <a:ln/>
        </p:spPr>
        <p:txBody>
          <a:bodyPr/>
          <a:lstStyle/>
          <a:p>
            <a:endParaRPr lang="en-GB"/>
          </a:p>
        </p:txBody>
      </p:sp>
      <p:sp>
        <p:nvSpPr>
          <p:cNvPr id="9" name="SQ_292"/>
          <p:cNvSpPr/>
          <p:nvPr/>
        </p:nvSpPr>
        <p:spPr>
          <a:xfrm>
            <a:off x="0" y="3911803"/>
            <a:ext cx="12191695" cy="40234"/>
          </a:xfrm>
          <a:prstGeom prst="rect">
            <a:avLst/>
          </a:prstGeom>
          <a:solidFill>
            <a:schemeClr val="accent2"/>
          </a:solidFill>
          <a:ln/>
        </p:spPr>
        <p:txBody>
          <a:bodyPr/>
          <a:lstStyle/>
          <a:p>
            <a:endParaRPr lang="en-GB"/>
          </a:p>
        </p:txBody>
      </p:sp>
      <p:sp>
        <p:nvSpPr>
          <p:cNvPr id="10" name="Text 8"/>
          <p:cNvSpPr>
            <a:spLocks noGrp="1"/>
          </p:cNvSpPr>
          <p:nvPr>
            <p:ph type="title" idx="108" hasCustomPrompt="1"/>
          </p:nvPr>
        </p:nvSpPr>
        <p:spPr>
          <a:xfrm>
            <a:off x="731520" y="658368"/>
            <a:ext cx="6766560" cy="548640"/>
          </a:xfrm>
          <a:prstGeom prst="rect">
            <a:avLst/>
          </a:prstGeom>
          <a:noFill/>
          <a:ln/>
        </p:spPr>
        <p:txBody>
          <a:bodyPr wrap="square" rtlCol="0"/>
          <a:lstStyle>
            <a:lvl1pPr marL="0" indent="0" algn="l">
              <a:buNone/>
              <a:defRPr lang="en-US" sz="24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2400" b="1" dirty="0">
                <a:solidFill>
                  <a:schemeClr val="bg1"/>
                </a:solidFill>
                <a:latin typeface="Century Schoolbook" pitchFamily="34" charset="0"/>
                <a:ea typeface="Century Schoolbook" pitchFamily="34" charset="-122"/>
                <a:cs typeface="Century Schoolbook" pitchFamily="34" charset="-120"/>
              </a:rPr>
              <a:t>What they see</a:t>
            </a:r>
            <a:endParaRPr lang="en-US" sz="2400" dirty="0"/>
          </a:p>
        </p:txBody>
      </p:sp>
      <p:sp>
        <p:nvSpPr>
          <p:cNvPr id="11" name="Text 8"/>
          <p:cNvSpPr>
            <a:spLocks noGrp="1"/>
          </p:cNvSpPr>
          <p:nvPr>
            <p:ph type="body" idx="109" hasCustomPrompt="1"/>
          </p:nvPr>
        </p:nvSpPr>
        <p:spPr>
          <a:xfrm>
            <a:off x="731520" y="1389888"/>
            <a:ext cx="6035040" cy="228600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accent5"/>
                </a:solidFill>
                <a:latin typeface="Calibri" pitchFamily="34" charset="0"/>
                <a:ea typeface="Calibri" pitchFamily="34" charset="-122"/>
                <a:cs typeface="Calibri" pitchFamily="34" charset="-120"/>
              </a:rPr>
              <a:t>Body text</a:t>
            </a:r>
            <a:endParaRPr lang="en-US" sz="1400" dirty="0"/>
          </a:p>
        </p:txBody>
      </p:sp>
      <p:sp>
        <p:nvSpPr>
          <p:cNvPr id="12" name="Text 8"/>
          <p:cNvSpPr>
            <a:spLocks noGrp="1"/>
          </p:cNvSpPr>
          <p:nvPr>
            <p:ph type="body" idx="110" hasCustomPrompt="1"/>
          </p:nvPr>
        </p:nvSpPr>
        <p:spPr>
          <a:xfrm>
            <a:off x="731520" y="4224528"/>
            <a:ext cx="6766560" cy="502920"/>
          </a:xfrm>
          <a:prstGeom prst="rect">
            <a:avLst/>
          </a:prstGeom>
          <a:noFill/>
          <a:ln/>
        </p:spPr>
        <p:txBody>
          <a:bodyPr wrap="square" rtlCol="0"/>
          <a:lstStyle>
            <a:lvl1pPr marL="0" indent="0" algn="l">
              <a:buNone/>
              <a:defRPr lang="en-US" sz="2400" b="1" dirty="0">
                <a:solidFill>
                  <a:schemeClr val="bg2"/>
                </a:solidFill>
                <a:latin typeface="Century Schoolbook" pitchFamily="34" charset="0"/>
                <a:ea typeface="Century Schoolbook" pitchFamily="34" charset="-122"/>
                <a:cs typeface="Century Schoolbook" pitchFamily="34" charset="-120"/>
              </a:defRPr>
            </a:lvl1pPr>
          </a:lstStyle>
          <a:p>
            <a:pPr marL="0" indent="0" algn="l">
              <a:buNone/>
            </a:pPr>
            <a:r>
              <a:rPr lang="en-US" sz="2400" b="1" dirty="0">
                <a:solidFill>
                  <a:schemeClr val="bg2"/>
                </a:solidFill>
                <a:latin typeface="Century Schoolbook" pitchFamily="34" charset="0"/>
                <a:ea typeface="Century Schoolbook" pitchFamily="34" charset="-122"/>
                <a:cs typeface="Century Schoolbook" pitchFamily="34" charset="-120"/>
              </a:rPr>
              <a:t>Heading</a:t>
            </a:r>
            <a:endParaRPr lang="en-US" sz="2400" dirty="0"/>
          </a:p>
        </p:txBody>
      </p:sp>
      <p:sp>
        <p:nvSpPr>
          <p:cNvPr id="13" name="Text 8"/>
          <p:cNvSpPr>
            <a:spLocks noGrp="1"/>
          </p:cNvSpPr>
          <p:nvPr>
            <p:ph type="body" idx="111" hasCustomPrompt="1"/>
          </p:nvPr>
        </p:nvSpPr>
        <p:spPr>
          <a:xfrm>
            <a:off x="731520" y="4937760"/>
            <a:ext cx="6035040" cy="164592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accent5"/>
                </a:solidFill>
                <a:latin typeface="Calibri" pitchFamily="34" charset="0"/>
                <a:ea typeface="Calibri" pitchFamily="34" charset="-122"/>
                <a:cs typeface="Calibri" pitchFamily="34" charset="-120"/>
              </a:rPr>
              <a:t>Body text</a:t>
            </a:r>
            <a:endParaRPr lang="en-US" sz="1400"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D15 Iceberg stat">
    <p:bg>
      <p:bgPr>
        <a:solidFill>
          <a:schemeClr val="tx1"/>
        </a:solidFill>
        <a:effectLst/>
      </p:bgPr>
    </p:bg>
    <p:spTree>
      <p:nvGrpSpPr>
        <p:cNvPr id="1" name=""/>
        <p:cNvGrpSpPr/>
        <p:nvPr/>
      </p:nvGrpSpPr>
      <p:grpSpPr>
        <a:xfrm>
          <a:off x="0" y="0"/>
          <a:ext cx="0" cy="0"/>
          <a:chOff x="0" y="0"/>
          <a:chExt cx="0" cy="0"/>
        </a:xfrm>
      </p:grpSpPr>
      <p:sp>
        <p:nvSpPr>
          <p:cNvPr id="2" name="RND_293"/>
          <p:cNvSpPr/>
          <p:nvPr/>
        </p:nvSpPr>
        <p:spPr>
          <a:xfrm>
            <a:off x="8567928" y="3287085"/>
            <a:ext cx="2249424" cy="644835"/>
          </a:xfrm>
          <a:prstGeom prst="roundRect">
            <a:avLst>
              <a:gd name="adj" fmla="val 36869"/>
            </a:avLst>
          </a:prstGeom>
          <a:solidFill>
            <a:schemeClr val="accent5"/>
          </a:solidFill>
          <a:ln/>
        </p:spPr>
        <p:txBody>
          <a:bodyPr/>
          <a:lstStyle/>
          <a:p>
            <a:endParaRPr lang="en-GB"/>
          </a:p>
        </p:txBody>
      </p:sp>
      <p:sp>
        <p:nvSpPr>
          <p:cNvPr id="3" name="RND_294"/>
          <p:cNvSpPr/>
          <p:nvPr/>
        </p:nvSpPr>
        <p:spPr>
          <a:xfrm rot="2700000">
            <a:off x="8530438" y="2207362"/>
            <a:ext cx="1424635" cy="1424635"/>
          </a:xfrm>
          <a:prstGeom prst="roundRect">
            <a:avLst>
              <a:gd name="adj" fmla="val 10270"/>
            </a:avLst>
          </a:prstGeom>
          <a:solidFill>
            <a:schemeClr val="accent5"/>
          </a:solidFill>
          <a:ln/>
        </p:spPr>
        <p:txBody>
          <a:bodyPr/>
          <a:lstStyle/>
          <a:p>
            <a:endParaRPr lang="en-GB"/>
          </a:p>
        </p:txBody>
      </p:sp>
      <p:sp>
        <p:nvSpPr>
          <p:cNvPr id="4" name="RND_295"/>
          <p:cNvSpPr/>
          <p:nvPr/>
        </p:nvSpPr>
        <p:spPr>
          <a:xfrm rot="2700000">
            <a:off x="9730130" y="2469794"/>
            <a:ext cx="1124712" cy="1124712"/>
          </a:xfrm>
          <a:prstGeom prst="roundRect">
            <a:avLst>
              <a:gd name="adj" fmla="val 13008"/>
            </a:avLst>
          </a:prstGeom>
          <a:solidFill>
            <a:schemeClr val="bg2"/>
          </a:solidFill>
          <a:ln/>
        </p:spPr>
        <p:txBody>
          <a:bodyPr/>
          <a:lstStyle/>
          <a:p>
            <a:endParaRPr lang="en-GB"/>
          </a:p>
        </p:txBody>
      </p:sp>
      <p:sp>
        <p:nvSpPr>
          <p:cNvPr id="5" name="SQ_296"/>
          <p:cNvSpPr/>
          <p:nvPr/>
        </p:nvSpPr>
        <p:spPr>
          <a:xfrm>
            <a:off x="0" y="3931920"/>
            <a:ext cx="12191695" cy="2926080"/>
          </a:xfrm>
          <a:prstGeom prst="rect">
            <a:avLst/>
          </a:prstGeom>
          <a:solidFill>
            <a:srgbClr val="0A2550"/>
          </a:solidFill>
          <a:ln/>
        </p:spPr>
        <p:txBody>
          <a:bodyPr/>
          <a:lstStyle/>
          <a:p>
            <a:endParaRPr lang="en-GB"/>
          </a:p>
        </p:txBody>
      </p:sp>
      <p:sp>
        <p:nvSpPr>
          <p:cNvPr id="6" name="RND_297"/>
          <p:cNvSpPr/>
          <p:nvPr/>
        </p:nvSpPr>
        <p:spPr>
          <a:xfrm>
            <a:off x="8193024" y="3931920"/>
            <a:ext cx="4198925" cy="2174443"/>
          </a:xfrm>
          <a:prstGeom prst="roundRect">
            <a:avLst>
              <a:gd name="adj" fmla="val 16821"/>
            </a:avLst>
          </a:prstGeom>
          <a:solidFill>
            <a:schemeClr val="accent3"/>
          </a:solidFill>
          <a:ln/>
        </p:spPr>
        <p:txBody>
          <a:bodyPr/>
          <a:lstStyle/>
          <a:p>
            <a:endParaRPr lang="en-GB"/>
          </a:p>
        </p:txBody>
      </p:sp>
      <p:sp>
        <p:nvSpPr>
          <p:cNvPr id="7" name="RND_298"/>
          <p:cNvSpPr/>
          <p:nvPr/>
        </p:nvSpPr>
        <p:spPr>
          <a:xfrm rot="2700000">
            <a:off x="7893101" y="4396801"/>
            <a:ext cx="1949501" cy="1949501"/>
          </a:xfrm>
          <a:prstGeom prst="roundRect">
            <a:avLst>
              <a:gd name="adj" fmla="val 8443"/>
            </a:avLst>
          </a:prstGeom>
          <a:solidFill>
            <a:srgbClr val="27406E"/>
          </a:solidFill>
          <a:ln/>
        </p:spPr>
        <p:txBody>
          <a:bodyPr/>
          <a:lstStyle/>
          <a:p>
            <a:endParaRPr lang="en-GB"/>
          </a:p>
        </p:txBody>
      </p:sp>
      <p:sp>
        <p:nvSpPr>
          <p:cNvPr id="8" name="RND_299"/>
          <p:cNvSpPr/>
          <p:nvPr/>
        </p:nvSpPr>
        <p:spPr>
          <a:xfrm rot="2700000">
            <a:off x="10142525" y="4516770"/>
            <a:ext cx="1649578" cy="1649578"/>
          </a:xfrm>
          <a:prstGeom prst="roundRect">
            <a:avLst>
              <a:gd name="adj" fmla="val 9978"/>
            </a:avLst>
          </a:prstGeom>
          <a:solidFill>
            <a:schemeClr val="accent1"/>
          </a:solidFill>
          <a:ln/>
        </p:spPr>
        <p:txBody>
          <a:bodyPr/>
          <a:lstStyle/>
          <a:p>
            <a:endParaRPr lang="en-GB"/>
          </a:p>
        </p:txBody>
      </p:sp>
      <p:sp>
        <p:nvSpPr>
          <p:cNvPr id="9" name="SQ_300"/>
          <p:cNvSpPr/>
          <p:nvPr/>
        </p:nvSpPr>
        <p:spPr>
          <a:xfrm>
            <a:off x="0" y="3911803"/>
            <a:ext cx="12191695" cy="40234"/>
          </a:xfrm>
          <a:prstGeom prst="rect">
            <a:avLst/>
          </a:prstGeom>
          <a:solidFill>
            <a:schemeClr val="accent2"/>
          </a:solidFill>
          <a:ln/>
        </p:spPr>
        <p:txBody>
          <a:bodyPr/>
          <a:lstStyle/>
          <a:p>
            <a:endParaRPr lang="en-GB"/>
          </a:p>
        </p:txBody>
      </p:sp>
      <p:sp>
        <p:nvSpPr>
          <p:cNvPr id="10" name="Text 8"/>
          <p:cNvSpPr>
            <a:spLocks noGrp="1"/>
          </p:cNvSpPr>
          <p:nvPr>
            <p:ph type="title" idx="108" hasCustomPrompt="1"/>
          </p:nvPr>
        </p:nvSpPr>
        <p:spPr>
          <a:xfrm>
            <a:off x="749808" y="1691640"/>
            <a:ext cx="4754880" cy="1371600"/>
          </a:xfrm>
          <a:prstGeom prst="rect">
            <a:avLst/>
          </a:prstGeom>
          <a:noFill/>
          <a:ln/>
        </p:spPr>
        <p:txBody>
          <a:bodyPr wrap="square" rtlCol="0"/>
          <a:lstStyle>
            <a:lvl1pPr marL="0" indent="0" algn="l">
              <a:buNone/>
              <a:defRPr lang="en-US" sz="7600" b="1" dirty="0">
                <a:solidFill>
                  <a:schemeClr val="accent2"/>
                </a:solidFill>
                <a:latin typeface="Century Schoolbook" pitchFamily="34" charset="0"/>
                <a:ea typeface="Century Schoolbook" pitchFamily="34" charset="-122"/>
                <a:cs typeface="Century Schoolbook" pitchFamily="34" charset="-120"/>
              </a:defRPr>
            </a:lvl1pPr>
          </a:lstStyle>
          <a:p>
            <a:pPr marL="0" indent="0" algn="l">
              <a:buNone/>
            </a:pPr>
            <a:r>
              <a:rPr lang="en-US" sz="7600" b="1" dirty="0">
                <a:solidFill>
                  <a:schemeClr val="accent2"/>
                </a:solidFill>
                <a:latin typeface="Century Schoolbook" pitchFamily="34" charset="0"/>
                <a:ea typeface="Century Schoolbook" pitchFamily="34" charset="-122"/>
                <a:cs typeface="Century Schoolbook" pitchFamily="34" charset="-120"/>
              </a:rPr>
              <a:t>90%</a:t>
            </a:r>
            <a:endParaRPr lang="en-US" sz="7600" dirty="0"/>
          </a:p>
        </p:txBody>
      </p:sp>
      <p:sp>
        <p:nvSpPr>
          <p:cNvPr id="11" name="Text 8"/>
          <p:cNvSpPr>
            <a:spLocks noGrp="1"/>
          </p:cNvSpPr>
          <p:nvPr>
            <p:ph type="body" idx="109" hasCustomPrompt="1"/>
          </p:nvPr>
        </p:nvSpPr>
        <p:spPr>
          <a:xfrm>
            <a:off x="749808" y="3108960"/>
            <a:ext cx="4754880" cy="777240"/>
          </a:xfrm>
          <a:prstGeom prst="rect">
            <a:avLst/>
          </a:prstGeom>
          <a:noFill/>
          <a:ln/>
        </p:spPr>
        <p:txBody>
          <a:bodyPr wrap="square" rtlCol="0"/>
          <a:lstStyle>
            <a:lvl1pPr marL="0" indent="0" algn="l">
              <a:lnSpc>
                <a:spcPct val="120000"/>
              </a:lnSpc>
              <a:buNone/>
              <a:defRPr lang="en-US" sz="2100" dirty="0">
                <a:solidFill>
                  <a:schemeClr val="bg1"/>
                </a:solidFill>
                <a:latin typeface="Century Schoolbook" pitchFamily="34" charset="0"/>
                <a:ea typeface="Century Schoolbook" pitchFamily="34" charset="-122"/>
                <a:cs typeface="Century Schoolbook" pitchFamily="34" charset="-120"/>
              </a:defRPr>
            </a:lvl1pPr>
          </a:lstStyle>
          <a:p>
            <a:pPr marL="0" indent="0" algn="l">
              <a:lnSpc>
                <a:spcPct val="120000"/>
              </a:lnSpc>
              <a:buNone/>
            </a:pPr>
            <a:r>
              <a:rPr lang="en-US" sz="2100" dirty="0">
                <a:solidFill>
                  <a:schemeClr val="bg1"/>
                </a:solidFill>
                <a:latin typeface="Century Schoolbook" pitchFamily="34" charset="0"/>
                <a:ea typeface="Century Schoolbook" pitchFamily="34" charset="-122"/>
                <a:cs typeface="Century Schoolbook" pitchFamily="34" charset="-120"/>
              </a:rPr>
              <a:t>What that number means</a:t>
            </a:r>
            <a:endParaRPr lang="en-US" sz="2100" dirty="0"/>
          </a:p>
        </p:txBody>
      </p:sp>
      <p:sp>
        <p:nvSpPr>
          <p:cNvPr id="12" name="Text 8"/>
          <p:cNvSpPr>
            <a:spLocks noGrp="1"/>
          </p:cNvSpPr>
          <p:nvPr>
            <p:ph type="body" idx="110" hasCustomPrompt="1"/>
          </p:nvPr>
        </p:nvSpPr>
        <p:spPr>
          <a:xfrm>
            <a:off x="749808" y="4526280"/>
            <a:ext cx="4572000" cy="822960"/>
          </a:xfrm>
          <a:prstGeom prst="rect">
            <a:avLst/>
          </a:prstGeom>
          <a:noFill/>
          <a:ln/>
        </p:spPr>
        <p:txBody>
          <a:bodyPr wrap="square" rtlCol="0"/>
          <a:lstStyle>
            <a:lvl1pPr marL="0" indent="0" algn="l">
              <a:lnSpc>
                <a:spcPct val="120000"/>
              </a:lnSpc>
              <a:buNone/>
              <a:defRPr lang="en-US" sz="1500" dirty="0">
                <a:solidFill>
                  <a:schemeClr val="accent5"/>
                </a:solidFill>
                <a:latin typeface="Calibri" pitchFamily="34" charset="0"/>
                <a:ea typeface="Calibri" pitchFamily="34" charset="-122"/>
                <a:cs typeface="Calibri" pitchFamily="34" charset="-120"/>
              </a:defRPr>
            </a:lvl1pPr>
          </a:lstStyle>
          <a:p>
            <a:pPr marL="0" indent="0" algn="l">
              <a:lnSpc>
                <a:spcPct val="120000"/>
              </a:lnSpc>
              <a:buNone/>
            </a:pPr>
            <a:r>
              <a:rPr lang="en-US" sz="1500" dirty="0">
                <a:solidFill>
                  <a:schemeClr val="accent5"/>
                </a:solidFill>
                <a:latin typeface="Calibri" pitchFamily="34" charset="0"/>
                <a:ea typeface="Calibri" pitchFamily="34" charset="-122"/>
                <a:cs typeface="Calibri" pitchFamily="34" charset="-120"/>
              </a:rPr>
              <a:t>The part nobody sees</a:t>
            </a:r>
            <a:endParaRPr lang="en-US" sz="1500"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_D16 Track timeline">
    <p:bg>
      <p:bgPr>
        <a:solidFill>
          <a:schemeClr val="tx1"/>
        </a:solidFill>
        <a:effectLst/>
      </p:bgPr>
    </p:bg>
    <p:spTree>
      <p:nvGrpSpPr>
        <p:cNvPr id="1" name=""/>
        <p:cNvGrpSpPr/>
        <p:nvPr/>
      </p:nvGrpSpPr>
      <p:grpSpPr>
        <a:xfrm>
          <a:off x="0" y="0"/>
          <a:ext cx="0" cy="0"/>
          <a:chOff x="0" y="0"/>
          <a:chExt cx="0" cy="0"/>
        </a:xfrm>
      </p:grpSpPr>
      <p:sp>
        <p:nvSpPr>
          <p:cNvPr id="2" name="RND_301"/>
          <p:cNvSpPr/>
          <p:nvPr/>
        </p:nvSpPr>
        <p:spPr>
          <a:xfrm rot="1080000">
            <a:off x="10927080" y="-822960"/>
            <a:ext cx="2606040" cy="2606040"/>
          </a:xfrm>
          <a:prstGeom prst="roundRect">
            <a:avLst>
              <a:gd name="adj" fmla="val 9123"/>
            </a:avLst>
          </a:prstGeom>
          <a:solidFill>
            <a:schemeClr val="tx2"/>
          </a:solidFill>
          <a:ln/>
        </p:spPr>
        <p:txBody>
          <a:bodyPr/>
          <a:lstStyle/>
          <a:p>
            <a:endParaRPr lang="en-GB"/>
          </a:p>
        </p:txBody>
      </p:sp>
      <p:sp>
        <p:nvSpPr>
          <p:cNvPr id="3" name="RND_302"/>
          <p:cNvSpPr/>
          <p:nvPr/>
        </p:nvSpPr>
        <p:spPr>
          <a:xfrm rot="-1440000">
            <a:off x="-731520" y="5852160"/>
            <a:ext cx="2148840" cy="2148840"/>
          </a:xfrm>
          <a:prstGeom prst="roundRect">
            <a:avLst>
              <a:gd name="adj" fmla="val 11064"/>
            </a:avLst>
          </a:prstGeom>
          <a:solidFill>
            <a:schemeClr val="accent3"/>
          </a:solidFill>
          <a:ln/>
        </p:spPr>
        <p:txBody>
          <a:bodyPr/>
          <a:lstStyle/>
          <a:p>
            <a:endParaRPr lang="en-GB"/>
          </a:p>
        </p:txBody>
      </p:sp>
      <p:sp>
        <p:nvSpPr>
          <p:cNvPr id="4" name="RND_303"/>
          <p:cNvSpPr/>
          <p:nvPr/>
        </p:nvSpPr>
        <p:spPr>
          <a:xfrm rot="2460000">
            <a:off x="11430000" y="5897880"/>
            <a:ext cx="1783080" cy="1783080"/>
          </a:xfrm>
          <a:prstGeom prst="roundRect">
            <a:avLst>
              <a:gd name="adj" fmla="val 13333"/>
            </a:avLst>
          </a:prstGeom>
          <a:solidFill>
            <a:schemeClr val="tx2"/>
          </a:solidFill>
          <a:ln/>
        </p:spPr>
        <p:txBody>
          <a:bodyPr/>
          <a:lstStyle/>
          <a:p>
            <a:endParaRPr lang="en-GB"/>
          </a:p>
        </p:txBody>
      </p:sp>
      <p:sp>
        <p:nvSpPr>
          <p:cNvPr id="5" name="ELL_304"/>
          <p:cNvSpPr/>
          <p:nvPr/>
        </p:nvSpPr>
        <p:spPr>
          <a:xfrm>
            <a:off x="-502920" y="4617720"/>
            <a:ext cx="1188720" cy="1188720"/>
          </a:xfrm>
          <a:prstGeom prst="ellipse">
            <a:avLst/>
          </a:prstGeom>
          <a:solidFill>
            <a:schemeClr val="accent3"/>
          </a:solidFill>
          <a:ln/>
        </p:spPr>
        <p:txBody>
          <a:bodyPr/>
          <a:lstStyle/>
          <a:p>
            <a:endParaRPr lang="en-GB"/>
          </a:p>
        </p:txBody>
      </p:sp>
      <p:sp>
        <p:nvSpPr>
          <p:cNvPr id="6" name="Text 4"/>
          <p:cNvSpPr>
            <a:spLocks noGrp="1"/>
          </p:cNvSpPr>
          <p:nvPr>
            <p:ph type="title" idx="104"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3200" dirty="0"/>
          </a:p>
        </p:txBody>
      </p:sp>
      <p:sp>
        <p:nvSpPr>
          <p:cNvPr id="7" name="ELL_305"/>
          <p:cNvSpPr/>
          <p:nvPr/>
        </p:nvSpPr>
        <p:spPr>
          <a:xfrm rot="-1620000">
            <a:off x="1893265" y="2262226"/>
            <a:ext cx="88880" cy="382676"/>
          </a:xfrm>
          <a:prstGeom prst="ellipse">
            <a:avLst/>
          </a:prstGeom>
          <a:solidFill>
            <a:schemeClr val="accent2"/>
          </a:solidFill>
          <a:ln/>
        </p:spPr>
        <p:txBody>
          <a:bodyPr/>
          <a:lstStyle/>
          <a:p>
            <a:endParaRPr lang="en-GB"/>
          </a:p>
        </p:txBody>
      </p:sp>
      <p:sp>
        <p:nvSpPr>
          <p:cNvPr id="8" name="ELL_306"/>
          <p:cNvSpPr/>
          <p:nvPr/>
        </p:nvSpPr>
        <p:spPr>
          <a:xfrm>
            <a:off x="2058680" y="2212848"/>
            <a:ext cx="88880" cy="407365"/>
          </a:xfrm>
          <a:prstGeom prst="ellipse">
            <a:avLst/>
          </a:prstGeom>
          <a:solidFill>
            <a:schemeClr val="accent2"/>
          </a:solidFill>
          <a:ln/>
        </p:spPr>
        <p:txBody>
          <a:bodyPr/>
          <a:lstStyle/>
          <a:p>
            <a:endParaRPr lang="en-GB"/>
          </a:p>
        </p:txBody>
      </p:sp>
      <p:sp>
        <p:nvSpPr>
          <p:cNvPr id="9" name="ELL_307"/>
          <p:cNvSpPr/>
          <p:nvPr/>
        </p:nvSpPr>
        <p:spPr>
          <a:xfrm rot="1620000">
            <a:off x="2224095" y="2262226"/>
            <a:ext cx="88880" cy="382676"/>
          </a:xfrm>
          <a:prstGeom prst="ellipse">
            <a:avLst/>
          </a:prstGeom>
          <a:solidFill>
            <a:schemeClr val="accent2"/>
          </a:solidFill>
          <a:ln/>
        </p:spPr>
        <p:txBody>
          <a:bodyPr/>
          <a:lstStyle/>
          <a:p>
            <a:endParaRPr lang="en-GB"/>
          </a:p>
        </p:txBody>
      </p:sp>
      <p:sp>
        <p:nvSpPr>
          <p:cNvPr id="10" name="ELL_308"/>
          <p:cNvSpPr/>
          <p:nvPr/>
        </p:nvSpPr>
        <p:spPr>
          <a:xfrm>
            <a:off x="2029054" y="2570836"/>
            <a:ext cx="148133" cy="118506"/>
          </a:xfrm>
          <a:prstGeom prst="ellipse">
            <a:avLst/>
          </a:prstGeom>
          <a:solidFill>
            <a:schemeClr val="accent2"/>
          </a:solidFill>
          <a:ln/>
        </p:spPr>
        <p:txBody>
          <a:bodyPr/>
          <a:lstStyle/>
          <a:p>
            <a:endParaRPr lang="en-GB"/>
          </a:p>
        </p:txBody>
      </p:sp>
      <p:sp>
        <p:nvSpPr>
          <p:cNvPr id="11" name="ELL_309"/>
          <p:cNvSpPr/>
          <p:nvPr/>
        </p:nvSpPr>
        <p:spPr>
          <a:xfrm rot="-1620000">
            <a:off x="4654753" y="2317090"/>
            <a:ext cx="88880" cy="382676"/>
          </a:xfrm>
          <a:prstGeom prst="ellipse">
            <a:avLst/>
          </a:prstGeom>
          <a:solidFill>
            <a:schemeClr val="accent2"/>
          </a:solidFill>
          <a:ln/>
        </p:spPr>
        <p:txBody>
          <a:bodyPr/>
          <a:lstStyle/>
          <a:p>
            <a:endParaRPr lang="en-GB"/>
          </a:p>
        </p:txBody>
      </p:sp>
      <p:sp>
        <p:nvSpPr>
          <p:cNvPr id="12" name="ELL_310"/>
          <p:cNvSpPr/>
          <p:nvPr/>
        </p:nvSpPr>
        <p:spPr>
          <a:xfrm>
            <a:off x="4820168" y="2267712"/>
            <a:ext cx="88880" cy="407365"/>
          </a:xfrm>
          <a:prstGeom prst="ellipse">
            <a:avLst/>
          </a:prstGeom>
          <a:solidFill>
            <a:schemeClr val="accent2"/>
          </a:solidFill>
          <a:ln/>
        </p:spPr>
        <p:txBody>
          <a:bodyPr/>
          <a:lstStyle/>
          <a:p>
            <a:endParaRPr lang="en-GB"/>
          </a:p>
        </p:txBody>
      </p:sp>
      <p:sp>
        <p:nvSpPr>
          <p:cNvPr id="13" name="ELL_311"/>
          <p:cNvSpPr/>
          <p:nvPr/>
        </p:nvSpPr>
        <p:spPr>
          <a:xfrm rot="1620000">
            <a:off x="4985583" y="2317090"/>
            <a:ext cx="88880" cy="382676"/>
          </a:xfrm>
          <a:prstGeom prst="ellipse">
            <a:avLst/>
          </a:prstGeom>
          <a:solidFill>
            <a:schemeClr val="accent2"/>
          </a:solidFill>
          <a:ln/>
        </p:spPr>
        <p:txBody>
          <a:bodyPr/>
          <a:lstStyle/>
          <a:p>
            <a:endParaRPr lang="en-GB"/>
          </a:p>
        </p:txBody>
      </p:sp>
      <p:sp>
        <p:nvSpPr>
          <p:cNvPr id="14" name="ELL_312"/>
          <p:cNvSpPr/>
          <p:nvPr/>
        </p:nvSpPr>
        <p:spPr>
          <a:xfrm>
            <a:off x="4790542" y="2625700"/>
            <a:ext cx="148133" cy="118506"/>
          </a:xfrm>
          <a:prstGeom prst="ellipse">
            <a:avLst/>
          </a:prstGeom>
          <a:solidFill>
            <a:schemeClr val="accent2"/>
          </a:solidFill>
          <a:ln/>
        </p:spPr>
        <p:txBody>
          <a:bodyPr/>
          <a:lstStyle/>
          <a:p>
            <a:endParaRPr lang="en-GB"/>
          </a:p>
        </p:txBody>
      </p:sp>
      <p:sp>
        <p:nvSpPr>
          <p:cNvPr id="15" name="ELL_313"/>
          <p:cNvSpPr/>
          <p:nvPr/>
        </p:nvSpPr>
        <p:spPr>
          <a:xfrm rot="-1620000">
            <a:off x="7416241" y="2262226"/>
            <a:ext cx="88880" cy="382676"/>
          </a:xfrm>
          <a:prstGeom prst="ellipse">
            <a:avLst/>
          </a:prstGeom>
          <a:solidFill>
            <a:schemeClr val="accent5"/>
          </a:solidFill>
          <a:ln/>
        </p:spPr>
        <p:txBody>
          <a:bodyPr/>
          <a:lstStyle/>
          <a:p>
            <a:endParaRPr lang="en-GB"/>
          </a:p>
        </p:txBody>
      </p:sp>
      <p:sp>
        <p:nvSpPr>
          <p:cNvPr id="16" name="ELL_314"/>
          <p:cNvSpPr/>
          <p:nvPr/>
        </p:nvSpPr>
        <p:spPr>
          <a:xfrm>
            <a:off x="7581656" y="2212848"/>
            <a:ext cx="88880" cy="407365"/>
          </a:xfrm>
          <a:prstGeom prst="ellipse">
            <a:avLst/>
          </a:prstGeom>
          <a:solidFill>
            <a:schemeClr val="accent5"/>
          </a:solidFill>
          <a:ln/>
        </p:spPr>
        <p:txBody>
          <a:bodyPr/>
          <a:lstStyle/>
          <a:p>
            <a:endParaRPr lang="en-GB"/>
          </a:p>
        </p:txBody>
      </p:sp>
      <p:sp>
        <p:nvSpPr>
          <p:cNvPr id="17" name="ELL_315"/>
          <p:cNvSpPr/>
          <p:nvPr/>
        </p:nvSpPr>
        <p:spPr>
          <a:xfrm rot="1620000">
            <a:off x="7747071" y="2262226"/>
            <a:ext cx="88880" cy="382676"/>
          </a:xfrm>
          <a:prstGeom prst="ellipse">
            <a:avLst/>
          </a:prstGeom>
          <a:solidFill>
            <a:schemeClr val="accent5"/>
          </a:solidFill>
          <a:ln/>
        </p:spPr>
        <p:txBody>
          <a:bodyPr/>
          <a:lstStyle/>
          <a:p>
            <a:endParaRPr lang="en-GB"/>
          </a:p>
        </p:txBody>
      </p:sp>
      <p:sp>
        <p:nvSpPr>
          <p:cNvPr id="18" name="ELL_316"/>
          <p:cNvSpPr/>
          <p:nvPr/>
        </p:nvSpPr>
        <p:spPr>
          <a:xfrm>
            <a:off x="7552030" y="2570836"/>
            <a:ext cx="148133" cy="118506"/>
          </a:xfrm>
          <a:prstGeom prst="ellipse">
            <a:avLst/>
          </a:prstGeom>
          <a:solidFill>
            <a:schemeClr val="accent5"/>
          </a:solidFill>
          <a:ln/>
        </p:spPr>
        <p:txBody>
          <a:bodyPr/>
          <a:lstStyle/>
          <a:p>
            <a:endParaRPr lang="en-GB"/>
          </a:p>
        </p:txBody>
      </p:sp>
      <p:sp>
        <p:nvSpPr>
          <p:cNvPr id="19" name="ELL_317"/>
          <p:cNvSpPr/>
          <p:nvPr/>
        </p:nvSpPr>
        <p:spPr>
          <a:xfrm rot="-1620000">
            <a:off x="10177729" y="2317090"/>
            <a:ext cx="88880" cy="382676"/>
          </a:xfrm>
          <a:prstGeom prst="ellipse">
            <a:avLst/>
          </a:prstGeom>
          <a:solidFill>
            <a:schemeClr val="accent5"/>
          </a:solidFill>
          <a:ln/>
        </p:spPr>
        <p:txBody>
          <a:bodyPr/>
          <a:lstStyle/>
          <a:p>
            <a:endParaRPr lang="en-GB"/>
          </a:p>
        </p:txBody>
      </p:sp>
      <p:sp>
        <p:nvSpPr>
          <p:cNvPr id="20" name="ELL_318"/>
          <p:cNvSpPr/>
          <p:nvPr/>
        </p:nvSpPr>
        <p:spPr>
          <a:xfrm>
            <a:off x="10343144" y="2267712"/>
            <a:ext cx="88880" cy="407365"/>
          </a:xfrm>
          <a:prstGeom prst="ellipse">
            <a:avLst/>
          </a:prstGeom>
          <a:solidFill>
            <a:schemeClr val="accent5"/>
          </a:solidFill>
          <a:ln/>
        </p:spPr>
        <p:txBody>
          <a:bodyPr/>
          <a:lstStyle/>
          <a:p>
            <a:endParaRPr lang="en-GB"/>
          </a:p>
        </p:txBody>
      </p:sp>
      <p:sp>
        <p:nvSpPr>
          <p:cNvPr id="21" name="ELL_319"/>
          <p:cNvSpPr/>
          <p:nvPr/>
        </p:nvSpPr>
        <p:spPr>
          <a:xfrm rot="1620000">
            <a:off x="10508559" y="2317090"/>
            <a:ext cx="88880" cy="382676"/>
          </a:xfrm>
          <a:prstGeom prst="ellipse">
            <a:avLst/>
          </a:prstGeom>
          <a:solidFill>
            <a:schemeClr val="accent5"/>
          </a:solidFill>
          <a:ln/>
        </p:spPr>
        <p:txBody>
          <a:bodyPr/>
          <a:lstStyle/>
          <a:p>
            <a:endParaRPr lang="en-GB"/>
          </a:p>
        </p:txBody>
      </p:sp>
      <p:sp>
        <p:nvSpPr>
          <p:cNvPr id="22" name="ELL_320"/>
          <p:cNvSpPr/>
          <p:nvPr/>
        </p:nvSpPr>
        <p:spPr>
          <a:xfrm>
            <a:off x="10313518" y="2625700"/>
            <a:ext cx="148133" cy="118506"/>
          </a:xfrm>
          <a:prstGeom prst="ellipse">
            <a:avLst/>
          </a:prstGeom>
          <a:solidFill>
            <a:schemeClr val="accent5"/>
          </a:solidFill>
          <a:ln/>
        </p:spPr>
        <p:txBody>
          <a:bodyPr/>
          <a:lstStyle/>
          <a:p>
            <a:endParaRPr lang="en-GB"/>
          </a:p>
        </p:txBody>
      </p:sp>
      <p:sp>
        <p:nvSpPr>
          <p:cNvPr id="23" name="Text 20"/>
          <p:cNvSpPr>
            <a:spLocks noGrp="1"/>
          </p:cNvSpPr>
          <p:nvPr>
            <p:ph type="body" idx="121" hasCustomPrompt="1"/>
          </p:nvPr>
        </p:nvSpPr>
        <p:spPr>
          <a:xfrm>
            <a:off x="868680" y="3520440"/>
            <a:ext cx="2468880" cy="411480"/>
          </a:xfrm>
          <a:prstGeom prst="rect">
            <a:avLst/>
          </a:prstGeom>
          <a:noFill/>
          <a:ln/>
        </p:spPr>
        <p:txBody>
          <a:bodyPr wrap="square" rtlCol="0"/>
          <a:lstStyle>
            <a:lvl1pPr marL="0" indent="0" algn="l">
              <a:buNone/>
              <a:defRPr lang="en-US" sz="18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bg1"/>
                </a:solidFill>
                <a:latin typeface="Century Schoolbook" pitchFamily="34" charset="0"/>
                <a:ea typeface="Century Schoolbook" pitchFamily="34" charset="-122"/>
                <a:cs typeface="Century Schoolbook" pitchFamily="34" charset="-120"/>
              </a:rPr>
              <a:t>Heading</a:t>
            </a:r>
            <a:endParaRPr lang="en-US" sz="1800" dirty="0"/>
          </a:p>
        </p:txBody>
      </p:sp>
      <p:sp>
        <p:nvSpPr>
          <p:cNvPr id="24" name="Text 20"/>
          <p:cNvSpPr>
            <a:spLocks noGrp="1"/>
          </p:cNvSpPr>
          <p:nvPr>
            <p:ph type="body" idx="122" hasCustomPrompt="1"/>
          </p:nvPr>
        </p:nvSpPr>
        <p:spPr>
          <a:xfrm>
            <a:off x="868680" y="4041648"/>
            <a:ext cx="2468880" cy="1737360"/>
          </a:xfrm>
          <a:prstGeom prst="rect">
            <a:avLst/>
          </a:prstGeom>
          <a:noFill/>
          <a:ln/>
        </p:spPr>
        <p:txBody>
          <a:bodyPr wrap="square" rtlCol="0"/>
          <a:lstStyle>
            <a:lvl1pPr marL="0" indent="0" algn="l">
              <a:lnSpc>
                <a:spcPct val="122000"/>
              </a:lnSpc>
              <a:buNone/>
              <a:defRPr lang="en-US" sz="1300" dirty="0">
                <a:solidFill>
                  <a:schemeClr val="accent5"/>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accent5"/>
                </a:solidFill>
                <a:latin typeface="Calibri" pitchFamily="34" charset="0"/>
                <a:ea typeface="Calibri" pitchFamily="34" charset="-122"/>
                <a:cs typeface="Calibri" pitchFamily="34" charset="-120"/>
              </a:rPr>
              <a:t>Body text</a:t>
            </a:r>
            <a:endParaRPr lang="en-US" sz="1300" dirty="0"/>
          </a:p>
        </p:txBody>
      </p:sp>
      <p:sp>
        <p:nvSpPr>
          <p:cNvPr id="25" name="Text 20"/>
          <p:cNvSpPr>
            <a:spLocks noGrp="1"/>
          </p:cNvSpPr>
          <p:nvPr>
            <p:ph type="body" idx="123" hasCustomPrompt="1"/>
          </p:nvPr>
        </p:nvSpPr>
        <p:spPr>
          <a:xfrm>
            <a:off x="3630168" y="3520440"/>
            <a:ext cx="2468880" cy="411480"/>
          </a:xfrm>
          <a:prstGeom prst="rect">
            <a:avLst/>
          </a:prstGeom>
          <a:noFill/>
          <a:ln/>
        </p:spPr>
        <p:txBody>
          <a:bodyPr wrap="square" rtlCol="0"/>
          <a:lstStyle>
            <a:lvl1pPr marL="0" indent="0" algn="l">
              <a:buNone/>
              <a:defRPr lang="en-US" sz="18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bg1"/>
                </a:solidFill>
                <a:latin typeface="Century Schoolbook" pitchFamily="34" charset="0"/>
                <a:ea typeface="Century Schoolbook" pitchFamily="34" charset="-122"/>
                <a:cs typeface="Century Schoolbook" pitchFamily="34" charset="-120"/>
              </a:rPr>
              <a:t>Heading</a:t>
            </a:r>
            <a:endParaRPr lang="en-US" sz="1800" dirty="0"/>
          </a:p>
        </p:txBody>
      </p:sp>
      <p:sp>
        <p:nvSpPr>
          <p:cNvPr id="26" name="Text 20"/>
          <p:cNvSpPr>
            <a:spLocks noGrp="1"/>
          </p:cNvSpPr>
          <p:nvPr>
            <p:ph type="body" idx="124" hasCustomPrompt="1"/>
          </p:nvPr>
        </p:nvSpPr>
        <p:spPr>
          <a:xfrm>
            <a:off x="3630168" y="4041648"/>
            <a:ext cx="2468880" cy="1737360"/>
          </a:xfrm>
          <a:prstGeom prst="rect">
            <a:avLst/>
          </a:prstGeom>
          <a:noFill/>
          <a:ln/>
        </p:spPr>
        <p:txBody>
          <a:bodyPr wrap="square" rtlCol="0"/>
          <a:lstStyle>
            <a:lvl1pPr marL="0" indent="0" algn="l">
              <a:lnSpc>
                <a:spcPct val="122000"/>
              </a:lnSpc>
              <a:buNone/>
              <a:defRPr lang="en-US" sz="1300" dirty="0">
                <a:solidFill>
                  <a:schemeClr val="accent5"/>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accent5"/>
                </a:solidFill>
                <a:latin typeface="Calibri" pitchFamily="34" charset="0"/>
                <a:ea typeface="Calibri" pitchFamily="34" charset="-122"/>
                <a:cs typeface="Calibri" pitchFamily="34" charset="-120"/>
              </a:rPr>
              <a:t>Body text</a:t>
            </a:r>
            <a:endParaRPr lang="en-US" sz="1300" dirty="0"/>
          </a:p>
        </p:txBody>
      </p:sp>
      <p:sp>
        <p:nvSpPr>
          <p:cNvPr id="27" name="Text 20"/>
          <p:cNvSpPr>
            <a:spLocks noGrp="1"/>
          </p:cNvSpPr>
          <p:nvPr>
            <p:ph type="body" idx="125" hasCustomPrompt="1"/>
          </p:nvPr>
        </p:nvSpPr>
        <p:spPr>
          <a:xfrm>
            <a:off x="6391656" y="3520440"/>
            <a:ext cx="2468880" cy="411480"/>
          </a:xfrm>
          <a:prstGeom prst="rect">
            <a:avLst/>
          </a:prstGeom>
          <a:noFill/>
          <a:ln/>
        </p:spPr>
        <p:txBody>
          <a:bodyPr wrap="square" rtlCol="0"/>
          <a:lstStyle>
            <a:lvl1pPr marL="0" indent="0" algn="l">
              <a:buNone/>
              <a:defRPr lang="en-US" sz="18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bg1"/>
                </a:solidFill>
                <a:latin typeface="Century Schoolbook" pitchFamily="34" charset="0"/>
                <a:ea typeface="Century Schoolbook" pitchFamily="34" charset="-122"/>
                <a:cs typeface="Century Schoolbook" pitchFamily="34" charset="-120"/>
              </a:rPr>
              <a:t>Heading</a:t>
            </a:r>
            <a:endParaRPr lang="en-US" sz="1800" dirty="0"/>
          </a:p>
        </p:txBody>
      </p:sp>
      <p:sp>
        <p:nvSpPr>
          <p:cNvPr id="28" name="Text 20"/>
          <p:cNvSpPr>
            <a:spLocks noGrp="1"/>
          </p:cNvSpPr>
          <p:nvPr>
            <p:ph type="body" idx="126" hasCustomPrompt="1"/>
          </p:nvPr>
        </p:nvSpPr>
        <p:spPr>
          <a:xfrm>
            <a:off x="6391656" y="4041648"/>
            <a:ext cx="2468880" cy="1737360"/>
          </a:xfrm>
          <a:prstGeom prst="rect">
            <a:avLst/>
          </a:prstGeom>
          <a:noFill/>
          <a:ln/>
        </p:spPr>
        <p:txBody>
          <a:bodyPr wrap="square" rtlCol="0"/>
          <a:lstStyle>
            <a:lvl1pPr marL="0" indent="0" algn="l">
              <a:lnSpc>
                <a:spcPct val="122000"/>
              </a:lnSpc>
              <a:buNone/>
              <a:defRPr lang="en-US" sz="1300" dirty="0">
                <a:solidFill>
                  <a:schemeClr val="accent5"/>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accent5"/>
                </a:solidFill>
                <a:latin typeface="Calibri" pitchFamily="34" charset="0"/>
                <a:ea typeface="Calibri" pitchFamily="34" charset="-122"/>
                <a:cs typeface="Calibri" pitchFamily="34" charset="-120"/>
              </a:rPr>
              <a:t>Body text</a:t>
            </a:r>
            <a:endParaRPr lang="en-US" sz="1300" dirty="0"/>
          </a:p>
        </p:txBody>
      </p:sp>
      <p:sp>
        <p:nvSpPr>
          <p:cNvPr id="29" name="Text 20"/>
          <p:cNvSpPr>
            <a:spLocks noGrp="1"/>
          </p:cNvSpPr>
          <p:nvPr>
            <p:ph type="body" idx="127" hasCustomPrompt="1"/>
          </p:nvPr>
        </p:nvSpPr>
        <p:spPr>
          <a:xfrm>
            <a:off x="9153144" y="3520440"/>
            <a:ext cx="2468880" cy="411480"/>
          </a:xfrm>
          <a:prstGeom prst="rect">
            <a:avLst/>
          </a:prstGeom>
          <a:noFill/>
          <a:ln/>
        </p:spPr>
        <p:txBody>
          <a:bodyPr wrap="square" rtlCol="0"/>
          <a:lstStyle>
            <a:lvl1pPr marL="0" indent="0" algn="l">
              <a:buNone/>
              <a:defRPr lang="en-US" sz="18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bg1"/>
                </a:solidFill>
                <a:latin typeface="Century Schoolbook" pitchFamily="34" charset="0"/>
                <a:ea typeface="Century Schoolbook" pitchFamily="34" charset="-122"/>
                <a:cs typeface="Century Schoolbook" pitchFamily="34" charset="-120"/>
              </a:rPr>
              <a:t>Heading</a:t>
            </a:r>
            <a:endParaRPr lang="en-US" sz="1800" dirty="0"/>
          </a:p>
        </p:txBody>
      </p:sp>
      <p:sp>
        <p:nvSpPr>
          <p:cNvPr id="30" name="Text 20"/>
          <p:cNvSpPr>
            <a:spLocks noGrp="1"/>
          </p:cNvSpPr>
          <p:nvPr>
            <p:ph type="body" idx="128" hasCustomPrompt="1"/>
          </p:nvPr>
        </p:nvSpPr>
        <p:spPr>
          <a:xfrm>
            <a:off x="9153144" y="4041648"/>
            <a:ext cx="2468880" cy="1737360"/>
          </a:xfrm>
          <a:prstGeom prst="rect">
            <a:avLst/>
          </a:prstGeom>
          <a:noFill/>
          <a:ln/>
        </p:spPr>
        <p:txBody>
          <a:bodyPr wrap="square" rtlCol="0"/>
          <a:lstStyle>
            <a:lvl1pPr marL="0" indent="0" algn="l">
              <a:lnSpc>
                <a:spcPct val="122000"/>
              </a:lnSpc>
              <a:buNone/>
              <a:defRPr lang="en-US" sz="1300" dirty="0">
                <a:solidFill>
                  <a:schemeClr val="accent5"/>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accent5"/>
                </a:solidFill>
                <a:latin typeface="Calibri" pitchFamily="34" charset="0"/>
                <a:ea typeface="Calibri" pitchFamily="34" charset="-122"/>
                <a:cs typeface="Calibri" pitchFamily="34" charset="-120"/>
              </a:rPr>
              <a:t>Body text</a:t>
            </a:r>
            <a:endParaRPr lang="en-US" sz="1300" dirty="0"/>
          </a:p>
        </p:txBody>
      </p:sp>
      <p:sp>
        <p:nvSpPr>
          <p:cNvPr id="31"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D17 Depth stac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3200" dirty="0"/>
          </a:p>
        </p:txBody>
      </p:sp>
      <p:sp>
        <p:nvSpPr>
          <p:cNvPr id="3" name="RND_321"/>
          <p:cNvSpPr/>
          <p:nvPr/>
        </p:nvSpPr>
        <p:spPr>
          <a:xfrm>
            <a:off x="713232" y="1874520"/>
            <a:ext cx="10744200" cy="1005840"/>
          </a:xfrm>
          <a:prstGeom prst="roundRect">
            <a:avLst>
              <a:gd name="adj" fmla="val 14545"/>
            </a:avLst>
          </a:prstGeom>
          <a:solidFill>
            <a:schemeClr val="tx2"/>
          </a:solidFill>
          <a:ln/>
        </p:spPr>
        <p:txBody>
          <a:bodyPr/>
          <a:lstStyle/>
          <a:p>
            <a:endParaRPr lang="en-GB"/>
          </a:p>
        </p:txBody>
      </p:sp>
      <p:sp>
        <p:nvSpPr>
          <p:cNvPr id="4" name="RND_322"/>
          <p:cNvSpPr/>
          <p:nvPr/>
        </p:nvSpPr>
        <p:spPr>
          <a:xfrm>
            <a:off x="713232" y="2999232"/>
            <a:ext cx="10744200" cy="1005840"/>
          </a:xfrm>
          <a:prstGeom prst="roundRect">
            <a:avLst>
              <a:gd name="adj" fmla="val 14545"/>
            </a:avLst>
          </a:prstGeom>
          <a:solidFill>
            <a:srgbClr val="27406E"/>
          </a:solidFill>
          <a:ln/>
        </p:spPr>
        <p:txBody>
          <a:bodyPr/>
          <a:lstStyle/>
          <a:p>
            <a:endParaRPr lang="en-GB"/>
          </a:p>
        </p:txBody>
      </p:sp>
      <p:sp>
        <p:nvSpPr>
          <p:cNvPr id="5" name="RND_323"/>
          <p:cNvSpPr/>
          <p:nvPr/>
        </p:nvSpPr>
        <p:spPr>
          <a:xfrm>
            <a:off x="713232" y="4123944"/>
            <a:ext cx="10744200" cy="1005840"/>
          </a:xfrm>
          <a:prstGeom prst="roundRect">
            <a:avLst>
              <a:gd name="adj" fmla="val 14545"/>
            </a:avLst>
          </a:prstGeom>
          <a:solidFill>
            <a:schemeClr val="accent3"/>
          </a:solidFill>
          <a:ln/>
        </p:spPr>
        <p:txBody>
          <a:bodyPr/>
          <a:lstStyle/>
          <a:p>
            <a:endParaRPr lang="en-GB"/>
          </a:p>
        </p:txBody>
      </p:sp>
      <p:sp>
        <p:nvSpPr>
          <p:cNvPr id="6" name="RND_324"/>
          <p:cNvSpPr/>
          <p:nvPr/>
        </p:nvSpPr>
        <p:spPr>
          <a:xfrm>
            <a:off x="713232" y="5248656"/>
            <a:ext cx="10744200" cy="1005840"/>
          </a:xfrm>
          <a:prstGeom prst="roundRect">
            <a:avLst>
              <a:gd name="adj" fmla="val 14545"/>
            </a:avLst>
          </a:prstGeom>
          <a:solidFill>
            <a:schemeClr val="accent1"/>
          </a:solidFill>
          <a:ln/>
        </p:spPr>
        <p:txBody>
          <a:bodyPr/>
          <a:lstStyle/>
          <a:p>
            <a:endParaRPr lang="en-GB"/>
          </a:p>
        </p:txBody>
      </p:sp>
      <p:sp>
        <p:nvSpPr>
          <p:cNvPr id="7" name="Text 4"/>
          <p:cNvSpPr>
            <a:spLocks noGrp="1"/>
          </p:cNvSpPr>
          <p:nvPr>
            <p:ph type="body" idx="105" hasCustomPrompt="1"/>
          </p:nvPr>
        </p:nvSpPr>
        <p:spPr>
          <a:xfrm>
            <a:off x="1097280" y="2084832"/>
            <a:ext cx="1280160" cy="256032"/>
          </a:xfrm>
          <a:prstGeom prst="rect">
            <a:avLst/>
          </a:prstGeom>
          <a:noFill/>
          <a:ln/>
        </p:spPr>
        <p:txBody>
          <a:bodyPr wrap="square" rtlCol="0"/>
          <a:lstStyle>
            <a:lvl1pPr marL="0" indent="0" algn="l">
              <a:buNone/>
              <a:defRPr lang="en-US" sz="1000" b="1" kern="0" spc="150" dirty="0">
                <a:solidFill>
                  <a:schemeClr val="accent5"/>
                </a:solidFill>
                <a:latin typeface="Calibri" pitchFamily="34" charset="0"/>
                <a:ea typeface="Calibri" pitchFamily="34" charset="-122"/>
                <a:cs typeface="Calibri" pitchFamily="34" charset="-120"/>
              </a:defRPr>
            </a:lvl1pPr>
          </a:lstStyle>
          <a:p>
            <a:pPr marL="0" indent="0" algn="l">
              <a:buNone/>
            </a:pPr>
            <a:r>
              <a:rPr lang="en-US" sz="1000" b="1" kern="0" spc="150" dirty="0">
                <a:solidFill>
                  <a:schemeClr val="accent5"/>
                </a:solidFill>
                <a:latin typeface="Calibri" pitchFamily="34" charset="0"/>
                <a:ea typeface="Calibri" pitchFamily="34" charset="-122"/>
                <a:cs typeface="Calibri" pitchFamily="34" charset="-120"/>
              </a:rPr>
              <a:t>LABEL</a:t>
            </a:r>
            <a:endParaRPr lang="en-US" sz="1000" dirty="0"/>
          </a:p>
        </p:txBody>
      </p:sp>
      <p:sp>
        <p:nvSpPr>
          <p:cNvPr id="8" name="Text 4"/>
          <p:cNvSpPr>
            <a:spLocks noGrp="1"/>
          </p:cNvSpPr>
          <p:nvPr>
            <p:ph type="body" idx="106" hasCustomPrompt="1"/>
          </p:nvPr>
        </p:nvSpPr>
        <p:spPr>
          <a:xfrm>
            <a:off x="1097280" y="2395728"/>
            <a:ext cx="4023360" cy="365760"/>
          </a:xfrm>
          <a:prstGeom prst="rect">
            <a:avLst/>
          </a:prstGeom>
          <a:noFill/>
          <a:ln/>
        </p:spPr>
        <p:txBody>
          <a:bodyPr wrap="square" rtlCol="0"/>
          <a:lstStyle>
            <a:lvl1pPr marL="0" indent="0" algn="l">
              <a:buNone/>
              <a:defRPr lang="en-US" sz="17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700" b="1" dirty="0">
                <a:solidFill>
                  <a:schemeClr val="bg1"/>
                </a:solidFill>
                <a:latin typeface="Century Schoolbook" pitchFamily="34" charset="0"/>
                <a:ea typeface="Century Schoolbook" pitchFamily="34" charset="-122"/>
                <a:cs typeface="Century Schoolbook" pitchFamily="34" charset="-120"/>
              </a:rPr>
              <a:t>Heading</a:t>
            </a:r>
            <a:endParaRPr lang="en-US" sz="1700" dirty="0"/>
          </a:p>
        </p:txBody>
      </p:sp>
      <p:sp>
        <p:nvSpPr>
          <p:cNvPr id="9" name="Text 4"/>
          <p:cNvSpPr>
            <a:spLocks noGrp="1"/>
          </p:cNvSpPr>
          <p:nvPr>
            <p:ph type="body" idx="107" hasCustomPrompt="1"/>
          </p:nvPr>
        </p:nvSpPr>
        <p:spPr>
          <a:xfrm>
            <a:off x="5669280" y="2414016"/>
            <a:ext cx="5486400" cy="457200"/>
          </a:xfrm>
          <a:prstGeom prst="rect">
            <a:avLst/>
          </a:prstGeom>
          <a:noFill/>
          <a:ln/>
        </p:spPr>
        <p:txBody>
          <a:bodyPr wrap="square" rtlCol="0"/>
          <a:lstStyle>
            <a:lvl1pPr marL="0" indent="0" algn="l">
              <a:lnSpc>
                <a:spcPct val="122000"/>
              </a:lnSpc>
              <a:buNone/>
              <a:defRPr lang="en-US" sz="1300" dirty="0">
                <a:solidFill>
                  <a:schemeClr val="accent5"/>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accent5"/>
                </a:solidFill>
                <a:latin typeface="Calibri" pitchFamily="34" charset="0"/>
                <a:ea typeface="Calibri" pitchFamily="34" charset="-122"/>
                <a:cs typeface="Calibri" pitchFamily="34" charset="-120"/>
              </a:rPr>
              <a:t>Body text</a:t>
            </a:r>
            <a:endParaRPr lang="en-US" sz="1300" dirty="0"/>
          </a:p>
        </p:txBody>
      </p:sp>
      <p:sp>
        <p:nvSpPr>
          <p:cNvPr id="10" name="Text 4"/>
          <p:cNvSpPr>
            <a:spLocks noGrp="1"/>
          </p:cNvSpPr>
          <p:nvPr>
            <p:ph type="body" idx="108" hasCustomPrompt="1"/>
          </p:nvPr>
        </p:nvSpPr>
        <p:spPr>
          <a:xfrm>
            <a:off x="1097280" y="3209544"/>
            <a:ext cx="1280160" cy="256032"/>
          </a:xfrm>
          <a:prstGeom prst="rect">
            <a:avLst/>
          </a:prstGeom>
          <a:noFill/>
          <a:ln/>
        </p:spPr>
        <p:txBody>
          <a:bodyPr wrap="square" rtlCol="0"/>
          <a:lstStyle>
            <a:lvl1pPr marL="0" indent="0" algn="l">
              <a:buNone/>
              <a:defRPr lang="en-US" sz="1000" b="1" kern="0" spc="150" dirty="0">
                <a:solidFill>
                  <a:schemeClr val="accent5"/>
                </a:solidFill>
                <a:latin typeface="Calibri" pitchFamily="34" charset="0"/>
                <a:ea typeface="Calibri" pitchFamily="34" charset="-122"/>
                <a:cs typeface="Calibri" pitchFamily="34" charset="-120"/>
              </a:defRPr>
            </a:lvl1pPr>
          </a:lstStyle>
          <a:p>
            <a:pPr marL="0" indent="0" algn="l">
              <a:buNone/>
            </a:pPr>
            <a:r>
              <a:rPr lang="en-US" sz="1000" b="1" kern="0" spc="150" dirty="0">
                <a:solidFill>
                  <a:schemeClr val="accent5"/>
                </a:solidFill>
                <a:latin typeface="Calibri" pitchFamily="34" charset="0"/>
                <a:ea typeface="Calibri" pitchFamily="34" charset="-122"/>
                <a:cs typeface="Calibri" pitchFamily="34" charset="-120"/>
              </a:rPr>
              <a:t>LABEL</a:t>
            </a:r>
            <a:endParaRPr lang="en-US" sz="1000" dirty="0"/>
          </a:p>
        </p:txBody>
      </p:sp>
      <p:sp>
        <p:nvSpPr>
          <p:cNvPr id="11" name="Text 4"/>
          <p:cNvSpPr>
            <a:spLocks noGrp="1"/>
          </p:cNvSpPr>
          <p:nvPr>
            <p:ph type="body" idx="109" hasCustomPrompt="1"/>
          </p:nvPr>
        </p:nvSpPr>
        <p:spPr>
          <a:xfrm>
            <a:off x="1097280" y="3520440"/>
            <a:ext cx="4023360" cy="365760"/>
          </a:xfrm>
          <a:prstGeom prst="rect">
            <a:avLst/>
          </a:prstGeom>
          <a:noFill/>
          <a:ln/>
        </p:spPr>
        <p:txBody>
          <a:bodyPr wrap="square" rtlCol="0"/>
          <a:lstStyle>
            <a:lvl1pPr marL="0" indent="0" algn="l">
              <a:buNone/>
              <a:defRPr lang="en-US" sz="17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700" b="1" dirty="0">
                <a:solidFill>
                  <a:schemeClr val="bg1"/>
                </a:solidFill>
                <a:latin typeface="Century Schoolbook" pitchFamily="34" charset="0"/>
                <a:ea typeface="Century Schoolbook" pitchFamily="34" charset="-122"/>
                <a:cs typeface="Century Schoolbook" pitchFamily="34" charset="-120"/>
              </a:rPr>
              <a:t>Heading</a:t>
            </a:r>
            <a:endParaRPr lang="en-US" sz="1700" dirty="0"/>
          </a:p>
        </p:txBody>
      </p:sp>
      <p:sp>
        <p:nvSpPr>
          <p:cNvPr id="12" name="Text 4"/>
          <p:cNvSpPr>
            <a:spLocks noGrp="1"/>
          </p:cNvSpPr>
          <p:nvPr>
            <p:ph type="body" idx="110" hasCustomPrompt="1"/>
          </p:nvPr>
        </p:nvSpPr>
        <p:spPr>
          <a:xfrm>
            <a:off x="5669280" y="3538728"/>
            <a:ext cx="5486400" cy="457200"/>
          </a:xfrm>
          <a:prstGeom prst="rect">
            <a:avLst/>
          </a:prstGeom>
          <a:noFill/>
          <a:ln/>
        </p:spPr>
        <p:txBody>
          <a:bodyPr wrap="square" rtlCol="0"/>
          <a:lstStyle>
            <a:lvl1pPr marL="0" indent="0" algn="l">
              <a:lnSpc>
                <a:spcPct val="122000"/>
              </a:lnSpc>
              <a:buNone/>
              <a:defRPr lang="en-US" sz="1300" dirty="0">
                <a:solidFill>
                  <a:schemeClr val="bg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bg2"/>
                </a:solidFill>
                <a:latin typeface="Calibri" pitchFamily="34" charset="0"/>
                <a:ea typeface="Calibri" pitchFamily="34" charset="-122"/>
                <a:cs typeface="Calibri" pitchFamily="34" charset="-120"/>
              </a:rPr>
              <a:t>Body text</a:t>
            </a:r>
            <a:endParaRPr lang="en-US" sz="1300" dirty="0"/>
          </a:p>
        </p:txBody>
      </p:sp>
      <p:sp>
        <p:nvSpPr>
          <p:cNvPr id="13" name="Text 4"/>
          <p:cNvSpPr>
            <a:spLocks noGrp="1"/>
          </p:cNvSpPr>
          <p:nvPr>
            <p:ph type="body" idx="111" hasCustomPrompt="1"/>
          </p:nvPr>
        </p:nvSpPr>
        <p:spPr>
          <a:xfrm>
            <a:off x="1097280" y="4334256"/>
            <a:ext cx="1280160" cy="256032"/>
          </a:xfrm>
          <a:prstGeom prst="rect">
            <a:avLst/>
          </a:prstGeom>
          <a:noFill/>
          <a:ln/>
        </p:spPr>
        <p:txBody>
          <a:bodyPr wrap="square" rtlCol="0"/>
          <a:lstStyle>
            <a:lvl1pPr marL="0" indent="0" algn="l">
              <a:buNone/>
              <a:defRPr lang="en-US" sz="1000" b="1" kern="0" spc="150" dirty="0">
                <a:solidFill>
                  <a:schemeClr val="accent5"/>
                </a:solidFill>
                <a:latin typeface="Calibri" pitchFamily="34" charset="0"/>
                <a:ea typeface="Calibri" pitchFamily="34" charset="-122"/>
                <a:cs typeface="Calibri" pitchFamily="34" charset="-120"/>
              </a:defRPr>
            </a:lvl1pPr>
          </a:lstStyle>
          <a:p>
            <a:pPr marL="0" indent="0" algn="l">
              <a:buNone/>
            </a:pPr>
            <a:r>
              <a:rPr lang="en-US" sz="1000" b="1" kern="0" spc="150" dirty="0">
                <a:solidFill>
                  <a:schemeClr val="accent5"/>
                </a:solidFill>
                <a:latin typeface="Calibri" pitchFamily="34" charset="0"/>
                <a:ea typeface="Calibri" pitchFamily="34" charset="-122"/>
                <a:cs typeface="Calibri" pitchFamily="34" charset="-120"/>
              </a:rPr>
              <a:t>LABEL</a:t>
            </a:r>
            <a:endParaRPr lang="en-US" sz="1000" dirty="0"/>
          </a:p>
        </p:txBody>
      </p:sp>
      <p:sp>
        <p:nvSpPr>
          <p:cNvPr id="14" name="Text 4"/>
          <p:cNvSpPr>
            <a:spLocks noGrp="1"/>
          </p:cNvSpPr>
          <p:nvPr>
            <p:ph type="body" idx="112" hasCustomPrompt="1"/>
          </p:nvPr>
        </p:nvSpPr>
        <p:spPr>
          <a:xfrm>
            <a:off x="1097280" y="4645152"/>
            <a:ext cx="4023360" cy="365760"/>
          </a:xfrm>
          <a:prstGeom prst="rect">
            <a:avLst/>
          </a:prstGeom>
          <a:noFill/>
          <a:ln/>
        </p:spPr>
        <p:txBody>
          <a:bodyPr wrap="square" rtlCol="0"/>
          <a:lstStyle>
            <a:lvl1pPr marL="0" indent="0" algn="l">
              <a:buNone/>
              <a:defRPr lang="en-US" sz="17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700" b="1" dirty="0">
                <a:solidFill>
                  <a:schemeClr val="bg1"/>
                </a:solidFill>
                <a:latin typeface="Century Schoolbook" pitchFamily="34" charset="0"/>
                <a:ea typeface="Century Schoolbook" pitchFamily="34" charset="-122"/>
                <a:cs typeface="Century Schoolbook" pitchFamily="34" charset="-120"/>
              </a:rPr>
              <a:t>Heading</a:t>
            </a:r>
            <a:endParaRPr lang="en-US" sz="1700" dirty="0"/>
          </a:p>
        </p:txBody>
      </p:sp>
      <p:sp>
        <p:nvSpPr>
          <p:cNvPr id="15" name="Text 4"/>
          <p:cNvSpPr>
            <a:spLocks noGrp="1"/>
          </p:cNvSpPr>
          <p:nvPr>
            <p:ph type="body" idx="113" hasCustomPrompt="1"/>
          </p:nvPr>
        </p:nvSpPr>
        <p:spPr>
          <a:xfrm>
            <a:off x="5669280" y="4663440"/>
            <a:ext cx="5486400" cy="457200"/>
          </a:xfrm>
          <a:prstGeom prst="rect">
            <a:avLst/>
          </a:prstGeom>
          <a:noFill/>
          <a:ln/>
        </p:spPr>
        <p:txBody>
          <a:bodyPr wrap="square" rtlCol="0"/>
          <a:lstStyle>
            <a:lvl1pPr marL="0" indent="0" algn="l">
              <a:lnSpc>
                <a:spcPct val="122000"/>
              </a:lnSpc>
              <a:buNone/>
              <a:defRPr lang="en-US" sz="1300" dirty="0">
                <a:solidFill>
                  <a:schemeClr val="bg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bg2"/>
                </a:solidFill>
                <a:latin typeface="Calibri" pitchFamily="34" charset="0"/>
                <a:ea typeface="Calibri" pitchFamily="34" charset="-122"/>
                <a:cs typeface="Calibri" pitchFamily="34" charset="-120"/>
              </a:rPr>
              <a:t>Body text</a:t>
            </a:r>
            <a:endParaRPr lang="en-US" sz="1300" dirty="0"/>
          </a:p>
        </p:txBody>
      </p:sp>
      <p:sp>
        <p:nvSpPr>
          <p:cNvPr id="16" name="Text 4"/>
          <p:cNvSpPr>
            <a:spLocks noGrp="1"/>
          </p:cNvSpPr>
          <p:nvPr>
            <p:ph type="body" idx="114" hasCustomPrompt="1"/>
          </p:nvPr>
        </p:nvSpPr>
        <p:spPr>
          <a:xfrm>
            <a:off x="1097280" y="5458968"/>
            <a:ext cx="1280160" cy="256032"/>
          </a:xfrm>
          <a:prstGeom prst="rect">
            <a:avLst/>
          </a:prstGeom>
          <a:noFill/>
          <a:ln/>
        </p:spPr>
        <p:txBody>
          <a:bodyPr wrap="square" rtlCol="0"/>
          <a:lstStyle>
            <a:lvl1pPr marL="0" indent="0" algn="l">
              <a:buNone/>
              <a:defRPr lang="en-US" sz="1000" b="1" kern="0" spc="150" dirty="0">
                <a:solidFill>
                  <a:schemeClr val="bg2"/>
                </a:solidFill>
                <a:latin typeface="Calibri" pitchFamily="34" charset="0"/>
                <a:ea typeface="Calibri" pitchFamily="34" charset="-122"/>
                <a:cs typeface="Calibri" pitchFamily="34" charset="-120"/>
              </a:defRPr>
            </a:lvl1pPr>
          </a:lstStyle>
          <a:p>
            <a:pPr marL="0" indent="0" algn="l">
              <a:buNone/>
            </a:pPr>
            <a:r>
              <a:rPr lang="en-US" sz="1000" b="1" kern="0" spc="150" dirty="0">
                <a:solidFill>
                  <a:schemeClr val="bg2"/>
                </a:solidFill>
                <a:latin typeface="Calibri" pitchFamily="34" charset="0"/>
                <a:ea typeface="Calibri" pitchFamily="34" charset="-122"/>
                <a:cs typeface="Calibri" pitchFamily="34" charset="-120"/>
              </a:rPr>
              <a:t>LABEL</a:t>
            </a:r>
            <a:endParaRPr lang="en-US" sz="1000" dirty="0"/>
          </a:p>
        </p:txBody>
      </p:sp>
      <p:sp>
        <p:nvSpPr>
          <p:cNvPr id="17" name="Text 4"/>
          <p:cNvSpPr>
            <a:spLocks noGrp="1"/>
          </p:cNvSpPr>
          <p:nvPr>
            <p:ph type="body" idx="115" hasCustomPrompt="1"/>
          </p:nvPr>
        </p:nvSpPr>
        <p:spPr>
          <a:xfrm>
            <a:off x="1097280" y="5769864"/>
            <a:ext cx="4023360" cy="365760"/>
          </a:xfrm>
          <a:prstGeom prst="rect">
            <a:avLst/>
          </a:prstGeom>
          <a:noFill/>
          <a:ln/>
        </p:spPr>
        <p:txBody>
          <a:bodyPr wrap="square" rtlCol="0"/>
          <a:lstStyle>
            <a:lvl1pPr marL="0" indent="0" algn="l">
              <a:buNone/>
              <a:defRPr lang="en-US" sz="17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700" b="1" dirty="0">
                <a:solidFill>
                  <a:schemeClr val="bg1"/>
                </a:solidFill>
                <a:latin typeface="Century Schoolbook" pitchFamily="34" charset="0"/>
                <a:ea typeface="Century Schoolbook" pitchFamily="34" charset="-122"/>
                <a:cs typeface="Century Schoolbook" pitchFamily="34" charset="-120"/>
              </a:rPr>
              <a:t>Heading</a:t>
            </a:r>
            <a:endParaRPr lang="en-US" sz="1700" dirty="0"/>
          </a:p>
        </p:txBody>
      </p:sp>
      <p:sp>
        <p:nvSpPr>
          <p:cNvPr id="18" name="Text 4"/>
          <p:cNvSpPr>
            <a:spLocks noGrp="1"/>
          </p:cNvSpPr>
          <p:nvPr>
            <p:ph type="body" idx="116" hasCustomPrompt="1"/>
          </p:nvPr>
        </p:nvSpPr>
        <p:spPr>
          <a:xfrm>
            <a:off x="5669280" y="5788152"/>
            <a:ext cx="5486400" cy="457200"/>
          </a:xfrm>
          <a:prstGeom prst="rect">
            <a:avLst/>
          </a:prstGeom>
          <a:noFill/>
          <a:ln/>
        </p:spPr>
        <p:txBody>
          <a:bodyPr wrap="square" rtlCol="0"/>
          <a:lstStyle>
            <a:lvl1pPr marL="0" indent="0" algn="l">
              <a:lnSpc>
                <a:spcPct val="122000"/>
              </a:lnSpc>
              <a:buNone/>
              <a:defRPr lang="en-US" sz="1300" dirty="0">
                <a:solidFill>
                  <a:schemeClr val="bg2"/>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bg2"/>
                </a:solidFill>
                <a:latin typeface="Calibri" pitchFamily="34" charset="0"/>
                <a:ea typeface="Calibri" pitchFamily="34" charset="-122"/>
                <a:cs typeface="Calibri" pitchFamily="34" charset="-120"/>
              </a:rPr>
              <a:t>Body text</a:t>
            </a:r>
            <a:endParaRPr lang="en-US" sz="130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1_D18 Two by tw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13232" y="658368"/>
            <a:ext cx="8229600" cy="731520"/>
          </a:xfrm>
          <a:prstGeom prst="rect">
            <a:avLst/>
          </a:prstGeom>
          <a:noFill/>
          <a:ln/>
        </p:spPr>
        <p:txBody>
          <a:bodyPr wrap="square" rtlCol="0"/>
          <a:lstStyle>
            <a:lvl1pPr marL="0" indent="0" algn="l">
              <a:buNone/>
              <a:defRPr lang="en-US" sz="32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3200" dirty="0"/>
          </a:p>
        </p:txBody>
      </p:sp>
      <p:sp>
        <p:nvSpPr>
          <p:cNvPr id="3" name="RND_325"/>
          <p:cNvSpPr/>
          <p:nvPr/>
        </p:nvSpPr>
        <p:spPr>
          <a:xfrm>
            <a:off x="713232" y="1783080"/>
            <a:ext cx="5285232" cy="2121408"/>
          </a:xfrm>
          <a:prstGeom prst="roundRect">
            <a:avLst>
              <a:gd name="adj" fmla="val 6466"/>
            </a:avLst>
          </a:prstGeom>
          <a:solidFill>
            <a:schemeClr val="tx2"/>
          </a:solidFill>
          <a:ln/>
        </p:spPr>
        <p:txBody>
          <a:bodyPr/>
          <a:lstStyle/>
          <a:p>
            <a:endParaRPr lang="en-GB"/>
          </a:p>
        </p:txBody>
      </p:sp>
      <p:sp>
        <p:nvSpPr>
          <p:cNvPr id="4" name="RND_326"/>
          <p:cNvSpPr/>
          <p:nvPr/>
        </p:nvSpPr>
        <p:spPr>
          <a:xfrm>
            <a:off x="6172200" y="1783080"/>
            <a:ext cx="5285232" cy="2121408"/>
          </a:xfrm>
          <a:prstGeom prst="roundRect">
            <a:avLst>
              <a:gd name="adj" fmla="val 6466"/>
            </a:avLst>
          </a:prstGeom>
          <a:solidFill>
            <a:schemeClr val="tx2"/>
          </a:solidFill>
          <a:ln/>
        </p:spPr>
        <p:txBody>
          <a:bodyPr/>
          <a:lstStyle/>
          <a:p>
            <a:endParaRPr lang="en-GB"/>
          </a:p>
        </p:txBody>
      </p:sp>
      <p:sp>
        <p:nvSpPr>
          <p:cNvPr id="5" name="RND_327"/>
          <p:cNvSpPr/>
          <p:nvPr/>
        </p:nvSpPr>
        <p:spPr>
          <a:xfrm>
            <a:off x="713232" y="4041648"/>
            <a:ext cx="5285232" cy="2121408"/>
          </a:xfrm>
          <a:prstGeom prst="roundRect">
            <a:avLst>
              <a:gd name="adj" fmla="val 6466"/>
            </a:avLst>
          </a:prstGeom>
          <a:solidFill>
            <a:schemeClr val="tx2"/>
          </a:solidFill>
          <a:ln/>
        </p:spPr>
        <p:txBody>
          <a:bodyPr/>
          <a:lstStyle/>
          <a:p>
            <a:endParaRPr lang="en-GB"/>
          </a:p>
        </p:txBody>
      </p:sp>
      <p:sp>
        <p:nvSpPr>
          <p:cNvPr id="6" name="RND_328"/>
          <p:cNvSpPr/>
          <p:nvPr/>
        </p:nvSpPr>
        <p:spPr>
          <a:xfrm>
            <a:off x="6172200" y="4041648"/>
            <a:ext cx="5285232" cy="2121408"/>
          </a:xfrm>
          <a:prstGeom prst="roundRect">
            <a:avLst>
              <a:gd name="adj" fmla="val 6466"/>
            </a:avLst>
          </a:prstGeom>
          <a:solidFill>
            <a:schemeClr val="tx2"/>
          </a:solidFill>
          <a:ln/>
        </p:spPr>
        <p:txBody>
          <a:bodyPr/>
          <a:lstStyle/>
          <a:p>
            <a:endParaRPr lang="en-GB"/>
          </a:p>
        </p:txBody>
      </p:sp>
      <p:sp>
        <p:nvSpPr>
          <p:cNvPr id="7" name="RND_329"/>
          <p:cNvSpPr/>
          <p:nvPr/>
        </p:nvSpPr>
        <p:spPr>
          <a:xfrm>
            <a:off x="1042416" y="2048256"/>
            <a:ext cx="384048" cy="384048"/>
          </a:xfrm>
          <a:prstGeom prst="roundRect">
            <a:avLst>
              <a:gd name="adj" fmla="val 33333"/>
            </a:avLst>
          </a:prstGeom>
          <a:solidFill>
            <a:schemeClr val="accent2"/>
          </a:solidFill>
          <a:ln/>
        </p:spPr>
        <p:txBody>
          <a:bodyPr/>
          <a:lstStyle/>
          <a:p>
            <a:endParaRPr lang="en-GB"/>
          </a:p>
        </p:txBody>
      </p:sp>
      <p:sp>
        <p:nvSpPr>
          <p:cNvPr id="8" name="RND_330"/>
          <p:cNvSpPr/>
          <p:nvPr/>
        </p:nvSpPr>
        <p:spPr>
          <a:xfrm>
            <a:off x="6501384" y="2048256"/>
            <a:ext cx="384048" cy="384048"/>
          </a:xfrm>
          <a:prstGeom prst="roundRect">
            <a:avLst>
              <a:gd name="adj" fmla="val 33333"/>
            </a:avLst>
          </a:prstGeom>
          <a:solidFill>
            <a:schemeClr val="accent1"/>
          </a:solidFill>
          <a:ln/>
        </p:spPr>
        <p:txBody>
          <a:bodyPr/>
          <a:lstStyle/>
          <a:p>
            <a:endParaRPr lang="en-GB"/>
          </a:p>
        </p:txBody>
      </p:sp>
      <p:sp>
        <p:nvSpPr>
          <p:cNvPr id="9" name="RND_331"/>
          <p:cNvSpPr/>
          <p:nvPr/>
        </p:nvSpPr>
        <p:spPr>
          <a:xfrm>
            <a:off x="1042416" y="4306824"/>
            <a:ext cx="384048" cy="384048"/>
          </a:xfrm>
          <a:prstGeom prst="roundRect">
            <a:avLst>
              <a:gd name="adj" fmla="val 33333"/>
            </a:avLst>
          </a:prstGeom>
          <a:solidFill>
            <a:schemeClr val="accent1"/>
          </a:solidFill>
          <a:ln/>
        </p:spPr>
        <p:txBody>
          <a:bodyPr/>
          <a:lstStyle/>
          <a:p>
            <a:endParaRPr lang="en-GB"/>
          </a:p>
        </p:txBody>
      </p:sp>
      <p:sp>
        <p:nvSpPr>
          <p:cNvPr id="10" name="RND_332"/>
          <p:cNvSpPr/>
          <p:nvPr/>
        </p:nvSpPr>
        <p:spPr>
          <a:xfrm>
            <a:off x="6501384" y="4306824"/>
            <a:ext cx="384048" cy="384048"/>
          </a:xfrm>
          <a:prstGeom prst="roundRect">
            <a:avLst>
              <a:gd name="adj" fmla="val 33333"/>
            </a:avLst>
          </a:prstGeom>
          <a:solidFill>
            <a:schemeClr val="accent2"/>
          </a:solidFill>
          <a:ln/>
        </p:spPr>
        <p:txBody>
          <a:bodyPr/>
          <a:lstStyle/>
          <a:p>
            <a:endParaRPr lang="en-GB"/>
          </a:p>
        </p:txBody>
      </p:sp>
      <p:sp>
        <p:nvSpPr>
          <p:cNvPr id="11" name="Text 8"/>
          <p:cNvSpPr>
            <a:spLocks noGrp="1"/>
          </p:cNvSpPr>
          <p:nvPr>
            <p:ph type="body" idx="109" hasCustomPrompt="1"/>
          </p:nvPr>
        </p:nvSpPr>
        <p:spPr>
          <a:xfrm>
            <a:off x="1572768" y="2011680"/>
            <a:ext cx="4023360" cy="411480"/>
          </a:xfrm>
          <a:prstGeom prst="rect">
            <a:avLst/>
          </a:prstGeom>
          <a:noFill/>
          <a:ln/>
        </p:spPr>
        <p:txBody>
          <a:bodyPr wrap="square" rtlCol="0"/>
          <a:lstStyle>
            <a:lvl1pPr marL="0" indent="0" algn="l">
              <a:buNone/>
              <a:defRPr lang="en-US" sz="18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bg1"/>
                </a:solidFill>
                <a:latin typeface="Century Schoolbook" pitchFamily="34" charset="0"/>
                <a:ea typeface="Century Schoolbook" pitchFamily="34" charset="-122"/>
                <a:cs typeface="Century Schoolbook" pitchFamily="34" charset="-120"/>
              </a:rPr>
              <a:t>Heading</a:t>
            </a:r>
            <a:endParaRPr lang="en-US" sz="1800" dirty="0"/>
          </a:p>
        </p:txBody>
      </p:sp>
      <p:sp>
        <p:nvSpPr>
          <p:cNvPr id="12" name="Text 8"/>
          <p:cNvSpPr>
            <a:spLocks noGrp="1"/>
          </p:cNvSpPr>
          <p:nvPr>
            <p:ph type="body" idx="110" hasCustomPrompt="1"/>
          </p:nvPr>
        </p:nvSpPr>
        <p:spPr>
          <a:xfrm>
            <a:off x="1042416" y="2670048"/>
            <a:ext cx="4617720" cy="1097280"/>
          </a:xfrm>
          <a:prstGeom prst="rect">
            <a:avLst/>
          </a:prstGeom>
          <a:noFill/>
          <a:ln/>
        </p:spPr>
        <p:txBody>
          <a:bodyPr wrap="square" rtlCol="0"/>
          <a:lstStyle>
            <a:lvl1pPr marL="0" indent="0" algn="l">
              <a:lnSpc>
                <a:spcPct val="122000"/>
              </a:lnSpc>
              <a:buNone/>
              <a:defRPr lang="en-US" sz="1300" dirty="0">
                <a:solidFill>
                  <a:schemeClr val="accent5"/>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accent5"/>
                </a:solidFill>
                <a:latin typeface="Calibri" pitchFamily="34" charset="0"/>
                <a:ea typeface="Calibri" pitchFamily="34" charset="-122"/>
                <a:cs typeface="Calibri" pitchFamily="34" charset="-120"/>
              </a:rPr>
              <a:t>Body text</a:t>
            </a:r>
            <a:endParaRPr lang="en-US" sz="1300" dirty="0"/>
          </a:p>
        </p:txBody>
      </p:sp>
      <p:sp>
        <p:nvSpPr>
          <p:cNvPr id="13" name="Text 8"/>
          <p:cNvSpPr>
            <a:spLocks noGrp="1"/>
          </p:cNvSpPr>
          <p:nvPr>
            <p:ph type="body" idx="111" hasCustomPrompt="1"/>
          </p:nvPr>
        </p:nvSpPr>
        <p:spPr>
          <a:xfrm>
            <a:off x="7031736" y="2011680"/>
            <a:ext cx="4023360" cy="411480"/>
          </a:xfrm>
          <a:prstGeom prst="rect">
            <a:avLst/>
          </a:prstGeom>
          <a:noFill/>
          <a:ln/>
        </p:spPr>
        <p:txBody>
          <a:bodyPr wrap="square" rtlCol="0"/>
          <a:lstStyle>
            <a:lvl1pPr marL="0" indent="0" algn="l">
              <a:buNone/>
              <a:defRPr lang="en-US" sz="18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bg1"/>
                </a:solidFill>
                <a:latin typeface="Century Schoolbook" pitchFamily="34" charset="0"/>
                <a:ea typeface="Century Schoolbook" pitchFamily="34" charset="-122"/>
                <a:cs typeface="Century Schoolbook" pitchFamily="34" charset="-120"/>
              </a:rPr>
              <a:t>Heading</a:t>
            </a:r>
            <a:endParaRPr lang="en-US" sz="1800" dirty="0"/>
          </a:p>
        </p:txBody>
      </p:sp>
      <p:sp>
        <p:nvSpPr>
          <p:cNvPr id="14" name="Text 8"/>
          <p:cNvSpPr>
            <a:spLocks noGrp="1"/>
          </p:cNvSpPr>
          <p:nvPr>
            <p:ph type="body" idx="112" hasCustomPrompt="1"/>
          </p:nvPr>
        </p:nvSpPr>
        <p:spPr>
          <a:xfrm>
            <a:off x="6501384" y="2670048"/>
            <a:ext cx="4617720" cy="1097280"/>
          </a:xfrm>
          <a:prstGeom prst="rect">
            <a:avLst/>
          </a:prstGeom>
          <a:noFill/>
          <a:ln/>
        </p:spPr>
        <p:txBody>
          <a:bodyPr wrap="square" rtlCol="0"/>
          <a:lstStyle>
            <a:lvl1pPr marL="0" indent="0" algn="l">
              <a:lnSpc>
                <a:spcPct val="122000"/>
              </a:lnSpc>
              <a:buNone/>
              <a:defRPr lang="en-US" sz="1300" dirty="0">
                <a:solidFill>
                  <a:schemeClr val="accent5"/>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accent5"/>
                </a:solidFill>
                <a:latin typeface="Calibri" pitchFamily="34" charset="0"/>
                <a:ea typeface="Calibri" pitchFamily="34" charset="-122"/>
                <a:cs typeface="Calibri" pitchFamily="34" charset="-120"/>
              </a:rPr>
              <a:t>Body text</a:t>
            </a:r>
            <a:endParaRPr lang="en-US" sz="1300" dirty="0"/>
          </a:p>
        </p:txBody>
      </p:sp>
      <p:sp>
        <p:nvSpPr>
          <p:cNvPr id="15" name="Text 8"/>
          <p:cNvSpPr>
            <a:spLocks noGrp="1"/>
          </p:cNvSpPr>
          <p:nvPr>
            <p:ph type="body" idx="113" hasCustomPrompt="1"/>
          </p:nvPr>
        </p:nvSpPr>
        <p:spPr>
          <a:xfrm>
            <a:off x="1572768" y="4270248"/>
            <a:ext cx="4023360" cy="411480"/>
          </a:xfrm>
          <a:prstGeom prst="rect">
            <a:avLst/>
          </a:prstGeom>
          <a:noFill/>
          <a:ln/>
        </p:spPr>
        <p:txBody>
          <a:bodyPr wrap="square" rtlCol="0"/>
          <a:lstStyle>
            <a:lvl1pPr marL="0" indent="0" algn="l">
              <a:buNone/>
              <a:defRPr lang="en-US" sz="18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bg1"/>
                </a:solidFill>
                <a:latin typeface="Century Schoolbook" pitchFamily="34" charset="0"/>
                <a:ea typeface="Century Schoolbook" pitchFamily="34" charset="-122"/>
                <a:cs typeface="Century Schoolbook" pitchFamily="34" charset="-120"/>
              </a:rPr>
              <a:t>Heading</a:t>
            </a:r>
            <a:endParaRPr lang="en-US" sz="1800" dirty="0"/>
          </a:p>
        </p:txBody>
      </p:sp>
      <p:sp>
        <p:nvSpPr>
          <p:cNvPr id="16" name="Text 8"/>
          <p:cNvSpPr>
            <a:spLocks noGrp="1"/>
          </p:cNvSpPr>
          <p:nvPr>
            <p:ph type="body" idx="114" hasCustomPrompt="1"/>
          </p:nvPr>
        </p:nvSpPr>
        <p:spPr>
          <a:xfrm>
            <a:off x="1042416" y="4928616"/>
            <a:ext cx="4617720" cy="1097280"/>
          </a:xfrm>
          <a:prstGeom prst="rect">
            <a:avLst/>
          </a:prstGeom>
          <a:noFill/>
          <a:ln/>
        </p:spPr>
        <p:txBody>
          <a:bodyPr wrap="square" rtlCol="0"/>
          <a:lstStyle>
            <a:lvl1pPr marL="0" indent="0" algn="l">
              <a:lnSpc>
                <a:spcPct val="122000"/>
              </a:lnSpc>
              <a:buNone/>
              <a:defRPr lang="en-US" sz="1300" dirty="0">
                <a:solidFill>
                  <a:schemeClr val="accent5"/>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accent5"/>
                </a:solidFill>
                <a:latin typeface="Calibri" pitchFamily="34" charset="0"/>
                <a:ea typeface="Calibri" pitchFamily="34" charset="-122"/>
                <a:cs typeface="Calibri" pitchFamily="34" charset="-120"/>
              </a:rPr>
              <a:t>Body text</a:t>
            </a:r>
            <a:endParaRPr lang="en-US" sz="1300" dirty="0"/>
          </a:p>
        </p:txBody>
      </p:sp>
      <p:sp>
        <p:nvSpPr>
          <p:cNvPr id="17" name="Text 8"/>
          <p:cNvSpPr>
            <a:spLocks noGrp="1"/>
          </p:cNvSpPr>
          <p:nvPr>
            <p:ph type="body" idx="115" hasCustomPrompt="1"/>
          </p:nvPr>
        </p:nvSpPr>
        <p:spPr>
          <a:xfrm>
            <a:off x="7031736" y="4270248"/>
            <a:ext cx="4023360" cy="411480"/>
          </a:xfrm>
          <a:prstGeom prst="rect">
            <a:avLst/>
          </a:prstGeom>
          <a:noFill/>
          <a:ln/>
        </p:spPr>
        <p:txBody>
          <a:bodyPr wrap="square" rtlCol="0"/>
          <a:lstStyle>
            <a:lvl1pPr marL="0" indent="0" algn="l">
              <a:buNone/>
              <a:defRPr lang="en-US" sz="1800" b="1"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1800" b="1" dirty="0">
                <a:solidFill>
                  <a:schemeClr val="bg1"/>
                </a:solidFill>
                <a:latin typeface="Century Schoolbook" pitchFamily="34" charset="0"/>
                <a:ea typeface="Century Schoolbook" pitchFamily="34" charset="-122"/>
                <a:cs typeface="Century Schoolbook" pitchFamily="34" charset="-120"/>
              </a:rPr>
              <a:t>Heading</a:t>
            </a:r>
            <a:endParaRPr lang="en-US" sz="1800" dirty="0"/>
          </a:p>
        </p:txBody>
      </p:sp>
      <p:sp>
        <p:nvSpPr>
          <p:cNvPr id="18" name="Text 8"/>
          <p:cNvSpPr>
            <a:spLocks noGrp="1"/>
          </p:cNvSpPr>
          <p:nvPr>
            <p:ph type="body" idx="116" hasCustomPrompt="1"/>
          </p:nvPr>
        </p:nvSpPr>
        <p:spPr>
          <a:xfrm>
            <a:off x="6501384" y="4928616"/>
            <a:ext cx="4617720" cy="1097280"/>
          </a:xfrm>
          <a:prstGeom prst="rect">
            <a:avLst/>
          </a:prstGeom>
          <a:noFill/>
          <a:ln/>
        </p:spPr>
        <p:txBody>
          <a:bodyPr wrap="square" rtlCol="0"/>
          <a:lstStyle>
            <a:lvl1pPr marL="0" indent="0" algn="l">
              <a:lnSpc>
                <a:spcPct val="122000"/>
              </a:lnSpc>
              <a:buNone/>
              <a:defRPr lang="en-US" sz="1300" dirty="0">
                <a:solidFill>
                  <a:schemeClr val="accent5"/>
                </a:solidFill>
                <a:latin typeface="Calibri" pitchFamily="34" charset="0"/>
                <a:ea typeface="Calibri" pitchFamily="34" charset="-122"/>
                <a:cs typeface="Calibri" pitchFamily="34" charset="-120"/>
              </a:defRPr>
            </a:lvl1pPr>
          </a:lstStyle>
          <a:p>
            <a:pPr marL="0" indent="0" algn="l">
              <a:lnSpc>
                <a:spcPct val="122000"/>
              </a:lnSpc>
              <a:buNone/>
            </a:pPr>
            <a:r>
              <a:rPr lang="en-US" sz="1300" dirty="0">
                <a:solidFill>
                  <a:schemeClr val="accent5"/>
                </a:solidFill>
                <a:latin typeface="Calibri" pitchFamily="34" charset="0"/>
                <a:ea typeface="Calibri" pitchFamily="34" charset="-122"/>
                <a:cs typeface="Calibri" pitchFamily="34" charset="-120"/>
              </a:rPr>
              <a:t>Body text</a:t>
            </a:r>
            <a:endParaRPr lang="en-US" sz="130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D23 Quote">
    <p:bg>
      <p:bgPr>
        <a:solidFill>
          <a:schemeClr val="tx1"/>
        </a:solidFill>
        <a:effectLst/>
      </p:bgPr>
    </p:bg>
    <p:spTree>
      <p:nvGrpSpPr>
        <p:cNvPr id="1" name=""/>
        <p:cNvGrpSpPr/>
        <p:nvPr/>
      </p:nvGrpSpPr>
      <p:grpSpPr>
        <a:xfrm>
          <a:off x="0" y="0"/>
          <a:ext cx="0" cy="0"/>
          <a:chOff x="0" y="0"/>
          <a:chExt cx="0" cy="0"/>
        </a:xfrm>
      </p:grpSpPr>
      <p:sp>
        <p:nvSpPr>
          <p:cNvPr id="2" name="RND_53"/>
          <p:cNvSpPr/>
          <p:nvPr/>
        </p:nvSpPr>
        <p:spPr>
          <a:xfrm>
            <a:off x="1371600" y="1005840"/>
            <a:ext cx="9464040" cy="4846320"/>
          </a:xfrm>
          <a:prstGeom prst="roundRect">
            <a:avLst>
              <a:gd name="adj" fmla="val 3774"/>
            </a:avLst>
          </a:prstGeom>
          <a:solidFill>
            <a:srgbClr val="27406E"/>
          </a:solidFill>
          <a:ln/>
        </p:spPr>
      </p:sp>
      <p:sp>
        <p:nvSpPr>
          <p:cNvPr id="3" name="RND_54"/>
          <p:cNvSpPr/>
          <p:nvPr/>
        </p:nvSpPr>
        <p:spPr>
          <a:xfrm rot="1080000">
            <a:off x="-960120" y="-960120"/>
            <a:ext cx="2103120" cy="2103120"/>
          </a:xfrm>
          <a:prstGeom prst="roundRect">
            <a:avLst>
              <a:gd name="adj" fmla="val 11304"/>
            </a:avLst>
          </a:prstGeom>
          <a:solidFill>
            <a:schemeClr val="tx2"/>
          </a:solidFill>
          <a:ln/>
        </p:spPr>
      </p:sp>
      <p:sp>
        <p:nvSpPr>
          <p:cNvPr id="4" name="RND_55"/>
          <p:cNvSpPr/>
          <p:nvPr/>
        </p:nvSpPr>
        <p:spPr>
          <a:xfrm rot="-1440000">
            <a:off x="11247120" y="182880"/>
            <a:ext cx="1554480" cy="1554480"/>
          </a:xfrm>
          <a:prstGeom prst="roundRect">
            <a:avLst>
              <a:gd name="adj" fmla="val 15294"/>
            </a:avLst>
          </a:prstGeom>
          <a:solidFill>
            <a:schemeClr val="tx2"/>
          </a:solidFill>
          <a:ln/>
        </p:spPr>
      </p:sp>
      <p:sp>
        <p:nvSpPr>
          <p:cNvPr id="5" name="RND_56"/>
          <p:cNvSpPr/>
          <p:nvPr/>
        </p:nvSpPr>
        <p:spPr>
          <a:xfrm rot="2460000">
            <a:off x="10927080" y="5669280"/>
            <a:ext cx="2103120" cy="2103120"/>
          </a:xfrm>
          <a:prstGeom prst="roundRect">
            <a:avLst>
              <a:gd name="adj" fmla="val 11304"/>
            </a:avLst>
          </a:prstGeom>
          <a:solidFill>
            <a:schemeClr val="tx2"/>
          </a:solidFill>
          <a:ln/>
        </p:spPr>
      </p:sp>
      <p:sp>
        <p:nvSpPr>
          <p:cNvPr id="6" name="ELL_57"/>
          <p:cNvSpPr/>
          <p:nvPr/>
        </p:nvSpPr>
        <p:spPr>
          <a:xfrm>
            <a:off x="274320" y="5989320"/>
            <a:ext cx="1051560" cy="1051560"/>
          </a:xfrm>
          <a:prstGeom prst="ellipse">
            <a:avLst/>
          </a:prstGeom>
          <a:solidFill>
            <a:schemeClr val="accent3"/>
          </a:solidFill>
          <a:ln/>
        </p:spPr>
      </p:sp>
      <p:sp>
        <p:nvSpPr>
          <p:cNvPr id="7" name="Text 5"/>
          <p:cNvSpPr/>
          <p:nvPr/>
        </p:nvSpPr>
        <p:spPr>
          <a:xfrm>
            <a:off x="1719072" y="932688"/>
            <a:ext cx="1828800" cy="1828800"/>
          </a:xfrm>
          <a:prstGeom prst="rect">
            <a:avLst/>
          </a:prstGeom>
          <a:noFill/>
          <a:ln/>
        </p:spPr>
        <p:txBody>
          <a:bodyPr wrap="square" lIns="0" tIns="0" rIns="0" bIns="0" rtlCol="0" anchor="t"/>
          <a:lstStyle/>
          <a:p>
            <a:pPr marL="0" indent="0">
              <a:buNone/>
            </a:pPr>
            <a:r>
              <a:rPr lang="en-US" sz="14000" b="1" dirty="0">
                <a:solidFill>
                  <a:schemeClr val="accent2"/>
                </a:solidFill>
                <a:latin typeface="Century Schoolbook" pitchFamily="34" charset="0"/>
                <a:ea typeface="Century Schoolbook" pitchFamily="34" charset="-122"/>
                <a:cs typeface="Century Schoolbook" pitchFamily="34" charset="-120"/>
              </a:rPr>
              <a:t>“</a:t>
            </a:r>
            <a:endParaRPr lang="en-US" sz="14000" dirty="0"/>
          </a:p>
        </p:txBody>
      </p:sp>
      <p:sp>
        <p:nvSpPr>
          <p:cNvPr id="8" name="Text 6"/>
          <p:cNvSpPr>
            <a:spLocks noGrp="1"/>
          </p:cNvSpPr>
          <p:nvPr>
            <p:ph type="title" idx="106" hasCustomPrompt="1"/>
          </p:nvPr>
        </p:nvSpPr>
        <p:spPr>
          <a:xfrm>
            <a:off x="2560320" y="1847088"/>
            <a:ext cx="7680960" cy="2148840"/>
          </a:xfrm>
          <a:prstGeom prst="rect">
            <a:avLst/>
          </a:prstGeom>
          <a:noFill/>
          <a:ln/>
        </p:spPr>
        <p:txBody>
          <a:bodyPr wrap="square" rtlCol="0"/>
          <a:lstStyle>
            <a:lvl1pPr marL="0" indent="0" algn="l">
              <a:lnSpc>
                <a:spcPct val="118000"/>
              </a:lnSpc>
              <a:buNone/>
              <a:defRPr lang="en-US" sz="2900" dirty="0">
                <a:solidFill>
                  <a:schemeClr val="bg2"/>
                </a:solidFill>
                <a:latin typeface="Century Schoolbook" pitchFamily="34" charset="0"/>
                <a:ea typeface="Century Schoolbook" pitchFamily="34" charset="-122"/>
                <a:cs typeface="Century Schoolbook" pitchFamily="34" charset="-120"/>
              </a:defRPr>
            </a:lvl1pPr>
          </a:lstStyle>
          <a:p>
            <a:pPr marL="0" indent="0" algn="l">
              <a:lnSpc>
                <a:spcPct val="118000"/>
              </a:lnSpc>
              <a:buNone/>
            </a:pPr>
            <a:r>
              <a:rPr lang="en-US" sz="2900" dirty="0">
                <a:solidFill>
                  <a:schemeClr val="bg2"/>
                </a:solidFill>
                <a:latin typeface="Century Schoolbook" pitchFamily="34" charset="0"/>
                <a:ea typeface="Century Schoolbook" pitchFamily="34" charset="-122"/>
                <a:cs typeface="Century Schoolbook" pitchFamily="34" charset="-120"/>
              </a:rPr>
              <a:t>The quote goes here</a:t>
            </a:r>
            <a:endParaRPr lang="en-US" sz="2900" dirty="0"/>
          </a:p>
        </p:txBody>
      </p:sp>
      <p:sp>
        <p:nvSpPr>
          <p:cNvPr id="9" name="SQ_58"/>
          <p:cNvSpPr/>
          <p:nvPr/>
        </p:nvSpPr>
        <p:spPr>
          <a:xfrm>
            <a:off x="2560320" y="4224528"/>
            <a:ext cx="960120" cy="25603"/>
          </a:xfrm>
          <a:prstGeom prst="rect">
            <a:avLst/>
          </a:prstGeom>
          <a:solidFill>
            <a:schemeClr val="accent2"/>
          </a:solidFill>
          <a:ln/>
        </p:spPr>
      </p:sp>
      <p:sp>
        <p:nvSpPr>
          <p:cNvPr id="10" name="ELL_59"/>
          <p:cNvSpPr/>
          <p:nvPr/>
        </p:nvSpPr>
        <p:spPr>
          <a:xfrm>
            <a:off x="2560320" y="4498848"/>
            <a:ext cx="841248" cy="841248"/>
          </a:xfrm>
          <a:prstGeom prst="ellipse">
            <a:avLst/>
          </a:prstGeom>
          <a:solidFill>
            <a:schemeClr val="accent5"/>
          </a:solidFill>
          <a:ln/>
        </p:spPr>
      </p:sp>
      <p:sp>
        <p:nvSpPr>
          <p:cNvPr id="11" name="Text 8"/>
          <p:cNvSpPr>
            <a:spLocks noGrp="1"/>
          </p:cNvSpPr>
          <p:nvPr>
            <p:ph idx="109" hasCustomPrompt="1"/>
          </p:nvPr>
        </p:nvSpPr>
        <p:spPr>
          <a:xfrm>
            <a:off x="2615184" y="4553712"/>
            <a:ext cx="731520" cy="731520"/>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Photo</a:t>
            </a:r>
            <a:endParaRPr lang="en-US" dirty="0"/>
          </a:p>
        </p:txBody>
      </p:sp>
      <p:sp>
        <p:nvSpPr>
          <p:cNvPr id="12" name="Text 8"/>
          <p:cNvSpPr>
            <a:spLocks noGrp="1"/>
          </p:cNvSpPr>
          <p:nvPr>
            <p:ph type="body" idx="110" hasCustomPrompt="1"/>
          </p:nvPr>
        </p:nvSpPr>
        <p:spPr>
          <a:xfrm>
            <a:off x="3611880" y="4626864"/>
            <a:ext cx="4389120" cy="310896"/>
          </a:xfrm>
          <a:prstGeom prst="rect">
            <a:avLst/>
          </a:prstGeom>
          <a:noFill/>
          <a:ln/>
        </p:spPr>
        <p:txBody>
          <a:bodyPr wrap="square" rtlCol="0"/>
          <a:lstStyle>
            <a:lvl1pPr marL="0" indent="0" algn="l">
              <a:buNone/>
              <a:defRPr lang="en-US" sz="1600" b="1" dirty="0">
                <a:solidFill>
                  <a:schemeClr val="bg1"/>
                </a:solidFill>
                <a:latin typeface="Calibri" pitchFamily="34" charset="0"/>
                <a:ea typeface="Calibri" pitchFamily="34" charset="-122"/>
                <a:cs typeface="Calibri" pitchFamily="34" charset="-120"/>
              </a:defRPr>
            </a:lvl1pPr>
          </a:lstStyle>
          <a:p>
            <a:pPr marL="0" indent="0" algn="l">
              <a:buNone/>
            </a:pPr>
            <a:r>
              <a:rPr lang="en-US" sz="1600" b="1" dirty="0">
                <a:solidFill>
                  <a:schemeClr val="bg1"/>
                </a:solidFill>
                <a:latin typeface="Calibri" pitchFamily="34" charset="0"/>
                <a:ea typeface="Calibri" pitchFamily="34" charset="-122"/>
                <a:cs typeface="Calibri" pitchFamily="34" charset="-120"/>
              </a:rPr>
              <a:t>Who said it</a:t>
            </a:r>
            <a:endParaRPr lang="en-US" sz="1600" dirty="0"/>
          </a:p>
        </p:txBody>
      </p:sp>
      <p:sp>
        <p:nvSpPr>
          <p:cNvPr id="13" name="Text 8"/>
          <p:cNvSpPr>
            <a:spLocks noGrp="1"/>
          </p:cNvSpPr>
          <p:nvPr>
            <p:ph type="body" idx="111" hasCustomPrompt="1"/>
          </p:nvPr>
        </p:nvSpPr>
        <p:spPr>
          <a:xfrm>
            <a:off x="3611880" y="4983480"/>
            <a:ext cx="4389120" cy="292608"/>
          </a:xfrm>
          <a:prstGeom prst="rect">
            <a:avLst/>
          </a:prstGeom>
          <a:noFill/>
          <a:ln/>
        </p:spPr>
        <p:txBody>
          <a:bodyPr wrap="square" rtlCol="0"/>
          <a:lstStyle>
            <a:lvl1pPr marL="0" indent="0" algn="l">
              <a:buNone/>
              <a:defRPr lang="en-US" sz="1300" dirty="0">
                <a:solidFill>
                  <a:schemeClr val="accent5"/>
                </a:solidFill>
                <a:latin typeface="Calibri" pitchFamily="34" charset="0"/>
                <a:ea typeface="Calibri" pitchFamily="34" charset="-122"/>
                <a:cs typeface="Calibri" pitchFamily="34" charset="-120"/>
              </a:defRPr>
            </a:lvl1pPr>
          </a:lstStyle>
          <a:p>
            <a:pPr marL="0" indent="0" algn="l">
              <a:buNone/>
            </a:pPr>
            <a:r>
              <a:rPr lang="en-US" sz="1300" dirty="0">
                <a:solidFill>
                  <a:schemeClr val="accent5"/>
                </a:solidFill>
                <a:latin typeface="Calibri" pitchFamily="34" charset="0"/>
                <a:ea typeface="Calibri" pitchFamily="34" charset="-122"/>
                <a:cs typeface="Calibri" pitchFamily="34" charset="-120"/>
              </a:rPr>
              <a:t>Their role</a:t>
            </a:r>
            <a:endParaRPr lang="en-US" sz="1300" dirty="0"/>
          </a:p>
        </p:txBody>
      </p:sp>
    </p:spTree>
    <p:extLst>
      <p:ext uri="{BB962C8B-B14F-4D97-AF65-F5344CB8AC3E}">
        <p14:creationId xmlns:p14="http://schemas.microsoft.com/office/powerpoint/2010/main" val="39483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D24 Statement boxed">
    <p:bg>
      <p:bgPr>
        <a:solidFill>
          <a:schemeClr val="tx1"/>
        </a:solidFill>
        <a:effectLst/>
      </p:bgPr>
    </p:bg>
    <p:spTree>
      <p:nvGrpSpPr>
        <p:cNvPr id="1" name=""/>
        <p:cNvGrpSpPr/>
        <p:nvPr/>
      </p:nvGrpSpPr>
      <p:grpSpPr>
        <a:xfrm>
          <a:off x="0" y="0"/>
          <a:ext cx="0" cy="0"/>
          <a:chOff x="0" y="0"/>
          <a:chExt cx="0" cy="0"/>
        </a:xfrm>
      </p:grpSpPr>
      <p:sp>
        <p:nvSpPr>
          <p:cNvPr id="2" name="RND_60"/>
          <p:cNvSpPr/>
          <p:nvPr/>
        </p:nvSpPr>
        <p:spPr>
          <a:xfrm rot="1080000">
            <a:off x="-868680" y="320040"/>
            <a:ext cx="2103120" cy="2103120"/>
          </a:xfrm>
          <a:prstGeom prst="roundRect">
            <a:avLst>
              <a:gd name="adj" fmla="val 11304"/>
            </a:avLst>
          </a:prstGeom>
          <a:solidFill>
            <a:schemeClr val="tx2"/>
          </a:solidFill>
          <a:ln/>
        </p:spPr>
        <p:txBody>
          <a:bodyPr/>
          <a:lstStyle/>
          <a:p>
            <a:endParaRPr lang="en-GB"/>
          </a:p>
        </p:txBody>
      </p:sp>
      <p:sp>
        <p:nvSpPr>
          <p:cNvPr id="3" name="RND_61"/>
          <p:cNvSpPr/>
          <p:nvPr/>
        </p:nvSpPr>
        <p:spPr>
          <a:xfrm rot="-1440000">
            <a:off x="11384280" y="-548640"/>
            <a:ext cx="1920240" cy="1920240"/>
          </a:xfrm>
          <a:prstGeom prst="roundRect">
            <a:avLst>
              <a:gd name="adj" fmla="val 12381"/>
            </a:avLst>
          </a:prstGeom>
          <a:solidFill>
            <a:schemeClr val="tx2"/>
          </a:solidFill>
          <a:ln/>
        </p:spPr>
        <p:txBody>
          <a:bodyPr/>
          <a:lstStyle/>
          <a:p>
            <a:endParaRPr lang="en-GB"/>
          </a:p>
        </p:txBody>
      </p:sp>
      <p:sp>
        <p:nvSpPr>
          <p:cNvPr id="4" name="RND_62"/>
          <p:cNvSpPr/>
          <p:nvPr/>
        </p:nvSpPr>
        <p:spPr>
          <a:xfrm rot="2460000">
            <a:off x="11155680" y="5440680"/>
            <a:ext cx="2011680" cy="2011680"/>
          </a:xfrm>
          <a:prstGeom prst="roundRect">
            <a:avLst>
              <a:gd name="adj" fmla="val 11818"/>
            </a:avLst>
          </a:prstGeom>
          <a:solidFill>
            <a:schemeClr val="tx2"/>
          </a:solidFill>
          <a:ln/>
        </p:spPr>
        <p:txBody>
          <a:bodyPr/>
          <a:lstStyle/>
          <a:p>
            <a:endParaRPr lang="en-GB"/>
          </a:p>
        </p:txBody>
      </p:sp>
      <p:sp>
        <p:nvSpPr>
          <p:cNvPr id="5" name="ELL_63"/>
          <p:cNvSpPr/>
          <p:nvPr/>
        </p:nvSpPr>
        <p:spPr>
          <a:xfrm>
            <a:off x="502920" y="6172200"/>
            <a:ext cx="914400" cy="914400"/>
          </a:xfrm>
          <a:prstGeom prst="ellipse">
            <a:avLst/>
          </a:prstGeom>
          <a:solidFill>
            <a:schemeClr val="accent3"/>
          </a:solidFill>
          <a:ln/>
        </p:spPr>
        <p:txBody>
          <a:bodyPr/>
          <a:lstStyle/>
          <a:p>
            <a:endParaRPr lang="en-GB"/>
          </a:p>
        </p:txBody>
      </p:sp>
      <p:sp>
        <p:nvSpPr>
          <p:cNvPr id="6" name="RND_64"/>
          <p:cNvSpPr/>
          <p:nvPr/>
        </p:nvSpPr>
        <p:spPr>
          <a:xfrm>
            <a:off x="1005840" y="1325880"/>
            <a:ext cx="10149840" cy="4023360"/>
          </a:xfrm>
          <a:prstGeom prst="roundRect">
            <a:avLst>
              <a:gd name="adj" fmla="val 4091"/>
            </a:avLst>
          </a:prstGeom>
          <a:solidFill>
            <a:schemeClr val="accent3"/>
          </a:solidFill>
          <a:ln/>
        </p:spPr>
        <p:txBody>
          <a:bodyPr/>
          <a:lstStyle/>
          <a:p>
            <a:endParaRPr lang="en-GB"/>
          </a:p>
        </p:txBody>
      </p:sp>
      <p:sp>
        <p:nvSpPr>
          <p:cNvPr id="7" name="Text 5"/>
          <p:cNvSpPr>
            <a:spLocks noGrp="1"/>
          </p:cNvSpPr>
          <p:nvPr>
            <p:ph type="body" idx="105" hasCustomPrompt="1"/>
          </p:nvPr>
        </p:nvSpPr>
        <p:spPr>
          <a:xfrm>
            <a:off x="1691640" y="1810512"/>
            <a:ext cx="4572000" cy="274320"/>
          </a:xfrm>
          <a:prstGeom prst="rect">
            <a:avLst/>
          </a:prstGeom>
          <a:noFill/>
          <a:ln/>
        </p:spPr>
        <p:txBody>
          <a:bodyPr wrap="square" rtlCol="0"/>
          <a:lstStyle>
            <a:lvl1pPr marL="0" indent="0" algn="l">
              <a:buNone/>
              <a:defRPr lang="en-US" sz="1200" b="1" kern="0" spc="200" dirty="0">
                <a:solidFill>
                  <a:schemeClr val="accent2"/>
                </a:solidFill>
                <a:latin typeface="Calibri" pitchFamily="34" charset="0"/>
                <a:ea typeface="Calibri" pitchFamily="34" charset="-122"/>
                <a:cs typeface="Calibri" pitchFamily="34" charset="-120"/>
              </a:defRPr>
            </a:lvl1pPr>
          </a:lstStyle>
          <a:p>
            <a:pPr marL="0" indent="0" algn="l">
              <a:buNone/>
            </a:pPr>
            <a:r>
              <a:rPr lang="en-US" sz="1200" b="1" kern="0" spc="200" dirty="0">
                <a:solidFill>
                  <a:schemeClr val="accent2"/>
                </a:solidFill>
                <a:latin typeface="Calibri" pitchFamily="34" charset="0"/>
                <a:ea typeface="Calibri" pitchFamily="34" charset="-122"/>
                <a:cs typeface="Calibri" pitchFamily="34" charset="-120"/>
              </a:rPr>
              <a:t>EYEBROW LABEL</a:t>
            </a:r>
            <a:endParaRPr lang="en-US" sz="1200" dirty="0"/>
          </a:p>
        </p:txBody>
      </p:sp>
      <p:sp>
        <p:nvSpPr>
          <p:cNvPr id="8" name="SQ_65"/>
          <p:cNvSpPr/>
          <p:nvPr/>
        </p:nvSpPr>
        <p:spPr>
          <a:xfrm>
            <a:off x="1691640" y="2176272"/>
            <a:ext cx="960120" cy="25603"/>
          </a:xfrm>
          <a:prstGeom prst="rect">
            <a:avLst/>
          </a:prstGeom>
          <a:solidFill>
            <a:schemeClr val="accent2"/>
          </a:solidFill>
          <a:ln/>
        </p:spPr>
        <p:txBody>
          <a:bodyPr/>
          <a:lstStyle/>
          <a:p>
            <a:endParaRPr lang="en-GB"/>
          </a:p>
        </p:txBody>
      </p:sp>
      <p:sp>
        <p:nvSpPr>
          <p:cNvPr id="9" name="Text 6"/>
          <p:cNvSpPr>
            <a:spLocks noGrp="1"/>
          </p:cNvSpPr>
          <p:nvPr>
            <p:ph type="title" idx="107" hasCustomPrompt="1"/>
          </p:nvPr>
        </p:nvSpPr>
        <p:spPr>
          <a:xfrm>
            <a:off x="1691640" y="2395728"/>
            <a:ext cx="8732520" cy="1691640"/>
          </a:xfrm>
          <a:prstGeom prst="rect">
            <a:avLst/>
          </a:prstGeom>
          <a:noFill/>
          <a:ln/>
        </p:spPr>
        <p:txBody>
          <a:bodyPr wrap="square" rtlCol="0"/>
          <a:lstStyle>
            <a:lvl1pPr marL="0" indent="0" algn="l">
              <a:lnSpc>
                <a:spcPct val="114000"/>
              </a:lnSpc>
              <a:buNone/>
              <a:defRPr lang="en-US" sz="3400" b="1" dirty="0">
                <a:solidFill>
                  <a:schemeClr val="bg1"/>
                </a:solidFill>
                <a:latin typeface="Century Schoolbook" pitchFamily="34" charset="0"/>
                <a:ea typeface="Century Schoolbook" pitchFamily="34" charset="-122"/>
                <a:cs typeface="Century Schoolbook" pitchFamily="34" charset="-120"/>
              </a:defRPr>
            </a:lvl1pPr>
          </a:lstStyle>
          <a:p>
            <a:pPr marL="0" indent="0" algn="l">
              <a:lnSpc>
                <a:spcPct val="114000"/>
              </a:lnSpc>
              <a:buNone/>
            </a:pPr>
            <a:r>
              <a:rPr lang="en-US" sz="3400" b="1" dirty="0">
                <a:solidFill>
                  <a:schemeClr val="bg1"/>
                </a:solidFill>
                <a:latin typeface="Century Schoolbook" pitchFamily="34" charset="0"/>
                <a:ea typeface="Century Schoolbook" pitchFamily="34" charset="-122"/>
                <a:cs typeface="Century Schoolbook" pitchFamily="34" charset="-120"/>
              </a:rPr>
              <a:t>A statement that sits in a box</a:t>
            </a:r>
            <a:endParaRPr lang="en-US" sz="3400" dirty="0"/>
          </a:p>
        </p:txBody>
      </p:sp>
      <p:sp>
        <p:nvSpPr>
          <p:cNvPr id="10" name="Text 6"/>
          <p:cNvSpPr>
            <a:spLocks noGrp="1"/>
          </p:cNvSpPr>
          <p:nvPr>
            <p:ph type="body" idx="108" hasCustomPrompt="1"/>
          </p:nvPr>
        </p:nvSpPr>
        <p:spPr>
          <a:xfrm>
            <a:off x="1691640" y="4315968"/>
            <a:ext cx="7863840" cy="457200"/>
          </a:xfrm>
          <a:prstGeom prst="rect">
            <a:avLst/>
          </a:prstGeom>
          <a:noFill/>
          <a:ln/>
        </p:spPr>
        <p:txBody>
          <a:bodyPr wrap="square" rtlCol="0"/>
          <a:lstStyle>
            <a:lvl1pPr marL="0" indent="0" algn="l">
              <a:buNone/>
              <a:defRPr lang="en-US" sz="1500" dirty="0">
                <a:solidFill>
                  <a:schemeClr val="accent5"/>
                </a:solidFill>
                <a:latin typeface="Calibri" pitchFamily="34" charset="0"/>
                <a:ea typeface="Calibri" pitchFamily="34" charset="-122"/>
                <a:cs typeface="Calibri" pitchFamily="34" charset="-120"/>
              </a:defRPr>
            </a:lvl1pPr>
          </a:lstStyle>
          <a:p>
            <a:pPr marL="0" indent="0" algn="l">
              <a:buNone/>
            </a:pPr>
            <a:r>
              <a:rPr lang="en-US" sz="1500" dirty="0">
                <a:solidFill>
                  <a:schemeClr val="accent5"/>
                </a:solidFill>
                <a:latin typeface="Calibri" pitchFamily="34" charset="0"/>
                <a:ea typeface="Calibri" pitchFamily="34" charset="-122"/>
                <a:cs typeface="Calibri" pitchFamily="34" charset="-120"/>
              </a:rPr>
              <a:t>Supporting line</a:t>
            </a:r>
            <a:endParaRPr lang="en-US" sz="1500" dirty="0"/>
          </a:p>
        </p:txBody>
      </p:sp>
    </p:spTree>
    <p:extLst>
      <p:ext uri="{BB962C8B-B14F-4D97-AF65-F5344CB8AC3E}">
        <p14:creationId xmlns:p14="http://schemas.microsoft.com/office/powerpoint/2010/main" val="276472946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_D19 About the speaker">
    <p:bg>
      <p:bgPr>
        <a:solidFill>
          <a:schemeClr val="tx1"/>
        </a:solidFill>
        <a:effectLst/>
      </p:bgPr>
    </p:bg>
    <p:spTree>
      <p:nvGrpSpPr>
        <p:cNvPr id="1" name=""/>
        <p:cNvGrpSpPr/>
        <p:nvPr/>
      </p:nvGrpSpPr>
      <p:grpSpPr>
        <a:xfrm>
          <a:off x="0" y="0"/>
          <a:ext cx="0" cy="0"/>
          <a:chOff x="0" y="0"/>
          <a:chExt cx="0" cy="0"/>
        </a:xfrm>
      </p:grpSpPr>
      <p:sp>
        <p:nvSpPr>
          <p:cNvPr id="2" name="SQ_333"/>
          <p:cNvSpPr/>
          <p:nvPr/>
        </p:nvSpPr>
        <p:spPr>
          <a:xfrm>
            <a:off x="0" y="0"/>
            <a:ext cx="4572000" cy="6858000"/>
          </a:xfrm>
          <a:prstGeom prst="rect">
            <a:avLst/>
          </a:prstGeom>
          <a:solidFill>
            <a:schemeClr val="accent1"/>
          </a:solidFill>
          <a:ln/>
        </p:spPr>
        <p:txBody>
          <a:bodyPr/>
          <a:lstStyle/>
          <a:p>
            <a:endParaRPr lang="en-GB"/>
          </a:p>
        </p:txBody>
      </p:sp>
      <p:sp>
        <p:nvSpPr>
          <p:cNvPr id="3" name="RND_334"/>
          <p:cNvSpPr/>
          <p:nvPr/>
        </p:nvSpPr>
        <p:spPr>
          <a:xfrm rot="1080000">
            <a:off x="411480" y="457200"/>
            <a:ext cx="914400" cy="914400"/>
          </a:xfrm>
          <a:prstGeom prst="roundRect">
            <a:avLst>
              <a:gd name="adj" fmla="val 26000"/>
            </a:avLst>
          </a:prstGeom>
          <a:solidFill>
            <a:schemeClr val="accent4"/>
          </a:solidFill>
          <a:ln/>
        </p:spPr>
        <p:txBody>
          <a:bodyPr/>
          <a:lstStyle/>
          <a:p>
            <a:endParaRPr lang="en-GB"/>
          </a:p>
        </p:txBody>
      </p:sp>
      <p:sp>
        <p:nvSpPr>
          <p:cNvPr id="4" name="RND_335"/>
          <p:cNvSpPr/>
          <p:nvPr/>
        </p:nvSpPr>
        <p:spPr>
          <a:xfrm rot="-1440000">
            <a:off x="3520440" y="5669280"/>
            <a:ext cx="1463040" cy="1463040"/>
          </a:xfrm>
          <a:prstGeom prst="roundRect">
            <a:avLst>
              <a:gd name="adj" fmla="val 16250"/>
            </a:avLst>
          </a:prstGeom>
          <a:solidFill>
            <a:schemeClr val="accent4"/>
          </a:solidFill>
          <a:ln/>
        </p:spPr>
        <p:txBody>
          <a:bodyPr/>
          <a:lstStyle/>
          <a:p>
            <a:endParaRPr lang="en-GB"/>
          </a:p>
        </p:txBody>
      </p:sp>
      <p:sp>
        <p:nvSpPr>
          <p:cNvPr id="5" name="RND_336"/>
          <p:cNvSpPr/>
          <p:nvPr/>
        </p:nvSpPr>
        <p:spPr>
          <a:xfrm rot="2460000">
            <a:off x="11430000" y="274320"/>
            <a:ext cx="1463040" cy="1463040"/>
          </a:xfrm>
          <a:prstGeom prst="roundRect">
            <a:avLst>
              <a:gd name="adj" fmla="val 16250"/>
            </a:avLst>
          </a:prstGeom>
          <a:solidFill>
            <a:schemeClr val="tx2"/>
          </a:solidFill>
          <a:ln/>
        </p:spPr>
        <p:txBody>
          <a:bodyPr/>
          <a:lstStyle/>
          <a:p>
            <a:endParaRPr lang="en-GB"/>
          </a:p>
        </p:txBody>
      </p:sp>
      <p:sp>
        <p:nvSpPr>
          <p:cNvPr id="6" name="RND_337"/>
          <p:cNvSpPr/>
          <p:nvPr/>
        </p:nvSpPr>
        <p:spPr>
          <a:xfrm rot="-720000">
            <a:off x="11155680" y="5852160"/>
            <a:ext cx="1554480" cy="1554480"/>
          </a:xfrm>
          <a:prstGeom prst="roundRect">
            <a:avLst>
              <a:gd name="adj" fmla="val 15294"/>
            </a:avLst>
          </a:prstGeom>
          <a:solidFill>
            <a:schemeClr val="tx2"/>
          </a:solidFill>
          <a:ln/>
        </p:spPr>
        <p:txBody>
          <a:bodyPr/>
          <a:lstStyle/>
          <a:p>
            <a:endParaRPr lang="en-GB"/>
          </a:p>
        </p:txBody>
      </p:sp>
      <p:sp>
        <p:nvSpPr>
          <p:cNvPr id="7" name="ELL_338"/>
          <p:cNvSpPr/>
          <p:nvPr/>
        </p:nvSpPr>
        <p:spPr>
          <a:xfrm>
            <a:off x="932688" y="1874520"/>
            <a:ext cx="2697480" cy="2697480"/>
          </a:xfrm>
          <a:prstGeom prst="ellipse">
            <a:avLst/>
          </a:prstGeom>
          <a:solidFill>
            <a:schemeClr val="accent5"/>
          </a:solidFill>
          <a:ln/>
        </p:spPr>
        <p:txBody>
          <a:bodyPr/>
          <a:lstStyle/>
          <a:p>
            <a:endParaRPr lang="en-GB"/>
          </a:p>
        </p:txBody>
      </p:sp>
      <p:sp>
        <p:nvSpPr>
          <p:cNvPr id="8" name="Text 6"/>
          <p:cNvSpPr>
            <a:spLocks noGrp="1"/>
          </p:cNvSpPr>
          <p:nvPr>
            <p:ph idx="106" hasCustomPrompt="1"/>
          </p:nvPr>
        </p:nvSpPr>
        <p:spPr>
          <a:xfrm>
            <a:off x="1042416" y="1984248"/>
            <a:ext cx="2478024" cy="2478024"/>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Photo</a:t>
            </a:r>
            <a:endParaRPr lang="en-US" dirty="0"/>
          </a:p>
        </p:txBody>
      </p:sp>
      <p:sp>
        <p:nvSpPr>
          <p:cNvPr id="9" name="ELL_339"/>
          <p:cNvSpPr/>
          <p:nvPr/>
        </p:nvSpPr>
        <p:spPr>
          <a:xfrm rot="-1620000">
            <a:off x="1160602" y="5092294"/>
            <a:ext cx="31272" cy="134645"/>
          </a:xfrm>
          <a:prstGeom prst="ellipse">
            <a:avLst/>
          </a:prstGeom>
          <a:solidFill>
            <a:schemeClr val="accent2"/>
          </a:solidFill>
          <a:ln/>
        </p:spPr>
        <p:txBody>
          <a:bodyPr/>
          <a:lstStyle/>
          <a:p>
            <a:endParaRPr lang="en-GB"/>
          </a:p>
        </p:txBody>
      </p:sp>
      <p:sp>
        <p:nvSpPr>
          <p:cNvPr id="10" name="ELL_340"/>
          <p:cNvSpPr/>
          <p:nvPr/>
        </p:nvSpPr>
        <p:spPr>
          <a:xfrm>
            <a:off x="1218804" y="5074920"/>
            <a:ext cx="31272" cy="143332"/>
          </a:xfrm>
          <a:prstGeom prst="ellipse">
            <a:avLst/>
          </a:prstGeom>
          <a:solidFill>
            <a:schemeClr val="accent2"/>
          </a:solidFill>
          <a:ln/>
        </p:spPr>
        <p:txBody>
          <a:bodyPr/>
          <a:lstStyle/>
          <a:p>
            <a:endParaRPr lang="en-GB"/>
          </a:p>
        </p:txBody>
      </p:sp>
      <p:sp>
        <p:nvSpPr>
          <p:cNvPr id="11" name="ELL_341"/>
          <p:cNvSpPr/>
          <p:nvPr/>
        </p:nvSpPr>
        <p:spPr>
          <a:xfrm rot="1620000">
            <a:off x="1277005" y="5092294"/>
            <a:ext cx="31272" cy="134645"/>
          </a:xfrm>
          <a:prstGeom prst="ellipse">
            <a:avLst/>
          </a:prstGeom>
          <a:solidFill>
            <a:schemeClr val="accent2"/>
          </a:solidFill>
          <a:ln/>
        </p:spPr>
        <p:txBody>
          <a:bodyPr/>
          <a:lstStyle/>
          <a:p>
            <a:endParaRPr lang="en-GB"/>
          </a:p>
        </p:txBody>
      </p:sp>
      <p:sp>
        <p:nvSpPr>
          <p:cNvPr id="12" name="ELL_342"/>
          <p:cNvSpPr/>
          <p:nvPr/>
        </p:nvSpPr>
        <p:spPr>
          <a:xfrm>
            <a:off x="1208380" y="5200879"/>
            <a:ext cx="52121" cy="41697"/>
          </a:xfrm>
          <a:prstGeom prst="ellipse">
            <a:avLst/>
          </a:prstGeom>
          <a:solidFill>
            <a:schemeClr val="accent2"/>
          </a:solidFill>
          <a:ln/>
        </p:spPr>
        <p:txBody>
          <a:bodyPr/>
          <a:lstStyle/>
          <a:p>
            <a:endParaRPr lang="en-GB"/>
          </a:p>
        </p:txBody>
      </p:sp>
      <p:sp>
        <p:nvSpPr>
          <p:cNvPr id="13" name="ELL_343"/>
          <p:cNvSpPr/>
          <p:nvPr/>
        </p:nvSpPr>
        <p:spPr>
          <a:xfrm rot="-1620000">
            <a:off x="1617802" y="5147158"/>
            <a:ext cx="31272" cy="134645"/>
          </a:xfrm>
          <a:prstGeom prst="ellipse">
            <a:avLst/>
          </a:prstGeom>
          <a:solidFill>
            <a:schemeClr val="accent2"/>
          </a:solidFill>
          <a:ln/>
        </p:spPr>
        <p:txBody>
          <a:bodyPr/>
          <a:lstStyle/>
          <a:p>
            <a:endParaRPr lang="en-GB"/>
          </a:p>
        </p:txBody>
      </p:sp>
      <p:sp>
        <p:nvSpPr>
          <p:cNvPr id="14" name="ELL_344"/>
          <p:cNvSpPr/>
          <p:nvPr/>
        </p:nvSpPr>
        <p:spPr>
          <a:xfrm>
            <a:off x="1676004" y="5129784"/>
            <a:ext cx="31272" cy="143332"/>
          </a:xfrm>
          <a:prstGeom prst="ellipse">
            <a:avLst/>
          </a:prstGeom>
          <a:solidFill>
            <a:schemeClr val="accent2"/>
          </a:solidFill>
          <a:ln/>
        </p:spPr>
        <p:txBody>
          <a:bodyPr/>
          <a:lstStyle/>
          <a:p>
            <a:endParaRPr lang="en-GB"/>
          </a:p>
        </p:txBody>
      </p:sp>
      <p:sp>
        <p:nvSpPr>
          <p:cNvPr id="15" name="ELL_345"/>
          <p:cNvSpPr/>
          <p:nvPr/>
        </p:nvSpPr>
        <p:spPr>
          <a:xfrm rot="1620000">
            <a:off x="1734205" y="5147158"/>
            <a:ext cx="31272" cy="134645"/>
          </a:xfrm>
          <a:prstGeom prst="ellipse">
            <a:avLst/>
          </a:prstGeom>
          <a:solidFill>
            <a:schemeClr val="accent2"/>
          </a:solidFill>
          <a:ln/>
        </p:spPr>
        <p:txBody>
          <a:bodyPr/>
          <a:lstStyle/>
          <a:p>
            <a:endParaRPr lang="en-GB"/>
          </a:p>
        </p:txBody>
      </p:sp>
      <p:sp>
        <p:nvSpPr>
          <p:cNvPr id="16" name="ELL_346"/>
          <p:cNvSpPr/>
          <p:nvPr/>
        </p:nvSpPr>
        <p:spPr>
          <a:xfrm>
            <a:off x="1665580" y="5255743"/>
            <a:ext cx="52121" cy="41697"/>
          </a:xfrm>
          <a:prstGeom prst="ellipse">
            <a:avLst/>
          </a:prstGeom>
          <a:solidFill>
            <a:schemeClr val="accent2"/>
          </a:solidFill>
          <a:ln/>
        </p:spPr>
        <p:txBody>
          <a:bodyPr/>
          <a:lstStyle/>
          <a:p>
            <a:endParaRPr lang="en-GB"/>
          </a:p>
        </p:txBody>
      </p:sp>
      <p:sp>
        <p:nvSpPr>
          <p:cNvPr id="17" name="ELL_347"/>
          <p:cNvSpPr/>
          <p:nvPr/>
        </p:nvSpPr>
        <p:spPr>
          <a:xfrm rot="-1620000">
            <a:off x="2075002" y="5092294"/>
            <a:ext cx="31272" cy="134645"/>
          </a:xfrm>
          <a:prstGeom prst="ellipse">
            <a:avLst/>
          </a:prstGeom>
          <a:solidFill>
            <a:schemeClr val="accent2"/>
          </a:solidFill>
          <a:ln/>
        </p:spPr>
        <p:txBody>
          <a:bodyPr/>
          <a:lstStyle/>
          <a:p>
            <a:endParaRPr lang="en-GB"/>
          </a:p>
        </p:txBody>
      </p:sp>
      <p:sp>
        <p:nvSpPr>
          <p:cNvPr id="18" name="ELL_348"/>
          <p:cNvSpPr/>
          <p:nvPr/>
        </p:nvSpPr>
        <p:spPr>
          <a:xfrm>
            <a:off x="2133204" y="5074920"/>
            <a:ext cx="31272" cy="143332"/>
          </a:xfrm>
          <a:prstGeom prst="ellipse">
            <a:avLst/>
          </a:prstGeom>
          <a:solidFill>
            <a:schemeClr val="accent2"/>
          </a:solidFill>
          <a:ln/>
        </p:spPr>
        <p:txBody>
          <a:bodyPr/>
          <a:lstStyle/>
          <a:p>
            <a:endParaRPr lang="en-GB"/>
          </a:p>
        </p:txBody>
      </p:sp>
      <p:sp>
        <p:nvSpPr>
          <p:cNvPr id="19" name="ELL_349"/>
          <p:cNvSpPr/>
          <p:nvPr/>
        </p:nvSpPr>
        <p:spPr>
          <a:xfrm rot="1620000">
            <a:off x="2191405" y="5092294"/>
            <a:ext cx="31272" cy="134645"/>
          </a:xfrm>
          <a:prstGeom prst="ellipse">
            <a:avLst/>
          </a:prstGeom>
          <a:solidFill>
            <a:schemeClr val="accent2"/>
          </a:solidFill>
          <a:ln/>
        </p:spPr>
        <p:txBody>
          <a:bodyPr/>
          <a:lstStyle/>
          <a:p>
            <a:endParaRPr lang="en-GB"/>
          </a:p>
        </p:txBody>
      </p:sp>
      <p:sp>
        <p:nvSpPr>
          <p:cNvPr id="20" name="ELL_350"/>
          <p:cNvSpPr/>
          <p:nvPr/>
        </p:nvSpPr>
        <p:spPr>
          <a:xfrm>
            <a:off x="2122780" y="5200879"/>
            <a:ext cx="52121" cy="41697"/>
          </a:xfrm>
          <a:prstGeom prst="ellipse">
            <a:avLst/>
          </a:prstGeom>
          <a:solidFill>
            <a:schemeClr val="accent2"/>
          </a:solidFill>
          <a:ln/>
        </p:spPr>
        <p:txBody>
          <a:bodyPr/>
          <a:lstStyle/>
          <a:p>
            <a:endParaRPr lang="en-GB"/>
          </a:p>
        </p:txBody>
      </p:sp>
      <p:sp>
        <p:nvSpPr>
          <p:cNvPr id="21" name="Text 18"/>
          <p:cNvSpPr>
            <a:spLocks noGrp="1"/>
          </p:cNvSpPr>
          <p:nvPr>
            <p:ph type="body" idx="119" hasCustomPrompt="1"/>
          </p:nvPr>
        </p:nvSpPr>
        <p:spPr>
          <a:xfrm>
            <a:off x="5440680" y="1417320"/>
            <a:ext cx="5852160" cy="274320"/>
          </a:xfrm>
          <a:prstGeom prst="rect">
            <a:avLst/>
          </a:prstGeom>
          <a:noFill/>
          <a:ln/>
        </p:spPr>
        <p:txBody>
          <a:bodyPr wrap="square" rtlCol="0"/>
          <a:lstStyle>
            <a:lvl1pPr marL="0" indent="0" algn="l">
              <a:buNone/>
              <a:defRPr lang="en-US" sz="1200" b="1" kern="0" spc="200" dirty="0">
                <a:solidFill>
                  <a:schemeClr val="accent2"/>
                </a:solidFill>
                <a:latin typeface="Calibri" pitchFamily="34" charset="0"/>
                <a:ea typeface="Calibri" pitchFamily="34" charset="-122"/>
                <a:cs typeface="Calibri" pitchFamily="34" charset="-120"/>
              </a:defRPr>
            </a:lvl1pPr>
          </a:lstStyle>
          <a:p>
            <a:pPr marL="0" indent="0" algn="l">
              <a:buNone/>
            </a:pPr>
            <a:r>
              <a:rPr lang="en-US" sz="1200" b="1" kern="0" spc="200" dirty="0">
                <a:solidFill>
                  <a:schemeClr val="accent2"/>
                </a:solidFill>
                <a:latin typeface="Calibri" pitchFamily="34" charset="0"/>
                <a:ea typeface="Calibri" pitchFamily="34" charset="-122"/>
                <a:cs typeface="Calibri" pitchFamily="34" charset="-120"/>
              </a:rPr>
              <a:t>EYEBROW LABEL</a:t>
            </a:r>
            <a:endParaRPr lang="en-US" sz="1200" dirty="0"/>
          </a:p>
        </p:txBody>
      </p:sp>
      <p:sp>
        <p:nvSpPr>
          <p:cNvPr id="22" name="Text 18"/>
          <p:cNvSpPr>
            <a:spLocks noGrp="1"/>
          </p:cNvSpPr>
          <p:nvPr>
            <p:ph type="title" idx="120" hasCustomPrompt="1"/>
          </p:nvPr>
        </p:nvSpPr>
        <p:spPr>
          <a:xfrm>
            <a:off x="5440680" y="1828800"/>
            <a:ext cx="5852160" cy="822960"/>
          </a:xfrm>
          <a:prstGeom prst="rect">
            <a:avLst/>
          </a:prstGeom>
          <a:noFill/>
          <a:ln/>
        </p:spPr>
        <p:txBody>
          <a:bodyPr wrap="square" rtlCol="0"/>
          <a:lstStyle>
            <a:lvl1pPr marL="0" indent="0" algn="l">
              <a:buNone/>
              <a:defRPr lang="en-US" sz="34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34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3400" dirty="0"/>
          </a:p>
        </p:txBody>
      </p:sp>
      <p:sp>
        <p:nvSpPr>
          <p:cNvPr id="23" name="Text 18"/>
          <p:cNvSpPr>
            <a:spLocks noGrp="1"/>
          </p:cNvSpPr>
          <p:nvPr>
            <p:ph type="body" idx="121" hasCustomPrompt="1"/>
          </p:nvPr>
        </p:nvSpPr>
        <p:spPr>
          <a:xfrm>
            <a:off x="5440680" y="2880360"/>
            <a:ext cx="5760720" cy="301752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400" dirty="0">
                <a:solidFill>
                  <a:schemeClr val="accent5"/>
                </a:solidFill>
                <a:latin typeface="Calibri" pitchFamily="34" charset="0"/>
                <a:ea typeface="Calibri" pitchFamily="34" charset="-122"/>
                <a:cs typeface="Calibri" pitchFamily="34" charset="-120"/>
              </a:rPr>
              <a:t>Body text</a:t>
            </a:r>
            <a:endParaRPr lang="en-US" sz="1400"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_D20 Connect">
    <p:bg>
      <p:bgPr>
        <a:solidFill>
          <a:schemeClr val="accent3"/>
        </a:solidFill>
        <a:effectLst/>
      </p:bgPr>
    </p:bg>
    <p:spTree>
      <p:nvGrpSpPr>
        <p:cNvPr id="1" name=""/>
        <p:cNvGrpSpPr/>
        <p:nvPr/>
      </p:nvGrpSpPr>
      <p:grpSpPr>
        <a:xfrm>
          <a:off x="0" y="0"/>
          <a:ext cx="0" cy="0"/>
          <a:chOff x="0" y="0"/>
          <a:chExt cx="0" cy="0"/>
        </a:xfrm>
      </p:grpSpPr>
      <p:sp>
        <p:nvSpPr>
          <p:cNvPr id="2" name="RND_351"/>
          <p:cNvSpPr/>
          <p:nvPr/>
        </p:nvSpPr>
        <p:spPr>
          <a:xfrm rot="1080000">
            <a:off x="-960120" y="-960120"/>
            <a:ext cx="3291840" cy="3291840"/>
          </a:xfrm>
          <a:prstGeom prst="roundRect">
            <a:avLst>
              <a:gd name="adj" fmla="val 7222"/>
            </a:avLst>
          </a:prstGeom>
          <a:solidFill>
            <a:schemeClr val="accent1"/>
          </a:solidFill>
          <a:ln/>
        </p:spPr>
        <p:txBody>
          <a:bodyPr/>
          <a:lstStyle/>
          <a:p>
            <a:endParaRPr lang="en-GB"/>
          </a:p>
        </p:txBody>
      </p:sp>
      <p:sp>
        <p:nvSpPr>
          <p:cNvPr id="3" name="RND_352"/>
          <p:cNvSpPr/>
          <p:nvPr/>
        </p:nvSpPr>
        <p:spPr>
          <a:xfrm rot="-1440000">
            <a:off x="10195560" y="4892040"/>
            <a:ext cx="3291840" cy="3291840"/>
          </a:xfrm>
          <a:prstGeom prst="roundRect">
            <a:avLst>
              <a:gd name="adj" fmla="val 7222"/>
            </a:avLst>
          </a:prstGeom>
          <a:solidFill>
            <a:schemeClr val="accent1"/>
          </a:solidFill>
          <a:ln/>
        </p:spPr>
        <p:txBody>
          <a:bodyPr/>
          <a:lstStyle/>
          <a:p>
            <a:endParaRPr lang="en-GB"/>
          </a:p>
        </p:txBody>
      </p:sp>
      <p:sp>
        <p:nvSpPr>
          <p:cNvPr id="4" name="RND_353"/>
          <p:cNvSpPr/>
          <p:nvPr/>
        </p:nvSpPr>
        <p:spPr>
          <a:xfrm rot="2460000">
            <a:off x="9646920" y="-502920"/>
            <a:ext cx="1371600" cy="1371600"/>
          </a:xfrm>
          <a:prstGeom prst="roundRect">
            <a:avLst>
              <a:gd name="adj" fmla="val 17333"/>
            </a:avLst>
          </a:prstGeom>
          <a:solidFill>
            <a:srgbClr val="27406E"/>
          </a:solidFill>
          <a:ln/>
        </p:spPr>
        <p:txBody>
          <a:bodyPr/>
          <a:lstStyle/>
          <a:p>
            <a:endParaRPr lang="en-GB"/>
          </a:p>
        </p:txBody>
      </p:sp>
      <p:sp>
        <p:nvSpPr>
          <p:cNvPr id="5" name="ELL_354"/>
          <p:cNvSpPr/>
          <p:nvPr/>
        </p:nvSpPr>
        <p:spPr>
          <a:xfrm>
            <a:off x="960120" y="5349240"/>
            <a:ext cx="1005840" cy="1005840"/>
          </a:xfrm>
          <a:prstGeom prst="ellipse">
            <a:avLst/>
          </a:prstGeom>
          <a:solidFill>
            <a:srgbClr val="27406E"/>
          </a:solidFill>
          <a:ln/>
        </p:spPr>
        <p:txBody>
          <a:bodyPr/>
          <a:lstStyle/>
          <a:p>
            <a:endParaRPr lang="en-GB"/>
          </a:p>
        </p:txBody>
      </p:sp>
      <p:sp>
        <p:nvSpPr>
          <p:cNvPr id="6" name="ELL_355"/>
          <p:cNvSpPr/>
          <p:nvPr/>
        </p:nvSpPr>
        <p:spPr>
          <a:xfrm rot="-1620000">
            <a:off x="966064" y="1437437"/>
            <a:ext cx="36210" cy="155905"/>
          </a:xfrm>
          <a:prstGeom prst="ellipse">
            <a:avLst/>
          </a:prstGeom>
          <a:solidFill>
            <a:schemeClr val="accent2"/>
          </a:solidFill>
          <a:ln/>
        </p:spPr>
        <p:txBody>
          <a:bodyPr/>
          <a:lstStyle/>
          <a:p>
            <a:endParaRPr lang="en-GB"/>
          </a:p>
        </p:txBody>
      </p:sp>
      <p:sp>
        <p:nvSpPr>
          <p:cNvPr id="7" name="ELL_356"/>
          <p:cNvSpPr/>
          <p:nvPr/>
        </p:nvSpPr>
        <p:spPr>
          <a:xfrm>
            <a:off x="1033455" y="1417320"/>
            <a:ext cx="36210" cy="165964"/>
          </a:xfrm>
          <a:prstGeom prst="ellipse">
            <a:avLst/>
          </a:prstGeom>
          <a:solidFill>
            <a:schemeClr val="accent2"/>
          </a:solidFill>
          <a:ln/>
        </p:spPr>
        <p:txBody>
          <a:bodyPr/>
          <a:lstStyle/>
          <a:p>
            <a:endParaRPr lang="en-GB"/>
          </a:p>
        </p:txBody>
      </p:sp>
      <p:sp>
        <p:nvSpPr>
          <p:cNvPr id="8" name="ELL_357"/>
          <p:cNvSpPr/>
          <p:nvPr/>
        </p:nvSpPr>
        <p:spPr>
          <a:xfrm rot="1620000">
            <a:off x="1100846" y="1437437"/>
            <a:ext cx="36210" cy="155905"/>
          </a:xfrm>
          <a:prstGeom prst="ellipse">
            <a:avLst/>
          </a:prstGeom>
          <a:solidFill>
            <a:schemeClr val="accent2"/>
          </a:solidFill>
          <a:ln/>
        </p:spPr>
        <p:txBody>
          <a:bodyPr/>
          <a:lstStyle/>
          <a:p>
            <a:endParaRPr lang="en-GB"/>
          </a:p>
        </p:txBody>
      </p:sp>
      <p:sp>
        <p:nvSpPr>
          <p:cNvPr id="9" name="ELL_358"/>
          <p:cNvSpPr/>
          <p:nvPr/>
        </p:nvSpPr>
        <p:spPr>
          <a:xfrm>
            <a:off x="1021385" y="1563167"/>
            <a:ext cx="60350" cy="48280"/>
          </a:xfrm>
          <a:prstGeom prst="ellipse">
            <a:avLst/>
          </a:prstGeom>
          <a:solidFill>
            <a:schemeClr val="accent2"/>
          </a:solidFill>
          <a:ln/>
        </p:spPr>
        <p:txBody>
          <a:bodyPr/>
          <a:lstStyle/>
          <a:p>
            <a:endParaRPr lang="en-GB"/>
          </a:p>
        </p:txBody>
      </p:sp>
      <p:sp>
        <p:nvSpPr>
          <p:cNvPr id="10" name="ELL_359"/>
          <p:cNvSpPr/>
          <p:nvPr/>
        </p:nvSpPr>
        <p:spPr>
          <a:xfrm rot="-1620000">
            <a:off x="1468984" y="1492301"/>
            <a:ext cx="36210" cy="155905"/>
          </a:xfrm>
          <a:prstGeom prst="ellipse">
            <a:avLst/>
          </a:prstGeom>
          <a:solidFill>
            <a:schemeClr val="accent2"/>
          </a:solidFill>
          <a:ln/>
        </p:spPr>
        <p:txBody>
          <a:bodyPr/>
          <a:lstStyle/>
          <a:p>
            <a:endParaRPr lang="en-GB"/>
          </a:p>
        </p:txBody>
      </p:sp>
      <p:sp>
        <p:nvSpPr>
          <p:cNvPr id="11" name="ELL_360"/>
          <p:cNvSpPr/>
          <p:nvPr/>
        </p:nvSpPr>
        <p:spPr>
          <a:xfrm>
            <a:off x="1536375" y="1472184"/>
            <a:ext cx="36210" cy="165964"/>
          </a:xfrm>
          <a:prstGeom prst="ellipse">
            <a:avLst/>
          </a:prstGeom>
          <a:solidFill>
            <a:schemeClr val="accent2"/>
          </a:solidFill>
          <a:ln/>
        </p:spPr>
        <p:txBody>
          <a:bodyPr/>
          <a:lstStyle/>
          <a:p>
            <a:endParaRPr lang="en-GB"/>
          </a:p>
        </p:txBody>
      </p:sp>
      <p:sp>
        <p:nvSpPr>
          <p:cNvPr id="12" name="ELL_361"/>
          <p:cNvSpPr/>
          <p:nvPr/>
        </p:nvSpPr>
        <p:spPr>
          <a:xfrm rot="1620000">
            <a:off x="1603766" y="1492301"/>
            <a:ext cx="36210" cy="155905"/>
          </a:xfrm>
          <a:prstGeom prst="ellipse">
            <a:avLst/>
          </a:prstGeom>
          <a:solidFill>
            <a:schemeClr val="accent2"/>
          </a:solidFill>
          <a:ln/>
        </p:spPr>
        <p:txBody>
          <a:bodyPr/>
          <a:lstStyle/>
          <a:p>
            <a:endParaRPr lang="en-GB"/>
          </a:p>
        </p:txBody>
      </p:sp>
      <p:sp>
        <p:nvSpPr>
          <p:cNvPr id="13" name="ELL_362"/>
          <p:cNvSpPr/>
          <p:nvPr/>
        </p:nvSpPr>
        <p:spPr>
          <a:xfrm>
            <a:off x="1524305" y="1618031"/>
            <a:ext cx="60350" cy="48280"/>
          </a:xfrm>
          <a:prstGeom prst="ellipse">
            <a:avLst/>
          </a:prstGeom>
          <a:solidFill>
            <a:schemeClr val="accent2"/>
          </a:solidFill>
          <a:ln/>
        </p:spPr>
        <p:txBody>
          <a:bodyPr/>
          <a:lstStyle/>
          <a:p>
            <a:endParaRPr lang="en-GB"/>
          </a:p>
        </p:txBody>
      </p:sp>
      <p:sp>
        <p:nvSpPr>
          <p:cNvPr id="14" name="ELL_363"/>
          <p:cNvSpPr/>
          <p:nvPr/>
        </p:nvSpPr>
        <p:spPr>
          <a:xfrm rot="-1620000">
            <a:off x="1971904" y="1437437"/>
            <a:ext cx="36210" cy="155905"/>
          </a:xfrm>
          <a:prstGeom prst="ellipse">
            <a:avLst/>
          </a:prstGeom>
          <a:solidFill>
            <a:schemeClr val="accent2"/>
          </a:solidFill>
          <a:ln/>
        </p:spPr>
        <p:txBody>
          <a:bodyPr/>
          <a:lstStyle/>
          <a:p>
            <a:endParaRPr lang="en-GB"/>
          </a:p>
        </p:txBody>
      </p:sp>
      <p:sp>
        <p:nvSpPr>
          <p:cNvPr id="15" name="ELL_364"/>
          <p:cNvSpPr/>
          <p:nvPr/>
        </p:nvSpPr>
        <p:spPr>
          <a:xfrm>
            <a:off x="2039295" y="1417320"/>
            <a:ext cx="36210" cy="165964"/>
          </a:xfrm>
          <a:prstGeom prst="ellipse">
            <a:avLst/>
          </a:prstGeom>
          <a:solidFill>
            <a:schemeClr val="accent2"/>
          </a:solidFill>
          <a:ln/>
        </p:spPr>
        <p:txBody>
          <a:bodyPr/>
          <a:lstStyle/>
          <a:p>
            <a:endParaRPr lang="en-GB"/>
          </a:p>
        </p:txBody>
      </p:sp>
      <p:sp>
        <p:nvSpPr>
          <p:cNvPr id="16" name="ELL_365"/>
          <p:cNvSpPr/>
          <p:nvPr/>
        </p:nvSpPr>
        <p:spPr>
          <a:xfrm rot="1620000">
            <a:off x="2106686" y="1437437"/>
            <a:ext cx="36210" cy="155905"/>
          </a:xfrm>
          <a:prstGeom prst="ellipse">
            <a:avLst/>
          </a:prstGeom>
          <a:solidFill>
            <a:schemeClr val="accent2"/>
          </a:solidFill>
          <a:ln/>
        </p:spPr>
        <p:txBody>
          <a:bodyPr/>
          <a:lstStyle/>
          <a:p>
            <a:endParaRPr lang="en-GB"/>
          </a:p>
        </p:txBody>
      </p:sp>
      <p:sp>
        <p:nvSpPr>
          <p:cNvPr id="17" name="ELL_366"/>
          <p:cNvSpPr/>
          <p:nvPr/>
        </p:nvSpPr>
        <p:spPr>
          <a:xfrm>
            <a:off x="2027225" y="1563167"/>
            <a:ext cx="60350" cy="48280"/>
          </a:xfrm>
          <a:prstGeom prst="ellipse">
            <a:avLst/>
          </a:prstGeom>
          <a:solidFill>
            <a:schemeClr val="accent2"/>
          </a:solidFill>
          <a:ln/>
        </p:spPr>
        <p:txBody>
          <a:bodyPr/>
          <a:lstStyle/>
          <a:p>
            <a:endParaRPr lang="en-GB"/>
          </a:p>
        </p:txBody>
      </p:sp>
      <p:sp>
        <p:nvSpPr>
          <p:cNvPr id="18" name="ELL_367"/>
          <p:cNvSpPr/>
          <p:nvPr/>
        </p:nvSpPr>
        <p:spPr>
          <a:xfrm rot="-1620000">
            <a:off x="2474824" y="1492301"/>
            <a:ext cx="36210" cy="155905"/>
          </a:xfrm>
          <a:prstGeom prst="ellipse">
            <a:avLst/>
          </a:prstGeom>
          <a:solidFill>
            <a:schemeClr val="accent2"/>
          </a:solidFill>
          <a:ln/>
        </p:spPr>
        <p:txBody>
          <a:bodyPr/>
          <a:lstStyle/>
          <a:p>
            <a:endParaRPr lang="en-GB"/>
          </a:p>
        </p:txBody>
      </p:sp>
      <p:sp>
        <p:nvSpPr>
          <p:cNvPr id="19" name="ELL_368"/>
          <p:cNvSpPr/>
          <p:nvPr/>
        </p:nvSpPr>
        <p:spPr>
          <a:xfrm>
            <a:off x="2542215" y="1472184"/>
            <a:ext cx="36210" cy="165964"/>
          </a:xfrm>
          <a:prstGeom prst="ellipse">
            <a:avLst/>
          </a:prstGeom>
          <a:solidFill>
            <a:schemeClr val="accent2"/>
          </a:solidFill>
          <a:ln/>
        </p:spPr>
        <p:txBody>
          <a:bodyPr/>
          <a:lstStyle/>
          <a:p>
            <a:endParaRPr lang="en-GB"/>
          </a:p>
        </p:txBody>
      </p:sp>
      <p:sp>
        <p:nvSpPr>
          <p:cNvPr id="20" name="ELL_369"/>
          <p:cNvSpPr/>
          <p:nvPr/>
        </p:nvSpPr>
        <p:spPr>
          <a:xfrm rot="1620000">
            <a:off x="2609606" y="1492301"/>
            <a:ext cx="36210" cy="155905"/>
          </a:xfrm>
          <a:prstGeom prst="ellipse">
            <a:avLst/>
          </a:prstGeom>
          <a:solidFill>
            <a:schemeClr val="accent2"/>
          </a:solidFill>
          <a:ln/>
        </p:spPr>
        <p:txBody>
          <a:bodyPr/>
          <a:lstStyle/>
          <a:p>
            <a:endParaRPr lang="en-GB"/>
          </a:p>
        </p:txBody>
      </p:sp>
      <p:sp>
        <p:nvSpPr>
          <p:cNvPr id="21" name="ELL_370"/>
          <p:cNvSpPr/>
          <p:nvPr/>
        </p:nvSpPr>
        <p:spPr>
          <a:xfrm>
            <a:off x="2530145" y="1618031"/>
            <a:ext cx="60350" cy="48280"/>
          </a:xfrm>
          <a:prstGeom prst="ellipse">
            <a:avLst/>
          </a:prstGeom>
          <a:solidFill>
            <a:schemeClr val="accent2"/>
          </a:solidFill>
          <a:ln/>
        </p:spPr>
        <p:txBody>
          <a:bodyPr/>
          <a:lstStyle/>
          <a:p>
            <a:endParaRPr lang="en-GB"/>
          </a:p>
        </p:txBody>
      </p:sp>
      <p:sp>
        <p:nvSpPr>
          <p:cNvPr id="22" name="Text 20"/>
          <p:cNvSpPr>
            <a:spLocks noGrp="1"/>
          </p:cNvSpPr>
          <p:nvPr>
            <p:ph type="title" idx="120" hasCustomPrompt="1"/>
          </p:nvPr>
        </p:nvSpPr>
        <p:spPr>
          <a:xfrm>
            <a:off x="960120" y="2240280"/>
            <a:ext cx="6583680" cy="1097280"/>
          </a:xfrm>
          <a:prstGeom prst="rect">
            <a:avLst/>
          </a:prstGeom>
          <a:noFill/>
          <a:ln/>
        </p:spPr>
        <p:txBody>
          <a:bodyPr wrap="square" rtlCol="0"/>
          <a:lstStyle>
            <a:lvl1pPr marL="0" indent="0" algn="l">
              <a:buNone/>
              <a:defRPr lang="en-US" sz="50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50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5000" dirty="0"/>
          </a:p>
        </p:txBody>
      </p:sp>
      <p:sp>
        <p:nvSpPr>
          <p:cNvPr id="23" name="Text 20"/>
          <p:cNvSpPr>
            <a:spLocks noGrp="1"/>
          </p:cNvSpPr>
          <p:nvPr>
            <p:ph type="body" idx="121" hasCustomPrompt="1"/>
          </p:nvPr>
        </p:nvSpPr>
        <p:spPr>
          <a:xfrm>
            <a:off x="960120" y="3611880"/>
            <a:ext cx="5669280" cy="1920240"/>
          </a:xfrm>
          <a:prstGeom prst="rect">
            <a:avLst/>
          </a:prstGeom>
          <a:noFill/>
          <a:ln/>
        </p:spPr>
        <p:txBody>
          <a:bodyPr wrap="square" rtlCol="0"/>
          <a:lstStyle>
            <a:lvl1pPr marL="201168" indent="-201168">
              <a:buClr>
                <a:schemeClr val="accent2"/>
              </a:buClr>
              <a:buFont typeface="Arial"/>
              <a:buChar char="▸"/>
            </a:lvl1pPr>
          </a:lstStyle>
          <a:p>
            <a:pPr marL="201168" indent="-201168" algn="l">
              <a:lnSpc>
                <a:spcPct val="122000"/>
              </a:lnSpc>
              <a:buSzPct val="100000"/>
              <a:buChar char="▸"/>
            </a:pPr>
            <a:r>
              <a:rPr lang="en-US" sz="1600" dirty="0">
                <a:solidFill>
                  <a:schemeClr val="bg2"/>
                </a:solidFill>
                <a:latin typeface="Calibri" pitchFamily="34" charset="0"/>
                <a:ea typeface="Calibri" pitchFamily="34" charset="-122"/>
                <a:cs typeface="Calibri" pitchFamily="34" charset="-120"/>
              </a:rPr>
              <a:t>Body text</a:t>
            </a:r>
            <a:endParaRPr lang="en-US" sz="1600" dirty="0"/>
          </a:p>
        </p:txBody>
      </p:sp>
      <p:sp>
        <p:nvSpPr>
          <p:cNvPr id="24" name="RND_371"/>
          <p:cNvSpPr/>
          <p:nvPr/>
        </p:nvSpPr>
        <p:spPr>
          <a:xfrm>
            <a:off x="8183880" y="2148840"/>
            <a:ext cx="3108960" cy="3108960"/>
          </a:xfrm>
          <a:prstGeom prst="roundRect">
            <a:avLst>
              <a:gd name="adj" fmla="val 5294"/>
            </a:avLst>
          </a:prstGeom>
          <a:solidFill>
            <a:schemeClr val="bg1"/>
          </a:solidFill>
          <a:ln/>
        </p:spPr>
        <p:txBody>
          <a:bodyPr/>
          <a:lstStyle/>
          <a:p>
            <a:endParaRPr lang="en-GB"/>
          </a:p>
        </p:txBody>
      </p:sp>
      <p:sp>
        <p:nvSpPr>
          <p:cNvPr id="25" name="Text 21"/>
          <p:cNvSpPr>
            <a:spLocks noGrp="1"/>
          </p:cNvSpPr>
          <p:nvPr>
            <p:ph idx="123" hasCustomPrompt="1"/>
          </p:nvPr>
        </p:nvSpPr>
        <p:spPr>
          <a:xfrm>
            <a:off x="8458200" y="2423160"/>
            <a:ext cx="2560320" cy="2560320"/>
          </a:xfrm>
          <a:prstGeom prst="rect">
            <a:avLst/>
          </a:prstGeom>
          <a:noFill/>
          <a:ln/>
        </p:spPr>
        <p:txBody>
          <a:bodyPr wrap="square" rtlCol="0"/>
          <a:lstStyle>
            <a:lvl1pPr marL="0" indent="0" algn="l">
              <a:buNone/>
              <a:defRPr lang="en-US" dirty="0"/>
            </a:lvl1pPr>
          </a:lstStyle>
          <a:p>
            <a:pPr marL="0" indent="0" algn="l">
              <a:buNone/>
            </a:pPr>
            <a:r>
              <a:rPr lang="en-US" dirty="0">
                <a:solidFill>
                  <a:schemeClr val="tx1"/>
                </a:solidFill>
              </a:rPr>
              <a:t>QR code</a:t>
            </a:r>
            <a:endParaRPr lang="en-US" dirty="0"/>
          </a:p>
        </p:txBody>
      </p:sp>
      <p:sp>
        <p:nvSpPr>
          <p:cNvPr id="26" name="Text 21"/>
          <p:cNvSpPr>
            <a:spLocks noGrp="1"/>
          </p:cNvSpPr>
          <p:nvPr>
            <p:ph type="body" idx="124" hasCustomPrompt="1"/>
          </p:nvPr>
        </p:nvSpPr>
        <p:spPr>
          <a:xfrm>
            <a:off x="8183880" y="5440680"/>
            <a:ext cx="3108960" cy="365760"/>
          </a:xfrm>
          <a:prstGeom prst="rect">
            <a:avLst/>
          </a:prstGeom>
          <a:noFill/>
          <a:ln/>
        </p:spPr>
        <p:txBody>
          <a:bodyPr wrap="square" rtlCol="0"/>
          <a:lstStyle>
            <a:lvl1pPr marL="0" indent="0" algn="ctr">
              <a:buNone/>
              <a:defRPr lang="en-US" sz="1200" kern="0" spc="100" dirty="0">
                <a:solidFill>
                  <a:schemeClr val="accent5"/>
                </a:solidFill>
                <a:latin typeface="Calibri" pitchFamily="34" charset="0"/>
                <a:ea typeface="Calibri" pitchFamily="34" charset="-122"/>
                <a:cs typeface="Calibri" pitchFamily="34" charset="-120"/>
              </a:defRPr>
            </a:lvl1pPr>
          </a:lstStyle>
          <a:p>
            <a:pPr marL="0" indent="0" algn="ctr">
              <a:buNone/>
            </a:pPr>
            <a:r>
              <a:rPr lang="en-US" sz="1200" kern="0" spc="100" dirty="0">
                <a:solidFill>
                  <a:schemeClr val="accent5"/>
                </a:solidFill>
                <a:latin typeface="Calibri" pitchFamily="34" charset="0"/>
                <a:ea typeface="Calibri" pitchFamily="34" charset="-122"/>
                <a:cs typeface="Calibri" pitchFamily="34" charset="-120"/>
              </a:rPr>
              <a:t>SCAN FOR SLIDES</a:t>
            </a:r>
            <a:endParaRPr lang="en-US" sz="1200"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D26 Blank titled">
    <p:bg>
      <p:bgPr>
        <a:solidFill>
          <a:schemeClr val="tx1"/>
        </a:solidFill>
        <a:effectLst/>
      </p:bgPr>
    </p:bg>
    <p:spTree>
      <p:nvGrpSpPr>
        <p:cNvPr id="1" name=""/>
        <p:cNvGrpSpPr/>
        <p:nvPr/>
      </p:nvGrpSpPr>
      <p:grpSpPr>
        <a:xfrm>
          <a:off x="0" y="0"/>
          <a:ext cx="0" cy="0"/>
          <a:chOff x="0" y="0"/>
          <a:chExt cx="0" cy="0"/>
        </a:xfrm>
      </p:grpSpPr>
      <p:sp>
        <p:nvSpPr>
          <p:cNvPr id="2" name="RND_90"/>
          <p:cNvSpPr/>
          <p:nvPr/>
        </p:nvSpPr>
        <p:spPr>
          <a:xfrm rot="1080000">
            <a:off x="10927080" y="-822960"/>
            <a:ext cx="2651760" cy="2651760"/>
          </a:xfrm>
          <a:prstGeom prst="roundRect">
            <a:avLst>
              <a:gd name="adj" fmla="val 8966"/>
            </a:avLst>
          </a:prstGeom>
          <a:solidFill>
            <a:schemeClr val="tx2"/>
          </a:solidFill>
          <a:ln/>
        </p:spPr>
      </p:sp>
      <p:sp>
        <p:nvSpPr>
          <p:cNvPr id="3" name="ELL_91"/>
          <p:cNvSpPr/>
          <p:nvPr/>
        </p:nvSpPr>
        <p:spPr>
          <a:xfrm>
            <a:off x="11384280" y="2788920"/>
            <a:ext cx="914400" cy="914400"/>
          </a:xfrm>
          <a:prstGeom prst="ellipse">
            <a:avLst/>
          </a:prstGeom>
          <a:solidFill>
            <a:schemeClr val="accent3"/>
          </a:solidFill>
          <a:ln/>
        </p:spPr>
      </p:sp>
      <p:sp>
        <p:nvSpPr>
          <p:cNvPr id="4" name="RND_92"/>
          <p:cNvSpPr/>
          <p:nvPr/>
        </p:nvSpPr>
        <p:spPr>
          <a:xfrm rot="2460000">
            <a:off x="10744200" y="5623560"/>
            <a:ext cx="2286000" cy="2286000"/>
          </a:xfrm>
          <a:prstGeom prst="roundRect">
            <a:avLst>
              <a:gd name="adj" fmla="val 10400"/>
            </a:avLst>
          </a:prstGeom>
          <a:solidFill>
            <a:schemeClr val="tx2"/>
          </a:solidFill>
          <a:ln/>
        </p:spPr>
      </p:sp>
      <p:sp>
        <p:nvSpPr>
          <p:cNvPr id="5" name="RND_93"/>
          <p:cNvSpPr/>
          <p:nvPr/>
        </p:nvSpPr>
        <p:spPr>
          <a:xfrm rot="-720000">
            <a:off x="-502920" y="5989320"/>
            <a:ext cx="1463040" cy="1463040"/>
          </a:xfrm>
          <a:prstGeom prst="roundRect">
            <a:avLst>
              <a:gd name="adj" fmla="val 16250"/>
            </a:avLst>
          </a:prstGeom>
          <a:solidFill>
            <a:schemeClr val="accent3"/>
          </a:solidFill>
          <a:ln/>
        </p:spPr>
      </p:sp>
      <p:sp>
        <p:nvSpPr>
          <p:cNvPr id="6" name="Text 4"/>
          <p:cNvSpPr>
            <a:spLocks noGrp="1"/>
          </p:cNvSpPr>
          <p:nvPr>
            <p:ph type="title" idx="104" hasCustomPrompt="1"/>
          </p:nvPr>
        </p:nvSpPr>
        <p:spPr>
          <a:xfrm>
            <a:off x="713232" y="713232"/>
            <a:ext cx="8229600" cy="777240"/>
          </a:xfrm>
          <a:prstGeom prst="rect">
            <a:avLst/>
          </a:prstGeom>
          <a:noFill/>
          <a:ln/>
        </p:spPr>
        <p:txBody>
          <a:bodyPr wrap="square" rtlCol="0"/>
          <a:lstStyle>
            <a:lvl1pPr marL="0" indent="0" algn="l">
              <a:buNone/>
              <a:defRPr lang="en-US" sz="3200" b="1" kern="0" spc="-40" dirty="0">
                <a:solidFill>
                  <a:schemeClr val="bg1"/>
                </a:solidFill>
                <a:latin typeface="Century Schoolbook" pitchFamily="34" charset="0"/>
                <a:ea typeface="Century Schoolbook" pitchFamily="34" charset="-122"/>
                <a:cs typeface="Century Schoolbook" pitchFamily="34" charset="-120"/>
              </a:defRPr>
            </a:lvl1pPr>
          </a:lstStyle>
          <a:p>
            <a:pPr marL="0" indent="0" algn="l">
              <a:buNone/>
            </a:pPr>
            <a:r>
              <a:rPr lang="en-US" sz="3200" b="1" kern="0" spc="-40" dirty="0">
                <a:solidFill>
                  <a:schemeClr val="bg1"/>
                </a:solidFill>
                <a:latin typeface="Century Schoolbook" pitchFamily="34" charset="0"/>
                <a:ea typeface="Century Schoolbook" pitchFamily="34" charset="-122"/>
                <a:cs typeface="Century Schoolbook" pitchFamily="34" charset="-120"/>
              </a:rPr>
              <a:t>Slide title</a:t>
            </a:r>
            <a:endParaRPr lang="en-US" sz="3200" dirty="0"/>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51315880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D21 Blank">
    <p:bg>
      <p:bgPr>
        <a:solidFill>
          <a:schemeClr val="tx1"/>
        </a:solidFill>
        <a:effectLst/>
      </p:bgPr>
    </p:bg>
    <p:spTree>
      <p:nvGrpSpPr>
        <p:cNvPr id="1" name=""/>
        <p:cNvGrpSpPr/>
        <p:nvPr/>
      </p:nvGrpSpPr>
      <p:grpSpPr>
        <a:xfrm>
          <a:off x="0" y="0"/>
          <a:ext cx="0" cy="0"/>
          <a:chOff x="0" y="0"/>
          <a:chExt cx="0" cy="0"/>
        </a:xfrm>
      </p:grpSpPr>
      <p:sp>
        <p:nvSpPr>
          <p:cNvPr id="2" name="RND_372"/>
          <p:cNvSpPr/>
          <p:nvPr/>
        </p:nvSpPr>
        <p:spPr>
          <a:xfrm rot="1080000">
            <a:off x="-685800" y="-685800"/>
            <a:ext cx="2286000" cy="2286000"/>
          </a:xfrm>
          <a:prstGeom prst="roundRect">
            <a:avLst>
              <a:gd name="adj" fmla="val 10400"/>
            </a:avLst>
          </a:prstGeom>
          <a:solidFill>
            <a:schemeClr val="tx2"/>
          </a:solidFill>
          <a:ln/>
        </p:spPr>
        <p:txBody>
          <a:bodyPr/>
          <a:lstStyle/>
          <a:p>
            <a:endParaRPr lang="en-GB"/>
          </a:p>
        </p:txBody>
      </p:sp>
      <p:sp>
        <p:nvSpPr>
          <p:cNvPr id="3" name="RND_373"/>
          <p:cNvSpPr/>
          <p:nvPr/>
        </p:nvSpPr>
        <p:spPr>
          <a:xfrm rot="-1440000">
            <a:off x="11475720" y="411480"/>
            <a:ext cx="1371600" cy="1371600"/>
          </a:xfrm>
          <a:prstGeom prst="roundRect">
            <a:avLst>
              <a:gd name="adj" fmla="val 17333"/>
            </a:avLst>
          </a:prstGeom>
          <a:solidFill>
            <a:schemeClr val="tx2"/>
          </a:solidFill>
          <a:ln/>
        </p:spPr>
        <p:txBody>
          <a:bodyPr/>
          <a:lstStyle/>
          <a:p>
            <a:endParaRPr lang="en-GB"/>
          </a:p>
        </p:txBody>
      </p:sp>
      <p:sp>
        <p:nvSpPr>
          <p:cNvPr id="4" name="RND_374"/>
          <p:cNvSpPr/>
          <p:nvPr/>
        </p:nvSpPr>
        <p:spPr>
          <a:xfrm rot="2460000">
            <a:off x="11109960" y="5806440"/>
            <a:ext cx="1828800" cy="1828800"/>
          </a:xfrm>
          <a:prstGeom prst="roundRect">
            <a:avLst>
              <a:gd name="adj" fmla="val 13000"/>
            </a:avLst>
          </a:prstGeom>
          <a:solidFill>
            <a:schemeClr val="tx2"/>
          </a:solidFill>
          <a:ln/>
        </p:spPr>
        <p:txBody>
          <a:bodyPr/>
          <a:lstStyle/>
          <a:p>
            <a:endParaRPr lang="en-GB"/>
          </a:p>
        </p:txBody>
      </p:sp>
      <p:sp>
        <p:nvSpPr>
          <p:cNvPr id="5" name="ELL_375"/>
          <p:cNvSpPr/>
          <p:nvPr/>
        </p:nvSpPr>
        <p:spPr>
          <a:xfrm>
            <a:off x="320040" y="6172200"/>
            <a:ext cx="1097280" cy="1097280"/>
          </a:xfrm>
          <a:prstGeom prst="ellipse">
            <a:avLst/>
          </a:prstGeom>
          <a:solidFill>
            <a:schemeClr val="accent3"/>
          </a:solidFill>
          <a:ln/>
        </p:spPr>
        <p:txBody>
          <a:bodyPr/>
          <a:lstStyle/>
          <a:p>
            <a:endParaRPr lang="en-GB"/>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D22 Blank alt">
    <p:bg>
      <p:bgPr>
        <a:solidFill>
          <a:srgbClr val="0A2550"/>
        </a:solidFill>
        <a:effectLst/>
      </p:bgPr>
    </p:bg>
    <p:spTree>
      <p:nvGrpSpPr>
        <p:cNvPr id="1" name=""/>
        <p:cNvGrpSpPr/>
        <p:nvPr/>
      </p:nvGrpSpPr>
      <p:grpSpPr>
        <a:xfrm>
          <a:off x="0" y="0"/>
          <a:ext cx="0" cy="0"/>
          <a:chOff x="0" y="0"/>
          <a:chExt cx="0" cy="0"/>
        </a:xfrm>
      </p:grpSpPr>
      <p:sp>
        <p:nvSpPr>
          <p:cNvPr id="2" name="RND_376"/>
          <p:cNvSpPr/>
          <p:nvPr/>
        </p:nvSpPr>
        <p:spPr>
          <a:xfrm rot="1080000">
            <a:off x="-868680" y="-868680"/>
            <a:ext cx="2651760" cy="2651760"/>
          </a:xfrm>
          <a:prstGeom prst="roundRect">
            <a:avLst>
              <a:gd name="adj" fmla="val 8966"/>
            </a:avLst>
          </a:prstGeom>
          <a:solidFill>
            <a:schemeClr val="accent3"/>
          </a:solidFill>
          <a:ln/>
        </p:spPr>
        <p:txBody>
          <a:bodyPr/>
          <a:lstStyle/>
          <a:p>
            <a:endParaRPr lang="en-GB"/>
          </a:p>
        </p:txBody>
      </p:sp>
      <p:sp>
        <p:nvSpPr>
          <p:cNvPr id="3" name="RND_377"/>
          <p:cNvSpPr/>
          <p:nvPr/>
        </p:nvSpPr>
        <p:spPr>
          <a:xfrm rot="-1440000">
            <a:off x="11292840" y="320040"/>
            <a:ext cx="1554480" cy="1554480"/>
          </a:xfrm>
          <a:prstGeom prst="roundRect">
            <a:avLst>
              <a:gd name="adj" fmla="val 15294"/>
            </a:avLst>
          </a:prstGeom>
          <a:solidFill>
            <a:schemeClr val="accent3"/>
          </a:solidFill>
          <a:ln/>
        </p:spPr>
        <p:txBody>
          <a:bodyPr/>
          <a:lstStyle/>
          <a:p>
            <a:endParaRPr lang="en-GB"/>
          </a:p>
        </p:txBody>
      </p:sp>
      <p:sp>
        <p:nvSpPr>
          <p:cNvPr id="4" name="RND_378"/>
          <p:cNvSpPr/>
          <p:nvPr/>
        </p:nvSpPr>
        <p:spPr>
          <a:xfrm rot="2460000">
            <a:off x="10927080" y="5715000"/>
            <a:ext cx="2011680" cy="2011680"/>
          </a:xfrm>
          <a:prstGeom prst="roundRect">
            <a:avLst>
              <a:gd name="adj" fmla="val 11818"/>
            </a:avLst>
          </a:prstGeom>
          <a:solidFill>
            <a:schemeClr val="accent3"/>
          </a:solidFill>
          <a:ln/>
        </p:spPr>
        <p:txBody>
          <a:bodyPr/>
          <a:lstStyle/>
          <a:p>
            <a:endParaRPr lang="en-GB"/>
          </a:p>
        </p:txBody>
      </p:sp>
      <p:sp>
        <p:nvSpPr>
          <p:cNvPr id="5" name="ELL_379"/>
          <p:cNvSpPr/>
          <p:nvPr/>
        </p:nvSpPr>
        <p:spPr>
          <a:xfrm>
            <a:off x="411480" y="6080760"/>
            <a:ext cx="1005840" cy="1005840"/>
          </a:xfrm>
          <a:prstGeom prst="ellipse">
            <a:avLst/>
          </a:prstGeom>
          <a:solidFill>
            <a:srgbClr val="27406E"/>
          </a:solidFill>
          <a:ln/>
        </p:spPr>
        <p:txBody>
          <a:bodyPr/>
          <a:lstStyle/>
          <a:p>
            <a:endParaRPr lang="en-GB"/>
          </a:p>
        </p:txBody>
      </p:sp>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3_01 - BLANK">
  <p:cSld name="3_01 - BLANK">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294310416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2_01 - BLANK">
  <p:cSld name="2_01 - BLANK">
    <p:spTree>
      <p:nvGrpSpPr>
        <p:cNvPr id="1" name="Shape 11"/>
        <p:cNvGrpSpPr/>
        <p:nvPr/>
      </p:nvGrpSpPr>
      <p:grpSpPr>
        <a:xfrm>
          <a:off x="0" y="0"/>
          <a:ext cx="0" cy="0"/>
          <a:chOff x="0" y="0"/>
          <a:chExt cx="0" cy="0"/>
        </a:xfrm>
      </p:grpSpPr>
      <p:sp>
        <p:nvSpPr>
          <p:cNvPr id="12" name="Google Shape;12;p9"/>
          <p:cNvSpPr/>
          <p:nvPr/>
        </p:nvSpPr>
        <p:spPr>
          <a:xfrm>
            <a:off x="2239735" y="7522485"/>
            <a:ext cx="1181100" cy="596900"/>
          </a:xfrm>
          <a:prstGeom prst="rect">
            <a:avLst/>
          </a:prstGeom>
          <a:gradFill>
            <a:gsLst>
              <a:gs pos="0">
                <a:schemeClr val="accent1"/>
              </a:gs>
              <a:gs pos="100000">
                <a:schemeClr val="accent2"/>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 name="Google Shape;13;p9"/>
          <p:cNvSpPr/>
          <p:nvPr/>
        </p:nvSpPr>
        <p:spPr>
          <a:xfrm>
            <a:off x="3546021" y="7522485"/>
            <a:ext cx="1181100" cy="596900"/>
          </a:xfrm>
          <a:prstGeom prst="rect">
            <a:avLst/>
          </a:prstGeom>
          <a:gradFill>
            <a:gsLst>
              <a:gs pos="0">
                <a:schemeClr val="accent2"/>
              </a:gs>
              <a:gs pos="100000">
                <a:schemeClr val="accent3"/>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 name="Google Shape;14;p9"/>
          <p:cNvSpPr/>
          <p:nvPr/>
        </p:nvSpPr>
        <p:spPr>
          <a:xfrm>
            <a:off x="4852307" y="7522485"/>
            <a:ext cx="1181100" cy="596900"/>
          </a:xfrm>
          <a:prstGeom prst="rect">
            <a:avLst/>
          </a:prstGeom>
          <a:gradFill>
            <a:gsLst>
              <a:gs pos="0">
                <a:schemeClr val="accent3"/>
              </a:gs>
              <a:gs pos="100000">
                <a:schemeClr val="accent4"/>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5" name="Google Shape;15;p9"/>
          <p:cNvSpPr/>
          <p:nvPr/>
        </p:nvSpPr>
        <p:spPr>
          <a:xfrm>
            <a:off x="6158593" y="7522485"/>
            <a:ext cx="1181100" cy="596900"/>
          </a:xfrm>
          <a:prstGeom prst="rect">
            <a:avLst/>
          </a:prstGeom>
          <a:gradFill>
            <a:gsLst>
              <a:gs pos="0">
                <a:schemeClr val="accent4"/>
              </a:gs>
              <a:gs pos="100000">
                <a:schemeClr val="accent5"/>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 name="Google Shape;16;p9"/>
          <p:cNvSpPr/>
          <p:nvPr/>
        </p:nvSpPr>
        <p:spPr>
          <a:xfrm>
            <a:off x="7464879" y="7522485"/>
            <a:ext cx="1181100" cy="596900"/>
          </a:xfrm>
          <a:prstGeom prst="rect">
            <a:avLst/>
          </a:prstGeom>
          <a:gradFill>
            <a:gsLst>
              <a:gs pos="0">
                <a:schemeClr val="accent5"/>
              </a:gs>
              <a:gs pos="100000">
                <a:schemeClr val="accent6"/>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 name="Google Shape;17;p9"/>
          <p:cNvSpPr/>
          <p:nvPr/>
        </p:nvSpPr>
        <p:spPr>
          <a:xfrm>
            <a:off x="8771165" y="7522485"/>
            <a:ext cx="1181100" cy="596900"/>
          </a:xfrm>
          <a:prstGeom prst="rect">
            <a:avLst/>
          </a:prstGeom>
          <a:gradFill>
            <a:gsLst>
              <a:gs pos="0">
                <a:schemeClr val="accent6"/>
              </a:gs>
              <a:gs pos="100000">
                <a:srgbClr val="36A48B"/>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 name="Google Shape;18;p9"/>
          <p:cNvSpPr/>
          <p:nvPr/>
        </p:nvSpPr>
        <p:spPr>
          <a:xfrm>
            <a:off x="2239735" y="8350365"/>
            <a:ext cx="1181100" cy="596900"/>
          </a:xfrm>
          <a:prstGeom prst="rect">
            <a:avLst/>
          </a:prstGeom>
          <a:gradFill>
            <a:gsLst>
              <a:gs pos="0">
                <a:schemeClr val="accent1"/>
              </a:gs>
              <a:gs pos="100000">
                <a:schemeClr val="accent2"/>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9" name="Google Shape;19;p9"/>
          <p:cNvSpPr/>
          <p:nvPr/>
        </p:nvSpPr>
        <p:spPr>
          <a:xfrm>
            <a:off x="3546021" y="8350365"/>
            <a:ext cx="1181100" cy="596900"/>
          </a:xfrm>
          <a:prstGeom prst="rect">
            <a:avLst/>
          </a:prstGeom>
          <a:gradFill>
            <a:gsLst>
              <a:gs pos="0">
                <a:schemeClr val="accent2"/>
              </a:gs>
              <a:gs pos="100000">
                <a:schemeClr val="accent3"/>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0" name="Google Shape;20;p9"/>
          <p:cNvSpPr/>
          <p:nvPr/>
        </p:nvSpPr>
        <p:spPr>
          <a:xfrm>
            <a:off x="4852307" y="8350365"/>
            <a:ext cx="1181100" cy="596900"/>
          </a:xfrm>
          <a:prstGeom prst="rect">
            <a:avLst/>
          </a:prstGeom>
          <a:gradFill>
            <a:gsLst>
              <a:gs pos="0">
                <a:schemeClr val="accent3"/>
              </a:gs>
              <a:gs pos="100000">
                <a:schemeClr val="accent4"/>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1" name="Google Shape;21;p9"/>
          <p:cNvSpPr/>
          <p:nvPr/>
        </p:nvSpPr>
        <p:spPr>
          <a:xfrm>
            <a:off x="6158593" y="8350365"/>
            <a:ext cx="1181100" cy="596900"/>
          </a:xfrm>
          <a:prstGeom prst="rect">
            <a:avLst/>
          </a:prstGeom>
          <a:gradFill>
            <a:gsLst>
              <a:gs pos="0">
                <a:schemeClr val="accent4"/>
              </a:gs>
              <a:gs pos="100000">
                <a:schemeClr val="accent5"/>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2" name="Google Shape;22;p9"/>
          <p:cNvSpPr/>
          <p:nvPr/>
        </p:nvSpPr>
        <p:spPr>
          <a:xfrm>
            <a:off x="7464879" y="8350365"/>
            <a:ext cx="1181100" cy="596900"/>
          </a:xfrm>
          <a:prstGeom prst="rect">
            <a:avLst/>
          </a:prstGeom>
          <a:gradFill>
            <a:gsLst>
              <a:gs pos="0">
                <a:schemeClr val="accent5"/>
              </a:gs>
              <a:gs pos="100000">
                <a:schemeClr val="accent6"/>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3" name="Google Shape;23;p9"/>
          <p:cNvSpPr/>
          <p:nvPr/>
        </p:nvSpPr>
        <p:spPr>
          <a:xfrm>
            <a:off x="8771165" y="8350365"/>
            <a:ext cx="1181100" cy="596900"/>
          </a:xfrm>
          <a:prstGeom prst="rect">
            <a:avLst/>
          </a:prstGeom>
          <a:gradFill>
            <a:gsLst>
              <a:gs pos="0">
                <a:schemeClr val="accent6"/>
              </a:gs>
              <a:gs pos="100000">
                <a:srgbClr val="36A48B"/>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 name="Google Shape;24;p9"/>
          <p:cNvSpPr/>
          <p:nvPr/>
        </p:nvSpPr>
        <p:spPr>
          <a:xfrm>
            <a:off x="2239735" y="9157761"/>
            <a:ext cx="1181100" cy="596900"/>
          </a:xfrm>
          <a:prstGeom prst="rect">
            <a:avLst/>
          </a:prstGeom>
          <a:gradFill>
            <a:gsLst>
              <a:gs pos="0">
                <a:schemeClr val="accent1"/>
              </a:gs>
              <a:gs pos="100000">
                <a:schemeClr val="accent2"/>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5" name="Google Shape;25;p9"/>
          <p:cNvSpPr/>
          <p:nvPr/>
        </p:nvSpPr>
        <p:spPr>
          <a:xfrm>
            <a:off x="3546021" y="9157761"/>
            <a:ext cx="1181100" cy="596900"/>
          </a:xfrm>
          <a:prstGeom prst="rect">
            <a:avLst/>
          </a:prstGeom>
          <a:gradFill>
            <a:gsLst>
              <a:gs pos="0">
                <a:schemeClr val="accent2"/>
              </a:gs>
              <a:gs pos="100000">
                <a:schemeClr val="accent3"/>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 name="Google Shape;26;p9"/>
          <p:cNvSpPr/>
          <p:nvPr/>
        </p:nvSpPr>
        <p:spPr>
          <a:xfrm>
            <a:off x="4852307" y="9157761"/>
            <a:ext cx="1181100" cy="596900"/>
          </a:xfrm>
          <a:prstGeom prst="rect">
            <a:avLst/>
          </a:prstGeom>
          <a:gradFill>
            <a:gsLst>
              <a:gs pos="0">
                <a:schemeClr val="accent3"/>
              </a:gs>
              <a:gs pos="100000">
                <a:schemeClr val="accent4"/>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 name="Google Shape;27;p9"/>
          <p:cNvSpPr/>
          <p:nvPr/>
        </p:nvSpPr>
        <p:spPr>
          <a:xfrm>
            <a:off x="6158593" y="9157761"/>
            <a:ext cx="1181100" cy="596900"/>
          </a:xfrm>
          <a:prstGeom prst="rect">
            <a:avLst/>
          </a:prstGeom>
          <a:gradFill>
            <a:gsLst>
              <a:gs pos="0">
                <a:schemeClr val="accent4"/>
              </a:gs>
              <a:gs pos="100000">
                <a:schemeClr val="accent5"/>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8" name="Google Shape;28;p9"/>
          <p:cNvSpPr/>
          <p:nvPr/>
        </p:nvSpPr>
        <p:spPr>
          <a:xfrm>
            <a:off x="7464879" y="9157761"/>
            <a:ext cx="1181100" cy="596900"/>
          </a:xfrm>
          <a:prstGeom prst="rect">
            <a:avLst/>
          </a:prstGeom>
          <a:gradFill>
            <a:gsLst>
              <a:gs pos="0">
                <a:schemeClr val="accent5"/>
              </a:gs>
              <a:gs pos="100000">
                <a:schemeClr val="accent6"/>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9" name="Google Shape;29;p9"/>
          <p:cNvSpPr/>
          <p:nvPr/>
        </p:nvSpPr>
        <p:spPr>
          <a:xfrm>
            <a:off x="8771165" y="9157761"/>
            <a:ext cx="1181100" cy="596900"/>
          </a:xfrm>
          <a:prstGeom prst="rect">
            <a:avLst/>
          </a:prstGeom>
          <a:gradFill>
            <a:gsLst>
              <a:gs pos="0">
                <a:schemeClr val="accent6"/>
              </a:gs>
              <a:gs pos="100000">
                <a:srgbClr val="36A48B"/>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 name="Google Shape;30;p9"/>
          <p:cNvSpPr/>
          <p:nvPr/>
        </p:nvSpPr>
        <p:spPr>
          <a:xfrm>
            <a:off x="2239735" y="9965157"/>
            <a:ext cx="1181100" cy="596900"/>
          </a:xfrm>
          <a:prstGeom prst="rect">
            <a:avLst/>
          </a:prstGeom>
          <a:gradFill>
            <a:gsLst>
              <a:gs pos="0">
                <a:schemeClr val="accent1"/>
              </a:gs>
              <a:gs pos="100000">
                <a:schemeClr val="accent2"/>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1" name="Google Shape;31;p9"/>
          <p:cNvSpPr/>
          <p:nvPr/>
        </p:nvSpPr>
        <p:spPr>
          <a:xfrm>
            <a:off x="3546021" y="9965157"/>
            <a:ext cx="1181100" cy="596900"/>
          </a:xfrm>
          <a:prstGeom prst="rect">
            <a:avLst/>
          </a:prstGeom>
          <a:gradFill>
            <a:gsLst>
              <a:gs pos="0">
                <a:schemeClr val="accent2"/>
              </a:gs>
              <a:gs pos="100000">
                <a:schemeClr val="accent3"/>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2" name="Google Shape;32;p9"/>
          <p:cNvSpPr/>
          <p:nvPr/>
        </p:nvSpPr>
        <p:spPr>
          <a:xfrm>
            <a:off x="4852307" y="9965157"/>
            <a:ext cx="1181100" cy="596900"/>
          </a:xfrm>
          <a:prstGeom prst="rect">
            <a:avLst/>
          </a:prstGeom>
          <a:gradFill>
            <a:gsLst>
              <a:gs pos="0">
                <a:schemeClr val="accent3"/>
              </a:gs>
              <a:gs pos="100000">
                <a:schemeClr val="accent4"/>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3" name="Google Shape;33;p9"/>
          <p:cNvSpPr/>
          <p:nvPr/>
        </p:nvSpPr>
        <p:spPr>
          <a:xfrm>
            <a:off x="6158593" y="9965157"/>
            <a:ext cx="1181100" cy="596900"/>
          </a:xfrm>
          <a:prstGeom prst="rect">
            <a:avLst/>
          </a:prstGeom>
          <a:gradFill>
            <a:gsLst>
              <a:gs pos="0">
                <a:schemeClr val="accent4"/>
              </a:gs>
              <a:gs pos="100000">
                <a:schemeClr val="accent5"/>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4" name="Google Shape;34;p9"/>
          <p:cNvSpPr/>
          <p:nvPr/>
        </p:nvSpPr>
        <p:spPr>
          <a:xfrm>
            <a:off x="7464879" y="9965157"/>
            <a:ext cx="1181100" cy="596900"/>
          </a:xfrm>
          <a:prstGeom prst="rect">
            <a:avLst/>
          </a:prstGeom>
          <a:gradFill>
            <a:gsLst>
              <a:gs pos="0">
                <a:schemeClr val="accent5"/>
              </a:gs>
              <a:gs pos="100000">
                <a:schemeClr val="accent6"/>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5" name="Google Shape;35;p9"/>
          <p:cNvSpPr/>
          <p:nvPr/>
        </p:nvSpPr>
        <p:spPr>
          <a:xfrm>
            <a:off x="8771165" y="9965157"/>
            <a:ext cx="1181100" cy="596900"/>
          </a:xfrm>
          <a:prstGeom prst="rect">
            <a:avLst/>
          </a:prstGeom>
          <a:gradFill>
            <a:gsLst>
              <a:gs pos="0">
                <a:schemeClr val="accent6"/>
              </a:gs>
              <a:gs pos="100000">
                <a:srgbClr val="36A48B"/>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 name="Google Shape;36;p9"/>
          <p:cNvSpPr txBox="1"/>
          <p:nvPr/>
        </p:nvSpPr>
        <p:spPr>
          <a:xfrm>
            <a:off x="2259400" y="-1403149"/>
            <a:ext cx="914400" cy="738637"/>
          </a:xfrm>
          <a:prstGeom prst="rect">
            <a:avLst/>
          </a:prstGeom>
          <a:noFill/>
          <a:ln>
            <a:noFill/>
          </a:ln>
        </p:spPr>
        <p:txBody>
          <a:bodyPr spcFirstLastPara="1" wrap="square" lIns="60950" tIns="30467" rIns="60950" bIns="30467" anchor="t" anchorCtr="0">
            <a:spAutoFit/>
          </a:bodyPr>
          <a:lstStyle/>
          <a:p>
            <a:pPr marL="0" marR="0" lvl="0" indent="0" algn="ctr" rtl="0">
              <a:spcBef>
                <a:spcPts val="0"/>
              </a:spcBef>
              <a:spcAft>
                <a:spcPts val="0"/>
              </a:spcAft>
              <a:buNone/>
            </a:pPr>
            <a:r>
              <a:rPr lang="en-NL" sz="4400" b="0" i="0" u="none" strike="noStrike" cap="none">
                <a:solidFill>
                  <a:schemeClr val="accent2"/>
                </a:solidFill>
                <a:latin typeface="Arial"/>
                <a:ea typeface="Arial"/>
                <a:cs typeface="Arial"/>
                <a:sym typeface="Arial"/>
              </a:rPr>
              <a:t>01</a:t>
            </a:r>
            <a:endParaRPr sz="4400" b="0" i="0" u="none" strike="noStrike" cap="none">
              <a:solidFill>
                <a:schemeClr val="accent2"/>
              </a:solidFill>
              <a:latin typeface="Arial"/>
              <a:ea typeface="Arial"/>
              <a:cs typeface="Arial"/>
              <a:sym typeface="Arial"/>
            </a:endParaRPr>
          </a:p>
        </p:txBody>
      </p:sp>
      <p:sp>
        <p:nvSpPr>
          <p:cNvPr id="37" name="Google Shape;37;p9"/>
          <p:cNvSpPr txBox="1"/>
          <p:nvPr/>
        </p:nvSpPr>
        <p:spPr>
          <a:xfrm>
            <a:off x="3679371" y="-1403149"/>
            <a:ext cx="914400" cy="738637"/>
          </a:xfrm>
          <a:prstGeom prst="rect">
            <a:avLst/>
          </a:prstGeom>
          <a:noFill/>
          <a:ln>
            <a:noFill/>
          </a:ln>
        </p:spPr>
        <p:txBody>
          <a:bodyPr spcFirstLastPara="1" wrap="square" lIns="60950" tIns="30467" rIns="60950" bIns="30467" anchor="t" anchorCtr="0">
            <a:spAutoFit/>
          </a:bodyPr>
          <a:lstStyle/>
          <a:p>
            <a:pPr marL="0" marR="0" lvl="0" indent="0" algn="ctr" rtl="0">
              <a:spcBef>
                <a:spcPts val="0"/>
              </a:spcBef>
              <a:spcAft>
                <a:spcPts val="0"/>
              </a:spcAft>
              <a:buNone/>
            </a:pPr>
            <a:r>
              <a:rPr lang="en-NL" sz="4400" b="0" i="0" u="none" strike="noStrike" cap="none">
                <a:solidFill>
                  <a:schemeClr val="accent3"/>
                </a:solidFill>
                <a:latin typeface="Arial"/>
                <a:ea typeface="Arial"/>
                <a:cs typeface="Arial"/>
                <a:sym typeface="Arial"/>
              </a:rPr>
              <a:t>01</a:t>
            </a:r>
            <a:endParaRPr sz="4400" b="0" i="0" u="none" strike="noStrike" cap="none">
              <a:solidFill>
                <a:schemeClr val="accent3"/>
              </a:solidFill>
              <a:latin typeface="Arial"/>
              <a:ea typeface="Arial"/>
              <a:cs typeface="Arial"/>
              <a:sym typeface="Arial"/>
            </a:endParaRPr>
          </a:p>
        </p:txBody>
      </p:sp>
      <p:sp>
        <p:nvSpPr>
          <p:cNvPr id="38" name="Google Shape;38;p9"/>
          <p:cNvSpPr txBox="1"/>
          <p:nvPr/>
        </p:nvSpPr>
        <p:spPr>
          <a:xfrm>
            <a:off x="4985657" y="-1403149"/>
            <a:ext cx="914400" cy="738637"/>
          </a:xfrm>
          <a:prstGeom prst="rect">
            <a:avLst/>
          </a:prstGeom>
          <a:noFill/>
          <a:ln>
            <a:noFill/>
          </a:ln>
        </p:spPr>
        <p:txBody>
          <a:bodyPr spcFirstLastPara="1" wrap="square" lIns="60950" tIns="30467" rIns="60950" bIns="30467" anchor="t" anchorCtr="0">
            <a:spAutoFit/>
          </a:bodyPr>
          <a:lstStyle/>
          <a:p>
            <a:pPr marL="0" marR="0" lvl="0" indent="0" algn="ctr" rtl="0">
              <a:spcBef>
                <a:spcPts val="0"/>
              </a:spcBef>
              <a:spcAft>
                <a:spcPts val="0"/>
              </a:spcAft>
              <a:buNone/>
            </a:pPr>
            <a:r>
              <a:rPr lang="en-NL" sz="4400" b="0" i="0" u="none" strike="noStrike" cap="none">
                <a:solidFill>
                  <a:schemeClr val="accent4"/>
                </a:solidFill>
                <a:latin typeface="Arial"/>
                <a:ea typeface="Arial"/>
                <a:cs typeface="Arial"/>
                <a:sym typeface="Arial"/>
              </a:rPr>
              <a:t>01</a:t>
            </a:r>
            <a:endParaRPr sz="4400" b="0" i="0" u="none" strike="noStrike" cap="none">
              <a:solidFill>
                <a:schemeClr val="accent4"/>
              </a:solidFill>
              <a:latin typeface="Arial"/>
              <a:ea typeface="Arial"/>
              <a:cs typeface="Arial"/>
              <a:sym typeface="Arial"/>
            </a:endParaRPr>
          </a:p>
        </p:txBody>
      </p:sp>
      <p:sp>
        <p:nvSpPr>
          <p:cNvPr id="39" name="Google Shape;39;p9"/>
          <p:cNvSpPr txBox="1"/>
          <p:nvPr/>
        </p:nvSpPr>
        <p:spPr>
          <a:xfrm>
            <a:off x="6291943" y="-1403149"/>
            <a:ext cx="914400" cy="738637"/>
          </a:xfrm>
          <a:prstGeom prst="rect">
            <a:avLst/>
          </a:prstGeom>
          <a:noFill/>
          <a:ln>
            <a:noFill/>
          </a:ln>
        </p:spPr>
        <p:txBody>
          <a:bodyPr spcFirstLastPara="1" wrap="square" lIns="60950" tIns="30467" rIns="60950" bIns="30467" anchor="t" anchorCtr="0">
            <a:spAutoFit/>
          </a:bodyPr>
          <a:lstStyle/>
          <a:p>
            <a:pPr marL="0" marR="0" lvl="0" indent="0" algn="ctr" rtl="0">
              <a:spcBef>
                <a:spcPts val="0"/>
              </a:spcBef>
              <a:spcAft>
                <a:spcPts val="0"/>
              </a:spcAft>
              <a:buNone/>
            </a:pPr>
            <a:r>
              <a:rPr lang="en-NL" sz="4400" b="0" i="0" u="none" strike="noStrike" cap="none">
                <a:solidFill>
                  <a:schemeClr val="accent5"/>
                </a:solidFill>
                <a:latin typeface="Arial"/>
                <a:ea typeface="Arial"/>
                <a:cs typeface="Arial"/>
                <a:sym typeface="Arial"/>
              </a:rPr>
              <a:t>01</a:t>
            </a:r>
            <a:endParaRPr sz="4400" b="0" i="0" u="none" strike="noStrike" cap="none">
              <a:solidFill>
                <a:schemeClr val="accent5"/>
              </a:solidFill>
              <a:latin typeface="Arial"/>
              <a:ea typeface="Arial"/>
              <a:cs typeface="Arial"/>
              <a:sym typeface="Arial"/>
            </a:endParaRPr>
          </a:p>
        </p:txBody>
      </p:sp>
      <p:sp>
        <p:nvSpPr>
          <p:cNvPr id="40" name="Google Shape;40;p9"/>
          <p:cNvSpPr txBox="1"/>
          <p:nvPr/>
        </p:nvSpPr>
        <p:spPr>
          <a:xfrm>
            <a:off x="7711914" y="-1403149"/>
            <a:ext cx="914400" cy="738637"/>
          </a:xfrm>
          <a:prstGeom prst="rect">
            <a:avLst/>
          </a:prstGeom>
          <a:noFill/>
          <a:ln>
            <a:noFill/>
          </a:ln>
        </p:spPr>
        <p:txBody>
          <a:bodyPr spcFirstLastPara="1" wrap="square" lIns="60950" tIns="30467" rIns="60950" bIns="30467" anchor="t" anchorCtr="0">
            <a:spAutoFit/>
          </a:bodyPr>
          <a:lstStyle/>
          <a:p>
            <a:pPr marL="0" marR="0" lvl="0" indent="0" algn="ctr" rtl="0">
              <a:spcBef>
                <a:spcPts val="0"/>
              </a:spcBef>
              <a:spcAft>
                <a:spcPts val="0"/>
              </a:spcAft>
              <a:buNone/>
            </a:pPr>
            <a:r>
              <a:rPr lang="en-NL" sz="4400" b="0" i="0" u="none" strike="noStrike" cap="none">
                <a:solidFill>
                  <a:schemeClr val="accent6"/>
                </a:solidFill>
                <a:latin typeface="Arial"/>
                <a:ea typeface="Arial"/>
                <a:cs typeface="Arial"/>
                <a:sym typeface="Arial"/>
              </a:rPr>
              <a:t>01</a:t>
            </a:r>
            <a:endParaRPr sz="4400" b="0" i="0" u="none" strike="noStrike" cap="none">
              <a:solidFill>
                <a:schemeClr val="accent6"/>
              </a:solidFill>
              <a:latin typeface="Arial"/>
              <a:ea typeface="Arial"/>
              <a:cs typeface="Arial"/>
              <a:sym typeface="Arial"/>
            </a:endParaRPr>
          </a:p>
        </p:txBody>
      </p:sp>
      <p:sp>
        <p:nvSpPr>
          <p:cNvPr id="41" name="Google Shape;41;p9"/>
          <p:cNvSpPr txBox="1"/>
          <p:nvPr/>
        </p:nvSpPr>
        <p:spPr>
          <a:xfrm>
            <a:off x="9018200" y="-1403149"/>
            <a:ext cx="914400" cy="738637"/>
          </a:xfrm>
          <a:prstGeom prst="rect">
            <a:avLst/>
          </a:prstGeom>
          <a:noFill/>
          <a:ln>
            <a:noFill/>
          </a:ln>
        </p:spPr>
        <p:txBody>
          <a:bodyPr spcFirstLastPara="1" wrap="square" lIns="60950" tIns="30467" rIns="60950" bIns="30467" anchor="t" anchorCtr="0">
            <a:spAutoFit/>
          </a:bodyPr>
          <a:lstStyle/>
          <a:p>
            <a:pPr marL="0" marR="0" lvl="0" indent="0" algn="ctr" rtl="0">
              <a:spcBef>
                <a:spcPts val="0"/>
              </a:spcBef>
              <a:spcAft>
                <a:spcPts val="0"/>
              </a:spcAft>
              <a:buNone/>
            </a:pPr>
            <a:r>
              <a:rPr lang="en-NL" sz="4400" b="0" i="0" u="none" strike="noStrike" cap="none">
                <a:solidFill>
                  <a:srgbClr val="36A48B"/>
                </a:solidFill>
                <a:latin typeface="Arial"/>
                <a:ea typeface="Arial"/>
                <a:cs typeface="Arial"/>
                <a:sym typeface="Arial"/>
              </a:rPr>
              <a:t>01</a:t>
            </a:r>
            <a:endParaRPr sz="4400" b="0" i="0" u="none" strike="noStrike" cap="none">
              <a:solidFill>
                <a:srgbClr val="36A48B"/>
              </a:solidFill>
              <a:latin typeface="Arial"/>
              <a:ea typeface="Arial"/>
              <a:cs typeface="Arial"/>
              <a:sym typeface="Arial"/>
            </a:endParaRPr>
          </a:p>
        </p:txBody>
      </p:sp>
      <p:sp>
        <p:nvSpPr>
          <p:cNvPr id="42" name="Google Shape;42;p9"/>
          <p:cNvSpPr txBox="1"/>
          <p:nvPr/>
        </p:nvSpPr>
        <p:spPr>
          <a:xfrm>
            <a:off x="2239735" y="-3272983"/>
            <a:ext cx="6758800" cy="1764624"/>
          </a:xfrm>
          <a:prstGeom prst="rect">
            <a:avLst/>
          </a:prstGeom>
          <a:noFill/>
          <a:ln>
            <a:noFill/>
          </a:ln>
        </p:spPr>
        <p:txBody>
          <a:bodyPr spcFirstLastPara="1" wrap="square" lIns="60950" tIns="30467" rIns="60950" bIns="30467" anchor="t" anchorCtr="0">
            <a:spAutoFit/>
          </a:bodyPr>
          <a:lstStyle/>
          <a:p>
            <a:pPr marL="0" marR="0" lvl="0" indent="0" algn="ctr" rtl="0">
              <a:spcBef>
                <a:spcPts val="0"/>
              </a:spcBef>
              <a:spcAft>
                <a:spcPts val="0"/>
              </a:spcAft>
              <a:buNone/>
            </a:pPr>
            <a:r>
              <a:rPr lang="en-NL" sz="11067" b="0" i="0" u="none" strike="noStrike" cap="none">
                <a:solidFill>
                  <a:schemeClr val="accent6"/>
                </a:solidFill>
                <a:latin typeface="Arial"/>
                <a:ea typeface="Arial"/>
                <a:cs typeface="Arial"/>
                <a:sym typeface="Arial"/>
              </a:rPr>
              <a:t>01</a:t>
            </a:r>
            <a:endParaRPr sz="11067" b="0" i="0" u="none" strike="noStrike" cap="none">
              <a:solidFill>
                <a:schemeClr val="accent6"/>
              </a:solidFill>
              <a:latin typeface="Arial"/>
              <a:ea typeface="Arial"/>
              <a:cs typeface="Arial"/>
              <a:sym typeface="Arial"/>
            </a:endParaRPr>
          </a:p>
        </p:txBody>
      </p:sp>
      <p:sp>
        <p:nvSpPr>
          <p:cNvPr id="43" name="Google Shape;43;p9"/>
          <p:cNvSpPr/>
          <p:nvPr/>
        </p:nvSpPr>
        <p:spPr>
          <a:xfrm>
            <a:off x="2239735" y="10772553"/>
            <a:ext cx="7692865" cy="596900"/>
          </a:xfrm>
          <a:prstGeom prst="rect">
            <a:avLst/>
          </a:prstGeom>
          <a:gradFill>
            <a:gsLst>
              <a:gs pos="0">
                <a:schemeClr val="accent1"/>
              </a:gs>
              <a:gs pos="20000">
                <a:schemeClr val="accent2"/>
              </a:gs>
              <a:gs pos="40000">
                <a:schemeClr val="accent3"/>
              </a:gs>
              <a:gs pos="60000">
                <a:schemeClr val="accent4"/>
              </a:gs>
              <a:gs pos="80000">
                <a:schemeClr val="accent5"/>
              </a:gs>
              <a:gs pos="98230">
                <a:schemeClr val="accent6"/>
              </a:gs>
              <a:gs pos="100000">
                <a:schemeClr val="accent6"/>
              </a:gs>
            </a:gsLst>
            <a:lin ang="9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4" name="Google Shape;44;p9"/>
          <p:cNvSpPr/>
          <p:nvPr/>
        </p:nvSpPr>
        <p:spPr>
          <a:xfrm>
            <a:off x="-8433405" y="1823303"/>
            <a:ext cx="1181100" cy="596900"/>
          </a:xfrm>
          <a:prstGeom prst="rect">
            <a:avLst/>
          </a:prstGeom>
          <a:gradFill>
            <a:gsLst>
              <a:gs pos="0">
                <a:schemeClr val="accent1"/>
              </a:gs>
              <a:gs pos="50000">
                <a:srgbClr val="E6568E">
                  <a:alpha val="49803"/>
                </a:srgbClr>
              </a:gs>
              <a:gs pos="100000">
                <a:schemeClr val="accent3"/>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5" name="Google Shape;45;p9"/>
          <p:cNvSpPr/>
          <p:nvPr/>
        </p:nvSpPr>
        <p:spPr>
          <a:xfrm>
            <a:off x="-7127119" y="1823303"/>
            <a:ext cx="1181100" cy="596900"/>
          </a:xfrm>
          <a:prstGeom prst="rect">
            <a:avLst/>
          </a:prstGeom>
          <a:gradFill>
            <a:gsLst>
              <a:gs pos="0">
                <a:schemeClr val="accent2"/>
              </a:gs>
              <a:gs pos="50000">
                <a:srgbClr val="CE59C4">
                  <a:alpha val="49803"/>
                </a:srgbClr>
              </a:gs>
              <a:gs pos="100000">
                <a:schemeClr val="accent4"/>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6" name="Google Shape;46;p9"/>
          <p:cNvSpPr/>
          <p:nvPr/>
        </p:nvSpPr>
        <p:spPr>
          <a:xfrm>
            <a:off x="-5820833" y="1823303"/>
            <a:ext cx="1181100" cy="596900"/>
          </a:xfrm>
          <a:prstGeom prst="rect">
            <a:avLst/>
          </a:prstGeom>
          <a:gradFill>
            <a:gsLst>
              <a:gs pos="0">
                <a:schemeClr val="accent3"/>
              </a:gs>
              <a:gs pos="50000">
                <a:srgbClr val="8766D0">
                  <a:alpha val="49803"/>
                </a:srgbClr>
              </a:gs>
              <a:gs pos="100000">
                <a:schemeClr val="accent5"/>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7" name="Google Shape;47;p9"/>
          <p:cNvSpPr/>
          <p:nvPr/>
        </p:nvSpPr>
        <p:spPr>
          <a:xfrm>
            <a:off x="-4514547" y="1823303"/>
            <a:ext cx="1181100" cy="596900"/>
          </a:xfrm>
          <a:prstGeom prst="rect">
            <a:avLst/>
          </a:prstGeom>
          <a:gradFill>
            <a:gsLst>
              <a:gs pos="0">
                <a:schemeClr val="accent4"/>
              </a:gs>
              <a:gs pos="50000">
                <a:srgbClr val="6C9FF4">
                  <a:alpha val="49803"/>
                </a:srgbClr>
              </a:gs>
              <a:gs pos="100000">
                <a:schemeClr val="accent6"/>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8" name="Google Shape;48;p9"/>
          <p:cNvSpPr/>
          <p:nvPr/>
        </p:nvSpPr>
        <p:spPr>
          <a:xfrm>
            <a:off x="-3208261" y="1823303"/>
            <a:ext cx="1181100" cy="596900"/>
          </a:xfrm>
          <a:prstGeom prst="rect">
            <a:avLst/>
          </a:prstGeom>
          <a:gradFill>
            <a:gsLst>
              <a:gs pos="0">
                <a:schemeClr val="accent5"/>
              </a:gs>
              <a:gs pos="33000">
                <a:srgbClr val="6C9FF4">
                  <a:alpha val="49803"/>
                </a:srgbClr>
              </a:gs>
              <a:gs pos="66000">
                <a:srgbClr val="5BC9B0">
                  <a:alpha val="49803"/>
                </a:srgbClr>
              </a:gs>
              <a:gs pos="100000">
                <a:schemeClr val="accent6"/>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9" name="Google Shape;49;p9"/>
          <p:cNvSpPr/>
          <p:nvPr/>
        </p:nvSpPr>
        <p:spPr>
          <a:xfrm>
            <a:off x="-1901975" y="1823303"/>
            <a:ext cx="1181100" cy="596900"/>
          </a:xfrm>
          <a:prstGeom prst="rect">
            <a:avLst/>
          </a:prstGeom>
          <a:gradFill>
            <a:gsLst>
              <a:gs pos="0">
                <a:schemeClr val="accent6"/>
              </a:gs>
              <a:gs pos="100000">
                <a:srgbClr val="36A48B"/>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0" name="Google Shape;50;p9"/>
          <p:cNvSpPr/>
          <p:nvPr/>
        </p:nvSpPr>
        <p:spPr>
          <a:xfrm>
            <a:off x="-8433405" y="2651183"/>
            <a:ext cx="1181100" cy="596900"/>
          </a:xfrm>
          <a:prstGeom prst="rect">
            <a:avLst/>
          </a:prstGeom>
          <a:gradFill>
            <a:gsLst>
              <a:gs pos="0">
                <a:schemeClr val="accent1"/>
              </a:gs>
              <a:gs pos="50000">
                <a:srgbClr val="E6568E">
                  <a:alpha val="49803"/>
                </a:srgbClr>
              </a:gs>
              <a:gs pos="100000">
                <a:schemeClr val="accent3"/>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1" name="Google Shape;51;p9"/>
          <p:cNvSpPr/>
          <p:nvPr/>
        </p:nvSpPr>
        <p:spPr>
          <a:xfrm>
            <a:off x="-7127119" y="2651183"/>
            <a:ext cx="1181100" cy="596900"/>
          </a:xfrm>
          <a:prstGeom prst="rect">
            <a:avLst/>
          </a:prstGeom>
          <a:gradFill>
            <a:gsLst>
              <a:gs pos="0">
                <a:schemeClr val="accent2"/>
              </a:gs>
              <a:gs pos="50000">
                <a:srgbClr val="CE59C4">
                  <a:alpha val="49803"/>
                </a:srgbClr>
              </a:gs>
              <a:gs pos="100000">
                <a:schemeClr val="accent4"/>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2" name="Google Shape;52;p9"/>
          <p:cNvSpPr/>
          <p:nvPr/>
        </p:nvSpPr>
        <p:spPr>
          <a:xfrm>
            <a:off x="-5820833" y="2651183"/>
            <a:ext cx="1181100" cy="596900"/>
          </a:xfrm>
          <a:prstGeom prst="rect">
            <a:avLst/>
          </a:prstGeom>
          <a:gradFill>
            <a:gsLst>
              <a:gs pos="0">
                <a:schemeClr val="accent3"/>
              </a:gs>
              <a:gs pos="50000">
                <a:srgbClr val="8766D0">
                  <a:alpha val="49803"/>
                </a:srgbClr>
              </a:gs>
              <a:gs pos="100000">
                <a:schemeClr val="accent5"/>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3" name="Google Shape;53;p9"/>
          <p:cNvSpPr/>
          <p:nvPr/>
        </p:nvSpPr>
        <p:spPr>
          <a:xfrm>
            <a:off x="-4514547" y="2651183"/>
            <a:ext cx="1181100" cy="596900"/>
          </a:xfrm>
          <a:prstGeom prst="rect">
            <a:avLst/>
          </a:prstGeom>
          <a:gradFill>
            <a:gsLst>
              <a:gs pos="0">
                <a:schemeClr val="accent4"/>
              </a:gs>
              <a:gs pos="50000">
                <a:srgbClr val="6C9FF4">
                  <a:alpha val="49803"/>
                </a:srgbClr>
              </a:gs>
              <a:gs pos="100000">
                <a:schemeClr val="accent6"/>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4" name="Google Shape;54;p9"/>
          <p:cNvSpPr/>
          <p:nvPr/>
        </p:nvSpPr>
        <p:spPr>
          <a:xfrm>
            <a:off x="-3208261" y="2651183"/>
            <a:ext cx="1181100" cy="596900"/>
          </a:xfrm>
          <a:prstGeom prst="rect">
            <a:avLst/>
          </a:prstGeom>
          <a:gradFill>
            <a:gsLst>
              <a:gs pos="0">
                <a:schemeClr val="accent5"/>
              </a:gs>
              <a:gs pos="100000">
                <a:schemeClr val="accent6"/>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5" name="Google Shape;55;p9"/>
          <p:cNvSpPr/>
          <p:nvPr/>
        </p:nvSpPr>
        <p:spPr>
          <a:xfrm>
            <a:off x="-1901975" y="2651183"/>
            <a:ext cx="1181100" cy="596900"/>
          </a:xfrm>
          <a:prstGeom prst="rect">
            <a:avLst/>
          </a:prstGeom>
          <a:gradFill>
            <a:gsLst>
              <a:gs pos="0">
                <a:schemeClr val="accent6"/>
              </a:gs>
              <a:gs pos="100000">
                <a:srgbClr val="36A48B"/>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6" name="Google Shape;56;p9"/>
          <p:cNvSpPr/>
          <p:nvPr/>
        </p:nvSpPr>
        <p:spPr>
          <a:xfrm>
            <a:off x="-8433405" y="3458579"/>
            <a:ext cx="1181100" cy="596900"/>
          </a:xfrm>
          <a:prstGeom prst="rect">
            <a:avLst/>
          </a:prstGeom>
          <a:gradFill>
            <a:gsLst>
              <a:gs pos="0">
                <a:schemeClr val="accent1"/>
              </a:gs>
              <a:gs pos="50000">
                <a:srgbClr val="E6568E">
                  <a:alpha val="49803"/>
                </a:srgbClr>
              </a:gs>
              <a:gs pos="100000">
                <a:schemeClr val="accent3"/>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7" name="Google Shape;57;p9"/>
          <p:cNvSpPr/>
          <p:nvPr/>
        </p:nvSpPr>
        <p:spPr>
          <a:xfrm>
            <a:off x="-7127119" y="3458579"/>
            <a:ext cx="1181100" cy="596900"/>
          </a:xfrm>
          <a:prstGeom prst="rect">
            <a:avLst/>
          </a:prstGeom>
          <a:gradFill>
            <a:gsLst>
              <a:gs pos="0">
                <a:schemeClr val="accent2"/>
              </a:gs>
              <a:gs pos="50000">
                <a:srgbClr val="CE59C4">
                  <a:alpha val="49803"/>
                </a:srgbClr>
              </a:gs>
              <a:gs pos="100000">
                <a:schemeClr val="accent4"/>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8" name="Google Shape;58;p9"/>
          <p:cNvSpPr/>
          <p:nvPr/>
        </p:nvSpPr>
        <p:spPr>
          <a:xfrm>
            <a:off x="-5820833" y="3458579"/>
            <a:ext cx="1181100" cy="596900"/>
          </a:xfrm>
          <a:prstGeom prst="rect">
            <a:avLst/>
          </a:prstGeom>
          <a:gradFill>
            <a:gsLst>
              <a:gs pos="0">
                <a:schemeClr val="accent3"/>
              </a:gs>
              <a:gs pos="50000">
                <a:srgbClr val="8766D0">
                  <a:alpha val="49803"/>
                </a:srgbClr>
              </a:gs>
              <a:gs pos="100000">
                <a:schemeClr val="accent5"/>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9" name="Google Shape;59;p9"/>
          <p:cNvSpPr/>
          <p:nvPr/>
        </p:nvSpPr>
        <p:spPr>
          <a:xfrm>
            <a:off x="-4514547" y="3458579"/>
            <a:ext cx="1181100" cy="596900"/>
          </a:xfrm>
          <a:prstGeom prst="rect">
            <a:avLst/>
          </a:prstGeom>
          <a:gradFill>
            <a:gsLst>
              <a:gs pos="0">
                <a:schemeClr val="accent4"/>
              </a:gs>
              <a:gs pos="50000">
                <a:srgbClr val="6C9FF4">
                  <a:alpha val="49803"/>
                </a:srgbClr>
              </a:gs>
              <a:gs pos="100000">
                <a:schemeClr val="accent6"/>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0" name="Google Shape;60;p9"/>
          <p:cNvSpPr/>
          <p:nvPr/>
        </p:nvSpPr>
        <p:spPr>
          <a:xfrm>
            <a:off x="-3208261" y="3458579"/>
            <a:ext cx="1181100" cy="596900"/>
          </a:xfrm>
          <a:prstGeom prst="rect">
            <a:avLst/>
          </a:prstGeom>
          <a:gradFill>
            <a:gsLst>
              <a:gs pos="0">
                <a:schemeClr val="accent5"/>
              </a:gs>
              <a:gs pos="100000">
                <a:schemeClr val="accent6"/>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1" name="Google Shape;61;p9"/>
          <p:cNvSpPr/>
          <p:nvPr/>
        </p:nvSpPr>
        <p:spPr>
          <a:xfrm>
            <a:off x="-1901975" y="3458579"/>
            <a:ext cx="1181100" cy="596900"/>
          </a:xfrm>
          <a:prstGeom prst="rect">
            <a:avLst/>
          </a:prstGeom>
          <a:gradFill>
            <a:gsLst>
              <a:gs pos="0">
                <a:schemeClr val="accent6"/>
              </a:gs>
              <a:gs pos="100000">
                <a:srgbClr val="36A48B"/>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2" name="Google Shape;62;p9"/>
          <p:cNvSpPr/>
          <p:nvPr/>
        </p:nvSpPr>
        <p:spPr>
          <a:xfrm>
            <a:off x="-8433405" y="4265975"/>
            <a:ext cx="1181100" cy="596900"/>
          </a:xfrm>
          <a:prstGeom prst="rect">
            <a:avLst/>
          </a:prstGeom>
          <a:gradFill>
            <a:gsLst>
              <a:gs pos="0">
                <a:schemeClr val="accent1"/>
              </a:gs>
              <a:gs pos="50000">
                <a:srgbClr val="E6568E">
                  <a:alpha val="49803"/>
                </a:srgbClr>
              </a:gs>
              <a:gs pos="100000">
                <a:schemeClr val="accent3"/>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3" name="Google Shape;63;p9"/>
          <p:cNvSpPr/>
          <p:nvPr/>
        </p:nvSpPr>
        <p:spPr>
          <a:xfrm>
            <a:off x="-7127119" y="4265975"/>
            <a:ext cx="1181100" cy="596900"/>
          </a:xfrm>
          <a:prstGeom prst="rect">
            <a:avLst/>
          </a:prstGeom>
          <a:gradFill>
            <a:gsLst>
              <a:gs pos="0">
                <a:schemeClr val="accent2"/>
              </a:gs>
              <a:gs pos="50000">
                <a:srgbClr val="CE59C4">
                  <a:alpha val="49803"/>
                </a:srgbClr>
              </a:gs>
              <a:gs pos="100000">
                <a:schemeClr val="accent4"/>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4" name="Google Shape;64;p9"/>
          <p:cNvSpPr/>
          <p:nvPr/>
        </p:nvSpPr>
        <p:spPr>
          <a:xfrm>
            <a:off x="-5820833" y="4265975"/>
            <a:ext cx="1181100" cy="596900"/>
          </a:xfrm>
          <a:prstGeom prst="rect">
            <a:avLst/>
          </a:prstGeom>
          <a:gradFill>
            <a:gsLst>
              <a:gs pos="0">
                <a:schemeClr val="accent3"/>
              </a:gs>
              <a:gs pos="50000">
                <a:srgbClr val="8766D0">
                  <a:alpha val="49803"/>
                </a:srgbClr>
              </a:gs>
              <a:gs pos="100000">
                <a:schemeClr val="accent5"/>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5" name="Google Shape;65;p9"/>
          <p:cNvSpPr/>
          <p:nvPr/>
        </p:nvSpPr>
        <p:spPr>
          <a:xfrm>
            <a:off x="-4514547" y="4265975"/>
            <a:ext cx="1181100" cy="596900"/>
          </a:xfrm>
          <a:prstGeom prst="rect">
            <a:avLst/>
          </a:prstGeom>
          <a:gradFill>
            <a:gsLst>
              <a:gs pos="0">
                <a:schemeClr val="accent4"/>
              </a:gs>
              <a:gs pos="50000">
                <a:srgbClr val="6C9FF4">
                  <a:alpha val="49803"/>
                </a:srgbClr>
              </a:gs>
              <a:gs pos="100000">
                <a:schemeClr val="accent6"/>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6" name="Google Shape;66;p9"/>
          <p:cNvSpPr/>
          <p:nvPr/>
        </p:nvSpPr>
        <p:spPr>
          <a:xfrm>
            <a:off x="-3213401" y="4265975"/>
            <a:ext cx="1181100" cy="596900"/>
          </a:xfrm>
          <a:prstGeom prst="rect">
            <a:avLst/>
          </a:prstGeom>
          <a:gradFill>
            <a:gsLst>
              <a:gs pos="0">
                <a:schemeClr val="accent5"/>
              </a:gs>
              <a:gs pos="100000">
                <a:schemeClr val="accent6"/>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7" name="Google Shape;67;p9"/>
          <p:cNvSpPr/>
          <p:nvPr/>
        </p:nvSpPr>
        <p:spPr>
          <a:xfrm>
            <a:off x="-1901975" y="4265975"/>
            <a:ext cx="1181100" cy="596900"/>
          </a:xfrm>
          <a:prstGeom prst="rect">
            <a:avLst/>
          </a:prstGeom>
          <a:gradFill>
            <a:gsLst>
              <a:gs pos="0">
                <a:schemeClr val="accent6"/>
              </a:gs>
              <a:gs pos="100000">
                <a:srgbClr val="36A48B"/>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8" name="Google Shape;68;p9"/>
          <p:cNvSpPr txBox="1"/>
          <p:nvPr/>
        </p:nvSpPr>
        <p:spPr>
          <a:xfrm>
            <a:off x="2716600" y="1695192"/>
            <a:ext cx="6758800" cy="3467718"/>
          </a:xfrm>
          <a:prstGeom prst="rect">
            <a:avLst/>
          </a:prstGeom>
          <a:noFill/>
          <a:ln>
            <a:noFill/>
          </a:ln>
        </p:spPr>
        <p:txBody>
          <a:bodyPr spcFirstLastPara="1" wrap="square" lIns="60950" tIns="30467" rIns="60950" bIns="30467" anchor="t" anchorCtr="0">
            <a:spAutoFit/>
          </a:bodyPr>
          <a:lstStyle/>
          <a:p>
            <a:pPr marL="0" marR="0" lvl="0" indent="0" algn="ctr" rtl="0">
              <a:spcBef>
                <a:spcPts val="0"/>
              </a:spcBef>
              <a:spcAft>
                <a:spcPts val="0"/>
              </a:spcAft>
              <a:buNone/>
            </a:pPr>
            <a:r>
              <a:rPr lang="en-NL" sz="11067" b="0" i="0" u="none" strike="noStrike" cap="none">
                <a:solidFill>
                  <a:schemeClr val="accent6"/>
                </a:solidFill>
                <a:latin typeface="Arial"/>
                <a:ea typeface="Arial"/>
                <a:cs typeface="Arial"/>
                <a:sym typeface="Arial"/>
              </a:rPr>
              <a:t>COLOR SHEET</a:t>
            </a:r>
            <a:endParaRPr sz="11067" b="0" i="0" u="none" strike="noStrike" cap="none">
              <a:solidFill>
                <a:schemeClr val="accent6"/>
              </a:solidFill>
              <a:latin typeface="Arial"/>
              <a:ea typeface="Arial"/>
              <a:cs typeface="Arial"/>
              <a:sym typeface="Arial"/>
            </a:endParaRPr>
          </a:p>
        </p:txBody>
      </p:sp>
      <p:sp>
        <p:nvSpPr>
          <p:cNvPr id="69" name="Google Shape;69;p9"/>
          <p:cNvSpPr/>
          <p:nvPr/>
        </p:nvSpPr>
        <p:spPr>
          <a:xfrm>
            <a:off x="2239735" y="11616465"/>
            <a:ext cx="7692865" cy="596900"/>
          </a:xfrm>
          <a:prstGeom prst="rect">
            <a:avLst/>
          </a:prstGeom>
          <a:gradFill>
            <a:gsLst>
              <a:gs pos="0">
                <a:schemeClr val="accent5"/>
              </a:gs>
              <a:gs pos="33000">
                <a:schemeClr val="accent4"/>
              </a:gs>
              <a:gs pos="66000">
                <a:schemeClr val="accent3"/>
              </a:gs>
              <a:gs pos="100000">
                <a:schemeClr val="accent2"/>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0" name="Google Shape;70;p9"/>
          <p:cNvSpPr/>
          <p:nvPr/>
        </p:nvSpPr>
        <p:spPr>
          <a:xfrm>
            <a:off x="12912875" y="1823303"/>
            <a:ext cx="1181100" cy="596900"/>
          </a:xfrm>
          <a:prstGeom prst="rect">
            <a:avLst/>
          </a:prstGeom>
          <a:gradFill>
            <a:gsLst>
              <a:gs pos="0">
                <a:schemeClr val="accent1"/>
              </a:gs>
              <a:gs pos="50000">
                <a:srgbClr val="E6568E">
                  <a:alpha val="49803"/>
                </a:srgbClr>
              </a:gs>
              <a:gs pos="100000">
                <a:schemeClr val="accent3"/>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1" name="Google Shape;71;p9"/>
          <p:cNvSpPr/>
          <p:nvPr/>
        </p:nvSpPr>
        <p:spPr>
          <a:xfrm>
            <a:off x="14219161" y="1823303"/>
            <a:ext cx="1181100" cy="596900"/>
          </a:xfrm>
          <a:prstGeom prst="rect">
            <a:avLst/>
          </a:prstGeom>
          <a:gradFill>
            <a:gsLst>
              <a:gs pos="0">
                <a:schemeClr val="accent2"/>
              </a:gs>
              <a:gs pos="50000">
                <a:srgbClr val="CE59C4">
                  <a:alpha val="49803"/>
                </a:srgbClr>
              </a:gs>
              <a:gs pos="100000">
                <a:schemeClr val="accent4"/>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2" name="Google Shape;72;p9"/>
          <p:cNvSpPr/>
          <p:nvPr/>
        </p:nvSpPr>
        <p:spPr>
          <a:xfrm>
            <a:off x="15525447" y="1823303"/>
            <a:ext cx="1181100" cy="596900"/>
          </a:xfrm>
          <a:prstGeom prst="rect">
            <a:avLst/>
          </a:prstGeom>
          <a:gradFill>
            <a:gsLst>
              <a:gs pos="0">
                <a:schemeClr val="accent3"/>
              </a:gs>
              <a:gs pos="50000">
                <a:srgbClr val="8766D0">
                  <a:alpha val="49803"/>
                </a:srgbClr>
              </a:gs>
              <a:gs pos="100000">
                <a:schemeClr val="accent5"/>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3" name="Google Shape;73;p9"/>
          <p:cNvSpPr/>
          <p:nvPr/>
        </p:nvSpPr>
        <p:spPr>
          <a:xfrm>
            <a:off x="16831733" y="1823303"/>
            <a:ext cx="1181100" cy="596900"/>
          </a:xfrm>
          <a:prstGeom prst="rect">
            <a:avLst/>
          </a:prstGeom>
          <a:gradFill>
            <a:gsLst>
              <a:gs pos="0">
                <a:schemeClr val="accent4"/>
              </a:gs>
              <a:gs pos="50000">
                <a:srgbClr val="6C9FF4">
                  <a:alpha val="49803"/>
                </a:srgbClr>
              </a:gs>
              <a:gs pos="100000">
                <a:schemeClr val="accent6"/>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4" name="Google Shape;74;p9"/>
          <p:cNvSpPr/>
          <p:nvPr/>
        </p:nvSpPr>
        <p:spPr>
          <a:xfrm>
            <a:off x="18138019" y="1823303"/>
            <a:ext cx="1181100" cy="596900"/>
          </a:xfrm>
          <a:prstGeom prst="rect">
            <a:avLst/>
          </a:prstGeom>
          <a:gradFill>
            <a:gsLst>
              <a:gs pos="0">
                <a:schemeClr val="accent5"/>
              </a:gs>
              <a:gs pos="33000">
                <a:srgbClr val="6C9FF4">
                  <a:alpha val="49803"/>
                </a:srgbClr>
              </a:gs>
              <a:gs pos="66000">
                <a:srgbClr val="5BC9B0">
                  <a:alpha val="49803"/>
                </a:srgbClr>
              </a:gs>
              <a:gs pos="100000">
                <a:schemeClr val="accent6"/>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5" name="Google Shape;75;p9"/>
          <p:cNvSpPr/>
          <p:nvPr/>
        </p:nvSpPr>
        <p:spPr>
          <a:xfrm>
            <a:off x="19444305" y="1823303"/>
            <a:ext cx="1181100" cy="596900"/>
          </a:xfrm>
          <a:prstGeom prst="rect">
            <a:avLst/>
          </a:prstGeom>
          <a:gradFill>
            <a:gsLst>
              <a:gs pos="0">
                <a:schemeClr val="accent6"/>
              </a:gs>
              <a:gs pos="100000">
                <a:srgbClr val="36A48B"/>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6" name="Google Shape;76;p9"/>
          <p:cNvSpPr/>
          <p:nvPr/>
        </p:nvSpPr>
        <p:spPr>
          <a:xfrm>
            <a:off x="12912875" y="2651183"/>
            <a:ext cx="1181100" cy="596900"/>
          </a:xfrm>
          <a:prstGeom prst="rect">
            <a:avLst/>
          </a:prstGeom>
          <a:gradFill>
            <a:gsLst>
              <a:gs pos="0">
                <a:schemeClr val="accent1"/>
              </a:gs>
              <a:gs pos="50000">
                <a:srgbClr val="E6568E">
                  <a:alpha val="49803"/>
                </a:srgbClr>
              </a:gs>
              <a:gs pos="100000">
                <a:schemeClr val="accent3"/>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7" name="Google Shape;77;p9"/>
          <p:cNvSpPr/>
          <p:nvPr/>
        </p:nvSpPr>
        <p:spPr>
          <a:xfrm>
            <a:off x="14219161" y="2651183"/>
            <a:ext cx="1181100" cy="596900"/>
          </a:xfrm>
          <a:prstGeom prst="rect">
            <a:avLst/>
          </a:prstGeom>
          <a:gradFill>
            <a:gsLst>
              <a:gs pos="0">
                <a:schemeClr val="accent2"/>
              </a:gs>
              <a:gs pos="50000">
                <a:srgbClr val="CE59C4">
                  <a:alpha val="49803"/>
                </a:srgbClr>
              </a:gs>
              <a:gs pos="100000">
                <a:schemeClr val="accent4"/>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8" name="Google Shape;78;p9"/>
          <p:cNvSpPr/>
          <p:nvPr/>
        </p:nvSpPr>
        <p:spPr>
          <a:xfrm>
            <a:off x="15525447" y="2651183"/>
            <a:ext cx="1181100" cy="596900"/>
          </a:xfrm>
          <a:prstGeom prst="rect">
            <a:avLst/>
          </a:prstGeom>
          <a:gradFill>
            <a:gsLst>
              <a:gs pos="0">
                <a:schemeClr val="accent3"/>
              </a:gs>
              <a:gs pos="50000">
                <a:srgbClr val="8766D0">
                  <a:alpha val="49803"/>
                </a:srgbClr>
              </a:gs>
              <a:gs pos="100000">
                <a:schemeClr val="accent5"/>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9" name="Google Shape;79;p9"/>
          <p:cNvSpPr/>
          <p:nvPr/>
        </p:nvSpPr>
        <p:spPr>
          <a:xfrm>
            <a:off x="16831733" y="2651183"/>
            <a:ext cx="1181100" cy="596900"/>
          </a:xfrm>
          <a:prstGeom prst="rect">
            <a:avLst/>
          </a:prstGeom>
          <a:gradFill>
            <a:gsLst>
              <a:gs pos="0">
                <a:schemeClr val="accent4"/>
              </a:gs>
              <a:gs pos="50000">
                <a:srgbClr val="6C9FF4">
                  <a:alpha val="49803"/>
                </a:srgbClr>
              </a:gs>
              <a:gs pos="100000">
                <a:schemeClr val="accent6"/>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0" name="Google Shape;80;p9"/>
          <p:cNvSpPr/>
          <p:nvPr/>
        </p:nvSpPr>
        <p:spPr>
          <a:xfrm>
            <a:off x="18138019" y="2651183"/>
            <a:ext cx="1181100" cy="596900"/>
          </a:xfrm>
          <a:prstGeom prst="rect">
            <a:avLst/>
          </a:prstGeom>
          <a:gradFill>
            <a:gsLst>
              <a:gs pos="0">
                <a:schemeClr val="accent5"/>
              </a:gs>
              <a:gs pos="100000">
                <a:schemeClr val="accent6"/>
              </a:gs>
            </a:gsLst>
            <a:lin ang="6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1" name="Google Shape;81;p9"/>
          <p:cNvSpPr/>
          <p:nvPr/>
        </p:nvSpPr>
        <p:spPr>
          <a:xfrm>
            <a:off x="19444305" y="2651183"/>
            <a:ext cx="1181100" cy="596900"/>
          </a:xfrm>
          <a:prstGeom prst="rect">
            <a:avLst/>
          </a:prstGeom>
          <a:gradFill>
            <a:gsLst>
              <a:gs pos="0">
                <a:schemeClr val="accent6"/>
              </a:gs>
              <a:gs pos="100000">
                <a:srgbClr val="36A48B"/>
              </a:gs>
            </a:gsLst>
            <a:lin ang="186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2" name="Google Shape;82;p9"/>
          <p:cNvSpPr/>
          <p:nvPr/>
        </p:nvSpPr>
        <p:spPr>
          <a:xfrm>
            <a:off x="12912875" y="3458579"/>
            <a:ext cx="1181100" cy="596900"/>
          </a:xfrm>
          <a:prstGeom prst="rect">
            <a:avLst/>
          </a:prstGeom>
          <a:gradFill>
            <a:gsLst>
              <a:gs pos="0">
                <a:schemeClr val="accent1"/>
              </a:gs>
              <a:gs pos="50000">
                <a:srgbClr val="E6568E">
                  <a:alpha val="49803"/>
                </a:srgbClr>
              </a:gs>
              <a:gs pos="100000">
                <a:schemeClr val="accent3"/>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3" name="Google Shape;83;p9"/>
          <p:cNvSpPr/>
          <p:nvPr/>
        </p:nvSpPr>
        <p:spPr>
          <a:xfrm>
            <a:off x="14219161" y="3458579"/>
            <a:ext cx="1181100" cy="596900"/>
          </a:xfrm>
          <a:prstGeom prst="rect">
            <a:avLst/>
          </a:prstGeom>
          <a:gradFill>
            <a:gsLst>
              <a:gs pos="0">
                <a:schemeClr val="accent2"/>
              </a:gs>
              <a:gs pos="50000">
                <a:srgbClr val="CE59C4">
                  <a:alpha val="49803"/>
                </a:srgbClr>
              </a:gs>
              <a:gs pos="100000">
                <a:schemeClr val="accent4"/>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4" name="Google Shape;84;p9"/>
          <p:cNvSpPr/>
          <p:nvPr/>
        </p:nvSpPr>
        <p:spPr>
          <a:xfrm>
            <a:off x="15525447" y="3458579"/>
            <a:ext cx="1181100" cy="596900"/>
          </a:xfrm>
          <a:prstGeom prst="rect">
            <a:avLst/>
          </a:prstGeom>
          <a:gradFill>
            <a:gsLst>
              <a:gs pos="0">
                <a:schemeClr val="accent3"/>
              </a:gs>
              <a:gs pos="50000">
                <a:srgbClr val="8766D0">
                  <a:alpha val="49803"/>
                </a:srgbClr>
              </a:gs>
              <a:gs pos="100000">
                <a:schemeClr val="accent5"/>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5" name="Google Shape;85;p9"/>
          <p:cNvSpPr/>
          <p:nvPr/>
        </p:nvSpPr>
        <p:spPr>
          <a:xfrm>
            <a:off x="16831733" y="3458579"/>
            <a:ext cx="1181100" cy="596900"/>
          </a:xfrm>
          <a:prstGeom prst="rect">
            <a:avLst/>
          </a:prstGeom>
          <a:gradFill>
            <a:gsLst>
              <a:gs pos="0">
                <a:schemeClr val="accent4"/>
              </a:gs>
              <a:gs pos="50000">
                <a:srgbClr val="6C9FF4">
                  <a:alpha val="49803"/>
                </a:srgbClr>
              </a:gs>
              <a:gs pos="100000">
                <a:schemeClr val="accent6"/>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6" name="Google Shape;86;p9"/>
          <p:cNvSpPr/>
          <p:nvPr/>
        </p:nvSpPr>
        <p:spPr>
          <a:xfrm>
            <a:off x="18138019" y="3458579"/>
            <a:ext cx="1181100" cy="596900"/>
          </a:xfrm>
          <a:prstGeom prst="rect">
            <a:avLst/>
          </a:prstGeom>
          <a:gradFill>
            <a:gsLst>
              <a:gs pos="0">
                <a:schemeClr val="accent5"/>
              </a:gs>
              <a:gs pos="100000">
                <a:schemeClr val="accent6"/>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7" name="Google Shape;87;p9"/>
          <p:cNvSpPr/>
          <p:nvPr/>
        </p:nvSpPr>
        <p:spPr>
          <a:xfrm>
            <a:off x="19444305" y="3458579"/>
            <a:ext cx="1181100" cy="596900"/>
          </a:xfrm>
          <a:prstGeom prst="rect">
            <a:avLst/>
          </a:prstGeom>
          <a:gradFill>
            <a:gsLst>
              <a:gs pos="0">
                <a:schemeClr val="accent6"/>
              </a:gs>
              <a:gs pos="100000">
                <a:srgbClr val="36A48B"/>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8" name="Google Shape;88;p9"/>
          <p:cNvSpPr/>
          <p:nvPr/>
        </p:nvSpPr>
        <p:spPr>
          <a:xfrm>
            <a:off x="12912875" y="4265975"/>
            <a:ext cx="1181100" cy="596900"/>
          </a:xfrm>
          <a:prstGeom prst="rect">
            <a:avLst/>
          </a:prstGeom>
          <a:gradFill>
            <a:gsLst>
              <a:gs pos="0">
                <a:schemeClr val="accent1"/>
              </a:gs>
              <a:gs pos="50000">
                <a:srgbClr val="E6568E">
                  <a:alpha val="49803"/>
                </a:srgbClr>
              </a:gs>
              <a:gs pos="100000">
                <a:schemeClr val="accent3"/>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9" name="Google Shape;89;p9"/>
          <p:cNvSpPr/>
          <p:nvPr/>
        </p:nvSpPr>
        <p:spPr>
          <a:xfrm>
            <a:off x="14219161" y="4265975"/>
            <a:ext cx="1181100" cy="596900"/>
          </a:xfrm>
          <a:prstGeom prst="rect">
            <a:avLst/>
          </a:prstGeom>
          <a:gradFill>
            <a:gsLst>
              <a:gs pos="0">
                <a:schemeClr val="accent2"/>
              </a:gs>
              <a:gs pos="50000">
                <a:srgbClr val="CE59C4">
                  <a:alpha val="49803"/>
                </a:srgbClr>
              </a:gs>
              <a:gs pos="100000">
                <a:schemeClr val="accent4"/>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0" name="Google Shape;90;p9"/>
          <p:cNvSpPr/>
          <p:nvPr/>
        </p:nvSpPr>
        <p:spPr>
          <a:xfrm>
            <a:off x="15525447" y="4265975"/>
            <a:ext cx="1181100" cy="596900"/>
          </a:xfrm>
          <a:prstGeom prst="rect">
            <a:avLst/>
          </a:prstGeom>
          <a:gradFill>
            <a:gsLst>
              <a:gs pos="0">
                <a:schemeClr val="accent3"/>
              </a:gs>
              <a:gs pos="50000">
                <a:srgbClr val="8766D0">
                  <a:alpha val="49803"/>
                </a:srgbClr>
              </a:gs>
              <a:gs pos="100000">
                <a:schemeClr val="accent5"/>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1" name="Google Shape;91;p9"/>
          <p:cNvSpPr/>
          <p:nvPr/>
        </p:nvSpPr>
        <p:spPr>
          <a:xfrm>
            <a:off x="16831733" y="4265975"/>
            <a:ext cx="1181100" cy="596900"/>
          </a:xfrm>
          <a:prstGeom prst="rect">
            <a:avLst/>
          </a:prstGeom>
          <a:gradFill>
            <a:gsLst>
              <a:gs pos="0">
                <a:schemeClr val="accent4"/>
              </a:gs>
              <a:gs pos="50000">
                <a:srgbClr val="6C9FF4">
                  <a:alpha val="49803"/>
                </a:srgbClr>
              </a:gs>
              <a:gs pos="100000">
                <a:schemeClr val="accent6"/>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2" name="Google Shape;92;p9"/>
          <p:cNvSpPr/>
          <p:nvPr/>
        </p:nvSpPr>
        <p:spPr>
          <a:xfrm>
            <a:off x="18132880" y="4265975"/>
            <a:ext cx="1181100" cy="596900"/>
          </a:xfrm>
          <a:prstGeom prst="rect">
            <a:avLst/>
          </a:prstGeom>
          <a:gradFill>
            <a:gsLst>
              <a:gs pos="0">
                <a:schemeClr val="accent5"/>
              </a:gs>
              <a:gs pos="100000">
                <a:schemeClr val="accent6"/>
              </a:gs>
            </a:gsLst>
            <a:lin ang="3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3" name="Google Shape;93;p9"/>
          <p:cNvSpPr/>
          <p:nvPr/>
        </p:nvSpPr>
        <p:spPr>
          <a:xfrm>
            <a:off x="19444305" y="4265975"/>
            <a:ext cx="1181100" cy="596900"/>
          </a:xfrm>
          <a:prstGeom prst="rect">
            <a:avLst/>
          </a:prstGeom>
          <a:gradFill>
            <a:gsLst>
              <a:gs pos="0">
                <a:schemeClr val="accent6"/>
              </a:gs>
              <a:gs pos="100000">
                <a:srgbClr val="36A48B"/>
              </a:gs>
            </a:gsLst>
            <a:lin ang="15000000" scaled="0"/>
          </a:gra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45432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32_01 - BLANK">
  <p:cSld name="32_01 - BLANK">
    <p:spTree>
      <p:nvGrpSpPr>
        <p:cNvPr id="1" name="Shape 94"/>
        <p:cNvGrpSpPr/>
        <p:nvPr/>
      </p:nvGrpSpPr>
      <p:grpSpPr>
        <a:xfrm>
          <a:off x="0" y="0"/>
          <a:ext cx="0" cy="0"/>
          <a:chOff x="0" y="0"/>
          <a:chExt cx="0" cy="0"/>
        </a:xfrm>
      </p:grpSpPr>
      <p:sp>
        <p:nvSpPr>
          <p:cNvPr id="95" name="Google Shape;95;p10"/>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364140807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3_DEFAULT - Title">
  <p:cSld name="3_DEFAULT - Title">
    <p:spTree>
      <p:nvGrpSpPr>
        <p:cNvPr id="1" name="Shape 96"/>
        <p:cNvGrpSpPr/>
        <p:nvPr/>
      </p:nvGrpSpPr>
      <p:grpSpPr>
        <a:xfrm>
          <a:off x="0" y="0"/>
          <a:ext cx="0" cy="0"/>
          <a:chOff x="0" y="0"/>
          <a:chExt cx="0" cy="0"/>
        </a:xfrm>
      </p:grpSpPr>
      <p:sp>
        <p:nvSpPr>
          <p:cNvPr id="97" name="Google Shape;97;p11"/>
          <p:cNvSpPr/>
          <p:nvPr/>
        </p:nvSpPr>
        <p:spPr>
          <a:xfrm>
            <a:off x="0" y="-1"/>
            <a:ext cx="12192000" cy="431801"/>
          </a:xfrm>
          <a:prstGeom prst="roundRect">
            <a:avLst>
              <a:gd name="adj" fmla="val 0"/>
            </a:avLst>
          </a:prstGeom>
          <a:solidFill>
            <a:srgbClr val="343444"/>
          </a:soli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8" name="Google Shape;98;p11"/>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11294162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35_01 - BLANK">
  <p:cSld name="35_01 - BLANK">
    <p:spTree>
      <p:nvGrpSpPr>
        <p:cNvPr id="1" name="Shape 99"/>
        <p:cNvGrpSpPr/>
        <p:nvPr/>
      </p:nvGrpSpPr>
      <p:grpSpPr>
        <a:xfrm>
          <a:off x="0" y="0"/>
          <a:ext cx="0" cy="0"/>
          <a:chOff x="0" y="0"/>
          <a:chExt cx="0" cy="0"/>
        </a:xfrm>
      </p:grpSpPr>
      <p:sp>
        <p:nvSpPr>
          <p:cNvPr id="100" name="Google Shape;100;p12"/>
          <p:cNvSpPr/>
          <p:nvPr/>
        </p:nvSpPr>
        <p:spPr>
          <a:xfrm>
            <a:off x="0" y="6426198"/>
            <a:ext cx="12192000" cy="431801"/>
          </a:xfrm>
          <a:prstGeom prst="roundRect">
            <a:avLst>
              <a:gd name="adj" fmla="val 0"/>
            </a:avLst>
          </a:prstGeom>
          <a:solidFill>
            <a:srgbClr val="343444"/>
          </a:soli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1" name="Google Shape;101;p12"/>
          <p:cNvSpPr/>
          <p:nvPr/>
        </p:nvSpPr>
        <p:spPr>
          <a:xfrm>
            <a:off x="0" y="-1"/>
            <a:ext cx="12192000" cy="431801"/>
          </a:xfrm>
          <a:prstGeom prst="roundRect">
            <a:avLst>
              <a:gd name="adj" fmla="val 0"/>
            </a:avLst>
          </a:prstGeom>
          <a:solidFill>
            <a:srgbClr val="343444"/>
          </a:soli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2" name="Google Shape;102;p12"/>
          <p:cNvSpPr txBox="1"/>
          <p:nvPr/>
        </p:nvSpPr>
        <p:spPr>
          <a:xfrm>
            <a:off x="5702300" y="6210754"/>
            <a:ext cx="5575300" cy="430861"/>
          </a:xfrm>
          <a:prstGeom prst="rect">
            <a:avLst/>
          </a:prstGeom>
          <a:noFill/>
          <a:ln>
            <a:noFill/>
          </a:ln>
        </p:spPr>
        <p:txBody>
          <a:bodyPr spcFirstLastPara="1" wrap="square" lIns="60950" tIns="30467" rIns="60950" bIns="30467" anchor="t" anchorCtr="0">
            <a:spAutoFit/>
          </a:bodyPr>
          <a:lstStyle/>
          <a:p>
            <a:pPr marL="0" marR="0" lvl="0" indent="0" algn="r" rtl="0">
              <a:spcBef>
                <a:spcPts val="0"/>
              </a:spcBef>
              <a:spcAft>
                <a:spcPts val="0"/>
              </a:spcAft>
              <a:buNone/>
            </a:pPr>
            <a:r>
              <a:rPr lang="en-NL" sz="2400" b="0" i="0" u="none" strike="noStrike" cap="none">
                <a:solidFill>
                  <a:srgbClr val="BFBFBF"/>
                </a:solidFill>
                <a:latin typeface="Arial"/>
                <a:ea typeface="Arial"/>
                <a:cs typeface="Arial"/>
                <a:sym typeface="Arial"/>
              </a:rPr>
              <a:t>www.company.com</a:t>
            </a:r>
            <a:endParaRPr sz="2400" b="0" i="0" u="none" strike="noStrike" cap="none">
              <a:solidFill>
                <a:srgbClr val="BFBFBF"/>
              </a:solidFill>
              <a:latin typeface="Arial"/>
              <a:ea typeface="Arial"/>
              <a:cs typeface="Arial"/>
              <a:sym typeface="Arial"/>
            </a:endParaRPr>
          </a:p>
        </p:txBody>
      </p:sp>
      <p:sp>
        <p:nvSpPr>
          <p:cNvPr id="103" name="Google Shape;103;p12"/>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236783485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24_BLANK">
  <p:cSld name="24_BLANK">
    <p:spTree>
      <p:nvGrpSpPr>
        <p:cNvPr id="1" name="Shape 104"/>
        <p:cNvGrpSpPr/>
        <p:nvPr/>
      </p:nvGrpSpPr>
      <p:grpSpPr>
        <a:xfrm>
          <a:off x="0" y="0"/>
          <a:ext cx="0" cy="0"/>
          <a:chOff x="0" y="0"/>
          <a:chExt cx="0" cy="0"/>
        </a:xfrm>
      </p:grpSpPr>
      <p:sp>
        <p:nvSpPr>
          <p:cNvPr id="105" name="Google Shape;105;p13"/>
          <p:cNvSpPr>
            <a:spLocks noGrp="1"/>
          </p:cNvSpPr>
          <p:nvPr>
            <p:ph type="pic" idx="2"/>
          </p:nvPr>
        </p:nvSpPr>
        <p:spPr>
          <a:xfrm>
            <a:off x="0" y="0"/>
            <a:ext cx="12192000" cy="6858000"/>
          </a:xfrm>
          <a:prstGeom prst="rect">
            <a:avLst/>
          </a:prstGeom>
          <a:noFill/>
          <a:ln>
            <a:noFill/>
          </a:ln>
        </p:spPr>
      </p:sp>
    </p:spTree>
    <p:extLst>
      <p:ext uri="{BB962C8B-B14F-4D97-AF65-F5344CB8AC3E}">
        <p14:creationId xmlns:p14="http://schemas.microsoft.com/office/powerpoint/2010/main" val="125537209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27_BLANK">
  <p:cSld name="27_BLANK">
    <p:spTree>
      <p:nvGrpSpPr>
        <p:cNvPr id="1" name="Shape 106"/>
        <p:cNvGrpSpPr/>
        <p:nvPr/>
      </p:nvGrpSpPr>
      <p:grpSpPr>
        <a:xfrm>
          <a:off x="0" y="0"/>
          <a:ext cx="0" cy="0"/>
          <a:chOff x="0" y="0"/>
          <a:chExt cx="0" cy="0"/>
        </a:xfrm>
      </p:grpSpPr>
      <p:sp>
        <p:nvSpPr>
          <p:cNvPr id="107" name="Google Shape;107;p14"/>
          <p:cNvSpPr>
            <a:spLocks noGrp="1"/>
          </p:cNvSpPr>
          <p:nvPr>
            <p:ph type="pic" idx="2"/>
          </p:nvPr>
        </p:nvSpPr>
        <p:spPr>
          <a:xfrm>
            <a:off x="914400" y="914400"/>
            <a:ext cx="10363200" cy="5029200"/>
          </a:xfrm>
          <a:prstGeom prst="roundRect">
            <a:avLst>
              <a:gd name="adj" fmla="val 2021"/>
            </a:avLst>
          </a:prstGeom>
          <a:noFill/>
          <a:ln>
            <a:noFill/>
          </a:ln>
        </p:spPr>
      </p:sp>
      <p:sp>
        <p:nvSpPr>
          <p:cNvPr id="108" name="Google Shape;108;p14"/>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156618421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92_BLANK">
  <p:cSld name="92_BLANK">
    <p:spTree>
      <p:nvGrpSpPr>
        <p:cNvPr id="1" name="Shape 109"/>
        <p:cNvGrpSpPr/>
        <p:nvPr/>
      </p:nvGrpSpPr>
      <p:grpSpPr>
        <a:xfrm>
          <a:off x="0" y="0"/>
          <a:ext cx="0" cy="0"/>
          <a:chOff x="0" y="0"/>
          <a:chExt cx="0" cy="0"/>
        </a:xfrm>
      </p:grpSpPr>
      <p:sp>
        <p:nvSpPr>
          <p:cNvPr id="110" name="Google Shape;110;p15"/>
          <p:cNvSpPr>
            <a:spLocks noGrp="1"/>
          </p:cNvSpPr>
          <p:nvPr>
            <p:ph type="pic" idx="2"/>
          </p:nvPr>
        </p:nvSpPr>
        <p:spPr>
          <a:xfrm>
            <a:off x="914400" y="914400"/>
            <a:ext cx="10363200" cy="4013200"/>
          </a:xfrm>
          <a:prstGeom prst="roundRect">
            <a:avLst>
              <a:gd name="adj" fmla="val 2426"/>
            </a:avLst>
          </a:prstGeom>
          <a:noFill/>
          <a:ln>
            <a:noFill/>
          </a:ln>
        </p:spPr>
      </p:sp>
      <p:sp>
        <p:nvSpPr>
          <p:cNvPr id="111" name="Google Shape;111;p15"/>
          <p:cNvSpPr txBox="1">
            <a:spLocks noGrp="1"/>
          </p:cNvSpPr>
          <p:nvPr>
            <p:ph type="title"/>
          </p:nvPr>
        </p:nvSpPr>
        <p:spPr>
          <a:xfrm>
            <a:off x="1803400" y="204824"/>
            <a:ext cx="8585200" cy="535491"/>
          </a:xfrm>
          <a:prstGeom prst="rect">
            <a:avLst/>
          </a:prstGeom>
          <a:noFill/>
          <a:ln>
            <a:noFill/>
          </a:ln>
        </p:spPr>
        <p:txBody>
          <a:bodyPr spcFirstLastPara="1" wrap="square" lIns="91425" tIns="45700" rIns="91425" bIns="45700" anchor="t" anchorCtr="0">
            <a:spAutoFit/>
          </a:bodyPr>
          <a:lstStyle>
            <a:lvl1pPr marR="0" lvl="0" algn="ctr"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115437084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8_01 - BLANK">
  <p:cSld name="8_01 - BLANK">
    <p:spTree>
      <p:nvGrpSpPr>
        <p:cNvPr id="1" name="Shape 112"/>
        <p:cNvGrpSpPr/>
        <p:nvPr/>
      </p:nvGrpSpPr>
      <p:grpSpPr>
        <a:xfrm>
          <a:off x="0" y="0"/>
          <a:ext cx="0" cy="0"/>
          <a:chOff x="0" y="0"/>
          <a:chExt cx="0" cy="0"/>
        </a:xfrm>
      </p:grpSpPr>
      <p:sp>
        <p:nvSpPr>
          <p:cNvPr id="113" name="Google Shape;113;p16"/>
          <p:cNvSpPr>
            <a:spLocks noGrp="1"/>
          </p:cNvSpPr>
          <p:nvPr>
            <p:ph type="pic" idx="2"/>
          </p:nvPr>
        </p:nvSpPr>
        <p:spPr>
          <a:xfrm>
            <a:off x="914400" y="914400"/>
            <a:ext cx="8308258" cy="5029200"/>
          </a:xfrm>
          <a:prstGeom prst="rect">
            <a:avLst/>
          </a:prstGeom>
          <a:noFill/>
          <a:ln>
            <a:noFill/>
          </a:ln>
        </p:spPr>
      </p:sp>
      <p:sp>
        <p:nvSpPr>
          <p:cNvPr id="114" name="Google Shape;114;p16"/>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258845699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5_01 - BLANK">
  <p:cSld name="5_01 - BLANK">
    <p:spTree>
      <p:nvGrpSpPr>
        <p:cNvPr id="1" name="Shape 115"/>
        <p:cNvGrpSpPr/>
        <p:nvPr/>
      </p:nvGrpSpPr>
      <p:grpSpPr>
        <a:xfrm>
          <a:off x="0" y="0"/>
          <a:ext cx="0" cy="0"/>
          <a:chOff x="0" y="0"/>
          <a:chExt cx="0" cy="0"/>
        </a:xfrm>
      </p:grpSpPr>
      <p:sp>
        <p:nvSpPr>
          <p:cNvPr id="116" name="Google Shape;116;p17"/>
          <p:cNvSpPr>
            <a:spLocks noGrp="1"/>
          </p:cNvSpPr>
          <p:nvPr>
            <p:ph type="pic" idx="2"/>
          </p:nvPr>
        </p:nvSpPr>
        <p:spPr>
          <a:xfrm>
            <a:off x="2969342" y="914400"/>
            <a:ext cx="8308258" cy="5029200"/>
          </a:xfrm>
          <a:prstGeom prst="rect">
            <a:avLst/>
          </a:prstGeom>
          <a:noFill/>
          <a:ln>
            <a:noFill/>
          </a:ln>
        </p:spPr>
      </p:sp>
      <p:sp>
        <p:nvSpPr>
          <p:cNvPr id="117" name="Google Shape;117;p17"/>
          <p:cNvSpPr txBox="1">
            <a:spLocks noGrp="1"/>
          </p:cNvSpPr>
          <p:nvPr>
            <p:ph type="title"/>
          </p:nvPr>
        </p:nvSpPr>
        <p:spPr>
          <a:xfrm>
            <a:off x="2692400" y="204824"/>
            <a:ext cx="8585200" cy="535491"/>
          </a:xfrm>
          <a:prstGeom prst="rect">
            <a:avLst/>
          </a:prstGeom>
          <a:noFill/>
          <a:ln>
            <a:noFill/>
          </a:ln>
        </p:spPr>
        <p:txBody>
          <a:bodyPr spcFirstLastPara="1" wrap="square" lIns="91425" tIns="45700" rIns="91425" bIns="45700" anchor="t" anchorCtr="0">
            <a:spAutoFit/>
          </a:bodyPr>
          <a:lstStyle>
            <a:lvl1pPr marR="0" lvl="0" algn="r"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272269530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26_BLANK">
  <p:cSld name="26_BLANK">
    <p:spTree>
      <p:nvGrpSpPr>
        <p:cNvPr id="1" name="Shape 118"/>
        <p:cNvGrpSpPr/>
        <p:nvPr/>
      </p:nvGrpSpPr>
      <p:grpSpPr>
        <a:xfrm>
          <a:off x="0" y="0"/>
          <a:ext cx="0" cy="0"/>
          <a:chOff x="0" y="0"/>
          <a:chExt cx="0" cy="0"/>
        </a:xfrm>
      </p:grpSpPr>
      <p:sp>
        <p:nvSpPr>
          <p:cNvPr id="119" name="Google Shape;119;p18"/>
          <p:cNvSpPr>
            <a:spLocks noGrp="1"/>
          </p:cNvSpPr>
          <p:nvPr>
            <p:ph type="pic" idx="2"/>
          </p:nvPr>
        </p:nvSpPr>
        <p:spPr>
          <a:xfrm>
            <a:off x="1" y="0"/>
            <a:ext cx="6095999" cy="6858000"/>
          </a:xfrm>
          <a:prstGeom prst="rect">
            <a:avLst/>
          </a:prstGeom>
          <a:noFill/>
          <a:ln>
            <a:noFill/>
          </a:ln>
        </p:spPr>
      </p:sp>
      <p:sp>
        <p:nvSpPr>
          <p:cNvPr id="120" name="Google Shape;120;p18"/>
          <p:cNvSpPr txBox="1">
            <a:spLocks noGrp="1"/>
          </p:cNvSpPr>
          <p:nvPr>
            <p:ph type="title"/>
          </p:nvPr>
        </p:nvSpPr>
        <p:spPr>
          <a:xfrm>
            <a:off x="2692400" y="204824"/>
            <a:ext cx="8585200" cy="535491"/>
          </a:xfrm>
          <a:prstGeom prst="rect">
            <a:avLst/>
          </a:prstGeom>
          <a:noFill/>
          <a:ln>
            <a:noFill/>
          </a:ln>
        </p:spPr>
        <p:txBody>
          <a:bodyPr spcFirstLastPara="1" wrap="square" lIns="91425" tIns="45700" rIns="91425" bIns="45700" anchor="t" anchorCtr="0">
            <a:spAutoFit/>
          </a:bodyPr>
          <a:lstStyle>
            <a:lvl1pPr marR="0" lvl="0" algn="r"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9458075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34_BLANK">
  <p:cSld name="34_BLANK">
    <p:spTree>
      <p:nvGrpSpPr>
        <p:cNvPr id="1" name="Shape 121"/>
        <p:cNvGrpSpPr/>
        <p:nvPr/>
      </p:nvGrpSpPr>
      <p:grpSpPr>
        <a:xfrm>
          <a:off x="0" y="0"/>
          <a:ext cx="0" cy="0"/>
          <a:chOff x="0" y="0"/>
          <a:chExt cx="0" cy="0"/>
        </a:xfrm>
      </p:grpSpPr>
      <p:sp>
        <p:nvSpPr>
          <p:cNvPr id="122" name="Google Shape;122;p19"/>
          <p:cNvSpPr>
            <a:spLocks noGrp="1"/>
          </p:cNvSpPr>
          <p:nvPr>
            <p:ph type="pic" idx="2"/>
          </p:nvPr>
        </p:nvSpPr>
        <p:spPr>
          <a:xfrm>
            <a:off x="3048001" y="0"/>
            <a:ext cx="6095999" cy="6858000"/>
          </a:xfrm>
          <a:prstGeom prst="rect">
            <a:avLst/>
          </a:prstGeom>
          <a:noFill/>
          <a:ln>
            <a:noFill/>
          </a:ln>
        </p:spPr>
      </p:sp>
    </p:spTree>
    <p:extLst>
      <p:ext uri="{BB962C8B-B14F-4D97-AF65-F5344CB8AC3E}">
        <p14:creationId xmlns:p14="http://schemas.microsoft.com/office/powerpoint/2010/main" val="63546915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4_IMG-SLIDE OPT-1">
  <p:cSld name="4_IMG-SLIDE OPT-1">
    <p:spTree>
      <p:nvGrpSpPr>
        <p:cNvPr id="1" name="Shape 123"/>
        <p:cNvGrpSpPr/>
        <p:nvPr/>
      </p:nvGrpSpPr>
      <p:grpSpPr>
        <a:xfrm>
          <a:off x="0" y="0"/>
          <a:ext cx="0" cy="0"/>
          <a:chOff x="0" y="0"/>
          <a:chExt cx="0" cy="0"/>
        </a:xfrm>
      </p:grpSpPr>
      <p:sp>
        <p:nvSpPr>
          <p:cNvPr id="124" name="Google Shape;124;p20"/>
          <p:cNvSpPr>
            <a:spLocks noGrp="1"/>
          </p:cNvSpPr>
          <p:nvPr>
            <p:ph type="pic" idx="2"/>
          </p:nvPr>
        </p:nvSpPr>
        <p:spPr>
          <a:xfrm>
            <a:off x="6096000" y="0"/>
            <a:ext cx="6096000" cy="6858000"/>
          </a:xfrm>
          <a:prstGeom prst="rect">
            <a:avLst/>
          </a:prstGeom>
          <a:noFill/>
          <a:ln>
            <a:noFill/>
          </a:ln>
        </p:spPr>
      </p:sp>
      <p:sp>
        <p:nvSpPr>
          <p:cNvPr id="125" name="Google Shape;125;p20"/>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4978531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35_BLANK">
  <p:cSld name="35_BLANK">
    <p:spTree>
      <p:nvGrpSpPr>
        <p:cNvPr id="1" name="Shape 126"/>
        <p:cNvGrpSpPr/>
        <p:nvPr/>
      </p:nvGrpSpPr>
      <p:grpSpPr>
        <a:xfrm>
          <a:off x="0" y="0"/>
          <a:ext cx="0" cy="0"/>
          <a:chOff x="0" y="0"/>
          <a:chExt cx="0" cy="0"/>
        </a:xfrm>
      </p:grpSpPr>
      <p:sp>
        <p:nvSpPr>
          <p:cNvPr id="127" name="Google Shape;127;p21"/>
          <p:cNvSpPr>
            <a:spLocks noGrp="1"/>
          </p:cNvSpPr>
          <p:nvPr>
            <p:ph type="pic" idx="2"/>
          </p:nvPr>
        </p:nvSpPr>
        <p:spPr>
          <a:xfrm>
            <a:off x="0" y="0"/>
            <a:ext cx="4056000" cy="6858000"/>
          </a:xfrm>
          <a:prstGeom prst="rect">
            <a:avLst/>
          </a:prstGeom>
          <a:noFill/>
          <a:ln>
            <a:noFill/>
          </a:ln>
        </p:spPr>
      </p:sp>
      <p:sp>
        <p:nvSpPr>
          <p:cNvPr id="128" name="Google Shape;128;p21"/>
          <p:cNvSpPr txBox="1">
            <a:spLocks noGrp="1"/>
          </p:cNvSpPr>
          <p:nvPr>
            <p:ph type="title"/>
          </p:nvPr>
        </p:nvSpPr>
        <p:spPr>
          <a:xfrm>
            <a:off x="2692400" y="204824"/>
            <a:ext cx="8585200" cy="535491"/>
          </a:xfrm>
          <a:prstGeom prst="rect">
            <a:avLst/>
          </a:prstGeom>
          <a:noFill/>
          <a:ln>
            <a:noFill/>
          </a:ln>
        </p:spPr>
        <p:txBody>
          <a:bodyPr spcFirstLastPara="1" wrap="square" lIns="91425" tIns="45700" rIns="91425" bIns="45700" anchor="t" anchorCtr="0">
            <a:spAutoFit/>
          </a:bodyPr>
          <a:lstStyle>
            <a:lvl1pPr marR="0" lvl="0" algn="r"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167108385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36_BLANK">
  <p:cSld name="36_BLANK">
    <p:spTree>
      <p:nvGrpSpPr>
        <p:cNvPr id="1" name="Shape 129"/>
        <p:cNvGrpSpPr/>
        <p:nvPr/>
      </p:nvGrpSpPr>
      <p:grpSpPr>
        <a:xfrm>
          <a:off x="0" y="0"/>
          <a:ext cx="0" cy="0"/>
          <a:chOff x="0" y="0"/>
          <a:chExt cx="0" cy="0"/>
        </a:xfrm>
      </p:grpSpPr>
      <p:sp>
        <p:nvSpPr>
          <p:cNvPr id="130" name="Google Shape;130;p22"/>
          <p:cNvSpPr>
            <a:spLocks noGrp="1"/>
          </p:cNvSpPr>
          <p:nvPr>
            <p:ph type="pic" idx="2"/>
          </p:nvPr>
        </p:nvSpPr>
        <p:spPr>
          <a:xfrm>
            <a:off x="4068000" y="0"/>
            <a:ext cx="4056000" cy="6858000"/>
          </a:xfrm>
          <a:prstGeom prst="rect">
            <a:avLst/>
          </a:prstGeom>
          <a:noFill/>
          <a:ln>
            <a:noFill/>
          </a:ln>
        </p:spPr>
      </p:sp>
    </p:spTree>
    <p:extLst>
      <p:ext uri="{BB962C8B-B14F-4D97-AF65-F5344CB8AC3E}">
        <p14:creationId xmlns:p14="http://schemas.microsoft.com/office/powerpoint/2010/main" val="57923021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37_BLANK">
  <p:cSld name="37_BLANK">
    <p:spTree>
      <p:nvGrpSpPr>
        <p:cNvPr id="1" name="Shape 131"/>
        <p:cNvGrpSpPr/>
        <p:nvPr/>
      </p:nvGrpSpPr>
      <p:grpSpPr>
        <a:xfrm>
          <a:off x="0" y="0"/>
          <a:ext cx="0" cy="0"/>
          <a:chOff x="0" y="0"/>
          <a:chExt cx="0" cy="0"/>
        </a:xfrm>
      </p:grpSpPr>
      <p:sp>
        <p:nvSpPr>
          <p:cNvPr id="132" name="Google Shape;132;p23"/>
          <p:cNvSpPr>
            <a:spLocks noGrp="1"/>
          </p:cNvSpPr>
          <p:nvPr>
            <p:ph type="pic" idx="2"/>
          </p:nvPr>
        </p:nvSpPr>
        <p:spPr>
          <a:xfrm>
            <a:off x="8136000" y="0"/>
            <a:ext cx="4056000" cy="6858000"/>
          </a:xfrm>
          <a:prstGeom prst="rect">
            <a:avLst/>
          </a:prstGeom>
          <a:noFill/>
          <a:ln>
            <a:noFill/>
          </a:ln>
        </p:spPr>
      </p:sp>
      <p:sp>
        <p:nvSpPr>
          <p:cNvPr id="133" name="Google Shape;133;p23"/>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316047214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38_BLANK">
  <p:cSld name="38_BLANK">
    <p:spTree>
      <p:nvGrpSpPr>
        <p:cNvPr id="1" name="Shape 134"/>
        <p:cNvGrpSpPr/>
        <p:nvPr/>
      </p:nvGrpSpPr>
      <p:grpSpPr>
        <a:xfrm>
          <a:off x="0" y="0"/>
          <a:ext cx="0" cy="0"/>
          <a:chOff x="0" y="0"/>
          <a:chExt cx="0" cy="0"/>
        </a:xfrm>
      </p:grpSpPr>
      <p:sp>
        <p:nvSpPr>
          <p:cNvPr id="135" name="Google Shape;135;p24"/>
          <p:cNvSpPr>
            <a:spLocks noGrp="1"/>
          </p:cNvSpPr>
          <p:nvPr>
            <p:ph type="pic" idx="2"/>
          </p:nvPr>
        </p:nvSpPr>
        <p:spPr>
          <a:xfrm>
            <a:off x="4056000" y="0"/>
            <a:ext cx="8136000" cy="6858000"/>
          </a:xfrm>
          <a:prstGeom prst="rect">
            <a:avLst/>
          </a:prstGeom>
          <a:noFill/>
          <a:ln>
            <a:noFill/>
          </a:ln>
        </p:spPr>
      </p:sp>
    </p:spTree>
    <p:extLst>
      <p:ext uri="{BB962C8B-B14F-4D97-AF65-F5344CB8AC3E}">
        <p14:creationId xmlns:p14="http://schemas.microsoft.com/office/powerpoint/2010/main" val="11504056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39_BLANK">
  <p:cSld name="39_BLANK">
    <p:spTree>
      <p:nvGrpSpPr>
        <p:cNvPr id="1" name="Shape 136"/>
        <p:cNvGrpSpPr/>
        <p:nvPr/>
      </p:nvGrpSpPr>
      <p:grpSpPr>
        <a:xfrm>
          <a:off x="0" y="0"/>
          <a:ext cx="0" cy="0"/>
          <a:chOff x="0" y="0"/>
          <a:chExt cx="0" cy="0"/>
        </a:xfrm>
      </p:grpSpPr>
      <p:sp>
        <p:nvSpPr>
          <p:cNvPr id="137" name="Google Shape;137;p25"/>
          <p:cNvSpPr>
            <a:spLocks noGrp="1"/>
          </p:cNvSpPr>
          <p:nvPr>
            <p:ph type="pic" idx="2"/>
          </p:nvPr>
        </p:nvSpPr>
        <p:spPr>
          <a:xfrm>
            <a:off x="0" y="0"/>
            <a:ext cx="8136000" cy="6858000"/>
          </a:xfrm>
          <a:prstGeom prst="rect">
            <a:avLst/>
          </a:prstGeom>
          <a:noFill/>
          <a:ln>
            <a:noFill/>
          </a:ln>
        </p:spPr>
      </p:sp>
    </p:spTree>
    <p:extLst>
      <p:ext uri="{BB962C8B-B14F-4D97-AF65-F5344CB8AC3E}">
        <p14:creationId xmlns:p14="http://schemas.microsoft.com/office/powerpoint/2010/main" val="341587961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41_BLANK">
  <p:cSld name="41_BLANK">
    <p:spTree>
      <p:nvGrpSpPr>
        <p:cNvPr id="1" name="Shape 138"/>
        <p:cNvGrpSpPr/>
        <p:nvPr/>
      </p:nvGrpSpPr>
      <p:grpSpPr>
        <a:xfrm>
          <a:off x="0" y="0"/>
          <a:ext cx="0" cy="0"/>
          <a:chOff x="0" y="0"/>
          <a:chExt cx="0" cy="0"/>
        </a:xfrm>
      </p:grpSpPr>
      <p:sp>
        <p:nvSpPr>
          <p:cNvPr id="139" name="Google Shape;139;p26"/>
          <p:cNvSpPr>
            <a:spLocks noGrp="1"/>
          </p:cNvSpPr>
          <p:nvPr>
            <p:ph type="pic" idx="2"/>
          </p:nvPr>
        </p:nvSpPr>
        <p:spPr>
          <a:xfrm>
            <a:off x="0" y="0"/>
            <a:ext cx="7404100" cy="6858000"/>
          </a:xfrm>
          <a:prstGeom prst="rect">
            <a:avLst/>
          </a:prstGeom>
          <a:noFill/>
          <a:ln>
            <a:noFill/>
          </a:ln>
        </p:spPr>
      </p:sp>
    </p:spTree>
    <p:extLst>
      <p:ext uri="{BB962C8B-B14F-4D97-AF65-F5344CB8AC3E}">
        <p14:creationId xmlns:p14="http://schemas.microsoft.com/office/powerpoint/2010/main" val="382666159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43_BLANK">
  <p:cSld name="43_BLANK">
    <p:spTree>
      <p:nvGrpSpPr>
        <p:cNvPr id="1" name="Shape 140"/>
        <p:cNvGrpSpPr/>
        <p:nvPr/>
      </p:nvGrpSpPr>
      <p:grpSpPr>
        <a:xfrm>
          <a:off x="0" y="0"/>
          <a:ext cx="0" cy="0"/>
          <a:chOff x="0" y="0"/>
          <a:chExt cx="0" cy="0"/>
        </a:xfrm>
      </p:grpSpPr>
      <p:sp>
        <p:nvSpPr>
          <p:cNvPr id="141" name="Google Shape;141;p27"/>
          <p:cNvSpPr>
            <a:spLocks noGrp="1"/>
          </p:cNvSpPr>
          <p:nvPr>
            <p:ph type="pic" idx="2"/>
          </p:nvPr>
        </p:nvSpPr>
        <p:spPr>
          <a:xfrm>
            <a:off x="4787900" y="0"/>
            <a:ext cx="7404100" cy="6858000"/>
          </a:xfrm>
          <a:prstGeom prst="rect">
            <a:avLst/>
          </a:prstGeom>
          <a:noFill/>
          <a:ln>
            <a:noFill/>
          </a:ln>
        </p:spPr>
      </p:sp>
    </p:spTree>
    <p:extLst>
      <p:ext uri="{BB962C8B-B14F-4D97-AF65-F5344CB8AC3E}">
        <p14:creationId xmlns:p14="http://schemas.microsoft.com/office/powerpoint/2010/main" val="40222045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34_01 - BLANK">
  <p:cSld name="34_01 - BLANK">
    <p:spTree>
      <p:nvGrpSpPr>
        <p:cNvPr id="1" name="Shape 142"/>
        <p:cNvGrpSpPr/>
        <p:nvPr/>
      </p:nvGrpSpPr>
      <p:grpSpPr>
        <a:xfrm>
          <a:off x="0" y="0"/>
          <a:ext cx="0" cy="0"/>
          <a:chOff x="0" y="0"/>
          <a:chExt cx="0" cy="0"/>
        </a:xfrm>
      </p:grpSpPr>
      <p:sp>
        <p:nvSpPr>
          <p:cNvPr id="143" name="Google Shape;143;p28"/>
          <p:cNvSpPr>
            <a:spLocks noGrp="1"/>
          </p:cNvSpPr>
          <p:nvPr>
            <p:ph type="pic" idx="2"/>
          </p:nvPr>
        </p:nvSpPr>
        <p:spPr>
          <a:xfrm>
            <a:off x="1" y="0"/>
            <a:ext cx="12191999" cy="3429000"/>
          </a:xfrm>
          <a:prstGeom prst="rect">
            <a:avLst/>
          </a:prstGeom>
          <a:noFill/>
          <a:ln>
            <a:noFill/>
          </a:ln>
        </p:spPr>
      </p:sp>
    </p:spTree>
    <p:extLst>
      <p:ext uri="{BB962C8B-B14F-4D97-AF65-F5344CB8AC3E}">
        <p14:creationId xmlns:p14="http://schemas.microsoft.com/office/powerpoint/2010/main" val="363253706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36_01 - BLANK">
  <p:cSld name="36_01 - BLANK">
    <p:spTree>
      <p:nvGrpSpPr>
        <p:cNvPr id="1" name="Shape 144"/>
        <p:cNvGrpSpPr/>
        <p:nvPr/>
      </p:nvGrpSpPr>
      <p:grpSpPr>
        <a:xfrm>
          <a:off x="0" y="0"/>
          <a:ext cx="0" cy="0"/>
          <a:chOff x="0" y="0"/>
          <a:chExt cx="0" cy="0"/>
        </a:xfrm>
      </p:grpSpPr>
      <p:sp>
        <p:nvSpPr>
          <p:cNvPr id="145" name="Google Shape;145;p29"/>
          <p:cNvSpPr>
            <a:spLocks noGrp="1"/>
          </p:cNvSpPr>
          <p:nvPr>
            <p:ph type="pic" idx="2"/>
          </p:nvPr>
        </p:nvSpPr>
        <p:spPr>
          <a:xfrm>
            <a:off x="1" y="0"/>
            <a:ext cx="12191999" cy="4292600"/>
          </a:xfrm>
          <a:prstGeom prst="rect">
            <a:avLst/>
          </a:prstGeom>
          <a:noFill/>
          <a:ln>
            <a:noFill/>
          </a:ln>
        </p:spPr>
      </p:sp>
    </p:spTree>
    <p:extLst>
      <p:ext uri="{BB962C8B-B14F-4D97-AF65-F5344CB8AC3E}">
        <p14:creationId xmlns:p14="http://schemas.microsoft.com/office/powerpoint/2010/main" val="392371984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23_01 - BLANK">
  <p:cSld name="23_01 - BLANK">
    <p:spTree>
      <p:nvGrpSpPr>
        <p:cNvPr id="1" name="Shape 146"/>
        <p:cNvGrpSpPr/>
        <p:nvPr/>
      </p:nvGrpSpPr>
      <p:grpSpPr>
        <a:xfrm>
          <a:off x="0" y="0"/>
          <a:ext cx="0" cy="0"/>
          <a:chOff x="0" y="0"/>
          <a:chExt cx="0" cy="0"/>
        </a:xfrm>
      </p:grpSpPr>
      <p:sp>
        <p:nvSpPr>
          <p:cNvPr id="147" name="Google Shape;147;p30"/>
          <p:cNvSpPr>
            <a:spLocks noGrp="1"/>
          </p:cNvSpPr>
          <p:nvPr>
            <p:ph type="pic" idx="2"/>
          </p:nvPr>
        </p:nvSpPr>
        <p:spPr>
          <a:xfrm>
            <a:off x="1" y="3429000"/>
            <a:ext cx="12191999" cy="3429000"/>
          </a:xfrm>
          <a:prstGeom prst="rect">
            <a:avLst/>
          </a:prstGeom>
          <a:noFill/>
          <a:ln>
            <a:noFill/>
          </a:ln>
        </p:spPr>
      </p:sp>
    </p:spTree>
    <p:extLst>
      <p:ext uri="{BB962C8B-B14F-4D97-AF65-F5344CB8AC3E}">
        <p14:creationId xmlns:p14="http://schemas.microsoft.com/office/powerpoint/2010/main" val="195291023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37_01 - BLANK">
  <p:cSld name="37_01 - BLANK">
    <p:spTree>
      <p:nvGrpSpPr>
        <p:cNvPr id="1" name="Shape 148"/>
        <p:cNvGrpSpPr/>
        <p:nvPr/>
      </p:nvGrpSpPr>
      <p:grpSpPr>
        <a:xfrm>
          <a:off x="0" y="0"/>
          <a:ext cx="0" cy="0"/>
          <a:chOff x="0" y="0"/>
          <a:chExt cx="0" cy="0"/>
        </a:xfrm>
      </p:grpSpPr>
      <p:sp>
        <p:nvSpPr>
          <p:cNvPr id="149" name="Google Shape;149;p31"/>
          <p:cNvSpPr>
            <a:spLocks noGrp="1"/>
          </p:cNvSpPr>
          <p:nvPr>
            <p:ph type="pic" idx="2"/>
          </p:nvPr>
        </p:nvSpPr>
        <p:spPr>
          <a:xfrm>
            <a:off x="0" y="3429000"/>
            <a:ext cx="6096000" cy="3429000"/>
          </a:xfrm>
          <a:prstGeom prst="rect">
            <a:avLst/>
          </a:prstGeom>
          <a:noFill/>
          <a:ln>
            <a:noFill/>
          </a:ln>
        </p:spPr>
      </p:sp>
      <p:sp>
        <p:nvSpPr>
          <p:cNvPr id="150" name="Google Shape;150;p31"/>
          <p:cNvSpPr>
            <a:spLocks noGrp="1"/>
          </p:cNvSpPr>
          <p:nvPr>
            <p:ph type="pic" idx="3"/>
          </p:nvPr>
        </p:nvSpPr>
        <p:spPr>
          <a:xfrm>
            <a:off x="6096000" y="0"/>
            <a:ext cx="6096000" cy="3429000"/>
          </a:xfrm>
          <a:prstGeom prst="rect">
            <a:avLst/>
          </a:prstGeom>
          <a:noFill/>
          <a:ln>
            <a:noFill/>
          </a:ln>
        </p:spPr>
      </p:sp>
    </p:spTree>
    <p:extLst>
      <p:ext uri="{BB962C8B-B14F-4D97-AF65-F5344CB8AC3E}">
        <p14:creationId xmlns:p14="http://schemas.microsoft.com/office/powerpoint/2010/main" val="238098902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38_01 - BLANK">
  <p:cSld name="38_01 - BLANK">
    <p:spTree>
      <p:nvGrpSpPr>
        <p:cNvPr id="1" name="Shape 151"/>
        <p:cNvGrpSpPr/>
        <p:nvPr/>
      </p:nvGrpSpPr>
      <p:grpSpPr>
        <a:xfrm>
          <a:off x="0" y="0"/>
          <a:ext cx="0" cy="0"/>
          <a:chOff x="0" y="0"/>
          <a:chExt cx="0" cy="0"/>
        </a:xfrm>
      </p:grpSpPr>
      <p:sp>
        <p:nvSpPr>
          <p:cNvPr id="152" name="Google Shape;152;p32"/>
          <p:cNvSpPr>
            <a:spLocks noGrp="1"/>
          </p:cNvSpPr>
          <p:nvPr>
            <p:ph type="pic" idx="2"/>
          </p:nvPr>
        </p:nvSpPr>
        <p:spPr>
          <a:xfrm>
            <a:off x="0" y="0"/>
            <a:ext cx="6096000" cy="3429000"/>
          </a:xfrm>
          <a:prstGeom prst="rect">
            <a:avLst/>
          </a:prstGeom>
          <a:noFill/>
          <a:ln>
            <a:noFill/>
          </a:ln>
        </p:spPr>
      </p:sp>
      <p:sp>
        <p:nvSpPr>
          <p:cNvPr id="153" name="Google Shape;153;p32"/>
          <p:cNvSpPr>
            <a:spLocks noGrp="1"/>
          </p:cNvSpPr>
          <p:nvPr>
            <p:ph type="pic" idx="3"/>
          </p:nvPr>
        </p:nvSpPr>
        <p:spPr>
          <a:xfrm>
            <a:off x="6096000" y="3429000"/>
            <a:ext cx="6096000" cy="3429000"/>
          </a:xfrm>
          <a:prstGeom prst="rect">
            <a:avLst/>
          </a:prstGeom>
          <a:noFill/>
          <a:ln>
            <a:noFill/>
          </a:ln>
        </p:spPr>
      </p:sp>
    </p:spTree>
    <p:extLst>
      <p:ext uri="{BB962C8B-B14F-4D97-AF65-F5344CB8AC3E}">
        <p14:creationId xmlns:p14="http://schemas.microsoft.com/office/powerpoint/2010/main" val="93957792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39_01 - BLANK">
  <p:cSld name="39_01 - BLANK">
    <p:spTree>
      <p:nvGrpSpPr>
        <p:cNvPr id="1" name="Shape 154"/>
        <p:cNvGrpSpPr/>
        <p:nvPr/>
      </p:nvGrpSpPr>
      <p:grpSpPr>
        <a:xfrm>
          <a:off x="0" y="0"/>
          <a:ext cx="0" cy="0"/>
          <a:chOff x="0" y="0"/>
          <a:chExt cx="0" cy="0"/>
        </a:xfrm>
      </p:grpSpPr>
      <p:sp>
        <p:nvSpPr>
          <p:cNvPr id="155" name="Google Shape;155;p33"/>
          <p:cNvSpPr>
            <a:spLocks noGrp="1"/>
          </p:cNvSpPr>
          <p:nvPr>
            <p:ph type="pic" idx="2"/>
          </p:nvPr>
        </p:nvSpPr>
        <p:spPr>
          <a:xfrm>
            <a:off x="0" y="3429000"/>
            <a:ext cx="8836085" cy="3429000"/>
          </a:xfrm>
          <a:prstGeom prst="rect">
            <a:avLst/>
          </a:prstGeom>
          <a:noFill/>
          <a:ln>
            <a:noFill/>
          </a:ln>
        </p:spPr>
      </p:sp>
      <p:sp>
        <p:nvSpPr>
          <p:cNvPr id="156" name="Google Shape;156;p33"/>
          <p:cNvSpPr>
            <a:spLocks noGrp="1"/>
          </p:cNvSpPr>
          <p:nvPr>
            <p:ph type="pic" idx="3"/>
          </p:nvPr>
        </p:nvSpPr>
        <p:spPr>
          <a:xfrm>
            <a:off x="8836085" y="3429000"/>
            <a:ext cx="3355915" cy="3429000"/>
          </a:xfrm>
          <a:prstGeom prst="rect">
            <a:avLst/>
          </a:prstGeom>
          <a:noFill/>
          <a:ln>
            <a:noFill/>
          </a:ln>
        </p:spPr>
      </p:sp>
    </p:spTree>
    <p:extLst>
      <p:ext uri="{BB962C8B-B14F-4D97-AF65-F5344CB8AC3E}">
        <p14:creationId xmlns:p14="http://schemas.microsoft.com/office/powerpoint/2010/main" val="84950089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19_01 - BLANK">
  <p:cSld name="19_01 - BLANK">
    <p:spTree>
      <p:nvGrpSpPr>
        <p:cNvPr id="1" name="Shape 157"/>
        <p:cNvGrpSpPr/>
        <p:nvPr/>
      </p:nvGrpSpPr>
      <p:grpSpPr>
        <a:xfrm>
          <a:off x="0" y="0"/>
          <a:ext cx="0" cy="0"/>
          <a:chOff x="0" y="0"/>
          <a:chExt cx="0" cy="0"/>
        </a:xfrm>
      </p:grpSpPr>
      <p:sp>
        <p:nvSpPr>
          <p:cNvPr id="158" name="Google Shape;158;p34"/>
          <p:cNvSpPr>
            <a:spLocks noGrp="1"/>
          </p:cNvSpPr>
          <p:nvPr>
            <p:ph type="pic" idx="2"/>
          </p:nvPr>
        </p:nvSpPr>
        <p:spPr>
          <a:xfrm>
            <a:off x="0" y="3429000"/>
            <a:ext cx="3355915" cy="3429000"/>
          </a:xfrm>
          <a:prstGeom prst="rect">
            <a:avLst/>
          </a:prstGeom>
          <a:noFill/>
          <a:ln>
            <a:noFill/>
          </a:ln>
        </p:spPr>
      </p:sp>
    </p:spTree>
    <p:extLst>
      <p:ext uri="{BB962C8B-B14F-4D97-AF65-F5344CB8AC3E}">
        <p14:creationId xmlns:p14="http://schemas.microsoft.com/office/powerpoint/2010/main" val="133127123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41_01 - BLANK">
  <p:cSld name="41_01 - BLANK">
    <p:spTree>
      <p:nvGrpSpPr>
        <p:cNvPr id="1" name="Shape 159"/>
        <p:cNvGrpSpPr/>
        <p:nvPr/>
      </p:nvGrpSpPr>
      <p:grpSpPr>
        <a:xfrm>
          <a:off x="0" y="0"/>
          <a:ext cx="0" cy="0"/>
          <a:chOff x="0" y="0"/>
          <a:chExt cx="0" cy="0"/>
        </a:xfrm>
      </p:grpSpPr>
      <p:sp>
        <p:nvSpPr>
          <p:cNvPr id="160" name="Google Shape;160;p35"/>
          <p:cNvSpPr>
            <a:spLocks noGrp="1"/>
          </p:cNvSpPr>
          <p:nvPr>
            <p:ph type="pic" idx="2"/>
          </p:nvPr>
        </p:nvSpPr>
        <p:spPr>
          <a:xfrm>
            <a:off x="914400" y="914400"/>
            <a:ext cx="7027200" cy="5029200"/>
          </a:xfrm>
          <a:prstGeom prst="roundRect">
            <a:avLst>
              <a:gd name="adj" fmla="val 0"/>
            </a:avLst>
          </a:prstGeom>
          <a:noFill/>
          <a:ln>
            <a:noFill/>
          </a:ln>
        </p:spPr>
      </p:sp>
      <p:sp>
        <p:nvSpPr>
          <p:cNvPr id="161" name="Google Shape;161;p35"/>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131462744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44_01 - BLANK">
  <p:cSld name="44_01 - BLANK">
    <p:spTree>
      <p:nvGrpSpPr>
        <p:cNvPr id="1" name="Shape 162"/>
        <p:cNvGrpSpPr/>
        <p:nvPr/>
      </p:nvGrpSpPr>
      <p:grpSpPr>
        <a:xfrm>
          <a:off x="0" y="0"/>
          <a:ext cx="0" cy="0"/>
          <a:chOff x="0" y="0"/>
          <a:chExt cx="0" cy="0"/>
        </a:xfrm>
      </p:grpSpPr>
      <p:sp>
        <p:nvSpPr>
          <p:cNvPr id="163" name="Google Shape;163;p36"/>
          <p:cNvSpPr>
            <a:spLocks noGrp="1"/>
          </p:cNvSpPr>
          <p:nvPr>
            <p:ph type="pic" idx="2"/>
          </p:nvPr>
        </p:nvSpPr>
        <p:spPr>
          <a:xfrm>
            <a:off x="4250400" y="914400"/>
            <a:ext cx="7027200" cy="5029200"/>
          </a:xfrm>
          <a:prstGeom prst="roundRect">
            <a:avLst>
              <a:gd name="adj" fmla="val 0"/>
            </a:avLst>
          </a:prstGeom>
          <a:noFill/>
          <a:ln>
            <a:noFill/>
          </a:ln>
        </p:spPr>
      </p:sp>
      <p:sp>
        <p:nvSpPr>
          <p:cNvPr id="164" name="Google Shape;164;p36"/>
          <p:cNvSpPr txBox="1">
            <a:spLocks noGrp="1"/>
          </p:cNvSpPr>
          <p:nvPr>
            <p:ph type="title"/>
          </p:nvPr>
        </p:nvSpPr>
        <p:spPr>
          <a:xfrm>
            <a:off x="2692400" y="204824"/>
            <a:ext cx="8585200" cy="535491"/>
          </a:xfrm>
          <a:prstGeom prst="rect">
            <a:avLst/>
          </a:prstGeom>
          <a:noFill/>
          <a:ln>
            <a:noFill/>
          </a:ln>
        </p:spPr>
        <p:txBody>
          <a:bodyPr spcFirstLastPara="1" wrap="square" lIns="91425" tIns="45700" rIns="91425" bIns="45700" anchor="t" anchorCtr="0">
            <a:spAutoFit/>
          </a:bodyPr>
          <a:lstStyle>
            <a:lvl1pPr marR="0" lvl="0" algn="r"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286847376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46_01 - BLANK">
  <p:cSld name="46_01 - BLANK">
    <p:spTree>
      <p:nvGrpSpPr>
        <p:cNvPr id="1" name="Shape 165"/>
        <p:cNvGrpSpPr/>
        <p:nvPr/>
      </p:nvGrpSpPr>
      <p:grpSpPr>
        <a:xfrm>
          <a:off x="0" y="0"/>
          <a:ext cx="0" cy="0"/>
          <a:chOff x="0" y="0"/>
          <a:chExt cx="0" cy="0"/>
        </a:xfrm>
      </p:grpSpPr>
      <p:sp>
        <p:nvSpPr>
          <p:cNvPr id="166" name="Google Shape;166;p37"/>
          <p:cNvSpPr txBox="1">
            <a:spLocks noGrp="1"/>
          </p:cNvSpPr>
          <p:nvPr>
            <p:ph type="title"/>
          </p:nvPr>
        </p:nvSpPr>
        <p:spPr>
          <a:xfrm>
            <a:off x="2692400" y="204824"/>
            <a:ext cx="8585200" cy="535491"/>
          </a:xfrm>
          <a:prstGeom prst="rect">
            <a:avLst/>
          </a:prstGeom>
          <a:noFill/>
          <a:ln>
            <a:noFill/>
          </a:ln>
        </p:spPr>
        <p:txBody>
          <a:bodyPr spcFirstLastPara="1" wrap="square" lIns="91425" tIns="45700" rIns="91425" bIns="45700" anchor="t" anchorCtr="0">
            <a:spAutoFit/>
          </a:bodyPr>
          <a:lstStyle>
            <a:lvl1pPr marR="0" lvl="0" algn="r"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
        <p:nvSpPr>
          <p:cNvPr id="167" name="Google Shape;167;p37"/>
          <p:cNvSpPr>
            <a:spLocks noGrp="1"/>
          </p:cNvSpPr>
          <p:nvPr>
            <p:ph type="pic" idx="2"/>
          </p:nvPr>
        </p:nvSpPr>
        <p:spPr>
          <a:xfrm>
            <a:off x="6096000" y="914400"/>
            <a:ext cx="5181600" cy="5029200"/>
          </a:xfrm>
          <a:prstGeom prst="roundRect">
            <a:avLst>
              <a:gd name="adj" fmla="val 0"/>
            </a:avLst>
          </a:prstGeom>
          <a:noFill/>
          <a:ln>
            <a:noFill/>
          </a:ln>
        </p:spPr>
      </p:sp>
    </p:spTree>
    <p:extLst>
      <p:ext uri="{BB962C8B-B14F-4D97-AF65-F5344CB8AC3E}">
        <p14:creationId xmlns:p14="http://schemas.microsoft.com/office/powerpoint/2010/main" val="38664083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2_MOCKUP option 3">
  <p:cSld name="2_MOCKUP option 3">
    <p:spTree>
      <p:nvGrpSpPr>
        <p:cNvPr id="1" name="Shape 168"/>
        <p:cNvGrpSpPr/>
        <p:nvPr/>
      </p:nvGrpSpPr>
      <p:grpSpPr>
        <a:xfrm>
          <a:off x="0" y="0"/>
          <a:ext cx="0" cy="0"/>
          <a:chOff x="0" y="0"/>
          <a:chExt cx="0" cy="0"/>
        </a:xfrm>
      </p:grpSpPr>
      <p:sp>
        <p:nvSpPr>
          <p:cNvPr id="169" name="Google Shape;169;p38"/>
          <p:cNvSpPr>
            <a:spLocks noGrp="1"/>
          </p:cNvSpPr>
          <p:nvPr>
            <p:ph type="pic" idx="2"/>
          </p:nvPr>
        </p:nvSpPr>
        <p:spPr>
          <a:xfrm>
            <a:off x="2341880" y="1593427"/>
            <a:ext cx="1679787" cy="3626273"/>
          </a:xfrm>
          <a:prstGeom prst="rect">
            <a:avLst/>
          </a:prstGeom>
          <a:solidFill>
            <a:schemeClr val="accent1"/>
          </a:solidFill>
          <a:ln>
            <a:noFill/>
          </a:ln>
        </p:spPr>
      </p:sp>
    </p:spTree>
    <p:extLst>
      <p:ext uri="{BB962C8B-B14F-4D97-AF65-F5344CB8AC3E}">
        <p14:creationId xmlns:p14="http://schemas.microsoft.com/office/powerpoint/2010/main" val="3849079455"/>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47_01 - BLANK">
  <p:cSld name="47_01 - BLANK">
    <p:spTree>
      <p:nvGrpSpPr>
        <p:cNvPr id="1" name="Shape 170"/>
        <p:cNvGrpSpPr/>
        <p:nvPr/>
      </p:nvGrpSpPr>
      <p:grpSpPr>
        <a:xfrm>
          <a:off x="0" y="0"/>
          <a:ext cx="0" cy="0"/>
          <a:chOff x="0" y="0"/>
          <a:chExt cx="0" cy="0"/>
        </a:xfrm>
      </p:grpSpPr>
      <p:sp>
        <p:nvSpPr>
          <p:cNvPr id="171" name="Google Shape;171;p39"/>
          <p:cNvSpPr>
            <a:spLocks noGrp="1"/>
          </p:cNvSpPr>
          <p:nvPr>
            <p:ph type="pic" idx="2"/>
          </p:nvPr>
        </p:nvSpPr>
        <p:spPr>
          <a:xfrm>
            <a:off x="4716800" y="2025000"/>
            <a:ext cx="6052800" cy="2808000"/>
          </a:xfrm>
          <a:prstGeom prst="rect">
            <a:avLst/>
          </a:prstGeom>
          <a:solidFill>
            <a:schemeClr val="accent1"/>
          </a:solidFill>
          <a:ln>
            <a:noFill/>
          </a:ln>
        </p:spPr>
      </p:sp>
    </p:spTree>
    <p:extLst>
      <p:ext uri="{BB962C8B-B14F-4D97-AF65-F5344CB8AC3E}">
        <p14:creationId xmlns:p14="http://schemas.microsoft.com/office/powerpoint/2010/main" val="163029249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1_MOCKUP option 6">
  <p:cSld name="1_MOCKUP option 6">
    <p:spTree>
      <p:nvGrpSpPr>
        <p:cNvPr id="1" name="Shape 172"/>
        <p:cNvGrpSpPr/>
        <p:nvPr/>
      </p:nvGrpSpPr>
      <p:grpSpPr>
        <a:xfrm>
          <a:off x="0" y="0"/>
          <a:ext cx="0" cy="0"/>
          <a:chOff x="0" y="0"/>
          <a:chExt cx="0" cy="0"/>
        </a:xfrm>
      </p:grpSpPr>
      <p:sp>
        <p:nvSpPr>
          <p:cNvPr id="173" name="Google Shape;173;p40"/>
          <p:cNvSpPr>
            <a:spLocks noGrp="1"/>
          </p:cNvSpPr>
          <p:nvPr>
            <p:ph type="pic" idx="2"/>
          </p:nvPr>
        </p:nvSpPr>
        <p:spPr>
          <a:xfrm>
            <a:off x="5633440" y="2143760"/>
            <a:ext cx="5571067" cy="2590800"/>
          </a:xfrm>
          <a:prstGeom prst="rect">
            <a:avLst/>
          </a:prstGeom>
          <a:solidFill>
            <a:schemeClr val="accent1"/>
          </a:solidFill>
          <a:ln>
            <a:noFill/>
          </a:ln>
        </p:spPr>
      </p:sp>
    </p:spTree>
    <p:extLst>
      <p:ext uri="{BB962C8B-B14F-4D97-AF65-F5344CB8AC3E}">
        <p14:creationId xmlns:p14="http://schemas.microsoft.com/office/powerpoint/2010/main" val="404298411"/>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1_MOCKUP option 2">
  <p:cSld name="1_MOCKUP option 2">
    <p:spTree>
      <p:nvGrpSpPr>
        <p:cNvPr id="1" name="Shape 174"/>
        <p:cNvGrpSpPr/>
        <p:nvPr/>
      </p:nvGrpSpPr>
      <p:grpSpPr>
        <a:xfrm>
          <a:off x="0" y="0"/>
          <a:ext cx="0" cy="0"/>
          <a:chOff x="0" y="0"/>
          <a:chExt cx="0" cy="0"/>
        </a:xfrm>
      </p:grpSpPr>
      <p:sp>
        <p:nvSpPr>
          <p:cNvPr id="175" name="Google Shape;175;p41"/>
          <p:cNvSpPr>
            <a:spLocks noGrp="1"/>
          </p:cNvSpPr>
          <p:nvPr>
            <p:ph type="pic" idx="2"/>
          </p:nvPr>
        </p:nvSpPr>
        <p:spPr>
          <a:xfrm>
            <a:off x="1750907" y="1593427"/>
            <a:ext cx="1679787" cy="3626273"/>
          </a:xfrm>
          <a:prstGeom prst="rect">
            <a:avLst/>
          </a:prstGeom>
          <a:solidFill>
            <a:schemeClr val="accent1"/>
          </a:solidFill>
          <a:ln>
            <a:noFill/>
          </a:ln>
        </p:spPr>
      </p:sp>
    </p:spTree>
    <p:extLst>
      <p:ext uri="{BB962C8B-B14F-4D97-AF65-F5344CB8AC3E}">
        <p14:creationId xmlns:p14="http://schemas.microsoft.com/office/powerpoint/2010/main" val="1481234710"/>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1_MOCKUP option 1">
  <p:cSld name="1_MOCKUP option 1">
    <p:spTree>
      <p:nvGrpSpPr>
        <p:cNvPr id="1" name="Shape 176"/>
        <p:cNvGrpSpPr/>
        <p:nvPr/>
      </p:nvGrpSpPr>
      <p:grpSpPr>
        <a:xfrm>
          <a:off x="0" y="0"/>
          <a:ext cx="0" cy="0"/>
          <a:chOff x="0" y="0"/>
          <a:chExt cx="0" cy="0"/>
        </a:xfrm>
      </p:grpSpPr>
      <p:sp>
        <p:nvSpPr>
          <p:cNvPr id="177" name="Google Shape;177;p42"/>
          <p:cNvSpPr>
            <a:spLocks noGrp="1"/>
          </p:cNvSpPr>
          <p:nvPr>
            <p:ph type="pic" idx="2"/>
          </p:nvPr>
        </p:nvSpPr>
        <p:spPr>
          <a:xfrm>
            <a:off x="5256107" y="1593427"/>
            <a:ext cx="1679787" cy="3626273"/>
          </a:xfrm>
          <a:prstGeom prst="rect">
            <a:avLst/>
          </a:prstGeom>
          <a:solidFill>
            <a:schemeClr val="accent1"/>
          </a:solidFill>
          <a:ln>
            <a:noFill/>
          </a:ln>
        </p:spPr>
      </p:sp>
    </p:spTree>
    <p:extLst>
      <p:ext uri="{BB962C8B-B14F-4D97-AF65-F5344CB8AC3E}">
        <p14:creationId xmlns:p14="http://schemas.microsoft.com/office/powerpoint/2010/main" val="812971277"/>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1_MOCKUP option 4">
  <p:cSld name="1_MOCKUP option 4">
    <p:spTree>
      <p:nvGrpSpPr>
        <p:cNvPr id="1" name="Shape 178"/>
        <p:cNvGrpSpPr/>
        <p:nvPr/>
      </p:nvGrpSpPr>
      <p:grpSpPr>
        <a:xfrm>
          <a:off x="0" y="0"/>
          <a:ext cx="0" cy="0"/>
          <a:chOff x="0" y="0"/>
          <a:chExt cx="0" cy="0"/>
        </a:xfrm>
      </p:grpSpPr>
      <p:sp>
        <p:nvSpPr>
          <p:cNvPr id="179" name="Google Shape;179;p43"/>
          <p:cNvSpPr>
            <a:spLocks noGrp="1"/>
          </p:cNvSpPr>
          <p:nvPr>
            <p:ph type="pic" idx="2"/>
          </p:nvPr>
        </p:nvSpPr>
        <p:spPr>
          <a:xfrm>
            <a:off x="8348441" y="1593427"/>
            <a:ext cx="1679787" cy="3626273"/>
          </a:xfrm>
          <a:prstGeom prst="rect">
            <a:avLst/>
          </a:prstGeom>
          <a:solidFill>
            <a:schemeClr val="accent1"/>
          </a:solidFill>
          <a:ln>
            <a:noFill/>
          </a:ln>
        </p:spPr>
      </p:sp>
    </p:spTree>
    <p:extLst>
      <p:ext uri="{BB962C8B-B14F-4D97-AF65-F5344CB8AC3E}">
        <p14:creationId xmlns:p14="http://schemas.microsoft.com/office/powerpoint/2010/main" val="2343388"/>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1_MOCKUP option 5">
  <p:cSld name="1_MOCKUP option 5">
    <p:spTree>
      <p:nvGrpSpPr>
        <p:cNvPr id="1" name="Shape 180"/>
        <p:cNvGrpSpPr/>
        <p:nvPr/>
      </p:nvGrpSpPr>
      <p:grpSpPr>
        <a:xfrm>
          <a:off x="0" y="0"/>
          <a:ext cx="0" cy="0"/>
          <a:chOff x="0" y="0"/>
          <a:chExt cx="0" cy="0"/>
        </a:xfrm>
      </p:grpSpPr>
      <p:sp>
        <p:nvSpPr>
          <p:cNvPr id="181" name="Google Shape;181;p44"/>
          <p:cNvSpPr>
            <a:spLocks noGrp="1"/>
          </p:cNvSpPr>
          <p:nvPr>
            <p:ph type="pic" idx="2"/>
          </p:nvPr>
        </p:nvSpPr>
        <p:spPr>
          <a:xfrm rot="-1320000">
            <a:off x="2973600" y="1454400"/>
            <a:ext cx="1464000" cy="3806400"/>
          </a:xfrm>
          <a:prstGeom prst="roundRect">
            <a:avLst>
              <a:gd name="adj" fmla="val 4833"/>
            </a:avLst>
          </a:prstGeom>
          <a:solidFill>
            <a:schemeClr val="accent1"/>
          </a:solidFill>
          <a:ln>
            <a:noFill/>
          </a:ln>
        </p:spPr>
      </p:sp>
    </p:spTree>
    <p:extLst>
      <p:ext uri="{BB962C8B-B14F-4D97-AF65-F5344CB8AC3E}">
        <p14:creationId xmlns:p14="http://schemas.microsoft.com/office/powerpoint/2010/main" val="1741138471"/>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1_MOCKUP option 8">
  <p:cSld name="1_MOCKUP option 8">
    <p:spTree>
      <p:nvGrpSpPr>
        <p:cNvPr id="1" name="Shape 182"/>
        <p:cNvGrpSpPr/>
        <p:nvPr/>
      </p:nvGrpSpPr>
      <p:grpSpPr>
        <a:xfrm>
          <a:off x="0" y="0"/>
          <a:ext cx="0" cy="0"/>
          <a:chOff x="0" y="0"/>
          <a:chExt cx="0" cy="0"/>
        </a:xfrm>
      </p:grpSpPr>
      <p:sp>
        <p:nvSpPr>
          <p:cNvPr id="183" name="Google Shape;183;p45"/>
          <p:cNvSpPr>
            <a:spLocks noGrp="1"/>
          </p:cNvSpPr>
          <p:nvPr>
            <p:ph type="pic" idx="2"/>
          </p:nvPr>
        </p:nvSpPr>
        <p:spPr>
          <a:xfrm>
            <a:off x="3976800" y="2119200"/>
            <a:ext cx="1383792" cy="2473967"/>
          </a:xfrm>
          <a:prstGeom prst="rect">
            <a:avLst/>
          </a:prstGeom>
          <a:solidFill>
            <a:schemeClr val="accent1"/>
          </a:solidFill>
          <a:ln>
            <a:noFill/>
          </a:ln>
        </p:spPr>
      </p:sp>
      <p:sp>
        <p:nvSpPr>
          <p:cNvPr id="184" name="Google Shape;184;p45"/>
          <p:cNvSpPr>
            <a:spLocks noGrp="1"/>
          </p:cNvSpPr>
          <p:nvPr>
            <p:ph type="pic" idx="3"/>
          </p:nvPr>
        </p:nvSpPr>
        <p:spPr>
          <a:xfrm>
            <a:off x="1593600" y="2119200"/>
            <a:ext cx="1383792" cy="2473967"/>
          </a:xfrm>
          <a:prstGeom prst="rect">
            <a:avLst/>
          </a:prstGeom>
          <a:solidFill>
            <a:schemeClr val="accent1"/>
          </a:solidFill>
          <a:ln>
            <a:noFill/>
          </a:ln>
        </p:spPr>
      </p:sp>
      <p:sp>
        <p:nvSpPr>
          <p:cNvPr id="185" name="Google Shape;185;p45"/>
          <p:cNvSpPr>
            <a:spLocks noGrp="1"/>
          </p:cNvSpPr>
          <p:nvPr>
            <p:ph type="pic" idx="4"/>
          </p:nvPr>
        </p:nvSpPr>
        <p:spPr>
          <a:xfrm>
            <a:off x="2661600" y="1924800"/>
            <a:ext cx="1615440" cy="2877312"/>
          </a:xfrm>
          <a:prstGeom prst="rect">
            <a:avLst/>
          </a:prstGeom>
          <a:solidFill>
            <a:schemeClr val="accent1"/>
          </a:solidFill>
          <a:ln>
            <a:noFill/>
          </a:ln>
        </p:spPr>
      </p:sp>
    </p:spTree>
    <p:extLst>
      <p:ext uri="{BB962C8B-B14F-4D97-AF65-F5344CB8AC3E}">
        <p14:creationId xmlns:p14="http://schemas.microsoft.com/office/powerpoint/2010/main" val="4150684843"/>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1_MOCKUP option 12">
  <p:cSld name="1_MOCKUP option 12">
    <p:spTree>
      <p:nvGrpSpPr>
        <p:cNvPr id="1" name="Shape 186"/>
        <p:cNvGrpSpPr/>
        <p:nvPr/>
      </p:nvGrpSpPr>
      <p:grpSpPr>
        <a:xfrm>
          <a:off x="0" y="0"/>
          <a:ext cx="0" cy="0"/>
          <a:chOff x="0" y="0"/>
          <a:chExt cx="0" cy="0"/>
        </a:xfrm>
      </p:grpSpPr>
      <p:sp>
        <p:nvSpPr>
          <p:cNvPr id="187" name="Google Shape;187;p46"/>
          <p:cNvSpPr>
            <a:spLocks noGrp="1"/>
          </p:cNvSpPr>
          <p:nvPr>
            <p:ph type="pic" idx="2"/>
          </p:nvPr>
        </p:nvSpPr>
        <p:spPr>
          <a:xfrm>
            <a:off x="5357320" y="2875184"/>
            <a:ext cx="2621280" cy="4701273"/>
          </a:xfrm>
          <a:prstGeom prst="rect">
            <a:avLst/>
          </a:prstGeom>
          <a:solidFill>
            <a:schemeClr val="accent1"/>
          </a:solidFill>
          <a:ln>
            <a:noFill/>
          </a:ln>
        </p:spPr>
      </p:sp>
      <p:sp>
        <p:nvSpPr>
          <p:cNvPr id="188" name="Google Shape;188;p46"/>
          <p:cNvSpPr>
            <a:spLocks noGrp="1"/>
          </p:cNvSpPr>
          <p:nvPr>
            <p:ph type="pic" idx="3"/>
          </p:nvPr>
        </p:nvSpPr>
        <p:spPr>
          <a:xfrm>
            <a:off x="9970540" y="2875184"/>
            <a:ext cx="2621280" cy="4701273"/>
          </a:xfrm>
          <a:prstGeom prst="rect">
            <a:avLst/>
          </a:prstGeom>
          <a:solidFill>
            <a:schemeClr val="accent1"/>
          </a:solidFill>
          <a:ln>
            <a:noFill/>
          </a:ln>
        </p:spPr>
      </p:sp>
      <p:sp>
        <p:nvSpPr>
          <p:cNvPr id="189" name="Google Shape;189;p46"/>
          <p:cNvSpPr>
            <a:spLocks noGrp="1"/>
          </p:cNvSpPr>
          <p:nvPr>
            <p:ph type="pic" idx="4"/>
          </p:nvPr>
        </p:nvSpPr>
        <p:spPr>
          <a:xfrm>
            <a:off x="7424928" y="2468880"/>
            <a:ext cx="3072384" cy="5437632"/>
          </a:xfrm>
          <a:prstGeom prst="rect">
            <a:avLst/>
          </a:prstGeom>
          <a:solidFill>
            <a:schemeClr val="accent1"/>
          </a:solidFill>
          <a:ln>
            <a:noFill/>
          </a:ln>
        </p:spPr>
      </p:sp>
    </p:spTree>
    <p:extLst>
      <p:ext uri="{BB962C8B-B14F-4D97-AF65-F5344CB8AC3E}">
        <p14:creationId xmlns:p14="http://schemas.microsoft.com/office/powerpoint/2010/main" val="428715489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1_MOCKUP option 10">
  <p:cSld name="1_MOCKUP option 10">
    <p:spTree>
      <p:nvGrpSpPr>
        <p:cNvPr id="1" name="Shape 190"/>
        <p:cNvGrpSpPr/>
        <p:nvPr/>
      </p:nvGrpSpPr>
      <p:grpSpPr>
        <a:xfrm>
          <a:off x="0" y="0"/>
          <a:ext cx="0" cy="0"/>
          <a:chOff x="0" y="0"/>
          <a:chExt cx="0" cy="0"/>
        </a:xfrm>
      </p:grpSpPr>
      <p:sp>
        <p:nvSpPr>
          <p:cNvPr id="191" name="Google Shape;191;p47"/>
          <p:cNvSpPr>
            <a:spLocks noGrp="1"/>
          </p:cNvSpPr>
          <p:nvPr>
            <p:ph type="pic" idx="2"/>
          </p:nvPr>
        </p:nvSpPr>
        <p:spPr>
          <a:xfrm rot="1560000">
            <a:off x="6746400" y="861600"/>
            <a:ext cx="2076000" cy="4344000"/>
          </a:xfrm>
          <a:prstGeom prst="rect">
            <a:avLst/>
          </a:prstGeom>
          <a:solidFill>
            <a:schemeClr val="accent1"/>
          </a:solidFill>
          <a:ln>
            <a:noFill/>
          </a:ln>
        </p:spPr>
      </p:sp>
      <p:sp>
        <p:nvSpPr>
          <p:cNvPr id="192" name="Google Shape;192;p47"/>
          <p:cNvSpPr>
            <a:spLocks noGrp="1"/>
          </p:cNvSpPr>
          <p:nvPr>
            <p:ph type="pic" idx="3"/>
          </p:nvPr>
        </p:nvSpPr>
        <p:spPr>
          <a:xfrm rot="1560000">
            <a:off x="10056879" y="-286059"/>
            <a:ext cx="2076000" cy="4344000"/>
          </a:xfrm>
          <a:prstGeom prst="rect">
            <a:avLst/>
          </a:prstGeom>
          <a:solidFill>
            <a:schemeClr val="accent1"/>
          </a:solidFill>
          <a:ln>
            <a:noFill/>
          </a:ln>
        </p:spPr>
      </p:sp>
      <p:sp>
        <p:nvSpPr>
          <p:cNvPr id="193" name="Google Shape;193;p47"/>
          <p:cNvSpPr>
            <a:spLocks noGrp="1"/>
          </p:cNvSpPr>
          <p:nvPr>
            <p:ph type="pic" idx="4"/>
          </p:nvPr>
        </p:nvSpPr>
        <p:spPr>
          <a:xfrm rot="1560000">
            <a:off x="7970110" y="3972324"/>
            <a:ext cx="2076000" cy="4344000"/>
          </a:xfrm>
          <a:prstGeom prst="rect">
            <a:avLst/>
          </a:prstGeom>
          <a:solidFill>
            <a:schemeClr val="accent1"/>
          </a:solidFill>
          <a:ln>
            <a:noFill/>
          </a:ln>
        </p:spPr>
      </p:sp>
      <p:sp>
        <p:nvSpPr>
          <p:cNvPr id="194" name="Google Shape;194;p47"/>
          <p:cNvSpPr>
            <a:spLocks noGrp="1"/>
          </p:cNvSpPr>
          <p:nvPr>
            <p:ph type="pic" idx="5"/>
          </p:nvPr>
        </p:nvSpPr>
        <p:spPr>
          <a:xfrm rot="1560000">
            <a:off x="10835229" y="3724358"/>
            <a:ext cx="2076000" cy="4344000"/>
          </a:xfrm>
          <a:prstGeom prst="rect">
            <a:avLst/>
          </a:prstGeom>
          <a:solidFill>
            <a:schemeClr val="accent1"/>
          </a:solidFill>
          <a:ln>
            <a:noFill/>
          </a:ln>
        </p:spPr>
      </p:sp>
    </p:spTree>
    <p:extLst>
      <p:ext uri="{BB962C8B-B14F-4D97-AF65-F5344CB8AC3E}">
        <p14:creationId xmlns:p14="http://schemas.microsoft.com/office/powerpoint/2010/main" val="705002548"/>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1_MOCKUP option 9">
  <p:cSld name="1_MOCKUP option 9">
    <p:spTree>
      <p:nvGrpSpPr>
        <p:cNvPr id="1" name="Shape 195"/>
        <p:cNvGrpSpPr/>
        <p:nvPr/>
      </p:nvGrpSpPr>
      <p:grpSpPr>
        <a:xfrm>
          <a:off x="0" y="0"/>
          <a:ext cx="0" cy="0"/>
          <a:chOff x="0" y="0"/>
          <a:chExt cx="0" cy="0"/>
        </a:xfrm>
      </p:grpSpPr>
      <p:sp>
        <p:nvSpPr>
          <p:cNvPr id="196" name="Google Shape;196;p48"/>
          <p:cNvSpPr>
            <a:spLocks noGrp="1"/>
          </p:cNvSpPr>
          <p:nvPr>
            <p:ph type="pic" idx="2"/>
          </p:nvPr>
        </p:nvSpPr>
        <p:spPr>
          <a:xfrm>
            <a:off x="1759200" y="1480800"/>
            <a:ext cx="1588800" cy="3427200"/>
          </a:xfrm>
          <a:prstGeom prst="rect">
            <a:avLst/>
          </a:prstGeom>
          <a:solidFill>
            <a:schemeClr val="accent1"/>
          </a:solidFill>
          <a:ln>
            <a:noFill/>
          </a:ln>
        </p:spPr>
      </p:sp>
      <p:sp>
        <p:nvSpPr>
          <p:cNvPr id="197" name="Google Shape;197;p48"/>
          <p:cNvSpPr>
            <a:spLocks noGrp="1"/>
          </p:cNvSpPr>
          <p:nvPr>
            <p:ph type="pic" idx="3"/>
          </p:nvPr>
        </p:nvSpPr>
        <p:spPr>
          <a:xfrm>
            <a:off x="4222400" y="1480800"/>
            <a:ext cx="1588800" cy="3427200"/>
          </a:xfrm>
          <a:prstGeom prst="rect">
            <a:avLst/>
          </a:prstGeom>
          <a:solidFill>
            <a:schemeClr val="accent1"/>
          </a:solidFill>
          <a:ln>
            <a:noFill/>
          </a:ln>
        </p:spPr>
      </p:sp>
      <p:sp>
        <p:nvSpPr>
          <p:cNvPr id="198" name="Google Shape;198;p48"/>
          <p:cNvSpPr>
            <a:spLocks noGrp="1"/>
          </p:cNvSpPr>
          <p:nvPr>
            <p:ph type="pic" idx="4"/>
          </p:nvPr>
        </p:nvSpPr>
        <p:spPr>
          <a:xfrm>
            <a:off x="6685600" y="1480800"/>
            <a:ext cx="1588800" cy="3427200"/>
          </a:xfrm>
          <a:prstGeom prst="rect">
            <a:avLst/>
          </a:prstGeom>
          <a:solidFill>
            <a:schemeClr val="accent1"/>
          </a:solidFill>
          <a:ln>
            <a:noFill/>
          </a:ln>
        </p:spPr>
      </p:sp>
      <p:sp>
        <p:nvSpPr>
          <p:cNvPr id="199" name="Google Shape;199;p48"/>
          <p:cNvSpPr>
            <a:spLocks noGrp="1"/>
          </p:cNvSpPr>
          <p:nvPr>
            <p:ph type="pic" idx="5"/>
          </p:nvPr>
        </p:nvSpPr>
        <p:spPr>
          <a:xfrm>
            <a:off x="9148800" y="1480800"/>
            <a:ext cx="1588800" cy="3427200"/>
          </a:xfrm>
          <a:prstGeom prst="rect">
            <a:avLst/>
          </a:prstGeom>
          <a:solidFill>
            <a:schemeClr val="accent1"/>
          </a:solidFill>
          <a:ln>
            <a:noFill/>
          </a:ln>
        </p:spPr>
      </p:sp>
    </p:spTree>
    <p:extLst>
      <p:ext uri="{BB962C8B-B14F-4D97-AF65-F5344CB8AC3E}">
        <p14:creationId xmlns:p14="http://schemas.microsoft.com/office/powerpoint/2010/main" val="945329234"/>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2_MOCKUP option 9">
  <p:cSld name="2_MOCKUP option 9">
    <p:spTree>
      <p:nvGrpSpPr>
        <p:cNvPr id="1" name="Shape 200"/>
        <p:cNvGrpSpPr/>
        <p:nvPr/>
      </p:nvGrpSpPr>
      <p:grpSpPr>
        <a:xfrm>
          <a:off x="0" y="0"/>
          <a:ext cx="0" cy="0"/>
          <a:chOff x="0" y="0"/>
          <a:chExt cx="0" cy="0"/>
        </a:xfrm>
      </p:grpSpPr>
      <p:sp>
        <p:nvSpPr>
          <p:cNvPr id="201" name="Google Shape;201;p49"/>
          <p:cNvSpPr>
            <a:spLocks noGrp="1"/>
          </p:cNvSpPr>
          <p:nvPr>
            <p:ph type="pic" idx="2"/>
          </p:nvPr>
        </p:nvSpPr>
        <p:spPr>
          <a:xfrm>
            <a:off x="1759200" y="1651000"/>
            <a:ext cx="1588800" cy="3427200"/>
          </a:xfrm>
          <a:prstGeom prst="rect">
            <a:avLst/>
          </a:prstGeom>
          <a:solidFill>
            <a:schemeClr val="accent1"/>
          </a:solidFill>
          <a:ln>
            <a:noFill/>
          </a:ln>
        </p:spPr>
      </p:sp>
      <p:sp>
        <p:nvSpPr>
          <p:cNvPr id="202" name="Google Shape;202;p49"/>
          <p:cNvSpPr>
            <a:spLocks noGrp="1"/>
          </p:cNvSpPr>
          <p:nvPr>
            <p:ph type="pic" idx="3"/>
          </p:nvPr>
        </p:nvSpPr>
        <p:spPr>
          <a:xfrm>
            <a:off x="4222400" y="1651000"/>
            <a:ext cx="1588800" cy="3427200"/>
          </a:xfrm>
          <a:prstGeom prst="rect">
            <a:avLst/>
          </a:prstGeom>
          <a:solidFill>
            <a:schemeClr val="accent1"/>
          </a:solidFill>
          <a:ln>
            <a:noFill/>
          </a:ln>
        </p:spPr>
      </p:sp>
      <p:sp>
        <p:nvSpPr>
          <p:cNvPr id="203" name="Google Shape;203;p49"/>
          <p:cNvSpPr>
            <a:spLocks noGrp="1"/>
          </p:cNvSpPr>
          <p:nvPr>
            <p:ph type="pic" idx="4"/>
          </p:nvPr>
        </p:nvSpPr>
        <p:spPr>
          <a:xfrm>
            <a:off x="6685600" y="1651000"/>
            <a:ext cx="1588800" cy="3427200"/>
          </a:xfrm>
          <a:prstGeom prst="rect">
            <a:avLst/>
          </a:prstGeom>
          <a:solidFill>
            <a:schemeClr val="accent1"/>
          </a:solidFill>
          <a:ln>
            <a:noFill/>
          </a:ln>
        </p:spPr>
      </p:sp>
      <p:sp>
        <p:nvSpPr>
          <p:cNvPr id="204" name="Google Shape;204;p49"/>
          <p:cNvSpPr>
            <a:spLocks noGrp="1"/>
          </p:cNvSpPr>
          <p:nvPr>
            <p:ph type="pic" idx="5"/>
          </p:nvPr>
        </p:nvSpPr>
        <p:spPr>
          <a:xfrm>
            <a:off x="9148800" y="1651000"/>
            <a:ext cx="1588800" cy="3427200"/>
          </a:xfrm>
          <a:prstGeom prst="rect">
            <a:avLst/>
          </a:prstGeom>
          <a:solidFill>
            <a:schemeClr val="accent1"/>
          </a:solidFill>
          <a:ln>
            <a:noFill/>
          </a:ln>
        </p:spPr>
      </p:sp>
    </p:spTree>
    <p:extLst>
      <p:ext uri="{BB962C8B-B14F-4D97-AF65-F5344CB8AC3E}">
        <p14:creationId xmlns:p14="http://schemas.microsoft.com/office/powerpoint/2010/main" val="909915883"/>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1_MOCKUP option 27">
  <p:cSld name="1_MOCKUP option 27">
    <p:spTree>
      <p:nvGrpSpPr>
        <p:cNvPr id="1" name="Shape 205"/>
        <p:cNvGrpSpPr/>
        <p:nvPr/>
      </p:nvGrpSpPr>
      <p:grpSpPr>
        <a:xfrm>
          <a:off x="0" y="0"/>
          <a:ext cx="0" cy="0"/>
          <a:chOff x="0" y="0"/>
          <a:chExt cx="0" cy="0"/>
        </a:xfrm>
      </p:grpSpPr>
      <p:sp>
        <p:nvSpPr>
          <p:cNvPr id="206" name="Google Shape;206;p50"/>
          <p:cNvSpPr>
            <a:spLocks noGrp="1"/>
          </p:cNvSpPr>
          <p:nvPr>
            <p:ph type="pic" idx="2"/>
          </p:nvPr>
        </p:nvSpPr>
        <p:spPr>
          <a:xfrm>
            <a:off x="1737360" y="1999488"/>
            <a:ext cx="2487168" cy="3322320"/>
          </a:xfrm>
          <a:prstGeom prst="rect">
            <a:avLst/>
          </a:prstGeom>
          <a:solidFill>
            <a:schemeClr val="accent1"/>
          </a:solidFill>
          <a:ln>
            <a:noFill/>
          </a:ln>
        </p:spPr>
      </p:sp>
    </p:spTree>
    <p:extLst>
      <p:ext uri="{BB962C8B-B14F-4D97-AF65-F5344CB8AC3E}">
        <p14:creationId xmlns:p14="http://schemas.microsoft.com/office/powerpoint/2010/main" val="853002091"/>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1_MOCKUP option 19">
  <p:cSld name="1_MOCKUP option 19">
    <p:spTree>
      <p:nvGrpSpPr>
        <p:cNvPr id="1" name="Shape 207"/>
        <p:cNvGrpSpPr/>
        <p:nvPr/>
      </p:nvGrpSpPr>
      <p:grpSpPr>
        <a:xfrm>
          <a:off x="0" y="0"/>
          <a:ext cx="0" cy="0"/>
          <a:chOff x="0" y="0"/>
          <a:chExt cx="0" cy="0"/>
        </a:xfrm>
      </p:grpSpPr>
      <p:sp>
        <p:nvSpPr>
          <p:cNvPr id="208" name="Google Shape;208;p51"/>
          <p:cNvSpPr>
            <a:spLocks noGrp="1"/>
          </p:cNvSpPr>
          <p:nvPr>
            <p:ph type="pic" idx="2"/>
          </p:nvPr>
        </p:nvSpPr>
        <p:spPr>
          <a:xfrm>
            <a:off x="5798400" y="1361440"/>
            <a:ext cx="3134783" cy="4165600"/>
          </a:xfrm>
          <a:prstGeom prst="rect">
            <a:avLst/>
          </a:prstGeom>
          <a:solidFill>
            <a:schemeClr val="accent1"/>
          </a:solidFill>
          <a:ln>
            <a:noFill/>
          </a:ln>
        </p:spPr>
      </p:sp>
    </p:spTree>
    <p:extLst>
      <p:ext uri="{BB962C8B-B14F-4D97-AF65-F5344CB8AC3E}">
        <p14:creationId xmlns:p14="http://schemas.microsoft.com/office/powerpoint/2010/main" val="1042422741"/>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1_MOCKUP option 23">
  <p:cSld name="1_MOCKUP option 23">
    <p:spTree>
      <p:nvGrpSpPr>
        <p:cNvPr id="1" name="Shape 209"/>
        <p:cNvGrpSpPr/>
        <p:nvPr/>
      </p:nvGrpSpPr>
      <p:grpSpPr>
        <a:xfrm>
          <a:off x="0" y="0"/>
          <a:ext cx="0" cy="0"/>
          <a:chOff x="0" y="0"/>
          <a:chExt cx="0" cy="0"/>
        </a:xfrm>
      </p:grpSpPr>
      <p:sp>
        <p:nvSpPr>
          <p:cNvPr id="210" name="Google Shape;210;p52"/>
          <p:cNvSpPr>
            <a:spLocks noGrp="1"/>
          </p:cNvSpPr>
          <p:nvPr>
            <p:ph type="pic" idx="2"/>
          </p:nvPr>
        </p:nvSpPr>
        <p:spPr>
          <a:xfrm>
            <a:off x="6337300" y="1828800"/>
            <a:ext cx="4025900" cy="3009900"/>
          </a:xfrm>
          <a:prstGeom prst="rect">
            <a:avLst/>
          </a:prstGeom>
          <a:solidFill>
            <a:schemeClr val="accent1"/>
          </a:solidFill>
          <a:ln>
            <a:noFill/>
          </a:ln>
        </p:spPr>
      </p:sp>
    </p:spTree>
    <p:extLst>
      <p:ext uri="{BB962C8B-B14F-4D97-AF65-F5344CB8AC3E}">
        <p14:creationId xmlns:p14="http://schemas.microsoft.com/office/powerpoint/2010/main" val="1499512998"/>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1_MOCKUP option 22">
  <p:cSld name="1_MOCKUP option 22">
    <p:spTree>
      <p:nvGrpSpPr>
        <p:cNvPr id="1" name="Shape 211"/>
        <p:cNvGrpSpPr/>
        <p:nvPr/>
      </p:nvGrpSpPr>
      <p:grpSpPr>
        <a:xfrm>
          <a:off x="0" y="0"/>
          <a:ext cx="0" cy="0"/>
          <a:chOff x="0" y="0"/>
          <a:chExt cx="0" cy="0"/>
        </a:xfrm>
      </p:grpSpPr>
      <p:sp>
        <p:nvSpPr>
          <p:cNvPr id="212" name="Google Shape;212;p53"/>
          <p:cNvSpPr>
            <a:spLocks noGrp="1"/>
          </p:cNvSpPr>
          <p:nvPr>
            <p:ph type="pic" idx="2"/>
          </p:nvPr>
        </p:nvSpPr>
        <p:spPr>
          <a:xfrm>
            <a:off x="6870192" y="932688"/>
            <a:ext cx="6644640" cy="4980432"/>
          </a:xfrm>
          <a:prstGeom prst="rect">
            <a:avLst/>
          </a:prstGeom>
          <a:solidFill>
            <a:schemeClr val="accent1"/>
          </a:solidFill>
          <a:ln>
            <a:noFill/>
          </a:ln>
        </p:spPr>
      </p:sp>
    </p:spTree>
    <p:extLst>
      <p:ext uri="{BB962C8B-B14F-4D97-AF65-F5344CB8AC3E}">
        <p14:creationId xmlns:p14="http://schemas.microsoft.com/office/powerpoint/2010/main" val="257087703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1_MOCKUP option 21">
  <p:cSld name="1_MOCKUP option 21">
    <p:spTree>
      <p:nvGrpSpPr>
        <p:cNvPr id="1" name="Shape 213"/>
        <p:cNvGrpSpPr/>
        <p:nvPr/>
      </p:nvGrpSpPr>
      <p:grpSpPr>
        <a:xfrm>
          <a:off x="0" y="0"/>
          <a:ext cx="0" cy="0"/>
          <a:chOff x="0" y="0"/>
          <a:chExt cx="0" cy="0"/>
        </a:xfrm>
      </p:grpSpPr>
      <p:sp>
        <p:nvSpPr>
          <p:cNvPr id="214" name="Google Shape;214;p54"/>
          <p:cNvSpPr>
            <a:spLocks noGrp="1"/>
          </p:cNvSpPr>
          <p:nvPr>
            <p:ph type="pic" idx="2"/>
          </p:nvPr>
        </p:nvSpPr>
        <p:spPr>
          <a:xfrm rot="1800000">
            <a:off x="3547872" y="-4718304"/>
            <a:ext cx="9796272" cy="7418832"/>
          </a:xfrm>
          <a:prstGeom prst="rect">
            <a:avLst/>
          </a:prstGeom>
          <a:solidFill>
            <a:schemeClr val="accent1"/>
          </a:solidFill>
          <a:ln>
            <a:noFill/>
          </a:ln>
        </p:spPr>
      </p:sp>
    </p:spTree>
    <p:extLst>
      <p:ext uri="{BB962C8B-B14F-4D97-AF65-F5344CB8AC3E}">
        <p14:creationId xmlns:p14="http://schemas.microsoft.com/office/powerpoint/2010/main" val="134959997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1_MOCKUP option 28">
  <p:cSld name="1_MOCKUP option 28">
    <p:spTree>
      <p:nvGrpSpPr>
        <p:cNvPr id="1" name="Shape 215"/>
        <p:cNvGrpSpPr/>
        <p:nvPr/>
      </p:nvGrpSpPr>
      <p:grpSpPr>
        <a:xfrm>
          <a:off x="0" y="0"/>
          <a:ext cx="0" cy="0"/>
          <a:chOff x="0" y="0"/>
          <a:chExt cx="0" cy="0"/>
        </a:xfrm>
      </p:grpSpPr>
      <p:sp>
        <p:nvSpPr>
          <p:cNvPr id="216" name="Google Shape;216;p55"/>
          <p:cNvSpPr>
            <a:spLocks noGrp="1"/>
          </p:cNvSpPr>
          <p:nvPr>
            <p:ph type="pic" idx="2"/>
          </p:nvPr>
        </p:nvSpPr>
        <p:spPr>
          <a:xfrm>
            <a:off x="3394984" y="1612865"/>
            <a:ext cx="5456916" cy="3378235"/>
          </a:xfrm>
          <a:prstGeom prst="rect">
            <a:avLst/>
          </a:prstGeom>
          <a:solidFill>
            <a:schemeClr val="accent1"/>
          </a:solidFill>
          <a:ln>
            <a:noFill/>
          </a:ln>
        </p:spPr>
      </p:sp>
    </p:spTree>
    <p:extLst>
      <p:ext uri="{BB962C8B-B14F-4D97-AF65-F5344CB8AC3E}">
        <p14:creationId xmlns:p14="http://schemas.microsoft.com/office/powerpoint/2010/main" val="2263326916"/>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1_MOCKUP option 30">
  <p:cSld name="1_MOCKUP option 30">
    <p:spTree>
      <p:nvGrpSpPr>
        <p:cNvPr id="1" name="Shape 217"/>
        <p:cNvGrpSpPr/>
        <p:nvPr/>
      </p:nvGrpSpPr>
      <p:grpSpPr>
        <a:xfrm>
          <a:off x="0" y="0"/>
          <a:ext cx="0" cy="0"/>
          <a:chOff x="0" y="0"/>
          <a:chExt cx="0" cy="0"/>
        </a:xfrm>
      </p:grpSpPr>
      <p:sp>
        <p:nvSpPr>
          <p:cNvPr id="218" name="Google Shape;218;p56"/>
          <p:cNvSpPr>
            <a:spLocks noGrp="1"/>
          </p:cNvSpPr>
          <p:nvPr>
            <p:ph type="pic" idx="2"/>
          </p:nvPr>
        </p:nvSpPr>
        <p:spPr>
          <a:xfrm>
            <a:off x="6063215" y="2270725"/>
            <a:ext cx="3523827" cy="2169671"/>
          </a:xfrm>
          <a:prstGeom prst="rect">
            <a:avLst/>
          </a:prstGeom>
          <a:solidFill>
            <a:schemeClr val="accent1"/>
          </a:solidFill>
          <a:ln>
            <a:noFill/>
          </a:ln>
        </p:spPr>
      </p:sp>
    </p:spTree>
    <p:extLst>
      <p:ext uri="{BB962C8B-B14F-4D97-AF65-F5344CB8AC3E}">
        <p14:creationId xmlns:p14="http://schemas.microsoft.com/office/powerpoint/2010/main" val="1127505484"/>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1_MOCKUP option 26">
  <p:cSld name="1_MOCKUP option 26">
    <p:spTree>
      <p:nvGrpSpPr>
        <p:cNvPr id="1" name="Shape 219"/>
        <p:cNvGrpSpPr/>
        <p:nvPr/>
      </p:nvGrpSpPr>
      <p:grpSpPr>
        <a:xfrm>
          <a:off x="0" y="0"/>
          <a:ext cx="0" cy="0"/>
          <a:chOff x="0" y="0"/>
          <a:chExt cx="0" cy="0"/>
        </a:xfrm>
      </p:grpSpPr>
      <p:sp>
        <p:nvSpPr>
          <p:cNvPr id="220" name="Google Shape;220;p57"/>
          <p:cNvSpPr>
            <a:spLocks noGrp="1"/>
          </p:cNvSpPr>
          <p:nvPr>
            <p:ph type="pic" idx="2"/>
          </p:nvPr>
        </p:nvSpPr>
        <p:spPr>
          <a:xfrm>
            <a:off x="-700820" y="1370661"/>
            <a:ext cx="5959024" cy="3676625"/>
          </a:xfrm>
          <a:prstGeom prst="rect">
            <a:avLst/>
          </a:prstGeom>
          <a:solidFill>
            <a:schemeClr val="accent1"/>
          </a:solidFill>
          <a:ln>
            <a:noFill/>
          </a:ln>
        </p:spPr>
      </p:sp>
    </p:spTree>
    <p:extLst>
      <p:ext uri="{BB962C8B-B14F-4D97-AF65-F5344CB8AC3E}">
        <p14:creationId xmlns:p14="http://schemas.microsoft.com/office/powerpoint/2010/main" val="1015286710"/>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1_MOCKUP option 29">
  <p:cSld name="1_MOCKUP option 29">
    <p:spTree>
      <p:nvGrpSpPr>
        <p:cNvPr id="1" name="Shape 221"/>
        <p:cNvGrpSpPr/>
        <p:nvPr/>
      </p:nvGrpSpPr>
      <p:grpSpPr>
        <a:xfrm>
          <a:off x="0" y="0"/>
          <a:ext cx="0" cy="0"/>
          <a:chOff x="0" y="0"/>
          <a:chExt cx="0" cy="0"/>
        </a:xfrm>
      </p:grpSpPr>
      <p:sp>
        <p:nvSpPr>
          <p:cNvPr id="222" name="Google Shape;222;p58"/>
          <p:cNvSpPr>
            <a:spLocks noGrp="1"/>
          </p:cNvSpPr>
          <p:nvPr>
            <p:ph type="pic" idx="2"/>
          </p:nvPr>
        </p:nvSpPr>
        <p:spPr>
          <a:xfrm>
            <a:off x="1720932" y="2061668"/>
            <a:ext cx="4202896" cy="2587785"/>
          </a:xfrm>
          <a:prstGeom prst="rect">
            <a:avLst/>
          </a:prstGeom>
          <a:solidFill>
            <a:schemeClr val="accent1"/>
          </a:solidFill>
          <a:ln>
            <a:noFill/>
          </a:ln>
        </p:spPr>
      </p:sp>
    </p:spTree>
    <p:extLst>
      <p:ext uri="{BB962C8B-B14F-4D97-AF65-F5344CB8AC3E}">
        <p14:creationId xmlns:p14="http://schemas.microsoft.com/office/powerpoint/2010/main" val="4168758890"/>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1_MOCKUP option 13">
  <p:cSld name="1_MOCKUP option 13">
    <p:spTree>
      <p:nvGrpSpPr>
        <p:cNvPr id="1" name="Shape 223"/>
        <p:cNvGrpSpPr/>
        <p:nvPr/>
      </p:nvGrpSpPr>
      <p:grpSpPr>
        <a:xfrm>
          <a:off x="0" y="0"/>
          <a:ext cx="0" cy="0"/>
          <a:chOff x="0" y="0"/>
          <a:chExt cx="0" cy="0"/>
        </a:xfrm>
      </p:grpSpPr>
      <p:sp>
        <p:nvSpPr>
          <p:cNvPr id="224" name="Google Shape;224;p59"/>
          <p:cNvSpPr>
            <a:spLocks noGrp="1"/>
          </p:cNvSpPr>
          <p:nvPr>
            <p:ph type="pic" idx="2"/>
          </p:nvPr>
        </p:nvSpPr>
        <p:spPr>
          <a:xfrm>
            <a:off x="6438901" y="1419226"/>
            <a:ext cx="4504267" cy="3466041"/>
          </a:xfrm>
          <a:prstGeom prst="rect">
            <a:avLst/>
          </a:prstGeom>
          <a:solidFill>
            <a:schemeClr val="accent1"/>
          </a:solidFill>
          <a:ln>
            <a:noFill/>
          </a:ln>
        </p:spPr>
      </p:sp>
    </p:spTree>
    <p:extLst>
      <p:ext uri="{BB962C8B-B14F-4D97-AF65-F5344CB8AC3E}">
        <p14:creationId xmlns:p14="http://schemas.microsoft.com/office/powerpoint/2010/main" val="49797541"/>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3_MOCKUP option 31">
  <p:cSld name="3_MOCKUP option 31">
    <p:spTree>
      <p:nvGrpSpPr>
        <p:cNvPr id="1" name="Shape 225"/>
        <p:cNvGrpSpPr/>
        <p:nvPr/>
      </p:nvGrpSpPr>
      <p:grpSpPr>
        <a:xfrm>
          <a:off x="0" y="0"/>
          <a:ext cx="0" cy="0"/>
          <a:chOff x="0" y="0"/>
          <a:chExt cx="0" cy="0"/>
        </a:xfrm>
      </p:grpSpPr>
      <p:sp>
        <p:nvSpPr>
          <p:cNvPr id="226" name="Google Shape;226;p60"/>
          <p:cNvSpPr>
            <a:spLocks noGrp="1"/>
          </p:cNvSpPr>
          <p:nvPr>
            <p:ph type="pic" idx="2"/>
          </p:nvPr>
        </p:nvSpPr>
        <p:spPr>
          <a:xfrm>
            <a:off x="6214808" y="2463800"/>
            <a:ext cx="3517900" cy="2180167"/>
          </a:xfrm>
          <a:prstGeom prst="rect">
            <a:avLst/>
          </a:prstGeom>
          <a:solidFill>
            <a:schemeClr val="accent1"/>
          </a:solidFill>
          <a:ln>
            <a:noFill/>
          </a:ln>
        </p:spPr>
      </p:sp>
    </p:spTree>
    <p:extLst>
      <p:ext uri="{BB962C8B-B14F-4D97-AF65-F5344CB8AC3E}">
        <p14:creationId xmlns:p14="http://schemas.microsoft.com/office/powerpoint/2010/main" val="658507887"/>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1_MOCKUP option 16">
  <p:cSld name="1_MOCKUP option 16">
    <p:spTree>
      <p:nvGrpSpPr>
        <p:cNvPr id="1" name="Shape 227"/>
        <p:cNvGrpSpPr/>
        <p:nvPr/>
      </p:nvGrpSpPr>
      <p:grpSpPr>
        <a:xfrm>
          <a:off x="0" y="0"/>
          <a:ext cx="0" cy="0"/>
          <a:chOff x="0" y="0"/>
          <a:chExt cx="0" cy="0"/>
        </a:xfrm>
      </p:grpSpPr>
      <p:sp>
        <p:nvSpPr>
          <p:cNvPr id="228" name="Google Shape;228;p61"/>
          <p:cNvSpPr>
            <a:spLocks noGrp="1"/>
          </p:cNvSpPr>
          <p:nvPr>
            <p:ph type="pic" idx="2"/>
          </p:nvPr>
        </p:nvSpPr>
        <p:spPr>
          <a:xfrm>
            <a:off x="4178922" y="2028576"/>
            <a:ext cx="3834157" cy="2376163"/>
          </a:xfrm>
          <a:prstGeom prst="rect">
            <a:avLst/>
          </a:prstGeom>
          <a:solidFill>
            <a:schemeClr val="accent1"/>
          </a:solidFill>
          <a:ln>
            <a:noFill/>
          </a:ln>
        </p:spPr>
      </p:sp>
    </p:spTree>
    <p:extLst>
      <p:ext uri="{BB962C8B-B14F-4D97-AF65-F5344CB8AC3E}">
        <p14:creationId xmlns:p14="http://schemas.microsoft.com/office/powerpoint/2010/main" val="3104957918"/>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1_MOCKUP option 24">
  <p:cSld name="1_MOCKUP option 24">
    <p:spTree>
      <p:nvGrpSpPr>
        <p:cNvPr id="1" name="Shape 229"/>
        <p:cNvGrpSpPr/>
        <p:nvPr/>
      </p:nvGrpSpPr>
      <p:grpSpPr>
        <a:xfrm>
          <a:off x="0" y="0"/>
          <a:ext cx="0" cy="0"/>
          <a:chOff x="0" y="0"/>
          <a:chExt cx="0" cy="0"/>
        </a:xfrm>
      </p:grpSpPr>
      <p:sp>
        <p:nvSpPr>
          <p:cNvPr id="230" name="Google Shape;230;p62"/>
          <p:cNvSpPr>
            <a:spLocks noGrp="1"/>
          </p:cNvSpPr>
          <p:nvPr>
            <p:ph type="pic" idx="2"/>
          </p:nvPr>
        </p:nvSpPr>
        <p:spPr>
          <a:xfrm>
            <a:off x="1416000" y="1656000"/>
            <a:ext cx="4346448" cy="2487168"/>
          </a:xfrm>
          <a:prstGeom prst="rect">
            <a:avLst/>
          </a:prstGeom>
          <a:solidFill>
            <a:schemeClr val="accent1"/>
          </a:solidFill>
          <a:ln>
            <a:noFill/>
          </a:ln>
        </p:spPr>
      </p:sp>
    </p:spTree>
    <p:extLst>
      <p:ext uri="{BB962C8B-B14F-4D97-AF65-F5344CB8AC3E}">
        <p14:creationId xmlns:p14="http://schemas.microsoft.com/office/powerpoint/2010/main" val="283440740"/>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1_MOCKUP option 25">
  <p:cSld name="1_MOCKUP option 25">
    <p:spTree>
      <p:nvGrpSpPr>
        <p:cNvPr id="1" name="Shape 231"/>
        <p:cNvGrpSpPr/>
        <p:nvPr/>
      </p:nvGrpSpPr>
      <p:grpSpPr>
        <a:xfrm>
          <a:off x="0" y="0"/>
          <a:ext cx="0" cy="0"/>
          <a:chOff x="0" y="0"/>
          <a:chExt cx="0" cy="0"/>
        </a:xfrm>
      </p:grpSpPr>
      <p:sp>
        <p:nvSpPr>
          <p:cNvPr id="232" name="Google Shape;232;p63"/>
          <p:cNvSpPr>
            <a:spLocks noGrp="1"/>
          </p:cNvSpPr>
          <p:nvPr>
            <p:ph type="pic" idx="2"/>
          </p:nvPr>
        </p:nvSpPr>
        <p:spPr>
          <a:xfrm>
            <a:off x="6086879" y="1738469"/>
            <a:ext cx="4346448" cy="2487168"/>
          </a:xfrm>
          <a:prstGeom prst="rect">
            <a:avLst/>
          </a:prstGeom>
          <a:solidFill>
            <a:schemeClr val="accent1"/>
          </a:solidFill>
          <a:ln>
            <a:noFill/>
          </a:ln>
        </p:spPr>
      </p:sp>
    </p:spTree>
    <p:extLst>
      <p:ext uri="{BB962C8B-B14F-4D97-AF65-F5344CB8AC3E}">
        <p14:creationId xmlns:p14="http://schemas.microsoft.com/office/powerpoint/2010/main" val="1459072627"/>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1_MOCKUP option 15">
  <p:cSld name="1_MOCKUP option 15">
    <p:spTree>
      <p:nvGrpSpPr>
        <p:cNvPr id="1" name="Shape 233"/>
        <p:cNvGrpSpPr/>
        <p:nvPr/>
      </p:nvGrpSpPr>
      <p:grpSpPr>
        <a:xfrm>
          <a:off x="0" y="0"/>
          <a:ext cx="0" cy="0"/>
          <a:chOff x="0" y="0"/>
          <a:chExt cx="0" cy="0"/>
        </a:xfrm>
      </p:grpSpPr>
      <p:sp>
        <p:nvSpPr>
          <p:cNvPr id="234" name="Google Shape;234;p64"/>
          <p:cNvSpPr>
            <a:spLocks noGrp="1"/>
          </p:cNvSpPr>
          <p:nvPr>
            <p:ph type="pic" idx="2"/>
          </p:nvPr>
        </p:nvSpPr>
        <p:spPr>
          <a:xfrm>
            <a:off x="4119034" y="2087034"/>
            <a:ext cx="3953933" cy="2252133"/>
          </a:xfrm>
          <a:prstGeom prst="rect">
            <a:avLst/>
          </a:prstGeom>
          <a:solidFill>
            <a:schemeClr val="accent1"/>
          </a:solidFill>
          <a:ln>
            <a:noFill/>
          </a:ln>
        </p:spPr>
      </p:sp>
    </p:spTree>
    <p:extLst>
      <p:ext uri="{BB962C8B-B14F-4D97-AF65-F5344CB8AC3E}">
        <p14:creationId xmlns:p14="http://schemas.microsoft.com/office/powerpoint/2010/main" val="4106247335"/>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1_MOCKUP option 20">
  <p:cSld name="1_MOCKUP option 20">
    <p:spTree>
      <p:nvGrpSpPr>
        <p:cNvPr id="1" name="Shape 235"/>
        <p:cNvGrpSpPr/>
        <p:nvPr/>
      </p:nvGrpSpPr>
      <p:grpSpPr>
        <a:xfrm>
          <a:off x="0" y="0"/>
          <a:ext cx="0" cy="0"/>
          <a:chOff x="0" y="0"/>
          <a:chExt cx="0" cy="0"/>
        </a:xfrm>
      </p:grpSpPr>
      <p:sp>
        <p:nvSpPr>
          <p:cNvPr id="236" name="Google Shape;236;p65"/>
          <p:cNvSpPr>
            <a:spLocks noGrp="1"/>
          </p:cNvSpPr>
          <p:nvPr>
            <p:ph type="pic" idx="2"/>
          </p:nvPr>
        </p:nvSpPr>
        <p:spPr>
          <a:xfrm>
            <a:off x="1971675" y="2049404"/>
            <a:ext cx="2822575" cy="1592322"/>
          </a:xfrm>
          <a:prstGeom prst="rect">
            <a:avLst/>
          </a:prstGeom>
          <a:solidFill>
            <a:schemeClr val="accent1"/>
          </a:solidFill>
          <a:ln>
            <a:noFill/>
          </a:ln>
        </p:spPr>
      </p:sp>
      <p:sp>
        <p:nvSpPr>
          <p:cNvPr id="237" name="Google Shape;237;p65"/>
          <p:cNvSpPr>
            <a:spLocks noGrp="1"/>
          </p:cNvSpPr>
          <p:nvPr>
            <p:ph type="pic" idx="3"/>
          </p:nvPr>
        </p:nvSpPr>
        <p:spPr>
          <a:xfrm>
            <a:off x="7393557" y="2049404"/>
            <a:ext cx="2822575" cy="1592322"/>
          </a:xfrm>
          <a:prstGeom prst="rect">
            <a:avLst/>
          </a:prstGeom>
          <a:solidFill>
            <a:schemeClr val="accent1"/>
          </a:solidFill>
          <a:ln>
            <a:noFill/>
          </a:ln>
        </p:spPr>
      </p:sp>
      <p:sp>
        <p:nvSpPr>
          <p:cNvPr id="238" name="Google Shape;238;p65"/>
          <p:cNvSpPr>
            <a:spLocks noGrp="1"/>
          </p:cNvSpPr>
          <p:nvPr>
            <p:ph type="pic" idx="4"/>
          </p:nvPr>
        </p:nvSpPr>
        <p:spPr>
          <a:xfrm>
            <a:off x="4224338" y="1658409"/>
            <a:ext cx="3743325" cy="2118783"/>
          </a:xfrm>
          <a:prstGeom prst="rect">
            <a:avLst/>
          </a:prstGeom>
          <a:solidFill>
            <a:schemeClr val="accent1"/>
          </a:solidFill>
          <a:ln>
            <a:noFill/>
          </a:ln>
        </p:spPr>
      </p:sp>
    </p:spTree>
    <p:extLst>
      <p:ext uri="{BB962C8B-B14F-4D97-AF65-F5344CB8AC3E}">
        <p14:creationId xmlns:p14="http://schemas.microsoft.com/office/powerpoint/2010/main" val="3875574496"/>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1_MOCKUP option 17">
  <p:cSld name="1_MOCKUP option 17">
    <p:spTree>
      <p:nvGrpSpPr>
        <p:cNvPr id="1" name="Shape 239"/>
        <p:cNvGrpSpPr/>
        <p:nvPr/>
      </p:nvGrpSpPr>
      <p:grpSpPr>
        <a:xfrm>
          <a:off x="0" y="0"/>
          <a:ext cx="0" cy="0"/>
          <a:chOff x="0" y="0"/>
          <a:chExt cx="0" cy="0"/>
        </a:xfrm>
      </p:grpSpPr>
      <p:sp>
        <p:nvSpPr>
          <p:cNvPr id="240" name="Google Shape;240;p66"/>
          <p:cNvSpPr>
            <a:spLocks noGrp="1"/>
          </p:cNvSpPr>
          <p:nvPr>
            <p:ph type="pic" idx="2"/>
          </p:nvPr>
        </p:nvSpPr>
        <p:spPr>
          <a:xfrm>
            <a:off x="2133600" y="2067561"/>
            <a:ext cx="2270549" cy="2697903"/>
          </a:xfrm>
          <a:prstGeom prst="roundRect">
            <a:avLst>
              <a:gd name="adj" fmla="val 14877"/>
            </a:avLst>
          </a:prstGeom>
          <a:solidFill>
            <a:schemeClr val="accent1"/>
          </a:solidFill>
          <a:ln>
            <a:noFill/>
          </a:ln>
        </p:spPr>
      </p:sp>
    </p:spTree>
    <p:extLst>
      <p:ext uri="{BB962C8B-B14F-4D97-AF65-F5344CB8AC3E}">
        <p14:creationId xmlns:p14="http://schemas.microsoft.com/office/powerpoint/2010/main" val="968349846"/>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1_MOCKUP option 18">
  <p:cSld name="1_MOCKUP option 18">
    <p:spTree>
      <p:nvGrpSpPr>
        <p:cNvPr id="1" name="Shape 241"/>
        <p:cNvGrpSpPr/>
        <p:nvPr/>
      </p:nvGrpSpPr>
      <p:grpSpPr>
        <a:xfrm>
          <a:off x="0" y="0"/>
          <a:ext cx="0" cy="0"/>
          <a:chOff x="0" y="0"/>
          <a:chExt cx="0" cy="0"/>
        </a:xfrm>
      </p:grpSpPr>
      <p:sp>
        <p:nvSpPr>
          <p:cNvPr id="242" name="Google Shape;242;p67"/>
          <p:cNvSpPr>
            <a:spLocks noGrp="1"/>
          </p:cNvSpPr>
          <p:nvPr>
            <p:ph type="pic" idx="2"/>
          </p:nvPr>
        </p:nvSpPr>
        <p:spPr>
          <a:xfrm>
            <a:off x="7071558" y="2468034"/>
            <a:ext cx="1727663" cy="2015067"/>
          </a:xfrm>
          <a:prstGeom prst="roundRect">
            <a:avLst>
              <a:gd name="adj" fmla="val 14877"/>
            </a:avLst>
          </a:prstGeom>
          <a:solidFill>
            <a:schemeClr val="accent1"/>
          </a:solidFill>
          <a:ln>
            <a:noFill/>
          </a:ln>
        </p:spPr>
      </p:sp>
      <p:sp>
        <p:nvSpPr>
          <p:cNvPr id="243" name="Google Shape;243;p67"/>
          <p:cNvSpPr>
            <a:spLocks noGrp="1"/>
          </p:cNvSpPr>
          <p:nvPr>
            <p:ph type="pic" idx="3"/>
          </p:nvPr>
        </p:nvSpPr>
        <p:spPr>
          <a:xfrm>
            <a:off x="5811718" y="2656840"/>
            <a:ext cx="1414058" cy="1688255"/>
          </a:xfrm>
          <a:prstGeom prst="roundRect">
            <a:avLst>
              <a:gd name="adj" fmla="val 16542"/>
            </a:avLst>
          </a:prstGeom>
          <a:solidFill>
            <a:schemeClr val="accent1"/>
          </a:solidFill>
          <a:ln>
            <a:noFill/>
          </a:ln>
        </p:spPr>
      </p:sp>
      <p:sp>
        <p:nvSpPr>
          <p:cNvPr id="244" name="Google Shape;244;p67"/>
          <p:cNvSpPr>
            <a:spLocks noGrp="1"/>
          </p:cNvSpPr>
          <p:nvPr>
            <p:ph type="pic" idx="4"/>
          </p:nvPr>
        </p:nvSpPr>
        <p:spPr>
          <a:xfrm>
            <a:off x="8595135" y="2656840"/>
            <a:ext cx="1414058" cy="1688255"/>
          </a:xfrm>
          <a:prstGeom prst="roundRect">
            <a:avLst>
              <a:gd name="adj" fmla="val 16542"/>
            </a:avLst>
          </a:prstGeom>
          <a:solidFill>
            <a:schemeClr val="accent1"/>
          </a:solidFill>
          <a:ln>
            <a:noFill/>
          </a:ln>
        </p:spPr>
      </p:sp>
    </p:spTree>
    <p:extLst>
      <p:ext uri="{BB962C8B-B14F-4D97-AF65-F5344CB8AC3E}">
        <p14:creationId xmlns:p14="http://schemas.microsoft.com/office/powerpoint/2010/main" val="1759544003"/>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1_MOCKUP option 14">
  <p:cSld name="1_MOCKUP option 14">
    <p:spTree>
      <p:nvGrpSpPr>
        <p:cNvPr id="1" name="Shape 245"/>
        <p:cNvGrpSpPr/>
        <p:nvPr/>
      </p:nvGrpSpPr>
      <p:grpSpPr>
        <a:xfrm>
          <a:off x="0" y="0"/>
          <a:ext cx="0" cy="0"/>
          <a:chOff x="0" y="0"/>
          <a:chExt cx="0" cy="0"/>
        </a:xfrm>
      </p:grpSpPr>
      <p:sp>
        <p:nvSpPr>
          <p:cNvPr id="246" name="Google Shape;246;p68"/>
          <p:cNvSpPr>
            <a:spLocks noGrp="1"/>
          </p:cNvSpPr>
          <p:nvPr>
            <p:ph type="pic" idx="2"/>
          </p:nvPr>
        </p:nvSpPr>
        <p:spPr>
          <a:xfrm>
            <a:off x="4240300" y="1955800"/>
            <a:ext cx="6198785" cy="3363829"/>
          </a:xfrm>
          <a:prstGeom prst="rect">
            <a:avLst/>
          </a:prstGeom>
          <a:solidFill>
            <a:schemeClr val="accent1"/>
          </a:solidFill>
          <a:ln>
            <a:noFill/>
          </a:ln>
        </p:spPr>
      </p:sp>
    </p:spTree>
    <p:extLst>
      <p:ext uri="{BB962C8B-B14F-4D97-AF65-F5344CB8AC3E}">
        <p14:creationId xmlns:p14="http://schemas.microsoft.com/office/powerpoint/2010/main" val="2574021328"/>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2_IMAGE option 05">
  <p:cSld name="2_IMAGE option 05">
    <p:spTree>
      <p:nvGrpSpPr>
        <p:cNvPr id="1" name="Shape 247"/>
        <p:cNvGrpSpPr/>
        <p:nvPr/>
      </p:nvGrpSpPr>
      <p:grpSpPr>
        <a:xfrm>
          <a:off x="0" y="0"/>
          <a:ext cx="0" cy="0"/>
          <a:chOff x="0" y="0"/>
          <a:chExt cx="0" cy="0"/>
        </a:xfrm>
      </p:grpSpPr>
      <p:sp>
        <p:nvSpPr>
          <p:cNvPr id="248" name="Google Shape;248;p69"/>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
        <p:nvSpPr>
          <p:cNvPr id="249" name="Google Shape;249;p69"/>
          <p:cNvSpPr>
            <a:spLocks noGrp="1"/>
          </p:cNvSpPr>
          <p:nvPr>
            <p:ph type="pic" idx="2"/>
          </p:nvPr>
        </p:nvSpPr>
        <p:spPr>
          <a:xfrm>
            <a:off x="1219200" y="1600200"/>
            <a:ext cx="3657600" cy="3657600"/>
          </a:xfrm>
          <a:prstGeom prst="ellipse">
            <a:avLst/>
          </a:prstGeom>
          <a:noFill/>
          <a:ln>
            <a:noFill/>
          </a:ln>
        </p:spPr>
      </p:sp>
    </p:spTree>
    <p:extLst>
      <p:ext uri="{BB962C8B-B14F-4D97-AF65-F5344CB8AC3E}">
        <p14:creationId xmlns:p14="http://schemas.microsoft.com/office/powerpoint/2010/main" val="3007690766"/>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2_IMAGE option 12">
  <p:cSld name="2_IMAGE option 12">
    <p:spTree>
      <p:nvGrpSpPr>
        <p:cNvPr id="1" name="Shape 250"/>
        <p:cNvGrpSpPr/>
        <p:nvPr/>
      </p:nvGrpSpPr>
      <p:grpSpPr>
        <a:xfrm>
          <a:off x="0" y="0"/>
          <a:ext cx="0" cy="0"/>
          <a:chOff x="0" y="0"/>
          <a:chExt cx="0" cy="0"/>
        </a:xfrm>
      </p:grpSpPr>
      <p:sp>
        <p:nvSpPr>
          <p:cNvPr id="251" name="Google Shape;251;p70"/>
          <p:cNvSpPr>
            <a:spLocks noGrp="1"/>
          </p:cNvSpPr>
          <p:nvPr>
            <p:ph type="pic" idx="2"/>
          </p:nvPr>
        </p:nvSpPr>
        <p:spPr>
          <a:xfrm>
            <a:off x="914400" y="914400"/>
            <a:ext cx="3396000" cy="3336000"/>
          </a:xfrm>
          <a:prstGeom prst="rect">
            <a:avLst/>
          </a:prstGeom>
          <a:noFill/>
          <a:ln>
            <a:noFill/>
          </a:ln>
        </p:spPr>
      </p:sp>
      <p:sp>
        <p:nvSpPr>
          <p:cNvPr id="252" name="Google Shape;252;p70"/>
          <p:cNvSpPr>
            <a:spLocks noGrp="1"/>
          </p:cNvSpPr>
          <p:nvPr>
            <p:ph type="pic" idx="3"/>
          </p:nvPr>
        </p:nvSpPr>
        <p:spPr>
          <a:xfrm>
            <a:off x="4398000" y="914400"/>
            <a:ext cx="3396000" cy="3336000"/>
          </a:xfrm>
          <a:prstGeom prst="rect">
            <a:avLst/>
          </a:prstGeom>
          <a:noFill/>
          <a:ln>
            <a:noFill/>
          </a:ln>
        </p:spPr>
      </p:sp>
      <p:sp>
        <p:nvSpPr>
          <p:cNvPr id="253" name="Google Shape;253;p70"/>
          <p:cNvSpPr>
            <a:spLocks noGrp="1"/>
          </p:cNvSpPr>
          <p:nvPr>
            <p:ph type="pic" idx="4"/>
          </p:nvPr>
        </p:nvSpPr>
        <p:spPr>
          <a:xfrm>
            <a:off x="7881600" y="914400"/>
            <a:ext cx="3396000" cy="3336000"/>
          </a:xfrm>
          <a:prstGeom prst="rect">
            <a:avLst/>
          </a:prstGeom>
          <a:noFill/>
          <a:ln>
            <a:noFill/>
          </a:ln>
        </p:spPr>
      </p:sp>
      <p:sp>
        <p:nvSpPr>
          <p:cNvPr id="254" name="Google Shape;254;p70"/>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310530974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2_IMAGE option 15">
  <p:cSld name="2_IMAGE option 15">
    <p:spTree>
      <p:nvGrpSpPr>
        <p:cNvPr id="1" name="Shape 255"/>
        <p:cNvGrpSpPr/>
        <p:nvPr/>
      </p:nvGrpSpPr>
      <p:grpSpPr>
        <a:xfrm>
          <a:off x="0" y="0"/>
          <a:ext cx="0" cy="0"/>
          <a:chOff x="0" y="0"/>
          <a:chExt cx="0" cy="0"/>
        </a:xfrm>
      </p:grpSpPr>
      <p:sp>
        <p:nvSpPr>
          <p:cNvPr id="256" name="Google Shape;256;p71"/>
          <p:cNvSpPr>
            <a:spLocks noGrp="1"/>
          </p:cNvSpPr>
          <p:nvPr>
            <p:ph type="pic" idx="2"/>
          </p:nvPr>
        </p:nvSpPr>
        <p:spPr>
          <a:xfrm>
            <a:off x="914400" y="914400"/>
            <a:ext cx="2520000" cy="2520000"/>
          </a:xfrm>
          <a:prstGeom prst="rect">
            <a:avLst/>
          </a:prstGeom>
          <a:noFill/>
          <a:ln>
            <a:noFill/>
          </a:ln>
        </p:spPr>
      </p:sp>
      <p:sp>
        <p:nvSpPr>
          <p:cNvPr id="257" name="Google Shape;257;p71"/>
          <p:cNvSpPr>
            <a:spLocks noGrp="1"/>
          </p:cNvSpPr>
          <p:nvPr>
            <p:ph type="pic" idx="3"/>
          </p:nvPr>
        </p:nvSpPr>
        <p:spPr>
          <a:xfrm>
            <a:off x="8757600" y="914400"/>
            <a:ext cx="2520000" cy="2520000"/>
          </a:xfrm>
          <a:prstGeom prst="rect">
            <a:avLst/>
          </a:prstGeom>
          <a:noFill/>
          <a:ln>
            <a:noFill/>
          </a:ln>
        </p:spPr>
      </p:sp>
      <p:sp>
        <p:nvSpPr>
          <p:cNvPr id="258" name="Google Shape;258;p71"/>
          <p:cNvSpPr>
            <a:spLocks noGrp="1"/>
          </p:cNvSpPr>
          <p:nvPr>
            <p:ph type="pic" idx="4"/>
          </p:nvPr>
        </p:nvSpPr>
        <p:spPr>
          <a:xfrm>
            <a:off x="6143201" y="914400"/>
            <a:ext cx="2520000" cy="2520000"/>
          </a:xfrm>
          <a:prstGeom prst="rect">
            <a:avLst/>
          </a:prstGeom>
          <a:noFill/>
          <a:ln>
            <a:noFill/>
          </a:ln>
        </p:spPr>
      </p:sp>
      <p:sp>
        <p:nvSpPr>
          <p:cNvPr id="259" name="Google Shape;259;p71"/>
          <p:cNvSpPr>
            <a:spLocks noGrp="1"/>
          </p:cNvSpPr>
          <p:nvPr>
            <p:ph type="pic" idx="5"/>
          </p:nvPr>
        </p:nvSpPr>
        <p:spPr>
          <a:xfrm>
            <a:off x="3528799" y="914400"/>
            <a:ext cx="2520000" cy="2520000"/>
          </a:xfrm>
          <a:prstGeom prst="rect">
            <a:avLst/>
          </a:prstGeom>
          <a:noFill/>
          <a:ln>
            <a:noFill/>
          </a:ln>
        </p:spPr>
      </p:sp>
      <p:sp>
        <p:nvSpPr>
          <p:cNvPr id="260" name="Google Shape;260;p71"/>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2020013587"/>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1_IMAGE option 36">
  <p:cSld name="1_IMAGE option 36">
    <p:spTree>
      <p:nvGrpSpPr>
        <p:cNvPr id="1" name="Shape 261"/>
        <p:cNvGrpSpPr/>
        <p:nvPr/>
      </p:nvGrpSpPr>
      <p:grpSpPr>
        <a:xfrm>
          <a:off x="0" y="0"/>
          <a:ext cx="0" cy="0"/>
          <a:chOff x="0" y="0"/>
          <a:chExt cx="0" cy="0"/>
        </a:xfrm>
      </p:grpSpPr>
      <p:sp>
        <p:nvSpPr>
          <p:cNvPr id="262" name="Google Shape;262;p72"/>
          <p:cNvSpPr>
            <a:spLocks noGrp="1"/>
          </p:cNvSpPr>
          <p:nvPr>
            <p:ph type="pic" idx="2"/>
          </p:nvPr>
        </p:nvSpPr>
        <p:spPr>
          <a:xfrm>
            <a:off x="914400" y="914401"/>
            <a:ext cx="2520000" cy="2472000"/>
          </a:xfrm>
          <a:prstGeom prst="rect">
            <a:avLst/>
          </a:prstGeom>
          <a:noFill/>
          <a:ln>
            <a:noFill/>
          </a:ln>
        </p:spPr>
      </p:sp>
      <p:sp>
        <p:nvSpPr>
          <p:cNvPr id="263" name="Google Shape;263;p72"/>
          <p:cNvSpPr>
            <a:spLocks noGrp="1"/>
          </p:cNvSpPr>
          <p:nvPr>
            <p:ph type="pic" idx="3"/>
          </p:nvPr>
        </p:nvSpPr>
        <p:spPr>
          <a:xfrm>
            <a:off x="6143201" y="914401"/>
            <a:ext cx="2520000" cy="2472000"/>
          </a:xfrm>
          <a:prstGeom prst="rect">
            <a:avLst/>
          </a:prstGeom>
          <a:noFill/>
          <a:ln>
            <a:noFill/>
          </a:ln>
        </p:spPr>
      </p:sp>
      <p:sp>
        <p:nvSpPr>
          <p:cNvPr id="264" name="Google Shape;264;p72"/>
          <p:cNvSpPr>
            <a:spLocks noGrp="1"/>
          </p:cNvSpPr>
          <p:nvPr>
            <p:ph type="pic" idx="4"/>
          </p:nvPr>
        </p:nvSpPr>
        <p:spPr>
          <a:xfrm>
            <a:off x="6143201" y="3471599"/>
            <a:ext cx="2520000" cy="2472000"/>
          </a:xfrm>
          <a:prstGeom prst="rect">
            <a:avLst/>
          </a:prstGeom>
          <a:noFill/>
          <a:ln>
            <a:noFill/>
          </a:ln>
        </p:spPr>
      </p:sp>
      <p:sp>
        <p:nvSpPr>
          <p:cNvPr id="265" name="Google Shape;265;p72"/>
          <p:cNvSpPr>
            <a:spLocks noGrp="1"/>
          </p:cNvSpPr>
          <p:nvPr>
            <p:ph type="pic" idx="5"/>
          </p:nvPr>
        </p:nvSpPr>
        <p:spPr>
          <a:xfrm>
            <a:off x="914400" y="3471599"/>
            <a:ext cx="2520000" cy="2472000"/>
          </a:xfrm>
          <a:prstGeom prst="rect">
            <a:avLst/>
          </a:prstGeom>
          <a:noFill/>
          <a:ln>
            <a:noFill/>
          </a:ln>
        </p:spPr>
      </p:sp>
      <p:sp>
        <p:nvSpPr>
          <p:cNvPr id="266" name="Google Shape;266;p72"/>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140377343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1_IMAGE option 40">
  <p:cSld name="1_IMAGE option 40">
    <p:spTree>
      <p:nvGrpSpPr>
        <p:cNvPr id="1" name="Shape 267"/>
        <p:cNvGrpSpPr/>
        <p:nvPr/>
      </p:nvGrpSpPr>
      <p:grpSpPr>
        <a:xfrm>
          <a:off x="0" y="0"/>
          <a:ext cx="0" cy="0"/>
          <a:chOff x="0" y="0"/>
          <a:chExt cx="0" cy="0"/>
        </a:xfrm>
      </p:grpSpPr>
      <p:sp>
        <p:nvSpPr>
          <p:cNvPr id="268" name="Google Shape;268;p73"/>
          <p:cNvSpPr>
            <a:spLocks noGrp="1"/>
          </p:cNvSpPr>
          <p:nvPr>
            <p:ph type="pic" idx="2"/>
          </p:nvPr>
        </p:nvSpPr>
        <p:spPr>
          <a:xfrm>
            <a:off x="6522720" y="1688785"/>
            <a:ext cx="1633728" cy="1633728"/>
          </a:xfrm>
          <a:prstGeom prst="rect">
            <a:avLst/>
          </a:prstGeom>
          <a:noFill/>
          <a:ln>
            <a:noFill/>
          </a:ln>
        </p:spPr>
      </p:sp>
      <p:sp>
        <p:nvSpPr>
          <p:cNvPr id="269" name="Google Shape;269;p73"/>
          <p:cNvSpPr>
            <a:spLocks noGrp="1"/>
          </p:cNvSpPr>
          <p:nvPr>
            <p:ph type="pic" idx="3"/>
          </p:nvPr>
        </p:nvSpPr>
        <p:spPr>
          <a:xfrm>
            <a:off x="4035552" y="1688785"/>
            <a:ext cx="1633728" cy="1633728"/>
          </a:xfrm>
          <a:prstGeom prst="rect">
            <a:avLst/>
          </a:prstGeom>
          <a:noFill/>
          <a:ln>
            <a:noFill/>
          </a:ln>
        </p:spPr>
      </p:sp>
      <p:sp>
        <p:nvSpPr>
          <p:cNvPr id="270" name="Google Shape;270;p73"/>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4172985483"/>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1_IMAGE option 43">
  <p:cSld name="1_IMAGE option 43">
    <p:spTree>
      <p:nvGrpSpPr>
        <p:cNvPr id="1" name="Shape 271"/>
        <p:cNvGrpSpPr/>
        <p:nvPr/>
      </p:nvGrpSpPr>
      <p:grpSpPr>
        <a:xfrm>
          <a:off x="0" y="0"/>
          <a:ext cx="0" cy="0"/>
          <a:chOff x="0" y="0"/>
          <a:chExt cx="0" cy="0"/>
        </a:xfrm>
      </p:grpSpPr>
      <p:sp>
        <p:nvSpPr>
          <p:cNvPr id="272" name="Google Shape;272;p74"/>
          <p:cNvSpPr>
            <a:spLocks noGrp="1"/>
          </p:cNvSpPr>
          <p:nvPr>
            <p:ph type="pic" idx="2"/>
          </p:nvPr>
        </p:nvSpPr>
        <p:spPr>
          <a:xfrm>
            <a:off x="3927933" y="2539400"/>
            <a:ext cx="1779800" cy="1779800"/>
          </a:xfrm>
          <a:prstGeom prst="ellipse">
            <a:avLst/>
          </a:prstGeom>
          <a:noFill/>
          <a:ln>
            <a:noFill/>
          </a:ln>
        </p:spPr>
      </p:sp>
      <p:sp>
        <p:nvSpPr>
          <p:cNvPr id="273" name="Google Shape;273;p74"/>
          <p:cNvSpPr>
            <a:spLocks noGrp="1"/>
          </p:cNvSpPr>
          <p:nvPr>
            <p:ph type="pic" idx="3"/>
          </p:nvPr>
        </p:nvSpPr>
        <p:spPr>
          <a:xfrm>
            <a:off x="6484267" y="2539400"/>
            <a:ext cx="1779800" cy="1779800"/>
          </a:xfrm>
          <a:prstGeom prst="ellipse">
            <a:avLst/>
          </a:prstGeom>
          <a:noFill/>
          <a:ln>
            <a:noFill/>
          </a:ln>
        </p:spPr>
      </p:sp>
      <p:sp>
        <p:nvSpPr>
          <p:cNvPr id="274" name="Google Shape;274;p74"/>
          <p:cNvSpPr>
            <a:spLocks noGrp="1"/>
          </p:cNvSpPr>
          <p:nvPr>
            <p:ph type="pic" idx="4"/>
          </p:nvPr>
        </p:nvSpPr>
        <p:spPr>
          <a:xfrm>
            <a:off x="9040600" y="2539400"/>
            <a:ext cx="1779800" cy="1779800"/>
          </a:xfrm>
          <a:prstGeom prst="ellipse">
            <a:avLst/>
          </a:prstGeom>
          <a:noFill/>
          <a:ln>
            <a:noFill/>
          </a:ln>
        </p:spPr>
      </p:sp>
      <p:sp>
        <p:nvSpPr>
          <p:cNvPr id="275" name="Google Shape;275;p74"/>
          <p:cNvSpPr>
            <a:spLocks noGrp="1"/>
          </p:cNvSpPr>
          <p:nvPr>
            <p:ph type="pic" idx="5"/>
          </p:nvPr>
        </p:nvSpPr>
        <p:spPr>
          <a:xfrm>
            <a:off x="1371600" y="2539400"/>
            <a:ext cx="1779800" cy="1779800"/>
          </a:xfrm>
          <a:prstGeom prst="ellipse">
            <a:avLst/>
          </a:prstGeom>
          <a:noFill/>
          <a:ln>
            <a:noFill/>
          </a:ln>
        </p:spPr>
      </p:sp>
    </p:spTree>
    <p:extLst>
      <p:ext uri="{BB962C8B-B14F-4D97-AF65-F5344CB8AC3E}">
        <p14:creationId xmlns:p14="http://schemas.microsoft.com/office/powerpoint/2010/main" val="1507790840"/>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2_IMAGE option 20">
  <p:cSld name="2_IMAGE option 20">
    <p:spTree>
      <p:nvGrpSpPr>
        <p:cNvPr id="1" name="Shape 276"/>
        <p:cNvGrpSpPr/>
        <p:nvPr/>
      </p:nvGrpSpPr>
      <p:grpSpPr>
        <a:xfrm>
          <a:off x="0" y="0"/>
          <a:ext cx="0" cy="0"/>
          <a:chOff x="0" y="0"/>
          <a:chExt cx="0" cy="0"/>
        </a:xfrm>
      </p:grpSpPr>
      <p:sp>
        <p:nvSpPr>
          <p:cNvPr id="277" name="Google Shape;277;p75"/>
          <p:cNvSpPr>
            <a:spLocks noGrp="1"/>
          </p:cNvSpPr>
          <p:nvPr>
            <p:ph type="pic" idx="2"/>
          </p:nvPr>
        </p:nvSpPr>
        <p:spPr>
          <a:xfrm>
            <a:off x="6143201" y="914401"/>
            <a:ext cx="2520000" cy="2472000"/>
          </a:xfrm>
          <a:prstGeom prst="rect">
            <a:avLst/>
          </a:prstGeom>
          <a:noFill/>
          <a:ln>
            <a:noFill/>
          </a:ln>
        </p:spPr>
      </p:sp>
      <p:sp>
        <p:nvSpPr>
          <p:cNvPr id="278" name="Google Shape;278;p75"/>
          <p:cNvSpPr>
            <a:spLocks noGrp="1"/>
          </p:cNvSpPr>
          <p:nvPr>
            <p:ph type="pic" idx="3"/>
          </p:nvPr>
        </p:nvSpPr>
        <p:spPr>
          <a:xfrm>
            <a:off x="6143201" y="3471599"/>
            <a:ext cx="2520000" cy="2472000"/>
          </a:xfrm>
          <a:prstGeom prst="rect">
            <a:avLst/>
          </a:prstGeom>
          <a:noFill/>
          <a:ln>
            <a:noFill/>
          </a:ln>
        </p:spPr>
      </p:sp>
      <p:sp>
        <p:nvSpPr>
          <p:cNvPr id="279" name="Google Shape;279;p75"/>
          <p:cNvSpPr>
            <a:spLocks noGrp="1"/>
          </p:cNvSpPr>
          <p:nvPr>
            <p:ph type="pic" idx="4"/>
          </p:nvPr>
        </p:nvSpPr>
        <p:spPr>
          <a:xfrm>
            <a:off x="914400" y="3471599"/>
            <a:ext cx="2520000" cy="2472000"/>
          </a:xfrm>
          <a:prstGeom prst="rect">
            <a:avLst/>
          </a:prstGeom>
          <a:noFill/>
          <a:ln>
            <a:noFill/>
          </a:ln>
        </p:spPr>
      </p:sp>
      <p:sp>
        <p:nvSpPr>
          <p:cNvPr id="280" name="Google Shape;280;p75"/>
          <p:cNvSpPr>
            <a:spLocks noGrp="1"/>
          </p:cNvSpPr>
          <p:nvPr>
            <p:ph type="pic" idx="5"/>
          </p:nvPr>
        </p:nvSpPr>
        <p:spPr>
          <a:xfrm>
            <a:off x="3528799" y="914401"/>
            <a:ext cx="2520000" cy="2472000"/>
          </a:xfrm>
          <a:prstGeom prst="rect">
            <a:avLst/>
          </a:prstGeom>
          <a:noFill/>
          <a:ln>
            <a:noFill/>
          </a:ln>
        </p:spPr>
      </p:sp>
      <p:sp>
        <p:nvSpPr>
          <p:cNvPr id="281" name="Google Shape;281;p75"/>
          <p:cNvSpPr>
            <a:spLocks noGrp="1"/>
          </p:cNvSpPr>
          <p:nvPr>
            <p:ph type="pic" idx="6"/>
          </p:nvPr>
        </p:nvSpPr>
        <p:spPr>
          <a:xfrm>
            <a:off x="3528799" y="3471599"/>
            <a:ext cx="2520000" cy="2472000"/>
          </a:xfrm>
          <a:prstGeom prst="rect">
            <a:avLst/>
          </a:prstGeom>
          <a:noFill/>
          <a:ln>
            <a:noFill/>
          </a:ln>
        </p:spPr>
      </p:sp>
      <p:sp>
        <p:nvSpPr>
          <p:cNvPr id="282" name="Google Shape;282;p75"/>
          <p:cNvSpPr>
            <a:spLocks noGrp="1"/>
          </p:cNvSpPr>
          <p:nvPr>
            <p:ph type="pic" idx="7"/>
          </p:nvPr>
        </p:nvSpPr>
        <p:spPr>
          <a:xfrm>
            <a:off x="8757600" y="914401"/>
            <a:ext cx="2520000" cy="2472000"/>
          </a:xfrm>
          <a:prstGeom prst="rect">
            <a:avLst/>
          </a:prstGeom>
          <a:noFill/>
          <a:ln>
            <a:noFill/>
          </a:ln>
        </p:spPr>
      </p:sp>
      <p:sp>
        <p:nvSpPr>
          <p:cNvPr id="283" name="Google Shape;283;p75"/>
          <p:cNvSpPr txBox="1">
            <a:spLocks noGrp="1"/>
          </p:cNvSpPr>
          <p:nvPr>
            <p:ph type="title"/>
          </p:nvPr>
        </p:nvSpPr>
        <p:spPr>
          <a:xfrm>
            <a:off x="2692400" y="204824"/>
            <a:ext cx="8585200" cy="535491"/>
          </a:xfrm>
          <a:prstGeom prst="rect">
            <a:avLst/>
          </a:prstGeom>
          <a:noFill/>
          <a:ln>
            <a:noFill/>
          </a:ln>
        </p:spPr>
        <p:txBody>
          <a:bodyPr spcFirstLastPara="1" wrap="square" lIns="91425" tIns="45700" rIns="91425" bIns="45700" anchor="t" anchorCtr="0">
            <a:spAutoFit/>
          </a:bodyPr>
          <a:lstStyle>
            <a:lvl1pPr marR="0" lvl="0" algn="r"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86856203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1_IMAGE option 37">
  <p:cSld name="1_IMAGE option 37">
    <p:spTree>
      <p:nvGrpSpPr>
        <p:cNvPr id="1" name="Shape 284"/>
        <p:cNvGrpSpPr/>
        <p:nvPr/>
      </p:nvGrpSpPr>
      <p:grpSpPr>
        <a:xfrm>
          <a:off x="0" y="0"/>
          <a:ext cx="0" cy="0"/>
          <a:chOff x="0" y="0"/>
          <a:chExt cx="0" cy="0"/>
        </a:xfrm>
      </p:grpSpPr>
      <p:sp>
        <p:nvSpPr>
          <p:cNvPr id="285" name="Google Shape;285;p76"/>
          <p:cNvSpPr>
            <a:spLocks noGrp="1"/>
          </p:cNvSpPr>
          <p:nvPr>
            <p:ph type="pic" idx="2"/>
          </p:nvPr>
        </p:nvSpPr>
        <p:spPr>
          <a:xfrm>
            <a:off x="914400" y="914399"/>
            <a:ext cx="1680000" cy="1680000"/>
          </a:xfrm>
          <a:prstGeom prst="rect">
            <a:avLst/>
          </a:prstGeom>
          <a:noFill/>
          <a:ln>
            <a:noFill/>
          </a:ln>
        </p:spPr>
      </p:sp>
      <p:sp>
        <p:nvSpPr>
          <p:cNvPr id="286" name="Google Shape;286;p76"/>
          <p:cNvSpPr>
            <a:spLocks noGrp="1"/>
          </p:cNvSpPr>
          <p:nvPr>
            <p:ph type="pic" idx="3"/>
          </p:nvPr>
        </p:nvSpPr>
        <p:spPr>
          <a:xfrm>
            <a:off x="2594400" y="914399"/>
            <a:ext cx="1680000" cy="1680000"/>
          </a:xfrm>
          <a:prstGeom prst="rect">
            <a:avLst/>
          </a:prstGeom>
          <a:noFill/>
          <a:ln>
            <a:noFill/>
          </a:ln>
        </p:spPr>
      </p:sp>
      <p:sp>
        <p:nvSpPr>
          <p:cNvPr id="287" name="Google Shape;287;p76"/>
          <p:cNvSpPr>
            <a:spLocks noGrp="1"/>
          </p:cNvSpPr>
          <p:nvPr>
            <p:ph type="pic" idx="4"/>
          </p:nvPr>
        </p:nvSpPr>
        <p:spPr>
          <a:xfrm>
            <a:off x="4274400" y="914399"/>
            <a:ext cx="1680000" cy="1680000"/>
          </a:xfrm>
          <a:prstGeom prst="rect">
            <a:avLst/>
          </a:prstGeom>
          <a:noFill/>
          <a:ln>
            <a:noFill/>
          </a:ln>
        </p:spPr>
      </p:sp>
      <p:sp>
        <p:nvSpPr>
          <p:cNvPr id="288" name="Google Shape;288;p76"/>
          <p:cNvSpPr>
            <a:spLocks noGrp="1"/>
          </p:cNvSpPr>
          <p:nvPr>
            <p:ph type="pic" idx="5"/>
          </p:nvPr>
        </p:nvSpPr>
        <p:spPr>
          <a:xfrm>
            <a:off x="914400" y="2594400"/>
            <a:ext cx="1680000" cy="1680000"/>
          </a:xfrm>
          <a:prstGeom prst="rect">
            <a:avLst/>
          </a:prstGeom>
          <a:noFill/>
          <a:ln>
            <a:noFill/>
          </a:ln>
        </p:spPr>
      </p:sp>
      <p:sp>
        <p:nvSpPr>
          <p:cNvPr id="289" name="Google Shape;289;p76"/>
          <p:cNvSpPr>
            <a:spLocks noGrp="1"/>
          </p:cNvSpPr>
          <p:nvPr>
            <p:ph type="pic" idx="6"/>
          </p:nvPr>
        </p:nvSpPr>
        <p:spPr>
          <a:xfrm>
            <a:off x="2594400" y="2594400"/>
            <a:ext cx="1680000" cy="1680000"/>
          </a:xfrm>
          <a:prstGeom prst="rect">
            <a:avLst/>
          </a:prstGeom>
          <a:noFill/>
          <a:ln>
            <a:noFill/>
          </a:ln>
        </p:spPr>
      </p:sp>
      <p:sp>
        <p:nvSpPr>
          <p:cNvPr id="290" name="Google Shape;290;p76"/>
          <p:cNvSpPr>
            <a:spLocks noGrp="1"/>
          </p:cNvSpPr>
          <p:nvPr>
            <p:ph type="pic" idx="7"/>
          </p:nvPr>
        </p:nvSpPr>
        <p:spPr>
          <a:xfrm>
            <a:off x="4274400" y="2594400"/>
            <a:ext cx="1680000" cy="1680000"/>
          </a:xfrm>
          <a:prstGeom prst="rect">
            <a:avLst/>
          </a:prstGeom>
          <a:noFill/>
          <a:ln>
            <a:noFill/>
          </a:ln>
        </p:spPr>
      </p:sp>
      <p:sp>
        <p:nvSpPr>
          <p:cNvPr id="291" name="Google Shape;291;p76"/>
          <p:cNvSpPr>
            <a:spLocks noGrp="1"/>
          </p:cNvSpPr>
          <p:nvPr>
            <p:ph type="pic" idx="8"/>
          </p:nvPr>
        </p:nvSpPr>
        <p:spPr>
          <a:xfrm>
            <a:off x="914400" y="4274400"/>
            <a:ext cx="1680000" cy="1680000"/>
          </a:xfrm>
          <a:prstGeom prst="rect">
            <a:avLst/>
          </a:prstGeom>
          <a:noFill/>
          <a:ln>
            <a:noFill/>
          </a:ln>
        </p:spPr>
      </p:sp>
      <p:sp>
        <p:nvSpPr>
          <p:cNvPr id="292" name="Google Shape;292;p76"/>
          <p:cNvSpPr>
            <a:spLocks noGrp="1"/>
          </p:cNvSpPr>
          <p:nvPr>
            <p:ph type="pic" idx="9"/>
          </p:nvPr>
        </p:nvSpPr>
        <p:spPr>
          <a:xfrm>
            <a:off x="2594400" y="4274400"/>
            <a:ext cx="1680000" cy="1680000"/>
          </a:xfrm>
          <a:prstGeom prst="rect">
            <a:avLst/>
          </a:prstGeom>
          <a:noFill/>
          <a:ln>
            <a:noFill/>
          </a:ln>
        </p:spPr>
      </p:sp>
      <p:sp>
        <p:nvSpPr>
          <p:cNvPr id="293" name="Google Shape;293;p76"/>
          <p:cNvSpPr>
            <a:spLocks noGrp="1"/>
          </p:cNvSpPr>
          <p:nvPr>
            <p:ph type="pic" idx="13"/>
          </p:nvPr>
        </p:nvSpPr>
        <p:spPr>
          <a:xfrm>
            <a:off x="4274400" y="4274400"/>
            <a:ext cx="1680000" cy="1680000"/>
          </a:xfrm>
          <a:prstGeom prst="rect">
            <a:avLst/>
          </a:prstGeom>
          <a:noFill/>
          <a:ln>
            <a:noFill/>
          </a:ln>
        </p:spPr>
      </p:sp>
      <p:sp>
        <p:nvSpPr>
          <p:cNvPr id="294" name="Google Shape;294;p76"/>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379880966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1_IMAGE option 35">
  <p:cSld name="1_IMAGE option 35">
    <p:spTree>
      <p:nvGrpSpPr>
        <p:cNvPr id="1" name="Shape 295"/>
        <p:cNvGrpSpPr/>
        <p:nvPr/>
      </p:nvGrpSpPr>
      <p:grpSpPr>
        <a:xfrm>
          <a:off x="0" y="0"/>
          <a:ext cx="0" cy="0"/>
          <a:chOff x="0" y="0"/>
          <a:chExt cx="0" cy="0"/>
        </a:xfrm>
      </p:grpSpPr>
      <p:sp>
        <p:nvSpPr>
          <p:cNvPr id="296" name="Google Shape;296;p77"/>
          <p:cNvSpPr>
            <a:spLocks noGrp="1"/>
          </p:cNvSpPr>
          <p:nvPr>
            <p:ph type="pic" idx="2"/>
          </p:nvPr>
        </p:nvSpPr>
        <p:spPr>
          <a:xfrm>
            <a:off x="3657600" y="1244601"/>
            <a:ext cx="2093576" cy="1518959"/>
          </a:xfrm>
          <a:prstGeom prst="rect">
            <a:avLst/>
          </a:prstGeom>
          <a:noFill/>
          <a:ln>
            <a:noFill/>
          </a:ln>
        </p:spPr>
      </p:sp>
      <p:sp>
        <p:nvSpPr>
          <p:cNvPr id="297" name="Google Shape;297;p77"/>
          <p:cNvSpPr>
            <a:spLocks noGrp="1"/>
          </p:cNvSpPr>
          <p:nvPr>
            <p:ph type="pic" idx="3"/>
          </p:nvPr>
        </p:nvSpPr>
        <p:spPr>
          <a:xfrm>
            <a:off x="3657600" y="3581401"/>
            <a:ext cx="2093576" cy="1518959"/>
          </a:xfrm>
          <a:prstGeom prst="rect">
            <a:avLst/>
          </a:prstGeom>
          <a:noFill/>
          <a:ln>
            <a:noFill/>
          </a:ln>
        </p:spPr>
      </p:sp>
      <p:sp>
        <p:nvSpPr>
          <p:cNvPr id="298" name="Google Shape;298;p77"/>
          <p:cNvSpPr>
            <a:spLocks noGrp="1"/>
          </p:cNvSpPr>
          <p:nvPr>
            <p:ph type="pic" idx="4"/>
          </p:nvPr>
        </p:nvSpPr>
        <p:spPr>
          <a:xfrm>
            <a:off x="1259225" y="3581401"/>
            <a:ext cx="2093576" cy="1518959"/>
          </a:xfrm>
          <a:prstGeom prst="rect">
            <a:avLst/>
          </a:prstGeom>
          <a:noFill/>
          <a:ln>
            <a:noFill/>
          </a:ln>
        </p:spPr>
      </p:sp>
      <p:sp>
        <p:nvSpPr>
          <p:cNvPr id="299" name="Google Shape;299;p77"/>
          <p:cNvSpPr>
            <a:spLocks noGrp="1"/>
          </p:cNvSpPr>
          <p:nvPr>
            <p:ph type="pic" idx="5"/>
          </p:nvPr>
        </p:nvSpPr>
        <p:spPr>
          <a:xfrm>
            <a:off x="1259225" y="1244601"/>
            <a:ext cx="2093576" cy="1518959"/>
          </a:xfrm>
          <a:prstGeom prst="rect">
            <a:avLst/>
          </a:prstGeom>
          <a:noFill/>
          <a:ln>
            <a:noFill/>
          </a:ln>
        </p:spPr>
      </p:sp>
      <p:sp>
        <p:nvSpPr>
          <p:cNvPr id="300" name="Google Shape;300;p77"/>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125758177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1_IMAGE option 38">
  <p:cSld name="1_IMAGE option 38">
    <p:spTree>
      <p:nvGrpSpPr>
        <p:cNvPr id="1" name="Shape 301"/>
        <p:cNvGrpSpPr/>
        <p:nvPr/>
      </p:nvGrpSpPr>
      <p:grpSpPr>
        <a:xfrm>
          <a:off x="0" y="0"/>
          <a:ext cx="0" cy="0"/>
          <a:chOff x="0" y="0"/>
          <a:chExt cx="0" cy="0"/>
        </a:xfrm>
      </p:grpSpPr>
      <p:sp>
        <p:nvSpPr>
          <p:cNvPr id="302" name="Google Shape;302;p78"/>
          <p:cNvSpPr>
            <a:spLocks noGrp="1"/>
          </p:cNvSpPr>
          <p:nvPr>
            <p:ph type="pic" idx="2"/>
          </p:nvPr>
        </p:nvSpPr>
        <p:spPr>
          <a:xfrm>
            <a:off x="4986454" y="1430453"/>
            <a:ext cx="1109547" cy="1109547"/>
          </a:xfrm>
          <a:prstGeom prst="rect">
            <a:avLst/>
          </a:prstGeom>
          <a:noFill/>
          <a:ln>
            <a:noFill/>
          </a:ln>
        </p:spPr>
      </p:sp>
      <p:sp>
        <p:nvSpPr>
          <p:cNvPr id="303" name="Google Shape;303;p78"/>
          <p:cNvSpPr>
            <a:spLocks noGrp="1"/>
          </p:cNvSpPr>
          <p:nvPr>
            <p:ph type="pic" idx="3"/>
          </p:nvPr>
        </p:nvSpPr>
        <p:spPr>
          <a:xfrm>
            <a:off x="4986454" y="2874227"/>
            <a:ext cx="1109547" cy="1109547"/>
          </a:xfrm>
          <a:prstGeom prst="rect">
            <a:avLst/>
          </a:prstGeom>
          <a:noFill/>
          <a:ln>
            <a:noFill/>
          </a:ln>
        </p:spPr>
      </p:sp>
      <p:sp>
        <p:nvSpPr>
          <p:cNvPr id="304" name="Google Shape;304;p78"/>
          <p:cNvSpPr>
            <a:spLocks noGrp="1"/>
          </p:cNvSpPr>
          <p:nvPr>
            <p:ph type="pic" idx="4"/>
          </p:nvPr>
        </p:nvSpPr>
        <p:spPr>
          <a:xfrm>
            <a:off x="4986454" y="4318000"/>
            <a:ext cx="1109547" cy="1109547"/>
          </a:xfrm>
          <a:prstGeom prst="rect">
            <a:avLst/>
          </a:prstGeom>
          <a:noFill/>
          <a:ln>
            <a:noFill/>
          </a:ln>
        </p:spPr>
      </p:sp>
      <p:sp>
        <p:nvSpPr>
          <p:cNvPr id="305" name="Google Shape;305;p78"/>
          <p:cNvSpPr>
            <a:spLocks noGrp="1"/>
          </p:cNvSpPr>
          <p:nvPr>
            <p:ph type="pic" idx="5"/>
          </p:nvPr>
        </p:nvSpPr>
        <p:spPr>
          <a:xfrm>
            <a:off x="6485053" y="1430453"/>
            <a:ext cx="1109547" cy="1109547"/>
          </a:xfrm>
          <a:prstGeom prst="rect">
            <a:avLst/>
          </a:prstGeom>
          <a:noFill/>
          <a:ln>
            <a:noFill/>
          </a:ln>
        </p:spPr>
      </p:sp>
      <p:sp>
        <p:nvSpPr>
          <p:cNvPr id="306" name="Google Shape;306;p78"/>
          <p:cNvSpPr>
            <a:spLocks noGrp="1"/>
          </p:cNvSpPr>
          <p:nvPr>
            <p:ph type="pic" idx="6"/>
          </p:nvPr>
        </p:nvSpPr>
        <p:spPr>
          <a:xfrm>
            <a:off x="6485053" y="2874227"/>
            <a:ext cx="1109547" cy="1109547"/>
          </a:xfrm>
          <a:prstGeom prst="rect">
            <a:avLst/>
          </a:prstGeom>
          <a:noFill/>
          <a:ln>
            <a:noFill/>
          </a:ln>
        </p:spPr>
      </p:sp>
      <p:sp>
        <p:nvSpPr>
          <p:cNvPr id="307" name="Google Shape;307;p78"/>
          <p:cNvSpPr>
            <a:spLocks noGrp="1"/>
          </p:cNvSpPr>
          <p:nvPr>
            <p:ph type="pic" idx="7"/>
          </p:nvPr>
        </p:nvSpPr>
        <p:spPr>
          <a:xfrm>
            <a:off x="6485053" y="4318000"/>
            <a:ext cx="1109547" cy="1109547"/>
          </a:xfrm>
          <a:prstGeom prst="rect">
            <a:avLst/>
          </a:prstGeom>
          <a:noFill/>
          <a:ln>
            <a:noFill/>
          </a:ln>
        </p:spPr>
      </p:sp>
      <p:sp>
        <p:nvSpPr>
          <p:cNvPr id="308" name="Google Shape;308;p78"/>
          <p:cNvSpPr>
            <a:spLocks noGrp="1"/>
          </p:cNvSpPr>
          <p:nvPr>
            <p:ph type="pic" idx="8"/>
          </p:nvPr>
        </p:nvSpPr>
        <p:spPr>
          <a:xfrm>
            <a:off x="7983653" y="1430453"/>
            <a:ext cx="1109547" cy="1109547"/>
          </a:xfrm>
          <a:prstGeom prst="rect">
            <a:avLst/>
          </a:prstGeom>
          <a:noFill/>
          <a:ln>
            <a:noFill/>
          </a:ln>
        </p:spPr>
      </p:sp>
      <p:sp>
        <p:nvSpPr>
          <p:cNvPr id="309" name="Google Shape;309;p78"/>
          <p:cNvSpPr>
            <a:spLocks noGrp="1"/>
          </p:cNvSpPr>
          <p:nvPr>
            <p:ph type="pic" idx="9"/>
          </p:nvPr>
        </p:nvSpPr>
        <p:spPr>
          <a:xfrm>
            <a:off x="7983653" y="2874227"/>
            <a:ext cx="1109547" cy="1109547"/>
          </a:xfrm>
          <a:prstGeom prst="rect">
            <a:avLst/>
          </a:prstGeom>
          <a:noFill/>
          <a:ln>
            <a:noFill/>
          </a:ln>
        </p:spPr>
      </p:sp>
      <p:sp>
        <p:nvSpPr>
          <p:cNvPr id="310" name="Google Shape;310;p78"/>
          <p:cNvSpPr>
            <a:spLocks noGrp="1"/>
          </p:cNvSpPr>
          <p:nvPr>
            <p:ph type="pic" idx="13"/>
          </p:nvPr>
        </p:nvSpPr>
        <p:spPr>
          <a:xfrm>
            <a:off x="7983653" y="4318000"/>
            <a:ext cx="1109547" cy="1109547"/>
          </a:xfrm>
          <a:prstGeom prst="rect">
            <a:avLst/>
          </a:prstGeom>
          <a:noFill/>
          <a:ln>
            <a:noFill/>
          </a:ln>
        </p:spPr>
      </p:sp>
      <p:sp>
        <p:nvSpPr>
          <p:cNvPr id="311" name="Google Shape;311;p78"/>
          <p:cNvSpPr>
            <a:spLocks noGrp="1"/>
          </p:cNvSpPr>
          <p:nvPr>
            <p:ph type="pic" idx="14"/>
          </p:nvPr>
        </p:nvSpPr>
        <p:spPr>
          <a:xfrm>
            <a:off x="9482253" y="1430453"/>
            <a:ext cx="1109547" cy="1109547"/>
          </a:xfrm>
          <a:prstGeom prst="rect">
            <a:avLst/>
          </a:prstGeom>
          <a:noFill/>
          <a:ln>
            <a:noFill/>
          </a:ln>
        </p:spPr>
      </p:sp>
      <p:sp>
        <p:nvSpPr>
          <p:cNvPr id="312" name="Google Shape;312;p78"/>
          <p:cNvSpPr>
            <a:spLocks noGrp="1"/>
          </p:cNvSpPr>
          <p:nvPr>
            <p:ph type="pic" idx="15"/>
          </p:nvPr>
        </p:nvSpPr>
        <p:spPr>
          <a:xfrm>
            <a:off x="9482253" y="2874227"/>
            <a:ext cx="1109547" cy="1109547"/>
          </a:xfrm>
          <a:prstGeom prst="rect">
            <a:avLst/>
          </a:prstGeom>
          <a:noFill/>
          <a:ln>
            <a:noFill/>
          </a:ln>
        </p:spPr>
      </p:sp>
      <p:sp>
        <p:nvSpPr>
          <p:cNvPr id="313" name="Google Shape;313;p78"/>
          <p:cNvSpPr>
            <a:spLocks noGrp="1"/>
          </p:cNvSpPr>
          <p:nvPr>
            <p:ph type="pic" idx="16"/>
          </p:nvPr>
        </p:nvSpPr>
        <p:spPr>
          <a:xfrm>
            <a:off x="9482253" y="4318000"/>
            <a:ext cx="1109547" cy="1109547"/>
          </a:xfrm>
          <a:prstGeom prst="rect">
            <a:avLst/>
          </a:prstGeom>
          <a:noFill/>
          <a:ln>
            <a:noFill/>
          </a:ln>
        </p:spPr>
      </p:sp>
    </p:spTree>
    <p:extLst>
      <p:ext uri="{BB962C8B-B14F-4D97-AF65-F5344CB8AC3E}">
        <p14:creationId xmlns:p14="http://schemas.microsoft.com/office/powerpoint/2010/main" val="795230663"/>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1_IMAGE option 41">
  <p:cSld name="1_IMAGE option 41">
    <p:spTree>
      <p:nvGrpSpPr>
        <p:cNvPr id="1" name="Shape 314"/>
        <p:cNvGrpSpPr/>
        <p:nvPr/>
      </p:nvGrpSpPr>
      <p:grpSpPr>
        <a:xfrm>
          <a:off x="0" y="0"/>
          <a:ext cx="0" cy="0"/>
          <a:chOff x="0" y="0"/>
          <a:chExt cx="0" cy="0"/>
        </a:xfrm>
      </p:grpSpPr>
      <p:sp>
        <p:nvSpPr>
          <p:cNvPr id="315" name="Google Shape;315;p79"/>
          <p:cNvSpPr>
            <a:spLocks noGrp="1"/>
          </p:cNvSpPr>
          <p:nvPr>
            <p:ph type="pic" idx="2"/>
          </p:nvPr>
        </p:nvSpPr>
        <p:spPr>
          <a:xfrm>
            <a:off x="3048001" y="3522134"/>
            <a:ext cx="1199847" cy="1199847"/>
          </a:xfrm>
          <a:prstGeom prst="ellipse">
            <a:avLst/>
          </a:prstGeom>
          <a:noFill/>
          <a:ln>
            <a:noFill/>
          </a:ln>
        </p:spPr>
      </p:sp>
      <p:sp>
        <p:nvSpPr>
          <p:cNvPr id="316" name="Google Shape;316;p79"/>
          <p:cNvSpPr>
            <a:spLocks noGrp="1"/>
          </p:cNvSpPr>
          <p:nvPr>
            <p:ph type="pic" idx="3"/>
          </p:nvPr>
        </p:nvSpPr>
        <p:spPr>
          <a:xfrm>
            <a:off x="7944153" y="3522134"/>
            <a:ext cx="1199847" cy="1199847"/>
          </a:xfrm>
          <a:prstGeom prst="ellipse">
            <a:avLst/>
          </a:prstGeom>
          <a:noFill/>
          <a:ln>
            <a:noFill/>
          </a:ln>
        </p:spPr>
      </p:sp>
    </p:spTree>
    <p:extLst>
      <p:ext uri="{BB962C8B-B14F-4D97-AF65-F5344CB8AC3E}">
        <p14:creationId xmlns:p14="http://schemas.microsoft.com/office/powerpoint/2010/main" val="909899981"/>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1_IMAGE option 42">
  <p:cSld name="1_IMAGE option 42">
    <p:spTree>
      <p:nvGrpSpPr>
        <p:cNvPr id="1" name="Shape 317"/>
        <p:cNvGrpSpPr/>
        <p:nvPr/>
      </p:nvGrpSpPr>
      <p:grpSpPr>
        <a:xfrm>
          <a:off x="0" y="0"/>
          <a:ext cx="0" cy="0"/>
          <a:chOff x="0" y="0"/>
          <a:chExt cx="0" cy="0"/>
        </a:xfrm>
      </p:grpSpPr>
      <p:sp>
        <p:nvSpPr>
          <p:cNvPr id="318" name="Google Shape;318;p80"/>
          <p:cNvSpPr>
            <a:spLocks noGrp="1"/>
          </p:cNvSpPr>
          <p:nvPr>
            <p:ph type="pic" idx="2"/>
          </p:nvPr>
        </p:nvSpPr>
        <p:spPr>
          <a:xfrm>
            <a:off x="5630400" y="4754290"/>
            <a:ext cx="931200" cy="931200"/>
          </a:xfrm>
          <a:prstGeom prst="ellipse">
            <a:avLst/>
          </a:prstGeom>
          <a:noFill/>
          <a:ln>
            <a:noFill/>
          </a:ln>
        </p:spPr>
      </p:sp>
      <p:sp>
        <p:nvSpPr>
          <p:cNvPr id="319" name="Google Shape;319;p80"/>
          <p:cNvSpPr>
            <a:spLocks noGrp="1"/>
          </p:cNvSpPr>
          <p:nvPr>
            <p:ph type="pic" idx="3"/>
          </p:nvPr>
        </p:nvSpPr>
        <p:spPr>
          <a:xfrm>
            <a:off x="9144000" y="4754290"/>
            <a:ext cx="931200" cy="931200"/>
          </a:xfrm>
          <a:prstGeom prst="ellipse">
            <a:avLst/>
          </a:prstGeom>
          <a:noFill/>
          <a:ln>
            <a:noFill/>
          </a:ln>
        </p:spPr>
      </p:sp>
      <p:sp>
        <p:nvSpPr>
          <p:cNvPr id="320" name="Google Shape;320;p80"/>
          <p:cNvSpPr>
            <a:spLocks noGrp="1"/>
          </p:cNvSpPr>
          <p:nvPr>
            <p:ph type="pic" idx="4"/>
          </p:nvPr>
        </p:nvSpPr>
        <p:spPr>
          <a:xfrm>
            <a:off x="2116800" y="4754290"/>
            <a:ext cx="931200" cy="931200"/>
          </a:xfrm>
          <a:prstGeom prst="ellipse">
            <a:avLst/>
          </a:prstGeom>
          <a:noFill/>
          <a:ln>
            <a:noFill/>
          </a:ln>
        </p:spPr>
      </p:sp>
    </p:spTree>
    <p:extLst>
      <p:ext uri="{BB962C8B-B14F-4D97-AF65-F5344CB8AC3E}">
        <p14:creationId xmlns:p14="http://schemas.microsoft.com/office/powerpoint/2010/main" val="1500709853"/>
      </p:ext>
    </p:extLst>
  </p:cSld>
  <p:clrMapOvr>
    <a:masterClrMapping/>
  </p:clrMapOvr>
  <mc:AlternateContent xmlns:mc="http://schemas.openxmlformats.org/markup-compatibility/2006" xmlns:p14="http://schemas.microsoft.com/office/powerpoint/2010/main">
    <mc:Choice Requires="p14">
      <p:transition spd="slow" p14:dur="175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1_IMAGE option 10">
  <p:cSld name="1_IMAGE option 10">
    <p:spTree>
      <p:nvGrpSpPr>
        <p:cNvPr id="1" name="Shape 321"/>
        <p:cNvGrpSpPr/>
        <p:nvPr/>
      </p:nvGrpSpPr>
      <p:grpSpPr>
        <a:xfrm>
          <a:off x="0" y="0"/>
          <a:ext cx="0" cy="0"/>
          <a:chOff x="0" y="0"/>
          <a:chExt cx="0" cy="0"/>
        </a:xfrm>
      </p:grpSpPr>
      <p:sp>
        <p:nvSpPr>
          <p:cNvPr id="322" name="Google Shape;322;p81"/>
          <p:cNvSpPr>
            <a:spLocks noGrp="1"/>
          </p:cNvSpPr>
          <p:nvPr>
            <p:ph type="pic" idx="2"/>
          </p:nvPr>
        </p:nvSpPr>
        <p:spPr>
          <a:xfrm>
            <a:off x="914400" y="914400"/>
            <a:ext cx="5138399" cy="5029200"/>
          </a:xfrm>
          <a:prstGeom prst="rect">
            <a:avLst/>
          </a:prstGeom>
          <a:noFill/>
          <a:ln>
            <a:noFill/>
          </a:ln>
        </p:spPr>
      </p:sp>
      <p:sp>
        <p:nvSpPr>
          <p:cNvPr id="323" name="Google Shape;323;p81"/>
          <p:cNvSpPr>
            <a:spLocks noGrp="1"/>
          </p:cNvSpPr>
          <p:nvPr>
            <p:ph type="pic" idx="3"/>
          </p:nvPr>
        </p:nvSpPr>
        <p:spPr>
          <a:xfrm>
            <a:off x="6139201" y="914400"/>
            <a:ext cx="5138399" cy="5029200"/>
          </a:xfrm>
          <a:prstGeom prst="rect">
            <a:avLst/>
          </a:prstGeom>
          <a:noFill/>
          <a:ln>
            <a:noFill/>
          </a:ln>
        </p:spPr>
      </p:sp>
    </p:spTree>
    <p:extLst>
      <p:ext uri="{BB962C8B-B14F-4D97-AF65-F5344CB8AC3E}">
        <p14:creationId xmlns:p14="http://schemas.microsoft.com/office/powerpoint/2010/main" val="128267883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1_IMAGE option 16">
  <p:cSld name="1_IMAGE option 16">
    <p:spTree>
      <p:nvGrpSpPr>
        <p:cNvPr id="1" name="Shape 324"/>
        <p:cNvGrpSpPr/>
        <p:nvPr/>
      </p:nvGrpSpPr>
      <p:grpSpPr>
        <a:xfrm>
          <a:off x="0" y="0"/>
          <a:ext cx="0" cy="0"/>
          <a:chOff x="0" y="0"/>
          <a:chExt cx="0" cy="0"/>
        </a:xfrm>
      </p:grpSpPr>
      <p:sp>
        <p:nvSpPr>
          <p:cNvPr id="325" name="Google Shape;325;p82"/>
          <p:cNvSpPr>
            <a:spLocks noGrp="1"/>
          </p:cNvSpPr>
          <p:nvPr>
            <p:ph type="pic" idx="2"/>
          </p:nvPr>
        </p:nvSpPr>
        <p:spPr>
          <a:xfrm>
            <a:off x="914400" y="914400"/>
            <a:ext cx="6577781" cy="2472000"/>
          </a:xfrm>
          <a:prstGeom prst="rect">
            <a:avLst/>
          </a:prstGeom>
          <a:noFill/>
          <a:ln>
            <a:noFill/>
          </a:ln>
        </p:spPr>
      </p:sp>
      <p:sp>
        <p:nvSpPr>
          <p:cNvPr id="326" name="Google Shape;326;p82"/>
          <p:cNvSpPr>
            <a:spLocks noGrp="1"/>
          </p:cNvSpPr>
          <p:nvPr>
            <p:ph type="pic" idx="3"/>
          </p:nvPr>
        </p:nvSpPr>
        <p:spPr>
          <a:xfrm>
            <a:off x="914400" y="3471598"/>
            <a:ext cx="6577781" cy="2472001"/>
          </a:xfrm>
          <a:prstGeom prst="rect">
            <a:avLst/>
          </a:prstGeom>
          <a:noFill/>
          <a:ln>
            <a:noFill/>
          </a:ln>
        </p:spPr>
      </p:sp>
    </p:spTree>
    <p:extLst>
      <p:ext uri="{BB962C8B-B14F-4D97-AF65-F5344CB8AC3E}">
        <p14:creationId xmlns:p14="http://schemas.microsoft.com/office/powerpoint/2010/main" val="227079119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1_IMAGE option 22">
  <p:cSld name="1_IMAGE option 22">
    <p:spTree>
      <p:nvGrpSpPr>
        <p:cNvPr id="1" name="Shape 327"/>
        <p:cNvGrpSpPr/>
        <p:nvPr/>
      </p:nvGrpSpPr>
      <p:grpSpPr>
        <a:xfrm>
          <a:off x="0" y="0"/>
          <a:ext cx="0" cy="0"/>
          <a:chOff x="0" y="0"/>
          <a:chExt cx="0" cy="0"/>
        </a:xfrm>
      </p:grpSpPr>
      <p:sp>
        <p:nvSpPr>
          <p:cNvPr id="328" name="Google Shape;328;p83"/>
          <p:cNvSpPr>
            <a:spLocks noGrp="1"/>
          </p:cNvSpPr>
          <p:nvPr>
            <p:ph type="pic" idx="2"/>
          </p:nvPr>
        </p:nvSpPr>
        <p:spPr>
          <a:xfrm>
            <a:off x="914400" y="914400"/>
            <a:ext cx="2568000" cy="5029200"/>
          </a:xfrm>
          <a:prstGeom prst="rect">
            <a:avLst/>
          </a:prstGeom>
          <a:noFill/>
          <a:ln>
            <a:noFill/>
          </a:ln>
        </p:spPr>
      </p:sp>
      <p:sp>
        <p:nvSpPr>
          <p:cNvPr id="329" name="Google Shape;329;p83"/>
          <p:cNvSpPr>
            <a:spLocks noGrp="1"/>
          </p:cNvSpPr>
          <p:nvPr>
            <p:ph type="pic" idx="3"/>
          </p:nvPr>
        </p:nvSpPr>
        <p:spPr>
          <a:xfrm>
            <a:off x="3528000" y="3452400"/>
            <a:ext cx="2570400" cy="2491200"/>
          </a:xfrm>
          <a:prstGeom prst="rect">
            <a:avLst/>
          </a:prstGeom>
          <a:noFill/>
          <a:ln>
            <a:noFill/>
          </a:ln>
        </p:spPr>
      </p:sp>
      <p:sp>
        <p:nvSpPr>
          <p:cNvPr id="330" name="Google Shape;330;p83"/>
          <p:cNvSpPr>
            <a:spLocks noGrp="1"/>
          </p:cNvSpPr>
          <p:nvPr>
            <p:ph type="pic" idx="4"/>
          </p:nvPr>
        </p:nvSpPr>
        <p:spPr>
          <a:xfrm>
            <a:off x="3528000" y="914400"/>
            <a:ext cx="2570400" cy="2491200"/>
          </a:xfrm>
          <a:prstGeom prst="rect">
            <a:avLst/>
          </a:prstGeom>
          <a:noFill/>
          <a:ln>
            <a:noFill/>
          </a:ln>
        </p:spPr>
      </p:sp>
    </p:spTree>
    <p:extLst>
      <p:ext uri="{BB962C8B-B14F-4D97-AF65-F5344CB8AC3E}">
        <p14:creationId xmlns:p14="http://schemas.microsoft.com/office/powerpoint/2010/main" val="186866014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1_IMAGE option 23">
  <p:cSld name="1_IMAGE option 23">
    <p:spTree>
      <p:nvGrpSpPr>
        <p:cNvPr id="1" name="Shape 331"/>
        <p:cNvGrpSpPr/>
        <p:nvPr/>
      </p:nvGrpSpPr>
      <p:grpSpPr>
        <a:xfrm>
          <a:off x="0" y="0"/>
          <a:ext cx="0" cy="0"/>
          <a:chOff x="0" y="0"/>
          <a:chExt cx="0" cy="0"/>
        </a:xfrm>
      </p:grpSpPr>
      <p:sp>
        <p:nvSpPr>
          <p:cNvPr id="332" name="Google Shape;332;p84"/>
          <p:cNvSpPr>
            <a:spLocks noGrp="1"/>
          </p:cNvSpPr>
          <p:nvPr>
            <p:ph type="pic" idx="2"/>
          </p:nvPr>
        </p:nvSpPr>
        <p:spPr>
          <a:xfrm>
            <a:off x="914400" y="3452400"/>
            <a:ext cx="7003200" cy="2491200"/>
          </a:xfrm>
          <a:prstGeom prst="rect">
            <a:avLst/>
          </a:prstGeom>
          <a:noFill/>
          <a:ln>
            <a:noFill/>
          </a:ln>
        </p:spPr>
      </p:sp>
      <p:sp>
        <p:nvSpPr>
          <p:cNvPr id="333" name="Google Shape;333;p84"/>
          <p:cNvSpPr>
            <a:spLocks noGrp="1"/>
          </p:cNvSpPr>
          <p:nvPr>
            <p:ph type="pic" idx="3"/>
          </p:nvPr>
        </p:nvSpPr>
        <p:spPr>
          <a:xfrm>
            <a:off x="7965600" y="914400"/>
            <a:ext cx="3312000" cy="5029200"/>
          </a:xfrm>
          <a:prstGeom prst="rect">
            <a:avLst/>
          </a:prstGeom>
          <a:noFill/>
          <a:ln>
            <a:noFill/>
          </a:ln>
        </p:spPr>
      </p:sp>
      <p:sp>
        <p:nvSpPr>
          <p:cNvPr id="334" name="Google Shape;334;p84"/>
          <p:cNvSpPr>
            <a:spLocks noGrp="1"/>
          </p:cNvSpPr>
          <p:nvPr>
            <p:ph type="pic" idx="4"/>
          </p:nvPr>
        </p:nvSpPr>
        <p:spPr>
          <a:xfrm>
            <a:off x="914399" y="914400"/>
            <a:ext cx="3487200" cy="2491200"/>
          </a:xfrm>
          <a:prstGeom prst="rect">
            <a:avLst/>
          </a:prstGeom>
          <a:noFill/>
          <a:ln>
            <a:noFill/>
          </a:ln>
        </p:spPr>
      </p:sp>
      <p:sp>
        <p:nvSpPr>
          <p:cNvPr id="335" name="Google Shape;335;p84"/>
          <p:cNvSpPr>
            <a:spLocks noGrp="1"/>
          </p:cNvSpPr>
          <p:nvPr>
            <p:ph type="pic" idx="5"/>
          </p:nvPr>
        </p:nvSpPr>
        <p:spPr>
          <a:xfrm>
            <a:off x="4452000" y="914400"/>
            <a:ext cx="3463200" cy="2491200"/>
          </a:xfrm>
          <a:prstGeom prst="rect">
            <a:avLst/>
          </a:prstGeom>
          <a:noFill/>
          <a:ln>
            <a:noFill/>
          </a:ln>
        </p:spPr>
      </p:sp>
    </p:spTree>
    <p:extLst>
      <p:ext uri="{BB962C8B-B14F-4D97-AF65-F5344CB8AC3E}">
        <p14:creationId xmlns:p14="http://schemas.microsoft.com/office/powerpoint/2010/main" val="4097436375"/>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1_IMAGE option 26">
  <p:cSld name="1_IMAGE option 26">
    <p:spTree>
      <p:nvGrpSpPr>
        <p:cNvPr id="1" name="Shape 336"/>
        <p:cNvGrpSpPr/>
        <p:nvPr/>
      </p:nvGrpSpPr>
      <p:grpSpPr>
        <a:xfrm>
          <a:off x="0" y="0"/>
          <a:ext cx="0" cy="0"/>
          <a:chOff x="0" y="0"/>
          <a:chExt cx="0" cy="0"/>
        </a:xfrm>
      </p:grpSpPr>
      <p:sp>
        <p:nvSpPr>
          <p:cNvPr id="337" name="Google Shape;337;p85"/>
          <p:cNvSpPr>
            <a:spLocks noGrp="1"/>
          </p:cNvSpPr>
          <p:nvPr>
            <p:ph type="pic" idx="2"/>
          </p:nvPr>
        </p:nvSpPr>
        <p:spPr>
          <a:xfrm>
            <a:off x="3429601" y="3452400"/>
            <a:ext cx="7848000" cy="2491200"/>
          </a:xfrm>
          <a:prstGeom prst="rect">
            <a:avLst/>
          </a:prstGeom>
          <a:noFill/>
          <a:ln>
            <a:noFill/>
          </a:ln>
        </p:spPr>
      </p:sp>
      <p:sp>
        <p:nvSpPr>
          <p:cNvPr id="338" name="Google Shape;338;p85"/>
          <p:cNvSpPr>
            <a:spLocks noGrp="1"/>
          </p:cNvSpPr>
          <p:nvPr>
            <p:ph type="pic" idx="3"/>
          </p:nvPr>
        </p:nvSpPr>
        <p:spPr>
          <a:xfrm>
            <a:off x="914400" y="3452400"/>
            <a:ext cx="2515200" cy="2491200"/>
          </a:xfrm>
          <a:prstGeom prst="rect">
            <a:avLst/>
          </a:prstGeom>
          <a:noFill/>
          <a:ln>
            <a:noFill/>
          </a:ln>
        </p:spPr>
      </p:sp>
      <p:sp>
        <p:nvSpPr>
          <p:cNvPr id="339" name="Google Shape;339;p85"/>
          <p:cNvSpPr>
            <a:spLocks noGrp="1"/>
          </p:cNvSpPr>
          <p:nvPr>
            <p:ph type="pic" idx="4"/>
          </p:nvPr>
        </p:nvSpPr>
        <p:spPr>
          <a:xfrm>
            <a:off x="914399" y="914400"/>
            <a:ext cx="5308800" cy="2491200"/>
          </a:xfrm>
          <a:prstGeom prst="rect">
            <a:avLst/>
          </a:prstGeom>
          <a:noFill/>
          <a:ln>
            <a:noFill/>
          </a:ln>
        </p:spPr>
      </p:sp>
    </p:spTree>
    <p:extLst>
      <p:ext uri="{BB962C8B-B14F-4D97-AF65-F5344CB8AC3E}">
        <p14:creationId xmlns:p14="http://schemas.microsoft.com/office/powerpoint/2010/main" val="3124766100"/>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1_IMAGE option 24">
  <p:cSld name="1_IMAGE option 24">
    <p:spTree>
      <p:nvGrpSpPr>
        <p:cNvPr id="1" name="Shape 340"/>
        <p:cNvGrpSpPr/>
        <p:nvPr/>
      </p:nvGrpSpPr>
      <p:grpSpPr>
        <a:xfrm>
          <a:off x="0" y="0"/>
          <a:ext cx="0" cy="0"/>
          <a:chOff x="0" y="0"/>
          <a:chExt cx="0" cy="0"/>
        </a:xfrm>
      </p:grpSpPr>
      <p:sp>
        <p:nvSpPr>
          <p:cNvPr id="341" name="Google Shape;341;p86"/>
          <p:cNvSpPr>
            <a:spLocks noGrp="1"/>
          </p:cNvSpPr>
          <p:nvPr>
            <p:ph type="pic" idx="2"/>
          </p:nvPr>
        </p:nvSpPr>
        <p:spPr>
          <a:xfrm>
            <a:off x="914399" y="2456565"/>
            <a:ext cx="4216800" cy="2491200"/>
          </a:xfrm>
          <a:prstGeom prst="rect">
            <a:avLst/>
          </a:prstGeom>
          <a:noFill/>
          <a:ln>
            <a:noFill/>
          </a:ln>
        </p:spPr>
      </p:sp>
      <p:sp>
        <p:nvSpPr>
          <p:cNvPr id="342" name="Google Shape;342;p86"/>
          <p:cNvSpPr>
            <a:spLocks noGrp="1"/>
          </p:cNvSpPr>
          <p:nvPr>
            <p:ph type="pic" idx="3"/>
          </p:nvPr>
        </p:nvSpPr>
        <p:spPr>
          <a:xfrm>
            <a:off x="5179199" y="914400"/>
            <a:ext cx="6098400" cy="4033365"/>
          </a:xfrm>
          <a:prstGeom prst="rect">
            <a:avLst/>
          </a:prstGeom>
          <a:noFill/>
          <a:ln>
            <a:noFill/>
          </a:ln>
        </p:spPr>
      </p:sp>
      <p:sp>
        <p:nvSpPr>
          <p:cNvPr id="343" name="Google Shape;343;p86"/>
          <p:cNvSpPr>
            <a:spLocks noGrp="1"/>
          </p:cNvSpPr>
          <p:nvPr>
            <p:ph type="pic" idx="4"/>
          </p:nvPr>
        </p:nvSpPr>
        <p:spPr>
          <a:xfrm>
            <a:off x="914399" y="914400"/>
            <a:ext cx="2097600" cy="1471200"/>
          </a:xfrm>
          <a:prstGeom prst="rect">
            <a:avLst/>
          </a:prstGeom>
          <a:noFill/>
          <a:ln>
            <a:noFill/>
          </a:ln>
        </p:spPr>
      </p:sp>
      <p:sp>
        <p:nvSpPr>
          <p:cNvPr id="344" name="Google Shape;344;p86"/>
          <p:cNvSpPr>
            <a:spLocks noGrp="1"/>
          </p:cNvSpPr>
          <p:nvPr>
            <p:ph type="pic" idx="5"/>
          </p:nvPr>
        </p:nvSpPr>
        <p:spPr>
          <a:xfrm>
            <a:off x="3070799" y="914400"/>
            <a:ext cx="2049600" cy="1471200"/>
          </a:xfrm>
          <a:prstGeom prst="rect">
            <a:avLst/>
          </a:prstGeom>
          <a:noFill/>
          <a:ln>
            <a:noFill/>
          </a:ln>
        </p:spPr>
      </p:sp>
    </p:spTree>
    <p:extLst>
      <p:ext uri="{BB962C8B-B14F-4D97-AF65-F5344CB8AC3E}">
        <p14:creationId xmlns:p14="http://schemas.microsoft.com/office/powerpoint/2010/main" val="354048974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1_IMAGE option 17">
  <p:cSld name="1_IMAGE option 17">
    <p:spTree>
      <p:nvGrpSpPr>
        <p:cNvPr id="1" name="Shape 345"/>
        <p:cNvGrpSpPr/>
        <p:nvPr/>
      </p:nvGrpSpPr>
      <p:grpSpPr>
        <a:xfrm>
          <a:off x="0" y="0"/>
          <a:ext cx="0" cy="0"/>
          <a:chOff x="0" y="0"/>
          <a:chExt cx="0" cy="0"/>
        </a:xfrm>
      </p:grpSpPr>
      <p:sp>
        <p:nvSpPr>
          <p:cNvPr id="346" name="Google Shape;346;p87"/>
          <p:cNvSpPr>
            <a:spLocks noGrp="1"/>
          </p:cNvSpPr>
          <p:nvPr>
            <p:ph type="pic" idx="2"/>
          </p:nvPr>
        </p:nvSpPr>
        <p:spPr>
          <a:xfrm>
            <a:off x="914400" y="914400"/>
            <a:ext cx="5138397" cy="2472000"/>
          </a:xfrm>
          <a:prstGeom prst="rect">
            <a:avLst/>
          </a:prstGeom>
          <a:noFill/>
          <a:ln>
            <a:noFill/>
          </a:ln>
        </p:spPr>
      </p:sp>
      <p:sp>
        <p:nvSpPr>
          <p:cNvPr id="347" name="Google Shape;347;p87"/>
          <p:cNvSpPr>
            <a:spLocks noGrp="1"/>
          </p:cNvSpPr>
          <p:nvPr>
            <p:ph type="pic" idx="3"/>
          </p:nvPr>
        </p:nvSpPr>
        <p:spPr>
          <a:xfrm>
            <a:off x="6139201" y="3471597"/>
            <a:ext cx="5138399" cy="2472003"/>
          </a:xfrm>
          <a:prstGeom prst="rect">
            <a:avLst/>
          </a:prstGeom>
          <a:noFill/>
          <a:ln>
            <a:noFill/>
          </a:ln>
        </p:spPr>
      </p:sp>
      <p:sp>
        <p:nvSpPr>
          <p:cNvPr id="348" name="Google Shape;348;p87"/>
          <p:cNvSpPr>
            <a:spLocks noGrp="1"/>
          </p:cNvSpPr>
          <p:nvPr>
            <p:ph type="pic" idx="4"/>
          </p:nvPr>
        </p:nvSpPr>
        <p:spPr>
          <a:xfrm>
            <a:off x="6139201" y="914400"/>
            <a:ext cx="5138399" cy="2472000"/>
          </a:xfrm>
          <a:prstGeom prst="rect">
            <a:avLst/>
          </a:prstGeom>
          <a:noFill/>
          <a:ln>
            <a:noFill/>
          </a:ln>
        </p:spPr>
      </p:sp>
      <p:sp>
        <p:nvSpPr>
          <p:cNvPr id="349" name="Google Shape;349;p87"/>
          <p:cNvSpPr>
            <a:spLocks noGrp="1"/>
          </p:cNvSpPr>
          <p:nvPr>
            <p:ph type="pic" idx="5"/>
          </p:nvPr>
        </p:nvSpPr>
        <p:spPr>
          <a:xfrm>
            <a:off x="914400" y="3471598"/>
            <a:ext cx="5138397" cy="2472002"/>
          </a:xfrm>
          <a:prstGeom prst="rect">
            <a:avLst/>
          </a:prstGeom>
          <a:noFill/>
          <a:ln>
            <a:noFill/>
          </a:ln>
        </p:spPr>
      </p:sp>
    </p:spTree>
    <p:extLst>
      <p:ext uri="{BB962C8B-B14F-4D97-AF65-F5344CB8AC3E}">
        <p14:creationId xmlns:p14="http://schemas.microsoft.com/office/powerpoint/2010/main" val="2229685465"/>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3_IMAGE option 20">
  <p:cSld name="3_IMAGE option 20">
    <p:spTree>
      <p:nvGrpSpPr>
        <p:cNvPr id="1" name="Shape 350"/>
        <p:cNvGrpSpPr/>
        <p:nvPr/>
      </p:nvGrpSpPr>
      <p:grpSpPr>
        <a:xfrm>
          <a:off x="0" y="0"/>
          <a:ext cx="0" cy="0"/>
          <a:chOff x="0" y="0"/>
          <a:chExt cx="0" cy="0"/>
        </a:xfrm>
      </p:grpSpPr>
      <p:sp>
        <p:nvSpPr>
          <p:cNvPr id="351" name="Google Shape;351;p88"/>
          <p:cNvSpPr>
            <a:spLocks noGrp="1"/>
          </p:cNvSpPr>
          <p:nvPr>
            <p:ph type="pic" idx="2"/>
          </p:nvPr>
        </p:nvSpPr>
        <p:spPr>
          <a:xfrm>
            <a:off x="6143201" y="914401"/>
            <a:ext cx="2520000" cy="2472000"/>
          </a:xfrm>
          <a:prstGeom prst="rect">
            <a:avLst/>
          </a:prstGeom>
          <a:noFill/>
          <a:ln>
            <a:noFill/>
          </a:ln>
        </p:spPr>
      </p:sp>
      <p:sp>
        <p:nvSpPr>
          <p:cNvPr id="352" name="Google Shape;352;p88"/>
          <p:cNvSpPr>
            <a:spLocks noGrp="1"/>
          </p:cNvSpPr>
          <p:nvPr>
            <p:ph type="pic" idx="3"/>
          </p:nvPr>
        </p:nvSpPr>
        <p:spPr>
          <a:xfrm>
            <a:off x="6143201" y="3471599"/>
            <a:ext cx="2520000" cy="2472000"/>
          </a:xfrm>
          <a:prstGeom prst="rect">
            <a:avLst/>
          </a:prstGeom>
          <a:noFill/>
          <a:ln>
            <a:noFill/>
          </a:ln>
        </p:spPr>
      </p:sp>
      <p:sp>
        <p:nvSpPr>
          <p:cNvPr id="353" name="Google Shape;353;p88"/>
          <p:cNvSpPr>
            <a:spLocks noGrp="1"/>
          </p:cNvSpPr>
          <p:nvPr>
            <p:ph type="pic" idx="4"/>
          </p:nvPr>
        </p:nvSpPr>
        <p:spPr>
          <a:xfrm>
            <a:off x="914400" y="3471599"/>
            <a:ext cx="2520000" cy="2472000"/>
          </a:xfrm>
          <a:prstGeom prst="rect">
            <a:avLst/>
          </a:prstGeom>
          <a:noFill/>
          <a:ln>
            <a:noFill/>
          </a:ln>
        </p:spPr>
      </p:sp>
      <p:sp>
        <p:nvSpPr>
          <p:cNvPr id="354" name="Google Shape;354;p88"/>
          <p:cNvSpPr>
            <a:spLocks noGrp="1"/>
          </p:cNvSpPr>
          <p:nvPr>
            <p:ph type="pic" idx="5"/>
          </p:nvPr>
        </p:nvSpPr>
        <p:spPr>
          <a:xfrm>
            <a:off x="3528799" y="914401"/>
            <a:ext cx="2520000" cy="2472000"/>
          </a:xfrm>
          <a:prstGeom prst="rect">
            <a:avLst/>
          </a:prstGeom>
          <a:noFill/>
          <a:ln>
            <a:noFill/>
          </a:ln>
        </p:spPr>
      </p:sp>
      <p:sp>
        <p:nvSpPr>
          <p:cNvPr id="355" name="Google Shape;355;p88"/>
          <p:cNvSpPr>
            <a:spLocks noGrp="1"/>
          </p:cNvSpPr>
          <p:nvPr>
            <p:ph type="pic" idx="6"/>
          </p:nvPr>
        </p:nvSpPr>
        <p:spPr>
          <a:xfrm>
            <a:off x="3528799" y="3471599"/>
            <a:ext cx="2520000" cy="2472000"/>
          </a:xfrm>
          <a:prstGeom prst="rect">
            <a:avLst/>
          </a:prstGeom>
          <a:noFill/>
          <a:ln>
            <a:noFill/>
          </a:ln>
        </p:spPr>
      </p:sp>
      <p:sp>
        <p:nvSpPr>
          <p:cNvPr id="356" name="Google Shape;356;p88"/>
          <p:cNvSpPr>
            <a:spLocks noGrp="1"/>
          </p:cNvSpPr>
          <p:nvPr>
            <p:ph type="pic" idx="7"/>
          </p:nvPr>
        </p:nvSpPr>
        <p:spPr>
          <a:xfrm>
            <a:off x="8757600" y="914401"/>
            <a:ext cx="2520000" cy="2472000"/>
          </a:xfrm>
          <a:prstGeom prst="rect">
            <a:avLst/>
          </a:prstGeom>
          <a:noFill/>
          <a:ln>
            <a:noFill/>
          </a:ln>
        </p:spPr>
      </p:sp>
    </p:spTree>
    <p:extLst>
      <p:ext uri="{BB962C8B-B14F-4D97-AF65-F5344CB8AC3E}">
        <p14:creationId xmlns:p14="http://schemas.microsoft.com/office/powerpoint/2010/main" val="75017967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1_IMAGE option">
  <p:cSld name="1_IMAGE option">
    <p:spTree>
      <p:nvGrpSpPr>
        <p:cNvPr id="1" name="Shape 357"/>
        <p:cNvGrpSpPr/>
        <p:nvPr/>
      </p:nvGrpSpPr>
      <p:grpSpPr>
        <a:xfrm>
          <a:off x="0" y="0"/>
          <a:ext cx="0" cy="0"/>
          <a:chOff x="0" y="0"/>
          <a:chExt cx="0" cy="0"/>
        </a:xfrm>
      </p:grpSpPr>
      <p:sp>
        <p:nvSpPr>
          <p:cNvPr id="358" name="Google Shape;358;p89"/>
          <p:cNvSpPr>
            <a:spLocks noGrp="1"/>
          </p:cNvSpPr>
          <p:nvPr>
            <p:ph type="pic" idx="2"/>
          </p:nvPr>
        </p:nvSpPr>
        <p:spPr>
          <a:xfrm>
            <a:off x="914400" y="914400"/>
            <a:ext cx="11277600" cy="5943600"/>
          </a:xfrm>
          <a:prstGeom prst="rect">
            <a:avLst/>
          </a:prstGeom>
          <a:noFill/>
          <a:ln>
            <a:noFill/>
          </a:ln>
        </p:spPr>
      </p:sp>
      <p:sp>
        <p:nvSpPr>
          <p:cNvPr id="359" name="Google Shape;359;p89"/>
          <p:cNvSpPr txBox="1">
            <a:spLocks noGrp="1"/>
          </p:cNvSpPr>
          <p:nvPr>
            <p:ph type="title"/>
          </p:nvPr>
        </p:nvSpPr>
        <p:spPr>
          <a:xfrm>
            <a:off x="914400" y="204824"/>
            <a:ext cx="8585200" cy="535491"/>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4800"/>
              <a:buFont typeface="Arial"/>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Tree>
    <p:extLst>
      <p:ext uri="{BB962C8B-B14F-4D97-AF65-F5344CB8AC3E}">
        <p14:creationId xmlns:p14="http://schemas.microsoft.com/office/powerpoint/2010/main" val="341419889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1_IMAGE option 21">
  <p:cSld name="1_IMAGE option 21">
    <p:spTree>
      <p:nvGrpSpPr>
        <p:cNvPr id="1" name="Shape 360"/>
        <p:cNvGrpSpPr/>
        <p:nvPr/>
      </p:nvGrpSpPr>
      <p:grpSpPr>
        <a:xfrm>
          <a:off x="0" y="0"/>
          <a:ext cx="0" cy="0"/>
          <a:chOff x="0" y="0"/>
          <a:chExt cx="0" cy="0"/>
        </a:xfrm>
      </p:grpSpPr>
      <p:sp>
        <p:nvSpPr>
          <p:cNvPr id="361" name="Google Shape;361;p90"/>
          <p:cNvSpPr>
            <a:spLocks noGrp="1"/>
          </p:cNvSpPr>
          <p:nvPr>
            <p:ph type="pic" idx="2"/>
          </p:nvPr>
        </p:nvSpPr>
        <p:spPr>
          <a:xfrm>
            <a:off x="4699000" y="914400"/>
            <a:ext cx="2057400" cy="5029200"/>
          </a:xfrm>
          <a:prstGeom prst="rect">
            <a:avLst/>
          </a:prstGeom>
          <a:noFill/>
          <a:ln>
            <a:noFill/>
          </a:ln>
        </p:spPr>
      </p:sp>
      <p:sp>
        <p:nvSpPr>
          <p:cNvPr id="362" name="Google Shape;362;p90"/>
          <p:cNvSpPr>
            <a:spLocks noGrp="1"/>
          </p:cNvSpPr>
          <p:nvPr>
            <p:ph type="pic" idx="3"/>
          </p:nvPr>
        </p:nvSpPr>
        <p:spPr>
          <a:xfrm>
            <a:off x="6959600" y="914400"/>
            <a:ext cx="2057400" cy="5029200"/>
          </a:xfrm>
          <a:prstGeom prst="rect">
            <a:avLst/>
          </a:prstGeom>
          <a:noFill/>
          <a:ln>
            <a:noFill/>
          </a:ln>
        </p:spPr>
      </p:sp>
      <p:sp>
        <p:nvSpPr>
          <p:cNvPr id="363" name="Google Shape;363;p90"/>
          <p:cNvSpPr>
            <a:spLocks noGrp="1"/>
          </p:cNvSpPr>
          <p:nvPr>
            <p:ph type="pic" idx="4"/>
          </p:nvPr>
        </p:nvSpPr>
        <p:spPr>
          <a:xfrm>
            <a:off x="9220200" y="914400"/>
            <a:ext cx="2057400" cy="5029200"/>
          </a:xfrm>
          <a:prstGeom prst="rect">
            <a:avLst/>
          </a:prstGeom>
          <a:noFill/>
          <a:ln>
            <a:noFill/>
          </a:ln>
        </p:spPr>
      </p:sp>
    </p:spTree>
    <p:extLst>
      <p:ext uri="{BB962C8B-B14F-4D97-AF65-F5344CB8AC3E}">
        <p14:creationId xmlns:p14="http://schemas.microsoft.com/office/powerpoint/2010/main" val="144502136"/>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3_IMAGE option 12">
  <p:cSld name="3_IMAGE option 12">
    <p:spTree>
      <p:nvGrpSpPr>
        <p:cNvPr id="1" name="Shape 364"/>
        <p:cNvGrpSpPr/>
        <p:nvPr/>
      </p:nvGrpSpPr>
      <p:grpSpPr>
        <a:xfrm>
          <a:off x="0" y="0"/>
          <a:ext cx="0" cy="0"/>
          <a:chOff x="0" y="0"/>
          <a:chExt cx="0" cy="0"/>
        </a:xfrm>
      </p:grpSpPr>
      <p:sp>
        <p:nvSpPr>
          <p:cNvPr id="365" name="Google Shape;365;p91"/>
          <p:cNvSpPr>
            <a:spLocks noGrp="1"/>
          </p:cNvSpPr>
          <p:nvPr>
            <p:ph type="pic" idx="2"/>
          </p:nvPr>
        </p:nvSpPr>
        <p:spPr>
          <a:xfrm>
            <a:off x="914400" y="914400"/>
            <a:ext cx="3396000" cy="3336000"/>
          </a:xfrm>
          <a:prstGeom prst="rect">
            <a:avLst/>
          </a:prstGeom>
          <a:noFill/>
          <a:ln>
            <a:noFill/>
          </a:ln>
        </p:spPr>
      </p:sp>
      <p:sp>
        <p:nvSpPr>
          <p:cNvPr id="366" name="Google Shape;366;p91"/>
          <p:cNvSpPr>
            <a:spLocks noGrp="1"/>
          </p:cNvSpPr>
          <p:nvPr>
            <p:ph type="pic" idx="3"/>
          </p:nvPr>
        </p:nvSpPr>
        <p:spPr>
          <a:xfrm>
            <a:off x="4398000" y="914400"/>
            <a:ext cx="3396000" cy="3336000"/>
          </a:xfrm>
          <a:prstGeom prst="rect">
            <a:avLst/>
          </a:prstGeom>
          <a:noFill/>
          <a:ln>
            <a:noFill/>
          </a:ln>
        </p:spPr>
      </p:sp>
      <p:sp>
        <p:nvSpPr>
          <p:cNvPr id="367" name="Google Shape;367;p91"/>
          <p:cNvSpPr>
            <a:spLocks noGrp="1"/>
          </p:cNvSpPr>
          <p:nvPr>
            <p:ph type="pic" idx="4"/>
          </p:nvPr>
        </p:nvSpPr>
        <p:spPr>
          <a:xfrm>
            <a:off x="7881600" y="914400"/>
            <a:ext cx="3396000" cy="3336000"/>
          </a:xfrm>
          <a:prstGeom prst="rect">
            <a:avLst/>
          </a:prstGeom>
          <a:noFill/>
          <a:ln>
            <a:noFill/>
          </a:ln>
        </p:spPr>
      </p:sp>
    </p:spTree>
    <p:extLst>
      <p:ext uri="{BB962C8B-B14F-4D97-AF65-F5344CB8AC3E}">
        <p14:creationId xmlns:p14="http://schemas.microsoft.com/office/powerpoint/2010/main" val="3249234901"/>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1_IMAGE option 11">
  <p:cSld name="1_IMAGE option 11">
    <p:spTree>
      <p:nvGrpSpPr>
        <p:cNvPr id="1" name="Shape 368"/>
        <p:cNvGrpSpPr/>
        <p:nvPr/>
      </p:nvGrpSpPr>
      <p:grpSpPr>
        <a:xfrm>
          <a:off x="0" y="0"/>
          <a:ext cx="0" cy="0"/>
          <a:chOff x="0" y="0"/>
          <a:chExt cx="0" cy="0"/>
        </a:xfrm>
      </p:grpSpPr>
      <p:sp>
        <p:nvSpPr>
          <p:cNvPr id="369" name="Google Shape;369;p92"/>
          <p:cNvSpPr>
            <a:spLocks noGrp="1"/>
          </p:cNvSpPr>
          <p:nvPr>
            <p:ph type="pic" idx="2"/>
          </p:nvPr>
        </p:nvSpPr>
        <p:spPr>
          <a:xfrm>
            <a:off x="914400" y="914400"/>
            <a:ext cx="3396000" cy="5029200"/>
          </a:xfrm>
          <a:prstGeom prst="rect">
            <a:avLst/>
          </a:prstGeom>
          <a:noFill/>
          <a:ln>
            <a:noFill/>
          </a:ln>
        </p:spPr>
      </p:sp>
      <p:sp>
        <p:nvSpPr>
          <p:cNvPr id="370" name="Google Shape;370;p92"/>
          <p:cNvSpPr>
            <a:spLocks noGrp="1"/>
          </p:cNvSpPr>
          <p:nvPr>
            <p:ph type="pic" idx="3"/>
          </p:nvPr>
        </p:nvSpPr>
        <p:spPr>
          <a:xfrm>
            <a:off x="4398000" y="914400"/>
            <a:ext cx="3396000" cy="5029200"/>
          </a:xfrm>
          <a:prstGeom prst="rect">
            <a:avLst/>
          </a:prstGeom>
          <a:noFill/>
          <a:ln>
            <a:noFill/>
          </a:ln>
        </p:spPr>
      </p:sp>
      <p:sp>
        <p:nvSpPr>
          <p:cNvPr id="371" name="Google Shape;371;p92"/>
          <p:cNvSpPr>
            <a:spLocks noGrp="1"/>
          </p:cNvSpPr>
          <p:nvPr>
            <p:ph type="pic" idx="4"/>
          </p:nvPr>
        </p:nvSpPr>
        <p:spPr>
          <a:xfrm>
            <a:off x="7881600" y="914400"/>
            <a:ext cx="3396000" cy="5029200"/>
          </a:xfrm>
          <a:prstGeom prst="rect">
            <a:avLst/>
          </a:prstGeom>
          <a:noFill/>
          <a:ln>
            <a:noFill/>
          </a:ln>
        </p:spPr>
      </p:sp>
    </p:spTree>
    <p:extLst>
      <p:ext uri="{BB962C8B-B14F-4D97-AF65-F5344CB8AC3E}">
        <p14:creationId xmlns:p14="http://schemas.microsoft.com/office/powerpoint/2010/main" val="231923089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1_IMAGE option 14">
  <p:cSld name="1_IMAGE option 14">
    <p:spTree>
      <p:nvGrpSpPr>
        <p:cNvPr id="1" name="Shape 372"/>
        <p:cNvGrpSpPr/>
        <p:nvPr/>
      </p:nvGrpSpPr>
      <p:grpSpPr>
        <a:xfrm>
          <a:off x="0" y="0"/>
          <a:ext cx="0" cy="0"/>
          <a:chOff x="0" y="0"/>
          <a:chExt cx="0" cy="0"/>
        </a:xfrm>
      </p:grpSpPr>
      <p:sp>
        <p:nvSpPr>
          <p:cNvPr id="373" name="Google Shape;373;p93"/>
          <p:cNvSpPr>
            <a:spLocks noGrp="1"/>
          </p:cNvSpPr>
          <p:nvPr>
            <p:ph type="pic" idx="2"/>
          </p:nvPr>
        </p:nvSpPr>
        <p:spPr>
          <a:xfrm>
            <a:off x="914400" y="914400"/>
            <a:ext cx="2520000" cy="5029200"/>
          </a:xfrm>
          <a:prstGeom prst="rect">
            <a:avLst/>
          </a:prstGeom>
          <a:noFill/>
          <a:ln>
            <a:noFill/>
          </a:ln>
        </p:spPr>
      </p:sp>
      <p:sp>
        <p:nvSpPr>
          <p:cNvPr id="374" name="Google Shape;374;p93"/>
          <p:cNvSpPr>
            <a:spLocks noGrp="1"/>
          </p:cNvSpPr>
          <p:nvPr>
            <p:ph type="pic" idx="3"/>
          </p:nvPr>
        </p:nvSpPr>
        <p:spPr>
          <a:xfrm>
            <a:off x="8757600" y="914400"/>
            <a:ext cx="2520000" cy="5029200"/>
          </a:xfrm>
          <a:prstGeom prst="rect">
            <a:avLst/>
          </a:prstGeom>
          <a:noFill/>
          <a:ln>
            <a:noFill/>
          </a:ln>
        </p:spPr>
      </p:sp>
      <p:sp>
        <p:nvSpPr>
          <p:cNvPr id="375" name="Google Shape;375;p93"/>
          <p:cNvSpPr>
            <a:spLocks noGrp="1"/>
          </p:cNvSpPr>
          <p:nvPr>
            <p:ph type="pic" idx="4"/>
          </p:nvPr>
        </p:nvSpPr>
        <p:spPr>
          <a:xfrm>
            <a:off x="6143201" y="914400"/>
            <a:ext cx="2520000" cy="5029200"/>
          </a:xfrm>
          <a:prstGeom prst="rect">
            <a:avLst/>
          </a:prstGeom>
          <a:noFill/>
          <a:ln>
            <a:noFill/>
          </a:ln>
        </p:spPr>
      </p:sp>
      <p:sp>
        <p:nvSpPr>
          <p:cNvPr id="376" name="Google Shape;376;p93"/>
          <p:cNvSpPr>
            <a:spLocks noGrp="1"/>
          </p:cNvSpPr>
          <p:nvPr>
            <p:ph type="pic" idx="5"/>
          </p:nvPr>
        </p:nvSpPr>
        <p:spPr>
          <a:xfrm>
            <a:off x="3528799" y="914400"/>
            <a:ext cx="2520000" cy="5029200"/>
          </a:xfrm>
          <a:prstGeom prst="rect">
            <a:avLst/>
          </a:prstGeom>
          <a:noFill/>
          <a:ln>
            <a:noFill/>
          </a:ln>
        </p:spPr>
      </p:sp>
    </p:spTree>
    <p:extLst>
      <p:ext uri="{BB962C8B-B14F-4D97-AF65-F5344CB8AC3E}">
        <p14:creationId xmlns:p14="http://schemas.microsoft.com/office/powerpoint/2010/main" val="70234165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3_IMAGE option 15">
  <p:cSld name="3_IMAGE option 15">
    <p:spTree>
      <p:nvGrpSpPr>
        <p:cNvPr id="1" name="Shape 377"/>
        <p:cNvGrpSpPr/>
        <p:nvPr/>
      </p:nvGrpSpPr>
      <p:grpSpPr>
        <a:xfrm>
          <a:off x="0" y="0"/>
          <a:ext cx="0" cy="0"/>
          <a:chOff x="0" y="0"/>
          <a:chExt cx="0" cy="0"/>
        </a:xfrm>
      </p:grpSpPr>
      <p:sp>
        <p:nvSpPr>
          <p:cNvPr id="378" name="Google Shape;378;p94"/>
          <p:cNvSpPr>
            <a:spLocks noGrp="1"/>
          </p:cNvSpPr>
          <p:nvPr>
            <p:ph type="pic" idx="2"/>
          </p:nvPr>
        </p:nvSpPr>
        <p:spPr>
          <a:xfrm>
            <a:off x="914400" y="914400"/>
            <a:ext cx="2520000" cy="2520000"/>
          </a:xfrm>
          <a:prstGeom prst="rect">
            <a:avLst/>
          </a:prstGeom>
          <a:noFill/>
          <a:ln>
            <a:noFill/>
          </a:ln>
        </p:spPr>
      </p:sp>
      <p:sp>
        <p:nvSpPr>
          <p:cNvPr id="379" name="Google Shape;379;p94"/>
          <p:cNvSpPr>
            <a:spLocks noGrp="1"/>
          </p:cNvSpPr>
          <p:nvPr>
            <p:ph type="pic" idx="3"/>
          </p:nvPr>
        </p:nvSpPr>
        <p:spPr>
          <a:xfrm>
            <a:off x="8757600" y="914400"/>
            <a:ext cx="2520000" cy="2520000"/>
          </a:xfrm>
          <a:prstGeom prst="rect">
            <a:avLst/>
          </a:prstGeom>
          <a:noFill/>
          <a:ln>
            <a:noFill/>
          </a:ln>
        </p:spPr>
      </p:sp>
      <p:sp>
        <p:nvSpPr>
          <p:cNvPr id="380" name="Google Shape;380;p94"/>
          <p:cNvSpPr>
            <a:spLocks noGrp="1"/>
          </p:cNvSpPr>
          <p:nvPr>
            <p:ph type="pic" idx="4"/>
          </p:nvPr>
        </p:nvSpPr>
        <p:spPr>
          <a:xfrm>
            <a:off x="6143201" y="914400"/>
            <a:ext cx="2520000" cy="2520000"/>
          </a:xfrm>
          <a:prstGeom prst="rect">
            <a:avLst/>
          </a:prstGeom>
          <a:noFill/>
          <a:ln>
            <a:noFill/>
          </a:ln>
        </p:spPr>
      </p:sp>
      <p:sp>
        <p:nvSpPr>
          <p:cNvPr id="381" name="Google Shape;381;p94"/>
          <p:cNvSpPr>
            <a:spLocks noGrp="1"/>
          </p:cNvSpPr>
          <p:nvPr>
            <p:ph type="pic" idx="5"/>
          </p:nvPr>
        </p:nvSpPr>
        <p:spPr>
          <a:xfrm>
            <a:off x="3528799" y="914400"/>
            <a:ext cx="2520000" cy="2520000"/>
          </a:xfrm>
          <a:prstGeom prst="rect">
            <a:avLst/>
          </a:prstGeom>
          <a:noFill/>
          <a:ln>
            <a:noFill/>
          </a:ln>
        </p:spPr>
      </p:sp>
    </p:spTree>
    <p:extLst>
      <p:ext uri="{BB962C8B-B14F-4D97-AF65-F5344CB8AC3E}">
        <p14:creationId xmlns:p14="http://schemas.microsoft.com/office/powerpoint/2010/main" val="2478337364"/>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1_IMAGE option 13">
  <p:cSld name="1_IMAGE option 13">
    <p:spTree>
      <p:nvGrpSpPr>
        <p:cNvPr id="1" name="Shape 382"/>
        <p:cNvGrpSpPr/>
        <p:nvPr/>
      </p:nvGrpSpPr>
      <p:grpSpPr>
        <a:xfrm>
          <a:off x="0" y="0"/>
          <a:ext cx="0" cy="0"/>
          <a:chOff x="0" y="0"/>
          <a:chExt cx="0" cy="0"/>
        </a:xfrm>
      </p:grpSpPr>
      <p:sp>
        <p:nvSpPr>
          <p:cNvPr id="383" name="Google Shape;383;p95"/>
          <p:cNvSpPr>
            <a:spLocks noGrp="1"/>
          </p:cNvSpPr>
          <p:nvPr>
            <p:ph type="pic" idx="2"/>
          </p:nvPr>
        </p:nvSpPr>
        <p:spPr>
          <a:xfrm>
            <a:off x="914400" y="914400"/>
            <a:ext cx="3396000" cy="2472000"/>
          </a:xfrm>
          <a:prstGeom prst="rect">
            <a:avLst/>
          </a:prstGeom>
          <a:noFill/>
          <a:ln>
            <a:noFill/>
          </a:ln>
        </p:spPr>
      </p:sp>
      <p:sp>
        <p:nvSpPr>
          <p:cNvPr id="384" name="Google Shape;384;p95"/>
          <p:cNvSpPr>
            <a:spLocks noGrp="1"/>
          </p:cNvSpPr>
          <p:nvPr>
            <p:ph type="pic" idx="3"/>
          </p:nvPr>
        </p:nvSpPr>
        <p:spPr>
          <a:xfrm>
            <a:off x="4398000" y="914400"/>
            <a:ext cx="3396000" cy="2472000"/>
          </a:xfrm>
          <a:prstGeom prst="rect">
            <a:avLst/>
          </a:prstGeom>
          <a:noFill/>
          <a:ln>
            <a:noFill/>
          </a:ln>
        </p:spPr>
      </p:sp>
      <p:sp>
        <p:nvSpPr>
          <p:cNvPr id="385" name="Google Shape;385;p95"/>
          <p:cNvSpPr>
            <a:spLocks noGrp="1"/>
          </p:cNvSpPr>
          <p:nvPr>
            <p:ph type="pic" idx="4"/>
          </p:nvPr>
        </p:nvSpPr>
        <p:spPr>
          <a:xfrm>
            <a:off x="7881600" y="914400"/>
            <a:ext cx="3396000" cy="2472000"/>
          </a:xfrm>
          <a:prstGeom prst="rect">
            <a:avLst/>
          </a:prstGeom>
          <a:noFill/>
          <a:ln>
            <a:noFill/>
          </a:ln>
        </p:spPr>
      </p:sp>
      <p:sp>
        <p:nvSpPr>
          <p:cNvPr id="386" name="Google Shape;386;p95"/>
          <p:cNvSpPr>
            <a:spLocks noGrp="1"/>
          </p:cNvSpPr>
          <p:nvPr>
            <p:ph type="pic" idx="5"/>
          </p:nvPr>
        </p:nvSpPr>
        <p:spPr>
          <a:xfrm>
            <a:off x="914400" y="3471599"/>
            <a:ext cx="3396000" cy="2472000"/>
          </a:xfrm>
          <a:prstGeom prst="rect">
            <a:avLst/>
          </a:prstGeom>
          <a:noFill/>
          <a:ln>
            <a:noFill/>
          </a:ln>
        </p:spPr>
      </p:sp>
      <p:sp>
        <p:nvSpPr>
          <p:cNvPr id="387" name="Google Shape;387;p95"/>
          <p:cNvSpPr>
            <a:spLocks noGrp="1"/>
          </p:cNvSpPr>
          <p:nvPr>
            <p:ph type="pic" idx="6"/>
          </p:nvPr>
        </p:nvSpPr>
        <p:spPr>
          <a:xfrm>
            <a:off x="4398000" y="3471599"/>
            <a:ext cx="3396000" cy="2472000"/>
          </a:xfrm>
          <a:prstGeom prst="rect">
            <a:avLst/>
          </a:prstGeom>
          <a:noFill/>
          <a:ln>
            <a:noFill/>
          </a:ln>
        </p:spPr>
      </p:sp>
      <p:sp>
        <p:nvSpPr>
          <p:cNvPr id="388" name="Google Shape;388;p95"/>
          <p:cNvSpPr>
            <a:spLocks noGrp="1"/>
          </p:cNvSpPr>
          <p:nvPr>
            <p:ph type="pic" idx="7"/>
          </p:nvPr>
        </p:nvSpPr>
        <p:spPr>
          <a:xfrm>
            <a:off x="7881600" y="3471599"/>
            <a:ext cx="3396000" cy="2472000"/>
          </a:xfrm>
          <a:prstGeom prst="rect">
            <a:avLst/>
          </a:prstGeom>
          <a:noFill/>
          <a:ln>
            <a:noFill/>
          </a:ln>
        </p:spPr>
      </p:sp>
    </p:spTree>
    <p:extLst>
      <p:ext uri="{BB962C8B-B14F-4D97-AF65-F5344CB8AC3E}">
        <p14:creationId xmlns:p14="http://schemas.microsoft.com/office/powerpoint/2010/main" val="1148475423"/>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1_IMAGE option 25">
  <p:cSld name="1_IMAGE option 25">
    <p:spTree>
      <p:nvGrpSpPr>
        <p:cNvPr id="1" name="Shape 389"/>
        <p:cNvGrpSpPr/>
        <p:nvPr/>
      </p:nvGrpSpPr>
      <p:grpSpPr>
        <a:xfrm>
          <a:off x="0" y="0"/>
          <a:ext cx="0" cy="0"/>
          <a:chOff x="0" y="0"/>
          <a:chExt cx="0" cy="0"/>
        </a:xfrm>
      </p:grpSpPr>
      <p:sp>
        <p:nvSpPr>
          <p:cNvPr id="390" name="Google Shape;390;p96"/>
          <p:cNvSpPr>
            <a:spLocks noGrp="1"/>
          </p:cNvSpPr>
          <p:nvPr>
            <p:ph type="pic" idx="2"/>
          </p:nvPr>
        </p:nvSpPr>
        <p:spPr>
          <a:xfrm>
            <a:off x="914401" y="914400"/>
            <a:ext cx="5946019" cy="2040000"/>
          </a:xfrm>
          <a:prstGeom prst="rect">
            <a:avLst/>
          </a:prstGeom>
          <a:noFill/>
          <a:ln>
            <a:noFill/>
          </a:ln>
        </p:spPr>
      </p:sp>
      <p:sp>
        <p:nvSpPr>
          <p:cNvPr id="391" name="Google Shape;391;p96"/>
          <p:cNvSpPr>
            <a:spLocks noGrp="1"/>
          </p:cNvSpPr>
          <p:nvPr>
            <p:ph type="pic" idx="3"/>
          </p:nvPr>
        </p:nvSpPr>
        <p:spPr>
          <a:xfrm>
            <a:off x="6860420" y="914400"/>
            <a:ext cx="4417181" cy="4080000"/>
          </a:xfrm>
          <a:prstGeom prst="rect">
            <a:avLst/>
          </a:prstGeom>
          <a:noFill/>
          <a:ln>
            <a:noFill/>
          </a:ln>
        </p:spPr>
      </p:sp>
      <p:sp>
        <p:nvSpPr>
          <p:cNvPr id="392" name="Google Shape;392;p96"/>
          <p:cNvSpPr>
            <a:spLocks noGrp="1"/>
          </p:cNvSpPr>
          <p:nvPr>
            <p:ph type="pic" idx="4"/>
          </p:nvPr>
        </p:nvSpPr>
        <p:spPr>
          <a:xfrm>
            <a:off x="914401" y="2954400"/>
            <a:ext cx="5946019" cy="2040000"/>
          </a:xfrm>
          <a:prstGeom prst="rect">
            <a:avLst/>
          </a:prstGeom>
          <a:noFill/>
          <a:ln>
            <a:noFill/>
          </a:ln>
        </p:spPr>
      </p:sp>
    </p:spTree>
    <p:extLst>
      <p:ext uri="{BB962C8B-B14F-4D97-AF65-F5344CB8AC3E}">
        <p14:creationId xmlns:p14="http://schemas.microsoft.com/office/powerpoint/2010/main" val="4214103961"/>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Spreker">
  <p:cSld name="Spreker">
    <p:spTree>
      <p:nvGrpSpPr>
        <p:cNvPr id="1" name="Shape 393"/>
        <p:cNvGrpSpPr/>
        <p:nvPr/>
      </p:nvGrpSpPr>
      <p:grpSpPr>
        <a:xfrm>
          <a:off x="0" y="0"/>
          <a:ext cx="0" cy="0"/>
          <a:chOff x="0" y="0"/>
          <a:chExt cx="0" cy="0"/>
        </a:xfrm>
      </p:grpSpPr>
      <p:sp>
        <p:nvSpPr>
          <p:cNvPr id="394" name="Google Shape;394;p97"/>
          <p:cNvSpPr txBox="1">
            <a:spLocks noGrp="1"/>
          </p:cNvSpPr>
          <p:nvPr>
            <p:ph type="title"/>
          </p:nvPr>
        </p:nvSpPr>
        <p:spPr>
          <a:xfrm>
            <a:off x="4464744" y="1304636"/>
            <a:ext cx="5705545" cy="2121469"/>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rgbClr val="1E347F"/>
              </a:buClr>
              <a:buSzPts val="7200"/>
              <a:buFont typeface="Arial"/>
              <a:buNone/>
              <a:defRPr sz="4800" b="0" i="0" u="none" strike="noStrike" cap="none">
                <a:solidFill>
                  <a:srgbClr val="1E347F"/>
                </a:solidFill>
                <a:latin typeface="Arial"/>
                <a:ea typeface="Arial"/>
                <a:cs typeface="Arial"/>
                <a:sym typeface="Arial"/>
              </a:defRPr>
            </a:lvl1pPr>
            <a:lvl2pPr lvl="1">
              <a:spcBef>
                <a:spcPts val="0"/>
              </a:spcBef>
              <a:spcAft>
                <a:spcPts val="0"/>
              </a:spcAft>
              <a:buSzPts val="1400"/>
              <a:buNone/>
              <a:defRPr sz="1200"/>
            </a:lvl2pPr>
            <a:lvl3pPr lvl="2">
              <a:spcBef>
                <a:spcPts val="0"/>
              </a:spcBef>
              <a:spcAft>
                <a:spcPts val="0"/>
              </a:spcAft>
              <a:buSzPts val="1400"/>
              <a:buNone/>
              <a:defRPr sz="1200"/>
            </a:lvl3pPr>
            <a:lvl4pPr lvl="3">
              <a:spcBef>
                <a:spcPts val="0"/>
              </a:spcBef>
              <a:spcAft>
                <a:spcPts val="0"/>
              </a:spcAft>
              <a:buSzPts val="1400"/>
              <a:buNone/>
              <a:defRPr sz="1200"/>
            </a:lvl4pPr>
            <a:lvl5pPr lvl="4">
              <a:spcBef>
                <a:spcPts val="0"/>
              </a:spcBef>
              <a:spcAft>
                <a:spcPts val="0"/>
              </a:spcAft>
              <a:buSzPts val="1400"/>
              <a:buNone/>
              <a:defRPr sz="1200"/>
            </a:lvl5pPr>
            <a:lvl6pPr lvl="5">
              <a:spcBef>
                <a:spcPts val="0"/>
              </a:spcBef>
              <a:spcAft>
                <a:spcPts val="0"/>
              </a:spcAft>
              <a:buSzPts val="1400"/>
              <a:buNone/>
              <a:defRPr sz="1200"/>
            </a:lvl6pPr>
            <a:lvl7pPr lvl="6">
              <a:spcBef>
                <a:spcPts val="0"/>
              </a:spcBef>
              <a:spcAft>
                <a:spcPts val="0"/>
              </a:spcAft>
              <a:buSzPts val="1400"/>
              <a:buNone/>
              <a:defRPr sz="1200"/>
            </a:lvl7pPr>
            <a:lvl8pPr lvl="7">
              <a:spcBef>
                <a:spcPts val="0"/>
              </a:spcBef>
              <a:spcAft>
                <a:spcPts val="0"/>
              </a:spcAft>
              <a:buSzPts val="1400"/>
              <a:buNone/>
              <a:defRPr sz="1200"/>
            </a:lvl8pPr>
            <a:lvl9pPr lvl="8">
              <a:spcBef>
                <a:spcPts val="0"/>
              </a:spcBef>
              <a:spcAft>
                <a:spcPts val="0"/>
              </a:spcAft>
              <a:buSzPts val="1400"/>
              <a:buNone/>
              <a:defRPr sz="1200"/>
            </a:lvl9pPr>
          </a:lstStyle>
          <a:p>
            <a:endParaRPr/>
          </a:p>
        </p:txBody>
      </p:sp>
      <p:sp>
        <p:nvSpPr>
          <p:cNvPr id="395" name="Google Shape;395;p97"/>
          <p:cNvSpPr txBox="1">
            <a:spLocks noGrp="1"/>
          </p:cNvSpPr>
          <p:nvPr>
            <p:ph type="body" idx="1"/>
          </p:nvPr>
        </p:nvSpPr>
        <p:spPr>
          <a:xfrm>
            <a:off x="4464744" y="3426106"/>
            <a:ext cx="5705545" cy="3024849"/>
          </a:xfrm>
          <a:prstGeom prst="rect">
            <a:avLst/>
          </a:prstGeom>
          <a:noFill/>
          <a:ln>
            <a:noFill/>
          </a:ln>
        </p:spPr>
        <p:txBody>
          <a:bodyPr spcFirstLastPara="1" wrap="square" lIns="91425" tIns="45700" rIns="91425" bIns="45700" anchor="t" anchorCtr="0">
            <a:noAutofit/>
          </a:bodyPr>
          <a:lstStyle>
            <a:lvl1pPr marL="304815" marR="0" lvl="0" indent="-152408" algn="l" rtl="0">
              <a:lnSpc>
                <a:spcPct val="90000"/>
              </a:lnSpc>
              <a:spcBef>
                <a:spcPts val="1000"/>
              </a:spcBef>
              <a:spcAft>
                <a:spcPts val="0"/>
              </a:spcAft>
              <a:buClr>
                <a:schemeClr val="accent1"/>
              </a:buClr>
              <a:buSzPts val="4800"/>
              <a:buFont typeface="Arial"/>
              <a:buNone/>
              <a:defRPr sz="3200" b="0" i="0" u="none" strike="noStrike" cap="none">
                <a:solidFill>
                  <a:schemeClr val="accent1"/>
                </a:solidFill>
                <a:latin typeface="Quattrocento Sans"/>
                <a:ea typeface="Quattrocento Sans"/>
                <a:cs typeface="Quattrocento Sans"/>
                <a:sym typeface="Quattrocento Sans"/>
              </a:defRPr>
            </a:lvl1pPr>
            <a:lvl2pPr marL="609630" marR="0" lvl="1" indent="-355618" algn="l" rtl="0">
              <a:lnSpc>
                <a:spcPct val="90000"/>
              </a:lnSpc>
              <a:spcBef>
                <a:spcPts val="500"/>
              </a:spcBef>
              <a:spcAft>
                <a:spcPts val="0"/>
              </a:spcAft>
              <a:buClr>
                <a:srgbClr val="FFFFFF"/>
              </a:buClr>
              <a:buSzPts val="4800"/>
              <a:buFont typeface="Arial"/>
              <a:buChar char="•"/>
              <a:defRPr sz="3200" b="0" i="0" u="none" strike="noStrike" cap="none">
                <a:solidFill>
                  <a:srgbClr val="FFFFFF"/>
                </a:solidFill>
                <a:latin typeface="Quattrocento Sans"/>
                <a:ea typeface="Quattrocento Sans"/>
                <a:cs typeface="Quattrocento Sans"/>
                <a:sym typeface="Quattrocento Sans"/>
              </a:defRPr>
            </a:lvl2pPr>
            <a:lvl3pPr marL="914446" marR="0" lvl="2" indent="-355618" algn="l" rtl="0">
              <a:lnSpc>
                <a:spcPct val="90000"/>
              </a:lnSpc>
              <a:spcBef>
                <a:spcPts val="500"/>
              </a:spcBef>
              <a:spcAft>
                <a:spcPts val="0"/>
              </a:spcAft>
              <a:buClr>
                <a:srgbClr val="FFFFFF"/>
              </a:buClr>
              <a:buSzPts val="4800"/>
              <a:buFont typeface="Arial"/>
              <a:buChar char="•"/>
              <a:defRPr sz="3200" b="0" i="0" u="none" strike="noStrike" cap="none">
                <a:solidFill>
                  <a:srgbClr val="FFFFFF"/>
                </a:solidFill>
                <a:latin typeface="Quattrocento Sans"/>
                <a:ea typeface="Quattrocento Sans"/>
                <a:cs typeface="Quattrocento Sans"/>
                <a:sym typeface="Quattrocento Sans"/>
              </a:defRPr>
            </a:lvl3pPr>
            <a:lvl4pPr marL="1219261" marR="0" lvl="3" indent="-355618" algn="l" rtl="0">
              <a:lnSpc>
                <a:spcPct val="90000"/>
              </a:lnSpc>
              <a:spcBef>
                <a:spcPts val="500"/>
              </a:spcBef>
              <a:spcAft>
                <a:spcPts val="0"/>
              </a:spcAft>
              <a:buClr>
                <a:srgbClr val="FFFFFF"/>
              </a:buClr>
              <a:buSzPts val="4800"/>
              <a:buFont typeface="Arial"/>
              <a:buChar char="•"/>
              <a:defRPr sz="3200" b="0" i="0" u="none" strike="noStrike" cap="none">
                <a:solidFill>
                  <a:srgbClr val="FFFFFF"/>
                </a:solidFill>
                <a:latin typeface="Quattrocento Sans"/>
                <a:ea typeface="Quattrocento Sans"/>
                <a:cs typeface="Quattrocento Sans"/>
                <a:sym typeface="Quattrocento Sans"/>
              </a:defRPr>
            </a:lvl4pPr>
            <a:lvl5pPr marL="1524076" marR="0" lvl="4" indent="-355618" algn="l" rtl="0">
              <a:lnSpc>
                <a:spcPct val="90000"/>
              </a:lnSpc>
              <a:spcBef>
                <a:spcPts val="500"/>
              </a:spcBef>
              <a:spcAft>
                <a:spcPts val="0"/>
              </a:spcAft>
              <a:buClr>
                <a:srgbClr val="FFFFFF"/>
              </a:buClr>
              <a:buSzPts val="4800"/>
              <a:buFont typeface="Arial"/>
              <a:buChar char="•"/>
              <a:defRPr sz="3200" b="0" i="0" u="none" strike="noStrike" cap="none">
                <a:solidFill>
                  <a:srgbClr val="FFFFFF"/>
                </a:solidFill>
                <a:latin typeface="Quattrocento Sans"/>
                <a:ea typeface="Quattrocento Sans"/>
                <a:cs typeface="Quattrocento Sans"/>
                <a:sym typeface="Quattrocento Sans"/>
              </a:defRPr>
            </a:lvl5pPr>
            <a:lvl6pPr marL="1828891" marR="0" lvl="5" indent="-266713" algn="l" rtl="0">
              <a:lnSpc>
                <a:spcPct val="90000"/>
              </a:lnSpc>
              <a:spcBef>
                <a:spcPts val="500"/>
              </a:spcBef>
              <a:spcAft>
                <a:spcPts val="0"/>
              </a:spcAft>
              <a:buClr>
                <a:schemeClr val="dk1"/>
              </a:buClr>
              <a:buSzPts val="2700"/>
              <a:buFont typeface="Arial"/>
              <a:buChar char="•"/>
              <a:defRPr sz="1800" b="0" i="0" u="none" strike="noStrike" cap="none">
                <a:solidFill>
                  <a:schemeClr val="dk1"/>
                </a:solidFill>
                <a:latin typeface="Arial"/>
                <a:ea typeface="Arial"/>
                <a:cs typeface="Arial"/>
                <a:sym typeface="Arial"/>
              </a:defRPr>
            </a:lvl6pPr>
            <a:lvl7pPr marL="2133707" marR="0" lvl="6" indent="-266713" algn="l" rtl="0">
              <a:lnSpc>
                <a:spcPct val="90000"/>
              </a:lnSpc>
              <a:spcBef>
                <a:spcPts val="500"/>
              </a:spcBef>
              <a:spcAft>
                <a:spcPts val="0"/>
              </a:spcAft>
              <a:buClr>
                <a:schemeClr val="dk1"/>
              </a:buClr>
              <a:buSzPts val="2700"/>
              <a:buFont typeface="Arial"/>
              <a:buChar char="•"/>
              <a:defRPr sz="1800" b="0" i="0" u="none" strike="noStrike" cap="none">
                <a:solidFill>
                  <a:schemeClr val="dk1"/>
                </a:solidFill>
                <a:latin typeface="Arial"/>
                <a:ea typeface="Arial"/>
                <a:cs typeface="Arial"/>
                <a:sym typeface="Arial"/>
              </a:defRPr>
            </a:lvl7pPr>
            <a:lvl8pPr marL="2438522" marR="0" lvl="7" indent="-266713" algn="l" rtl="0">
              <a:lnSpc>
                <a:spcPct val="90000"/>
              </a:lnSpc>
              <a:spcBef>
                <a:spcPts val="500"/>
              </a:spcBef>
              <a:spcAft>
                <a:spcPts val="0"/>
              </a:spcAft>
              <a:buClr>
                <a:schemeClr val="dk1"/>
              </a:buClr>
              <a:buSzPts val="2700"/>
              <a:buFont typeface="Arial"/>
              <a:buChar char="•"/>
              <a:defRPr sz="1800" b="0" i="0" u="none" strike="noStrike" cap="none">
                <a:solidFill>
                  <a:schemeClr val="dk1"/>
                </a:solidFill>
                <a:latin typeface="Arial"/>
                <a:ea typeface="Arial"/>
                <a:cs typeface="Arial"/>
                <a:sym typeface="Arial"/>
              </a:defRPr>
            </a:lvl8pPr>
            <a:lvl9pPr marL="2743337" marR="0" lvl="8" indent="-266713" algn="l" rtl="0">
              <a:lnSpc>
                <a:spcPct val="90000"/>
              </a:lnSpc>
              <a:spcBef>
                <a:spcPts val="500"/>
              </a:spcBef>
              <a:spcAft>
                <a:spcPts val="0"/>
              </a:spcAft>
              <a:buClr>
                <a:schemeClr val="dk1"/>
              </a:buClr>
              <a:buSzPts val="27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96" name="Google Shape;396;p97"/>
          <p:cNvSpPr>
            <a:spLocks noGrp="1"/>
          </p:cNvSpPr>
          <p:nvPr>
            <p:ph type="pic" idx="2"/>
          </p:nvPr>
        </p:nvSpPr>
        <p:spPr>
          <a:xfrm>
            <a:off x="719669" y="1304635"/>
            <a:ext cx="3431785" cy="3957988"/>
          </a:xfrm>
          <a:prstGeom prst="rect">
            <a:avLst/>
          </a:prstGeom>
          <a:noFill/>
          <a:ln>
            <a:noFill/>
          </a:ln>
        </p:spPr>
      </p:sp>
    </p:spTree>
    <p:extLst>
      <p:ext uri="{BB962C8B-B14F-4D97-AF65-F5344CB8AC3E}">
        <p14:creationId xmlns:p14="http://schemas.microsoft.com/office/powerpoint/2010/main" val="2079626513"/>
      </p:ext>
    </p:extLst>
  </p:cSld>
  <p:clrMapOvr>
    <a:masterClrMapping/>
  </p:clrMapOvr>
  <mc:AlternateContent xmlns:mc="http://schemas.openxmlformats.org/markup-compatibility/2006" xmlns:p14="http://schemas.microsoft.com/office/powerpoint/2010/main">
    <mc:Choice Requires="p14">
      <p:transition spd="slow" p14:dur="1750">
        <p14:flip dir="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1_Afbeelding">
  <p:cSld name="1_Afbeelding">
    <p:spTree>
      <p:nvGrpSpPr>
        <p:cNvPr id="1" name="Shape 397"/>
        <p:cNvGrpSpPr/>
        <p:nvPr/>
      </p:nvGrpSpPr>
      <p:grpSpPr>
        <a:xfrm>
          <a:off x="0" y="0"/>
          <a:ext cx="0" cy="0"/>
          <a:chOff x="0" y="0"/>
          <a:chExt cx="0" cy="0"/>
        </a:xfrm>
      </p:grpSpPr>
      <p:sp>
        <p:nvSpPr>
          <p:cNvPr id="398" name="Google Shape;398;p98"/>
          <p:cNvSpPr txBox="1">
            <a:spLocks noGrp="1"/>
          </p:cNvSpPr>
          <p:nvPr>
            <p:ph type="body" idx="1"/>
          </p:nvPr>
        </p:nvSpPr>
        <p:spPr>
          <a:xfrm>
            <a:off x="2256367" y="357718"/>
            <a:ext cx="9267771" cy="6170404"/>
          </a:xfrm>
          <a:prstGeom prst="rect">
            <a:avLst/>
          </a:prstGeom>
          <a:noFill/>
          <a:ln>
            <a:noFill/>
          </a:ln>
        </p:spPr>
        <p:txBody>
          <a:bodyPr spcFirstLastPara="1" wrap="square" lIns="91425" tIns="45700" rIns="91425" bIns="45700" anchor="t" anchorCtr="0">
            <a:noAutofit/>
          </a:bodyPr>
          <a:lstStyle>
            <a:lvl1pPr marL="304815" marR="0" lvl="0" indent="-152408" algn="l" rtl="0">
              <a:lnSpc>
                <a:spcPct val="90000"/>
              </a:lnSpc>
              <a:spcBef>
                <a:spcPts val="1000"/>
              </a:spcBef>
              <a:spcAft>
                <a:spcPts val="0"/>
              </a:spcAft>
              <a:buClr>
                <a:schemeClr val="dk1"/>
              </a:buClr>
              <a:buSzPts val="4800"/>
              <a:buFont typeface="Arial"/>
              <a:buNone/>
              <a:defRPr sz="3200" b="0" i="0" u="none" strike="noStrike" cap="none">
                <a:solidFill>
                  <a:schemeClr val="dk1"/>
                </a:solidFill>
                <a:latin typeface="Arial"/>
                <a:ea typeface="Arial"/>
                <a:cs typeface="Arial"/>
                <a:sym typeface="Arial"/>
              </a:defRPr>
            </a:lvl1pPr>
            <a:lvl2pPr marL="609630" marR="0" lvl="1" indent="-321749" algn="l" rtl="0">
              <a:lnSpc>
                <a:spcPct val="90000"/>
              </a:lnSpc>
              <a:spcBef>
                <a:spcPts val="500"/>
              </a:spcBef>
              <a:spcAft>
                <a:spcPts val="0"/>
              </a:spcAft>
              <a:buClr>
                <a:schemeClr val="dk1"/>
              </a:buClr>
              <a:buSzPts val="4000"/>
              <a:buFont typeface="Arial"/>
              <a:buChar char="•"/>
              <a:defRPr sz="2667" b="0" i="0" u="none" strike="noStrike" cap="none">
                <a:solidFill>
                  <a:schemeClr val="dk1"/>
                </a:solidFill>
                <a:latin typeface="Arial"/>
                <a:ea typeface="Arial"/>
                <a:cs typeface="Arial"/>
                <a:sym typeface="Arial"/>
              </a:defRPr>
            </a:lvl2pPr>
            <a:lvl3pPr marL="914446" marR="0" lvl="2" indent="-304815" algn="l" rtl="0">
              <a:lnSpc>
                <a:spcPct val="90000"/>
              </a:lnSpc>
              <a:spcBef>
                <a:spcPts val="500"/>
              </a:spcBef>
              <a:spcAft>
                <a:spcPts val="0"/>
              </a:spcAft>
              <a:buClr>
                <a:schemeClr val="dk1"/>
              </a:buClr>
              <a:buSzPts val="3600"/>
              <a:buFont typeface="Arial"/>
              <a:buChar char="•"/>
              <a:defRPr sz="2400" b="0" i="0" u="none" strike="noStrike" cap="none">
                <a:solidFill>
                  <a:schemeClr val="dk1"/>
                </a:solidFill>
                <a:latin typeface="Arial"/>
                <a:ea typeface="Arial"/>
                <a:cs typeface="Arial"/>
                <a:sym typeface="Arial"/>
              </a:defRPr>
            </a:lvl3pPr>
            <a:lvl4pPr marL="1219261" marR="0" lvl="3" indent="-287881" algn="l" rtl="0">
              <a:lnSpc>
                <a:spcPct val="90000"/>
              </a:lnSpc>
              <a:spcBef>
                <a:spcPts val="500"/>
              </a:spcBef>
              <a:spcAft>
                <a:spcPts val="0"/>
              </a:spcAft>
              <a:buClr>
                <a:schemeClr val="dk1"/>
              </a:buClr>
              <a:buSzPts val="3200"/>
              <a:buFont typeface="Arial"/>
              <a:buChar char="•"/>
              <a:defRPr sz="2133" b="0" i="0" u="none" strike="noStrike" cap="none">
                <a:solidFill>
                  <a:schemeClr val="dk1"/>
                </a:solidFill>
                <a:latin typeface="Arial"/>
                <a:ea typeface="Arial"/>
                <a:cs typeface="Arial"/>
                <a:sym typeface="Arial"/>
              </a:defRPr>
            </a:lvl4pPr>
            <a:lvl5pPr marL="1524076" marR="0" lvl="4" indent="-287881" algn="l" rtl="0">
              <a:lnSpc>
                <a:spcPct val="90000"/>
              </a:lnSpc>
              <a:spcBef>
                <a:spcPts val="500"/>
              </a:spcBef>
              <a:spcAft>
                <a:spcPts val="0"/>
              </a:spcAft>
              <a:buClr>
                <a:schemeClr val="dk1"/>
              </a:buClr>
              <a:buSzPts val="3200"/>
              <a:buFont typeface="Arial"/>
              <a:buChar char="•"/>
              <a:defRPr sz="2133" b="0" i="0" u="none" strike="noStrike" cap="none">
                <a:solidFill>
                  <a:schemeClr val="dk1"/>
                </a:solidFill>
                <a:latin typeface="Arial"/>
                <a:ea typeface="Arial"/>
                <a:cs typeface="Arial"/>
                <a:sym typeface="Arial"/>
              </a:defRPr>
            </a:lvl5pPr>
            <a:lvl6pPr marL="1828891" marR="0" lvl="5" indent="-287881" algn="l" rtl="0">
              <a:lnSpc>
                <a:spcPct val="90000"/>
              </a:lnSpc>
              <a:spcBef>
                <a:spcPts val="500"/>
              </a:spcBef>
              <a:spcAft>
                <a:spcPts val="0"/>
              </a:spcAft>
              <a:buClr>
                <a:schemeClr val="dk1"/>
              </a:buClr>
              <a:buSzPts val="3200"/>
              <a:buFont typeface="Arial"/>
              <a:buChar char="•"/>
              <a:defRPr sz="2133" b="0" i="0" u="none" strike="noStrike" cap="none">
                <a:solidFill>
                  <a:schemeClr val="dk1"/>
                </a:solidFill>
                <a:latin typeface="Arial"/>
                <a:ea typeface="Arial"/>
                <a:cs typeface="Arial"/>
                <a:sym typeface="Arial"/>
              </a:defRPr>
            </a:lvl6pPr>
            <a:lvl7pPr marL="2133707" marR="0" lvl="6" indent="-287881" algn="l" rtl="0">
              <a:lnSpc>
                <a:spcPct val="90000"/>
              </a:lnSpc>
              <a:spcBef>
                <a:spcPts val="500"/>
              </a:spcBef>
              <a:spcAft>
                <a:spcPts val="0"/>
              </a:spcAft>
              <a:buClr>
                <a:schemeClr val="dk1"/>
              </a:buClr>
              <a:buSzPts val="3200"/>
              <a:buFont typeface="Arial"/>
              <a:buChar char="•"/>
              <a:defRPr sz="2133" b="0" i="0" u="none" strike="noStrike" cap="none">
                <a:solidFill>
                  <a:schemeClr val="dk1"/>
                </a:solidFill>
                <a:latin typeface="Arial"/>
                <a:ea typeface="Arial"/>
                <a:cs typeface="Arial"/>
                <a:sym typeface="Arial"/>
              </a:defRPr>
            </a:lvl7pPr>
            <a:lvl8pPr marL="2438522" marR="0" lvl="7" indent="-287881" algn="l" rtl="0">
              <a:lnSpc>
                <a:spcPct val="90000"/>
              </a:lnSpc>
              <a:spcBef>
                <a:spcPts val="500"/>
              </a:spcBef>
              <a:spcAft>
                <a:spcPts val="0"/>
              </a:spcAft>
              <a:buClr>
                <a:schemeClr val="dk1"/>
              </a:buClr>
              <a:buSzPts val="3200"/>
              <a:buFont typeface="Arial"/>
              <a:buChar char="•"/>
              <a:defRPr sz="2133" b="0" i="0" u="none" strike="noStrike" cap="none">
                <a:solidFill>
                  <a:schemeClr val="dk1"/>
                </a:solidFill>
                <a:latin typeface="Arial"/>
                <a:ea typeface="Arial"/>
                <a:cs typeface="Arial"/>
                <a:sym typeface="Arial"/>
              </a:defRPr>
            </a:lvl8pPr>
            <a:lvl9pPr marL="2743337" marR="0" lvl="8" indent="-287881" algn="l" rtl="0">
              <a:lnSpc>
                <a:spcPct val="90000"/>
              </a:lnSpc>
              <a:spcBef>
                <a:spcPts val="500"/>
              </a:spcBef>
              <a:spcAft>
                <a:spcPts val="0"/>
              </a:spcAft>
              <a:buClr>
                <a:schemeClr val="dk1"/>
              </a:buClr>
              <a:buSzPts val="3200"/>
              <a:buFont typeface="Arial"/>
              <a:buChar char="•"/>
              <a:defRPr sz="2133"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089158156"/>
      </p:ext>
    </p:extLst>
  </p:cSld>
  <p:clrMapOvr>
    <a:masterClrMapping/>
  </p:clrMapOvr>
  <mc:AlternateContent xmlns:mc="http://schemas.openxmlformats.org/markup-compatibility/2006" xmlns:p14="http://schemas.microsoft.com/office/powerpoint/2010/main">
    <mc:Choice Requires="p14">
      <p:transition spd="slow" p14:dur="1750">
        <p14:flip dir="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Slot">
  <p:cSld name="Slot">
    <p:spTree>
      <p:nvGrpSpPr>
        <p:cNvPr id="1" name="Shape 399"/>
        <p:cNvGrpSpPr/>
        <p:nvPr/>
      </p:nvGrpSpPr>
      <p:grpSpPr>
        <a:xfrm>
          <a:off x="0" y="0"/>
          <a:ext cx="0" cy="0"/>
          <a:chOff x="0" y="0"/>
          <a:chExt cx="0" cy="0"/>
        </a:xfrm>
      </p:grpSpPr>
      <p:pic>
        <p:nvPicPr>
          <p:cNvPr id="400" name="Google Shape;400;p99"/>
          <p:cNvPicPr preferRelativeResize="0"/>
          <p:nvPr/>
        </p:nvPicPr>
        <p:blipFill rotWithShape="1">
          <a:blip r:embed="rId2">
            <a:alphaModFix/>
          </a:blip>
          <a:srcRect/>
          <a:stretch/>
        </p:blipFill>
        <p:spPr>
          <a:xfrm>
            <a:off x="2" y="101"/>
            <a:ext cx="12188385" cy="6857795"/>
          </a:xfrm>
          <a:prstGeom prst="rect">
            <a:avLst/>
          </a:prstGeom>
          <a:noFill/>
          <a:ln>
            <a:noFill/>
          </a:ln>
        </p:spPr>
      </p:pic>
      <p:sp>
        <p:nvSpPr>
          <p:cNvPr id="401" name="Google Shape;401;p99"/>
          <p:cNvSpPr txBox="1">
            <a:spLocks noGrp="1"/>
          </p:cNvSpPr>
          <p:nvPr>
            <p:ph type="body" idx="1"/>
          </p:nvPr>
        </p:nvSpPr>
        <p:spPr>
          <a:xfrm>
            <a:off x="3600450" y="1183345"/>
            <a:ext cx="8064169" cy="588819"/>
          </a:xfrm>
          <a:prstGeom prst="rect">
            <a:avLst/>
          </a:prstGeom>
          <a:noFill/>
          <a:ln>
            <a:noFill/>
          </a:ln>
        </p:spPr>
        <p:txBody>
          <a:bodyPr spcFirstLastPara="1" wrap="square" lIns="91425" tIns="45700" rIns="91425" bIns="45700" anchor="ctr" anchorCtr="0">
            <a:noAutofit/>
          </a:bodyPr>
          <a:lstStyle>
            <a:lvl1pPr marL="304815" marR="0" lvl="0" indent="-152408" algn="l" rtl="0">
              <a:lnSpc>
                <a:spcPct val="90000"/>
              </a:lnSpc>
              <a:spcBef>
                <a:spcPts val="1000"/>
              </a:spcBef>
              <a:spcAft>
                <a:spcPts val="0"/>
              </a:spcAft>
              <a:buClr>
                <a:schemeClr val="lt1"/>
              </a:buClr>
              <a:buSzPts val="4800"/>
              <a:buFont typeface="Arial"/>
              <a:buNone/>
              <a:defRPr sz="3200" b="0" i="0" u="none" strike="noStrike" cap="none">
                <a:solidFill>
                  <a:schemeClr val="lt1"/>
                </a:solidFill>
                <a:latin typeface="Quattrocento Sans"/>
                <a:ea typeface="Quattrocento Sans"/>
                <a:cs typeface="Quattrocento Sans"/>
                <a:sym typeface="Quattrocento Sans"/>
              </a:defRPr>
            </a:lvl1pPr>
            <a:lvl2pPr marL="609630" marR="0" lvl="1" indent="-152408" algn="l" rtl="0">
              <a:lnSpc>
                <a:spcPct val="90000"/>
              </a:lnSpc>
              <a:spcBef>
                <a:spcPts val="500"/>
              </a:spcBef>
              <a:spcAft>
                <a:spcPts val="0"/>
              </a:spcAft>
              <a:buClr>
                <a:schemeClr val="dk1"/>
              </a:buClr>
              <a:buSzPts val="4000"/>
              <a:buFont typeface="Arial"/>
              <a:buNone/>
              <a:defRPr sz="2667" b="1" i="0" u="none" strike="noStrike" cap="none">
                <a:solidFill>
                  <a:schemeClr val="dk1"/>
                </a:solidFill>
                <a:latin typeface="Arial"/>
                <a:ea typeface="Arial"/>
                <a:cs typeface="Arial"/>
                <a:sym typeface="Arial"/>
              </a:defRPr>
            </a:lvl2pPr>
            <a:lvl3pPr marL="914446" marR="0" lvl="2" indent="-152408" algn="l" rtl="0">
              <a:lnSpc>
                <a:spcPct val="90000"/>
              </a:lnSpc>
              <a:spcBef>
                <a:spcPts val="500"/>
              </a:spcBef>
              <a:spcAft>
                <a:spcPts val="0"/>
              </a:spcAft>
              <a:buClr>
                <a:schemeClr val="dk1"/>
              </a:buClr>
              <a:buSzPts val="3600"/>
              <a:buFont typeface="Arial"/>
              <a:buNone/>
              <a:defRPr sz="2400" b="1" i="0" u="none" strike="noStrike" cap="none">
                <a:solidFill>
                  <a:schemeClr val="dk1"/>
                </a:solidFill>
                <a:latin typeface="Arial"/>
                <a:ea typeface="Arial"/>
                <a:cs typeface="Arial"/>
                <a:sym typeface="Arial"/>
              </a:defRPr>
            </a:lvl3pPr>
            <a:lvl4pPr marL="1219261" marR="0" lvl="3" indent="-152408" algn="l" rtl="0">
              <a:lnSpc>
                <a:spcPct val="90000"/>
              </a:lnSpc>
              <a:spcBef>
                <a:spcPts val="500"/>
              </a:spcBef>
              <a:spcAft>
                <a:spcPts val="0"/>
              </a:spcAft>
              <a:buClr>
                <a:schemeClr val="dk1"/>
              </a:buClr>
              <a:buSzPts val="3200"/>
              <a:buFont typeface="Arial"/>
              <a:buNone/>
              <a:defRPr sz="2133" b="1" i="0" u="none" strike="noStrike" cap="none">
                <a:solidFill>
                  <a:schemeClr val="dk1"/>
                </a:solidFill>
                <a:latin typeface="Arial"/>
                <a:ea typeface="Arial"/>
                <a:cs typeface="Arial"/>
                <a:sym typeface="Arial"/>
              </a:defRPr>
            </a:lvl4pPr>
            <a:lvl5pPr marL="1524076" marR="0" lvl="4" indent="-152408" algn="l" rtl="0">
              <a:lnSpc>
                <a:spcPct val="90000"/>
              </a:lnSpc>
              <a:spcBef>
                <a:spcPts val="500"/>
              </a:spcBef>
              <a:spcAft>
                <a:spcPts val="0"/>
              </a:spcAft>
              <a:buClr>
                <a:schemeClr val="dk1"/>
              </a:buClr>
              <a:buSzPts val="3200"/>
              <a:buFont typeface="Arial"/>
              <a:buNone/>
              <a:defRPr sz="2133" b="1" i="0" u="none" strike="noStrike" cap="none">
                <a:solidFill>
                  <a:schemeClr val="dk1"/>
                </a:solidFill>
                <a:latin typeface="Arial"/>
                <a:ea typeface="Arial"/>
                <a:cs typeface="Arial"/>
                <a:sym typeface="Arial"/>
              </a:defRPr>
            </a:lvl5pPr>
            <a:lvl6pPr marL="1828891" marR="0" lvl="5" indent="-152408" algn="l" rtl="0">
              <a:lnSpc>
                <a:spcPct val="90000"/>
              </a:lnSpc>
              <a:spcBef>
                <a:spcPts val="500"/>
              </a:spcBef>
              <a:spcAft>
                <a:spcPts val="0"/>
              </a:spcAft>
              <a:buClr>
                <a:schemeClr val="dk1"/>
              </a:buClr>
              <a:buSzPts val="3200"/>
              <a:buFont typeface="Arial"/>
              <a:buNone/>
              <a:defRPr sz="2133" b="1" i="0" u="none" strike="noStrike" cap="none">
                <a:solidFill>
                  <a:schemeClr val="dk1"/>
                </a:solidFill>
                <a:latin typeface="Arial"/>
                <a:ea typeface="Arial"/>
                <a:cs typeface="Arial"/>
                <a:sym typeface="Arial"/>
              </a:defRPr>
            </a:lvl6pPr>
            <a:lvl7pPr marL="2133707" marR="0" lvl="6" indent="-152408" algn="l" rtl="0">
              <a:lnSpc>
                <a:spcPct val="90000"/>
              </a:lnSpc>
              <a:spcBef>
                <a:spcPts val="500"/>
              </a:spcBef>
              <a:spcAft>
                <a:spcPts val="0"/>
              </a:spcAft>
              <a:buClr>
                <a:schemeClr val="dk1"/>
              </a:buClr>
              <a:buSzPts val="3200"/>
              <a:buFont typeface="Arial"/>
              <a:buNone/>
              <a:defRPr sz="2133" b="1" i="0" u="none" strike="noStrike" cap="none">
                <a:solidFill>
                  <a:schemeClr val="dk1"/>
                </a:solidFill>
                <a:latin typeface="Arial"/>
                <a:ea typeface="Arial"/>
                <a:cs typeface="Arial"/>
                <a:sym typeface="Arial"/>
              </a:defRPr>
            </a:lvl7pPr>
            <a:lvl8pPr marL="2438522" marR="0" lvl="7" indent="-152408" algn="l" rtl="0">
              <a:lnSpc>
                <a:spcPct val="90000"/>
              </a:lnSpc>
              <a:spcBef>
                <a:spcPts val="500"/>
              </a:spcBef>
              <a:spcAft>
                <a:spcPts val="0"/>
              </a:spcAft>
              <a:buClr>
                <a:schemeClr val="dk1"/>
              </a:buClr>
              <a:buSzPts val="3200"/>
              <a:buFont typeface="Arial"/>
              <a:buNone/>
              <a:defRPr sz="2133" b="1" i="0" u="none" strike="noStrike" cap="none">
                <a:solidFill>
                  <a:schemeClr val="dk1"/>
                </a:solidFill>
                <a:latin typeface="Arial"/>
                <a:ea typeface="Arial"/>
                <a:cs typeface="Arial"/>
                <a:sym typeface="Arial"/>
              </a:defRPr>
            </a:lvl8pPr>
            <a:lvl9pPr marL="2743337" marR="0" lvl="8" indent="-152408" algn="l" rtl="0">
              <a:lnSpc>
                <a:spcPct val="90000"/>
              </a:lnSpc>
              <a:spcBef>
                <a:spcPts val="500"/>
              </a:spcBef>
              <a:spcAft>
                <a:spcPts val="0"/>
              </a:spcAft>
              <a:buClr>
                <a:schemeClr val="dk1"/>
              </a:buClr>
              <a:buSzPts val="3200"/>
              <a:buFont typeface="Arial"/>
              <a:buNone/>
              <a:defRPr sz="2133" b="1" i="0" u="none" strike="noStrike" cap="none">
                <a:solidFill>
                  <a:schemeClr val="dk1"/>
                </a:solidFill>
                <a:latin typeface="Arial"/>
                <a:ea typeface="Arial"/>
                <a:cs typeface="Arial"/>
                <a:sym typeface="Arial"/>
              </a:defRPr>
            </a:lvl9pPr>
          </a:lstStyle>
          <a:p>
            <a:endParaRPr/>
          </a:p>
        </p:txBody>
      </p:sp>
      <p:sp>
        <p:nvSpPr>
          <p:cNvPr id="402" name="Google Shape;402;p99"/>
          <p:cNvSpPr txBox="1">
            <a:spLocks noGrp="1"/>
          </p:cNvSpPr>
          <p:nvPr>
            <p:ph type="body" idx="2"/>
          </p:nvPr>
        </p:nvSpPr>
        <p:spPr>
          <a:xfrm>
            <a:off x="3600452" y="1883716"/>
            <a:ext cx="8064168" cy="2499229"/>
          </a:xfrm>
          <a:prstGeom prst="rect">
            <a:avLst/>
          </a:prstGeom>
          <a:noFill/>
          <a:ln>
            <a:noFill/>
          </a:ln>
        </p:spPr>
        <p:txBody>
          <a:bodyPr spcFirstLastPara="1" wrap="square" lIns="91425" tIns="45700" rIns="91425" bIns="45700" anchor="ctr" anchorCtr="0">
            <a:normAutofit/>
          </a:bodyPr>
          <a:lstStyle>
            <a:lvl1pPr marL="304815" marR="0" lvl="0" indent="-152408" algn="l" rtl="0">
              <a:lnSpc>
                <a:spcPct val="90000"/>
              </a:lnSpc>
              <a:spcBef>
                <a:spcPts val="1000"/>
              </a:spcBef>
              <a:spcAft>
                <a:spcPts val="0"/>
              </a:spcAft>
              <a:buClr>
                <a:schemeClr val="lt1"/>
              </a:buClr>
              <a:buSzPts val="8000"/>
              <a:buFont typeface="Arial"/>
              <a:buNone/>
              <a:defRPr sz="5334" b="0" i="0" u="none" strike="noStrike" cap="none">
                <a:solidFill>
                  <a:schemeClr val="lt1"/>
                </a:solidFill>
                <a:latin typeface="Arial"/>
                <a:ea typeface="Arial"/>
                <a:cs typeface="Arial"/>
                <a:sym typeface="Arial"/>
              </a:defRPr>
            </a:lvl1pPr>
            <a:lvl2pPr marL="609630" marR="0" lvl="1" indent="-152408" algn="l" rtl="0">
              <a:lnSpc>
                <a:spcPct val="90000"/>
              </a:lnSpc>
              <a:spcBef>
                <a:spcPts val="500"/>
              </a:spcBef>
              <a:spcAft>
                <a:spcPts val="0"/>
              </a:spcAft>
              <a:buClr>
                <a:schemeClr val="dk1"/>
              </a:buClr>
              <a:buSzPts val="4000"/>
              <a:buFont typeface="Arial"/>
              <a:buNone/>
              <a:defRPr sz="2667" b="1" i="0" u="none" strike="noStrike" cap="none">
                <a:solidFill>
                  <a:schemeClr val="dk1"/>
                </a:solidFill>
                <a:latin typeface="Arial"/>
                <a:ea typeface="Arial"/>
                <a:cs typeface="Arial"/>
                <a:sym typeface="Arial"/>
              </a:defRPr>
            </a:lvl2pPr>
            <a:lvl3pPr marL="914446" marR="0" lvl="2" indent="-152408" algn="l" rtl="0">
              <a:lnSpc>
                <a:spcPct val="90000"/>
              </a:lnSpc>
              <a:spcBef>
                <a:spcPts val="500"/>
              </a:spcBef>
              <a:spcAft>
                <a:spcPts val="0"/>
              </a:spcAft>
              <a:buClr>
                <a:schemeClr val="dk1"/>
              </a:buClr>
              <a:buSzPts val="3600"/>
              <a:buFont typeface="Arial"/>
              <a:buNone/>
              <a:defRPr sz="2400" b="1" i="0" u="none" strike="noStrike" cap="none">
                <a:solidFill>
                  <a:schemeClr val="dk1"/>
                </a:solidFill>
                <a:latin typeface="Arial"/>
                <a:ea typeface="Arial"/>
                <a:cs typeface="Arial"/>
                <a:sym typeface="Arial"/>
              </a:defRPr>
            </a:lvl3pPr>
            <a:lvl4pPr marL="1219261" marR="0" lvl="3" indent="-152408" algn="l" rtl="0">
              <a:lnSpc>
                <a:spcPct val="90000"/>
              </a:lnSpc>
              <a:spcBef>
                <a:spcPts val="500"/>
              </a:spcBef>
              <a:spcAft>
                <a:spcPts val="0"/>
              </a:spcAft>
              <a:buClr>
                <a:schemeClr val="dk1"/>
              </a:buClr>
              <a:buSzPts val="3200"/>
              <a:buFont typeface="Arial"/>
              <a:buNone/>
              <a:defRPr sz="2133" b="1" i="0" u="none" strike="noStrike" cap="none">
                <a:solidFill>
                  <a:schemeClr val="dk1"/>
                </a:solidFill>
                <a:latin typeface="Arial"/>
                <a:ea typeface="Arial"/>
                <a:cs typeface="Arial"/>
                <a:sym typeface="Arial"/>
              </a:defRPr>
            </a:lvl4pPr>
            <a:lvl5pPr marL="1524076" marR="0" lvl="4" indent="-152408" algn="l" rtl="0">
              <a:lnSpc>
                <a:spcPct val="90000"/>
              </a:lnSpc>
              <a:spcBef>
                <a:spcPts val="500"/>
              </a:spcBef>
              <a:spcAft>
                <a:spcPts val="0"/>
              </a:spcAft>
              <a:buClr>
                <a:schemeClr val="dk1"/>
              </a:buClr>
              <a:buSzPts val="3200"/>
              <a:buFont typeface="Arial"/>
              <a:buNone/>
              <a:defRPr sz="2133" b="1" i="0" u="none" strike="noStrike" cap="none">
                <a:solidFill>
                  <a:schemeClr val="dk1"/>
                </a:solidFill>
                <a:latin typeface="Arial"/>
                <a:ea typeface="Arial"/>
                <a:cs typeface="Arial"/>
                <a:sym typeface="Arial"/>
              </a:defRPr>
            </a:lvl5pPr>
            <a:lvl6pPr marL="1828891" marR="0" lvl="5" indent="-152408" algn="l" rtl="0">
              <a:lnSpc>
                <a:spcPct val="90000"/>
              </a:lnSpc>
              <a:spcBef>
                <a:spcPts val="500"/>
              </a:spcBef>
              <a:spcAft>
                <a:spcPts val="0"/>
              </a:spcAft>
              <a:buClr>
                <a:schemeClr val="dk1"/>
              </a:buClr>
              <a:buSzPts val="3200"/>
              <a:buFont typeface="Arial"/>
              <a:buNone/>
              <a:defRPr sz="2133" b="1" i="0" u="none" strike="noStrike" cap="none">
                <a:solidFill>
                  <a:schemeClr val="dk1"/>
                </a:solidFill>
                <a:latin typeface="Arial"/>
                <a:ea typeface="Arial"/>
                <a:cs typeface="Arial"/>
                <a:sym typeface="Arial"/>
              </a:defRPr>
            </a:lvl6pPr>
            <a:lvl7pPr marL="2133707" marR="0" lvl="6" indent="-152408" algn="l" rtl="0">
              <a:lnSpc>
                <a:spcPct val="90000"/>
              </a:lnSpc>
              <a:spcBef>
                <a:spcPts val="500"/>
              </a:spcBef>
              <a:spcAft>
                <a:spcPts val="0"/>
              </a:spcAft>
              <a:buClr>
                <a:schemeClr val="dk1"/>
              </a:buClr>
              <a:buSzPts val="3200"/>
              <a:buFont typeface="Arial"/>
              <a:buNone/>
              <a:defRPr sz="2133" b="1" i="0" u="none" strike="noStrike" cap="none">
                <a:solidFill>
                  <a:schemeClr val="dk1"/>
                </a:solidFill>
                <a:latin typeface="Arial"/>
                <a:ea typeface="Arial"/>
                <a:cs typeface="Arial"/>
                <a:sym typeface="Arial"/>
              </a:defRPr>
            </a:lvl7pPr>
            <a:lvl8pPr marL="2438522" marR="0" lvl="7" indent="-152408" algn="l" rtl="0">
              <a:lnSpc>
                <a:spcPct val="90000"/>
              </a:lnSpc>
              <a:spcBef>
                <a:spcPts val="500"/>
              </a:spcBef>
              <a:spcAft>
                <a:spcPts val="0"/>
              </a:spcAft>
              <a:buClr>
                <a:schemeClr val="dk1"/>
              </a:buClr>
              <a:buSzPts val="3200"/>
              <a:buFont typeface="Arial"/>
              <a:buNone/>
              <a:defRPr sz="2133" b="1" i="0" u="none" strike="noStrike" cap="none">
                <a:solidFill>
                  <a:schemeClr val="dk1"/>
                </a:solidFill>
                <a:latin typeface="Arial"/>
                <a:ea typeface="Arial"/>
                <a:cs typeface="Arial"/>
                <a:sym typeface="Arial"/>
              </a:defRPr>
            </a:lvl8pPr>
            <a:lvl9pPr marL="2743337" marR="0" lvl="8" indent="-152408" algn="l" rtl="0">
              <a:lnSpc>
                <a:spcPct val="90000"/>
              </a:lnSpc>
              <a:spcBef>
                <a:spcPts val="500"/>
              </a:spcBef>
              <a:spcAft>
                <a:spcPts val="0"/>
              </a:spcAft>
              <a:buClr>
                <a:schemeClr val="dk1"/>
              </a:buClr>
              <a:buSzPts val="3200"/>
              <a:buFont typeface="Arial"/>
              <a:buNone/>
              <a:defRPr sz="2133" b="1" i="0" u="none" strike="noStrike" cap="none">
                <a:solidFill>
                  <a:schemeClr val="dk1"/>
                </a:solidFill>
                <a:latin typeface="Arial"/>
                <a:ea typeface="Arial"/>
                <a:cs typeface="Arial"/>
                <a:sym typeface="Arial"/>
              </a:defRPr>
            </a:lvl9pPr>
          </a:lstStyle>
          <a:p>
            <a:endParaRPr/>
          </a:p>
        </p:txBody>
      </p:sp>
      <p:sp>
        <p:nvSpPr>
          <p:cNvPr id="403" name="Google Shape;403;p99"/>
          <p:cNvSpPr txBox="1">
            <a:spLocks noGrp="1"/>
          </p:cNvSpPr>
          <p:nvPr>
            <p:ph type="subTitle" idx="3"/>
          </p:nvPr>
        </p:nvSpPr>
        <p:spPr>
          <a:xfrm>
            <a:off x="3600450" y="4525364"/>
            <a:ext cx="8064169" cy="54855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4800"/>
              <a:buFont typeface="Arial"/>
              <a:buNone/>
              <a:defRPr sz="3200" b="0" i="0" u="none" strike="noStrike" cap="none">
                <a:solidFill>
                  <a:schemeClr val="lt1"/>
                </a:solidFill>
                <a:latin typeface="Quattrocento Sans"/>
                <a:ea typeface="Quattrocento Sans"/>
                <a:cs typeface="Quattrocento Sans"/>
                <a:sym typeface="Quattrocento Sans"/>
              </a:defRPr>
            </a:lvl1pPr>
            <a:lvl2pPr marR="0" lvl="1" algn="ctr" rtl="0">
              <a:lnSpc>
                <a:spcPct val="90000"/>
              </a:lnSpc>
              <a:spcBef>
                <a:spcPts val="500"/>
              </a:spcBef>
              <a:spcAft>
                <a:spcPts val="0"/>
              </a:spcAft>
              <a:buClr>
                <a:srgbClr val="89898C"/>
              </a:buClr>
              <a:buSzPts val="3600"/>
              <a:buFont typeface="Arial"/>
              <a:buNone/>
              <a:defRPr sz="2400" b="0" i="0" u="none" strike="noStrike" cap="none">
                <a:solidFill>
                  <a:srgbClr val="89898C"/>
                </a:solidFill>
                <a:latin typeface="Arial"/>
                <a:ea typeface="Arial"/>
                <a:cs typeface="Arial"/>
                <a:sym typeface="Arial"/>
              </a:defRPr>
            </a:lvl2pPr>
            <a:lvl3pPr marR="0" lvl="2" algn="ctr" rtl="0">
              <a:lnSpc>
                <a:spcPct val="90000"/>
              </a:lnSpc>
              <a:spcBef>
                <a:spcPts val="500"/>
              </a:spcBef>
              <a:spcAft>
                <a:spcPts val="0"/>
              </a:spcAft>
              <a:buClr>
                <a:srgbClr val="89898C"/>
              </a:buClr>
              <a:buSzPts val="3000"/>
              <a:buFont typeface="Arial"/>
              <a:buNone/>
              <a:defRPr sz="2000" b="0" i="0" u="none" strike="noStrike" cap="none">
                <a:solidFill>
                  <a:srgbClr val="89898C"/>
                </a:solidFill>
                <a:latin typeface="Arial"/>
                <a:ea typeface="Arial"/>
                <a:cs typeface="Arial"/>
                <a:sym typeface="Arial"/>
              </a:defRPr>
            </a:lvl3pPr>
            <a:lvl4pPr marR="0" lvl="3" algn="ctr" rtl="0">
              <a:lnSpc>
                <a:spcPct val="90000"/>
              </a:lnSpc>
              <a:spcBef>
                <a:spcPts val="500"/>
              </a:spcBef>
              <a:spcAft>
                <a:spcPts val="0"/>
              </a:spcAft>
              <a:buClr>
                <a:srgbClr val="89898C"/>
              </a:buClr>
              <a:buSzPts val="2700"/>
              <a:buFont typeface="Arial"/>
              <a:buNone/>
              <a:defRPr sz="1800" b="0" i="0" u="none" strike="noStrike" cap="none">
                <a:solidFill>
                  <a:srgbClr val="89898C"/>
                </a:solidFill>
                <a:latin typeface="Arial"/>
                <a:ea typeface="Arial"/>
                <a:cs typeface="Arial"/>
                <a:sym typeface="Arial"/>
              </a:defRPr>
            </a:lvl4pPr>
            <a:lvl5pPr marR="0" lvl="4" algn="ctr" rtl="0">
              <a:lnSpc>
                <a:spcPct val="90000"/>
              </a:lnSpc>
              <a:spcBef>
                <a:spcPts val="500"/>
              </a:spcBef>
              <a:spcAft>
                <a:spcPts val="0"/>
              </a:spcAft>
              <a:buClr>
                <a:srgbClr val="89898C"/>
              </a:buClr>
              <a:buSzPts val="2700"/>
              <a:buFont typeface="Arial"/>
              <a:buNone/>
              <a:defRPr sz="1800" b="0" i="0" u="none" strike="noStrike" cap="none">
                <a:solidFill>
                  <a:srgbClr val="89898C"/>
                </a:solidFill>
                <a:latin typeface="Arial"/>
                <a:ea typeface="Arial"/>
                <a:cs typeface="Arial"/>
                <a:sym typeface="Arial"/>
              </a:defRPr>
            </a:lvl5pPr>
            <a:lvl6pPr marR="0" lvl="5" algn="ctr" rtl="0">
              <a:lnSpc>
                <a:spcPct val="90000"/>
              </a:lnSpc>
              <a:spcBef>
                <a:spcPts val="500"/>
              </a:spcBef>
              <a:spcAft>
                <a:spcPts val="0"/>
              </a:spcAft>
              <a:buClr>
                <a:srgbClr val="89898C"/>
              </a:buClr>
              <a:buSzPts val="2700"/>
              <a:buFont typeface="Arial"/>
              <a:buNone/>
              <a:defRPr sz="1800" b="0" i="0" u="none" strike="noStrike" cap="none">
                <a:solidFill>
                  <a:srgbClr val="89898C"/>
                </a:solidFill>
                <a:latin typeface="Arial"/>
                <a:ea typeface="Arial"/>
                <a:cs typeface="Arial"/>
                <a:sym typeface="Arial"/>
              </a:defRPr>
            </a:lvl6pPr>
            <a:lvl7pPr marR="0" lvl="6" algn="ctr" rtl="0">
              <a:lnSpc>
                <a:spcPct val="90000"/>
              </a:lnSpc>
              <a:spcBef>
                <a:spcPts val="500"/>
              </a:spcBef>
              <a:spcAft>
                <a:spcPts val="0"/>
              </a:spcAft>
              <a:buClr>
                <a:srgbClr val="89898C"/>
              </a:buClr>
              <a:buSzPts val="2700"/>
              <a:buFont typeface="Arial"/>
              <a:buNone/>
              <a:defRPr sz="1800" b="0" i="0" u="none" strike="noStrike" cap="none">
                <a:solidFill>
                  <a:srgbClr val="89898C"/>
                </a:solidFill>
                <a:latin typeface="Arial"/>
                <a:ea typeface="Arial"/>
                <a:cs typeface="Arial"/>
                <a:sym typeface="Arial"/>
              </a:defRPr>
            </a:lvl7pPr>
            <a:lvl8pPr marR="0" lvl="7" algn="ctr" rtl="0">
              <a:lnSpc>
                <a:spcPct val="90000"/>
              </a:lnSpc>
              <a:spcBef>
                <a:spcPts val="500"/>
              </a:spcBef>
              <a:spcAft>
                <a:spcPts val="0"/>
              </a:spcAft>
              <a:buClr>
                <a:srgbClr val="89898C"/>
              </a:buClr>
              <a:buSzPts val="2700"/>
              <a:buFont typeface="Arial"/>
              <a:buNone/>
              <a:defRPr sz="1800" b="0" i="0" u="none" strike="noStrike" cap="none">
                <a:solidFill>
                  <a:srgbClr val="89898C"/>
                </a:solidFill>
                <a:latin typeface="Arial"/>
                <a:ea typeface="Arial"/>
                <a:cs typeface="Arial"/>
                <a:sym typeface="Arial"/>
              </a:defRPr>
            </a:lvl8pPr>
            <a:lvl9pPr marR="0" lvl="8" algn="ctr" rtl="0">
              <a:lnSpc>
                <a:spcPct val="90000"/>
              </a:lnSpc>
              <a:spcBef>
                <a:spcPts val="500"/>
              </a:spcBef>
              <a:spcAft>
                <a:spcPts val="0"/>
              </a:spcAft>
              <a:buClr>
                <a:srgbClr val="89898C"/>
              </a:buClr>
              <a:buSzPts val="2700"/>
              <a:buFont typeface="Arial"/>
              <a:buNone/>
              <a:defRPr sz="1800" b="0" i="0" u="none" strike="noStrike" cap="none">
                <a:solidFill>
                  <a:srgbClr val="89898C"/>
                </a:solidFill>
                <a:latin typeface="Arial"/>
                <a:ea typeface="Arial"/>
                <a:cs typeface="Arial"/>
                <a:sym typeface="Arial"/>
              </a:defRPr>
            </a:lvl9pPr>
          </a:lstStyle>
          <a:p>
            <a:endParaRPr/>
          </a:p>
        </p:txBody>
      </p:sp>
      <p:pic>
        <p:nvPicPr>
          <p:cNvPr id="404" name="Google Shape;404;p99"/>
          <p:cNvPicPr preferRelativeResize="0"/>
          <p:nvPr/>
        </p:nvPicPr>
        <p:blipFill rotWithShape="1">
          <a:blip r:embed="rId3">
            <a:alphaModFix/>
          </a:blip>
          <a:srcRect/>
          <a:stretch/>
        </p:blipFill>
        <p:spPr>
          <a:xfrm>
            <a:off x="8147209" y="5962321"/>
            <a:ext cx="4410407" cy="827052"/>
          </a:xfrm>
          <a:prstGeom prst="rect">
            <a:avLst/>
          </a:prstGeom>
          <a:noFill/>
          <a:ln>
            <a:noFill/>
          </a:ln>
        </p:spPr>
      </p:pic>
      <p:pic>
        <p:nvPicPr>
          <p:cNvPr id="405" name="Google Shape;405;p99"/>
          <p:cNvPicPr preferRelativeResize="0"/>
          <p:nvPr/>
        </p:nvPicPr>
        <p:blipFill rotWithShape="1">
          <a:blip r:embed="rId4">
            <a:alphaModFix/>
          </a:blip>
          <a:srcRect/>
          <a:stretch/>
        </p:blipFill>
        <p:spPr>
          <a:xfrm>
            <a:off x="9168341" y="5624733"/>
            <a:ext cx="1410411" cy="393236"/>
          </a:xfrm>
          <a:prstGeom prst="rect">
            <a:avLst/>
          </a:prstGeom>
          <a:noFill/>
          <a:ln>
            <a:noFill/>
          </a:ln>
        </p:spPr>
      </p:pic>
    </p:spTree>
    <p:extLst>
      <p:ext uri="{BB962C8B-B14F-4D97-AF65-F5344CB8AC3E}">
        <p14:creationId xmlns:p14="http://schemas.microsoft.com/office/powerpoint/2010/main" val="3297706477"/>
      </p:ext>
    </p:extLst>
  </p:cSld>
  <p:clrMapOvr>
    <a:masterClrMapping/>
  </p:clrMapOvr>
  <mc:AlternateContent xmlns:mc="http://schemas.openxmlformats.org/markup-compatibility/2006" xmlns:p14="http://schemas.microsoft.com/office/powerpoint/2010/main">
    <mc:Choice Requires="p14">
      <p:transition spd="slow" p14:dur="1750">
        <p14:flip dir="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slideLayout" Target="../slideLayouts/slideLayout57.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29" Type="http://schemas.openxmlformats.org/officeDocument/2006/relationships/theme" Target="../theme/theme2.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28" Type="http://schemas.openxmlformats.org/officeDocument/2006/relationships/slideLayout" Target="../slideLayouts/slideLayout59.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 Id="rId27" Type="http://schemas.openxmlformats.org/officeDocument/2006/relationships/slideLayout" Target="../slideLayouts/slideLayout58.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85.xml"/><Relationship Id="rId21" Type="http://schemas.openxmlformats.org/officeDocument/2006/relationships/slideLayout" Target="../slideLayouts/slideLayout80.xml"/><Relationship Id="rId42" Type="http://schemas.openxmlformats.org/officeDocument/2006/relationships/slideLayout" Target="../slideLayouts/slideLayout101.xml"/><Relationship Id="rId47" Type="http://schemas.openxmlformats.org/officeDocument/2006/relationships/slideLayout" Target="../slideLayouts/slideLayout106.xml"/><Relationship Id="rId63" Type="http://schemas.openxmlformats.org/officeDocument/2006/relationships/slideLayout" Target="../slideLayouts/slideLayout122.xml"/><Relationship Id="rId68" Type="http://schemas.openxmlformats.org/officeDocument/2006/relationships/slideLayout" Target="../slideLayouts/slideLayout127.xml"/><Relationship Id="rId84" Type="http://schemas.openxmlformats.org/officeDocument/2006/relationships/slideLayout" Target="../slideLayouts/slideLayout143.xml"/><Relationship Id="rId89" Type="http://schemas.openxmlformats.org/officeDocument/2006/relationships/slideLayout" Target="../slideLayouts/slideLayout148.xml"/><Relationship Id="rId16" Type="http://schemas.openxmlformats.org/officeDocument/2006/relationships/slideLayout" Target="../slideLayouts/slideLayout75.xml"/><Relationship Id="rId11" Type="http://schemas.openxmlformats.org/officeDocument/2006/relationships/slideLayout" Target="../slideLayouts/slideLayout70.xml"/><Relationship Id="rId32" Type="http://schemas.openxmlformats.org/officeDocument/2006/relationships/slideLayout" Target="../slideLayouts/slideLayout91.xml"/><Relationship Id="rId37" Type="http://schemas.openxmlformats.org/officeDocument/2006/relationships/slideLayout" Target="../slideLayouts/slideLayout96.xml"/><Relationship Id="rId53" Type="http://schemas.openxmlformats.org/officeDocument/2006/relationships/slideLayout" Target="../slideLayouts/slideLayout112.xml"/><Relationship Id="rId58" Type="http://schemas.openxmlformats.org/officeDocument/2006/relationships/slideLayout" Target="../slideLayouts/slideLayout117.xml"/><Relationship Id="rId74" Type="http://schemas.openxmlformats.org/officeDocument/2006/relationships/slideLayout" Target="../slideLayouts/slideLayout133.xml"/><Relationship Id="rId79" Type="http://schemas.openxmlformats.org/officeDocument/2006/relationships/slideLayout" Target="../slideLayouts/slideLayout138.xml"/><Relationship Id="rId5" Type="http://schemas.openxmlformats.org/officeDocument/2006/relationships/slideLayout" Target="../slideLayouts/slideLayout64.xml"/><Relationship Id="rId90" Type="http://schemas.openxmlformats.org/officeDocument/2006/relationships/slideLayout" Target="../slideLayouts/slideLayout149.xml"/><Relationship Id="rId22" Type="http://schemas.openxmlformats.org/officeDocument/2006/relationships/slideLayout" Target="../slideLayouts/slideLayout81.xml"/><Relationship Id="rId27" Type="http://schemas.openxmlformats.org/officeDocument/2006/relationships/slideLayout" Target="../slideLayouts/slideLayout86.xml"/><Relationship Id="rId43" Type="http://schemas.openxmlformats.org/officeDocument/2006/relationships/slideLayout" Target="../slideLayouts/slideLayout102.xml"/><Relationship Id="rId48" Type="http://schemas.openxmlformats.org/officeDocument/2006/relationships/slideLayout" Target="../slideLayouts/slideLayout107.xml"/><Relationship Id="rId64" Type="http://schemas.openxmlformats.org/officeDocument/2006/relationships/slideLayout" Target="../slideLayouts/slideLayout123.xml"/><Relationship Id="rId69" Type="http://schemas.openxmlformats.org/officeDocument/2006/relationships/slideLayout" Target="../slideLayouts/slideLayout128.xml"/><Relationship Id="rId8" Type="http://schemas.openxmlformats.org/officeDocument/2006/relationships/slideLayout" Target="../slideLayouts/slideLayout67.xml"/><Relationship Id="rId51" Type="http://schemas.openxmlformats.org/officeDocument/2006/relationships/slideLayout" Target="../slideLayouts/slideLayout110.xml"/><Relationship Id="rId72" Type="http://schemas.openxmlformats.org/officeDocument/2006/relationships/slideLayout" Target="../slideLayouts/slideLayout131.xml"/><Relationship Id="rId80" Type="http://schemas.openxmlformats.org/officeDocument/2006/relationships/slideLayout" Target="../slideLayouts/slideLayout139.xml"/><Relationship Id="rId85" Type="http://schemas.openxmlformats.org/officeDocument/2006/relationships/slideLayout" Target="../slideLayouts/slideLayout144.xml"/><Relationship Id="rId93" Type="http://schemas.openxmlformats.org/officeDocument/2006/relationships/theme" Target="../theme/theme3.xml"/><Relationship Id="rId3" Type="http://schemas.openxmlformats.org/officeDocument/2006/relationships/slideLayout" Target="../slideLayouts/slideLayout62.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33" Type="http://schemas.openxmlformats.org/officeDocument/2006/relationships/slideLayout" Target="../slideLayouts/slideLayout92.xml"/><Relationship Id="rId38" Type="http://schemas.openxmlformats.org/officeDocument/2006/relationships/slideLayout" Target="../slideLayouts/slideLayout97.xml"/><Relationship Id="rId46" Type="http://schemas.openxmlformats.org/officeDocument/2006/relationships/slideLayout" Target="../slideLayouts/slideLayout105.xml"/><Relationship Id="rId59" Type="http://schemas.openxmlformats.org/officeDocument/2006/relationships/slideLayout" Target="../slideLayouts/slideLayout118.xml"/><Relationship Id="rId67" Type="http://schemas.openxmlformats.org/officeDocument/2006/relationships/slideLayout" Target="../slideLayouts/slideLayout126.xml"/><Relationship Id="rId20" Type="http://schemas.openxmlformats.org/officeDocument/2006/relationships/slideLayout" Target="../slideLayouts/slideLayout79.xml"/><Relationship Id="rId41" Type="http://schemas.openxmlformats.org/officeDocument/2006/relationships/slideLayout" Target="../slideLayouts/slideLayout100.xml"/><Relationship Id="rId54" Type="http://schemas.openxmlformats.org/officeDocument/2006/relationships/slideLayout" Target="../slideLayouts/slideLayout113.xml"/><Relationship Id="rId62" Type="http://schemas.openxmlformats.org/officeDocument/2006/relationships/slideLayout" Target="../slideLayouts/slideLayout121.xml"/><Relationship Id="rId70" Type="http://schemas.openxmlformats.org/officeDocument/2006/relationships/slideLayout" Target="../slideLayouts/slideLayout129.xml"/><Relationship Id="rId75" Type="http://schemas.openxmlformats.org/officeDocument/2006/relationships/slideLayout" Target="../slideLayouts/slideLayout134.xml"/><Relationship Id="rId83" Type="http://schemas.openxmlformats.org/officeDocument/2006/relationships/slideLayout" Target="../slideLayouts/slideLayout142.xml"/><Relationship Id="rId88" Type="http://schemas.openxmlformats.org/officeDocument/2006/relationships/slideLayout" Target="../slideLayouts/slideLayout147.xml"/><Relationship Id="rId91" Type="http://schemas.openxmlformats.org/officeDocument/2006/relationships/slideLayout" Target="../slideLayouts/slideLayout150.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slideLayout" Target="../slideLayouts/slideLayout87.xml"/><Relationship Id="rId36" Type="http://schemas.openxmlformats.org/officeDocument/2006/relationships/slideLayout" Target="../slideLayouts/slideLayout95.xml"/><Relationship Id="rId49" Type="http://schemas.openxmlformats.org/officeDocument/2006/relationships/slideLayout" Target="../slideLayouts/slideLayout108.xml"/><Relationship Id="rId57" Type="http://schemas.openxmlformats.org/officeDocument/2006/relationships/slideLayout" Target="../slideLayouts/slideLayout116.xml"/><Relationship Id="rId10" Type="http://schemas.openxmlformats.org/officeDocument/2006/relationships/slideLayout" Target="../slideLayouts/slideLayout69.xml"/><Relationship Id="rId31" Type="http://schemas.openxmlformats.org/officeDocument/2006/relationships/slideLayout" Target="../slideLayouts/slideLayout90.xml"/><Relationship Id="rId44" Type="http://schemas.openxmlformats.org/officeDocument/2006/relationships/slideLayout" Target="../slideLayouts/slideLayout103.xml"/><Relationship Id="rId52" Type="http://schemas.openxmlformats.org/officeDocument/2006/relationships/slideLayout" Target="../slideLayouts/slideLayout111.xml"/><Relationship Id="rId60" Type="http://schemas.openxmlformats.org/officeDocument/2006/relationships/slideLayout" Target="../slideLayouts/slideLayout119.xml"/><Relationship Id="rId65" Type="http://schemas.openxmlformats.org/officeDocument/2006/relationships/slideLayout" Target="../slideLayouts/slideLayout124.xml"/><Relationship Id="rId73" Type="http://schemas.openxmlformats.org/officeDocument/2006/relationships/slideLayout" Target="../slideLayouts/slideLayout132.xml"/><Relationship Id="rId78" Type="http://schemas.openxmlformats.org/officeDocument/2006/relationships/slideLayout" Target="../slideLayouts/slideLayout137.xml"/><Relationship Id="rId81" Type="http://schemas.openxmlformats.org/officeDocument/2006/relationships/slideLayout" Target="../slideLayouts/slideLayout140.xml"/><Relationship Id="rId86" Type="http://schemas.openxmlformats.org/officeDocument/2006/relationships/slideLayout" Target="../slideLayouts/slideLayout145.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39" Type="http://schemas.openxmlformats.org/officeDocument/2006/relationships/slideLayout" Target="../slideLayouts/slideLayout98.xml"/><Relationship Id="rId34" Type="http://schemas.openxmlformats.org/officeDocument/2006/relationships/slideLayout" Target="../slideLayouts/slideLayout93.xml"/><Relationship Id="rId50" Type="http://schemas.openxmlformats.org/officeDocument/2006/relationships/slideLayout" Target="../slideLayouts/slideLayout109.xml"/><Relationship Id="rId55" Type="http://schemas.openxmlformats.org/officeDocument/2006/relationships/slideLayout" Target="../slideLayouts/slideLayout114.xml"/><Relationship Id="rId76" Type="http://schemas.openxmlformats.org/officeDocument/2006/relationships/slideLayout" Target="../slideLayouts/slideLayout135.xml"/><Relationship Id="rId7" Type="http://schemas.openxmlformats.org/officeDocument/2006/relationships/slideLayout" Target="../slideLayouts/slideLayout66.xml"/><Relationship Id="rId71" Type="http://schemas.openxmlformats.org/officeDocument/2006/relationships/slideLayout" Target="../slideLayouts/slideLayout130.xml"/><Relationship Id="rId92" Type="http://schemas.openxmlformats.org/officeDocument/2006/relationships/slideLayout" Target="../slideLayouts/slideLayout151.xml"/><Relationship Id="rId2" Type="http://schemas.openxmlformats.org/officeDocument/2006/relationships/slideLayout" Target="../slideLayouts/slideLayout61.xml"/><Relationship Id="rId29" Type="http://schemas.openxmlformats.org/officeDocument/2006/relationships/slideLayout" Target="../slideLayouts/slideLayout88.xml"/><Relationship Id="rId24" Type="http://schemas.openxmlformats.org/officeDocument/2006/relationships/slideLayout" Target="../slideLayouts/slideLayout83.xml"/><Relationship Id="rId40" Type="http://schemas.openxmlformats.org/officeDocument/2006/relationships/slideLayout" Target="../slideLayouts/slideLayout99.xml"/><Relationship Id="rId45" Type="http://schemas.openxmlformats.org/officeDocument/2006/relationships/slideLayout" Target="../slideLayouts/slideLayout104.xml"/><Relationship Id="rId66" Type="http://schemas.openxmlformats.org/officeDocument/2006/relationships/slideLayout" Target="../slideLayouts/slideLayout125.xml"/><Relationship Id="rId87" Type="http://schemas.openxmlformats.org/officeDocument/2006/relationships/slideLayout" Target="../slideLayouts/slideLayout146.xml"/><Relationship Id="rId61" Type="http://schemas.openxmlformats.org/officeDocument/2006/relationships/slideLayout" Target="../slideLayouts/slideLayout120.xml"/><Relationship Id="rId82" Type="http://schemas.openxmlformats.org/officeDocument/2006/relationships/slideLayout" Target="../slideLayouts/slideLayout141.xml"/><Relationship Id="rId19" Type="http://schemas.openxmlformats.org/officeDocument/2006/relationships/slideLayout" Target="../slideLayouts/slideLayout78.xml"/><Relationship Id="rId14" Type="http://schemas.openxmlformats.org/officeDocument/2006/relationships/slideLayout" Target="../slideLayouts/slideLayout73.xml"/><Relationship Id="rId30" Type="http://schemas.openxmlformats.org/officeDocument/2006/relationships/slideLayout" Target="../slideLayouts/slideLayout89.xml"/><Relationship Id="rId35" Type="http://schemas.openxmlformats.org/officeDocument/2006/relationships/slideLayout" Target="../slideLayouts/slideLayout94.xml"/><Relationship Id="rId56" Type="http://schemas.openxmlformats.org/officeDocument/2006/relationships/slideLayout" Target="../slideLayouts/slideLayout115.xml"/><Relationship Id="rId77" Type="http://schemas.openxmlformats.org/officeDocument/2006/relationships/slideLayout" Target="../slideLayouts/slideLayout1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708"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95" r:id="rId20"/>
    <p:sldLayoutId id="2147483696" r:id="rId21"/>
    <p:sldLayoutId id="2147483712" r:id="rId22"/>
    <p:sldLayoutId id="2147483668" r:id="rId23"/>
    <p:sldLayoutId id="2147483669" r:id="rId24"/>
    <p:sldLayoutId id="2147483698" r:id="rId25"/>
    <p:sldLayoutId id="2147483700" r:id="rId26"/>
    <p:sldLayoutId id="2147483701" r:id="rId27"/>
    <p:sldLayoutId id="2147483670" r:id="rId28"/>
    <p:sldLayoutId id="2147483709" r:id="rId29"/>
    <p:sldLayoutId id="2147483711" r:id="rId30"/>
    <p:sldLayoutId id="2147483713" r:id="rId3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56848" y="632764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26032352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707"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705" r:id="rId14"/>
    <p:sldLayoutId id="2147483706" r:id="rId15"/>
    <p:sldLayoutId id="2147483684" r:id="rId16"/>
    <p:sldLayoutId id="2147483685" r:id="rId17"/>
    <p:sldLayoutId id="2147483686" r:id="rId18"/>
    <p:sldLayoutId id="2147483687" r:id="rId19"/>
    <p:sldLayoutId id="2147483688" r:id="rId20"/>
    <p:sldLayoutId id="2147483689" r:id="rId21"/>
    <p:sldLayoutId id="2147483702" r:id="rId22"/>
    <p:sldLayoutId id="2147483703" r:id="rId23"/>
    <p:sldLayoutId id="2147483690" r:id="rId24"/>
    <p:sldLayoutId id="2147483691" r:id="rId25"/>
    <p:sldLayoutId id="2147483704" r:id="rId26"/>
    <p:sldLayoutId id="2147483692" r:id="rId27"/>
    <p:sldLayoutId id="2147483693" r:id="rId2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412747489"/>
      </p:ext>
    </p:extLst>
  </p:cSld>
  <p:clrMap bg1="lt1" tx1="dk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 id="2147483740" r:id="rId26"/>
    <p:sldLayoutId id="2147483741" r:id="rId27"/>
    <p:sldLayoutId id="2147483742" r:id="rId28"/>
    <p:sldLayoutId id="2147483743" r:id="rId29"/>
    <p:sldLayoutId id="2147483744" r:id="rId30"/>
    <p:sldLayoutId id="2147483745" r:id="rId31"/>
    <p:sldLayoutId id="2147483746" r:id="rId32"/>
    <p:sldLayoutId id="2147483747" r:id="rId33"/>
    <p:sldLayoutId id="2147483748" r:id="rId34"/>
    <p:sldLayoutId id="2147483749" r:id="rId35"/>
    <p:sldLayoutId id="2147483750" r:id="rId36"/>
    <p:sldLayoutId id="2147483751" r:id="rId37"/>
    <p:sldLayoutId id="2147483752" r:id="rId38"/>
    <p:sldLayoutId id="2147483753" r:id="rId39"/>
    <p:sldLayoutId id="2147483754" r:id="rId40"/>
    <p:sldLayoutId id="2147483755" r:id="rId41"/>
    <p:sldLayoutId id="2147483756" r:id="rId42"/>
    <p:sldLayoutId id="2147483757" r:id="rId43"/>
    <p:sldLayoutId id="2147483758" r:id="rId44"/>
    <p:sldLayoutId id="2147483759" r:id="rId45"/>
    <p:sldLayoutId id="2147483760" r:id="rId46"/>
    <p:sldLayoutId id="2147483761" r:id="rId47"/>
    <p:sldLayoutId id="2147483762" r:id="rId48"/>
    <p:sldLayoutId id="2147483763" r:id="rId49"/>
    <p:sldLayoutId id="2147483764" r:id="rId50"/>
    <p:sldLayoutId id="2147483765" r:id="rId51"/>
    <p:sldLayoutId id="2147483766" r:id="rId52"/>
    <p:sldLayoutId id="2147483767" r:id="rId53"/>
    <p:sldLayoutId id="2147483768" r:id="rId54"/>
    <p:sldLayoutId id="2147483769" r:id="rId55"/>
    <p:sldLayoutId id="2147483770" r:id="rId56"/>
    <p:sldLayoutId id="2147483771" r:id="rId57"/>
    <p:sldLayoutId id="2147483772" r:id="rId58"/>
    <p:sldLayoutId id="2147483773" r:id="rId59"/>
    <p:sldLayoutId id="2147483774" r:id="rId60"/>
    <p:sldLayoutId id="2147483775" r:id="rId61"/>
    <p:sldLayoutId id="2147483776" r:id="rId62"/>
    <p:sldLayoutId id="2147483777" r:id="rId63"/>
    <p:sldLayoutId id="2147483778" r:id="rId64"/>
    <p:sldLayoutId id="2147483779" r:id="rId65"/>
    <p:sldLayoutId id="2147483780" r:id="rId66"/>
    <p:sldLayoutId id="2147483781" r:id="rId67"/>
    <p:sldLayoutId id="2147483782" r:id="rId68"/>
    <p:sldLayoutId id="2147483783" r:id="rId69"/>
    <p:sldLayoutId id="2147483784" r:id="rId70"/>
    <p:sldLayoutId id="2147483785" r:id="rId71"/>
    <p:sldLayoutId id="2147483786" r:id="rId72"/>
    <p:sldLayoutId id="2147483787" r:id="rId73"/>
    <p:sldLayoutId id="2147483788" r:id="rId74"/>
    <p:sldLayoutId id="2147483789" r:id="rId75"/>
    <p:sldLayoutId id="2147483790" r:id="rId76"/>
    <p:sldLayoutId id="2147483791" r:id="rId77"/>
    <p:sldLayoutId id="2147483792" r:id="rId78"/>
    <p:sldLayoutId id="2147483793" r:id="rId79"/>
    <p:sldLayoutId id="2147483794" r:id="rId80"/>
    <p:sldLayoutId id="2147483795" r:id="rId81"/>
    <p:sldLayoutId id="2147483796" r:id="rId82"/>
    <p:sldLayoutId id="2147483797" r:id="rId83"/>
    <p:sldLayoutId id="2147483798" r:id="rId84"/>
    <p:sldLayoutId id="2147483799" r:id="rId85"/>
    <p:sldLayoutId id="2147483800" r:id="rId86"/>
    <p:sldLayoutId id="2147483801" r:id="rId87"/>
    <p:sldLayoutId id="2147483802" r:id="rId88"/>
    <p:sldLayoutId id="2147483803" r:id="rId89"/>
    <p:sldLayoutId id="2147483804" r:id="rId90"/>
    <p:sldLayoutId id="2147483805" r:id="rId91"/>
    <p:sldLayoutId id="2147483806" r:id="rId92"/>
  </p:sldLayoutIdLst>
  <mc:AlternateContent xmlns:mc="http://schemas.openxmlformats.org/markup-compatibility/2006" xmlns:p14="http://schemas.microsoft.com/office/powerpoint/2010/main">
    <mc:Choice Requires="p14">
      <p:transition spd="slow" p14:dur="1750">
        <p14:flip dir="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60.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emf"/><Relationship Id="rId14" Type="http://schemas.openxmlformats.org/officeDocument/2006/relationships/image" Target="../media/image19.png"/></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4.xml"/><Relationship Id="rId6" Type="http://schemas.openxmlformats.org/officeDocument/2006/relationships/image" Target="../media/image35.png"/><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1857E7F-3D25-69E1-D56B-CD04718DE242}"/>
              </a:ext>
            </a:extLst>
          </p:cNvPr>
          <p:cNvSpPr>
            <a:spLocks noGrp="1"/>
          </p:cNvSpPr>
          <p:nvPr>
            <p:ph type="body" idx="124"/>
          </p:nvPr>
        </p:nvSpPr>
        <p:spPr/>
        <p:txBody>
          <a:bodyPr/>
          <a:lstStyle/>
          <a:p>
            <a:r>
              <a:rPr lang="en-GB" dirty="0"/>
              <a:t>DATA SATURDAY HOLLAND   –   10</a:t>
            </a:r>
            <a:r>
              <a:rPr lang="en-GB" baseline="30000" dirty="0"/>
              <a:t>TH</a:t>
            </a:r>
            <a:r>
              <a:rPr lang="en-GB" dirty="0"/>
              <a:t> OCTOBER 2026</a:t>
            </a:r>
          </a:p>
        </p:txBody>
      </p:sp>
      <p:sp>
        <p:nvSpPr>
          <p:cNvPr id="7" name="Title 6">
            <a:extLst>
              <a:ext uri="{FF2B5EF4-FFF2-40B4-BE49-F238E27FC236}">
                <a16:creationId xmlns:a16="http://schemas.microsoft.com/office/drawing/2014/main" id="{5DECFFFE-AD1B-5EEF-14B5-E7412B578E21}"/>
              </a:ext>
            </a:extLst>
          </p:cNvPr>
          <p:cNvSpPr>
            <a:spLocks noGrp="1"/>
          </p:cNvSpPr>
          <p:nvPr>
            <p:ph type="title" idx="125"/>
          </p:nvPr>
        </p:nvSpPr>
        <p:spPr/>
        <p:txBody>
          <a:bodyPr/>
          <a:lstStyle/>
          <a:p>
            <a:r>
              <a:rPr lang="en-GB" sz="3600" dirty="0"/>
              <a:t>Becoming a Geni(e)us: How to get the most out of Databricks Genie Agents</a:t>
            </a:r>
          </a:p>
        </p:txBody>
      </p:sp>
      <p:sp>
        <p:nvSpPr>
          <p:cNvPr id="8" name="Text Placeholder 7">
            <a:extLst>
              <a:ext uri="{FF2B5EF4-FFF2-40B4-BE49-F238E27FC236}">
                <a16:creationId xmlns:a16="http://schemas.microsoft.com/office/drawing/2014/main" id="{B121D659-B010-38FC-A5F0-1A8941527437}"/>
              </a:ext>
            </a:extLst>
          </p:cNvPr>
          <p:cNvSpPr>
            <a:spLocks noGrp="1"/>
          </p:cNvSpPr>
          <p:nvPr>
            <p:ph type="body" idx="126"/>
          </p:nvPr>
        </p:nvSpPr>
        <p:spPr>
          <a:xfrm>
            <a:off x="5897880" y="4432440"/>
            <a:ext cx="5669280" cy="868680"/>
          </a:xfrm>
        </p:spPr>
        <p:txBody>
          <a:bodyPr/>
          <a:lstStyle/>
          <a:p>
            <a:r>
              <a:rPr lang="en-GB" dirty="0"/>
              <a:t>Ashley Warren</a:t>
            </a:r>
          </a:p>
          <a:p>
            <a:r>
              <a:rPr lang="en-GB" dirty="0"/>
              <a:t>Senior Analytics Consultant at Advancing Analytics</a:t>
            </a:r>
          </a:p>
        </p:txBody>
      </p:sp>
    </p:spTree>
    <p:extLst>
      <p:ext uri="{BB962C8B-B14F-4D97-AF65-F5344CB8AC3E}">
        <p14:creationId xmlns:p14="http://schemas.microsoft.com/office/powerpoint/2010/main" val="3915827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0"/>
        <p:cNvGrpSpPr/>
        <p:nvPr/>
      </p:nvGrpSpPr>
      <p:grpSpPr>
        <a:xfrm>
          <a:off x="0" y="0"/>
          <a:ext cx="0" cy="0"/>
          <a:chOff x="0" y="0"/>
          <a:chExt cx="0" cy="0"/>
        </a:xfrm>
      </p:grpSpPr>
      <p:sp>
        <p:nvSpPr>
          <p:cNvPr id="452" name="Google Shape;452;p4"/>
          <p:cNvSpPr txBox="1"/>
          <p:nvPr/>
        </p:nvSpPr>
        <p:spPr>
          <a:xfrm>
            <a:off x="4202235" y="6047949"/>
            <a:ext cx="12192000" cy="779739"/>
          </a:xfrm>
          <a:prstGeom prst="rect">
            <a:avLst/>
          </a:prstGeom>
          <a:noFill/>
          <a:ln>
            <a:noFill/>
          </a:ln>
        </p:spPr>
        <p:txBody>
          <a:bodyPr spcFirstLastPara="1" wrap="square" lIns="60950" tIns="30467" rIns="60950" bIns="30467" anchor="t" anchorCtr="0">
            <a:spAutoFit/>
          </a:bodyPr>
          <a:lstStyle/>
          <a:p>
            <a:pPr defTabSz="609630">
              <a:buClr>
                <a:srgbClr val="33383E"/>
              </a:buClr>
              <a:buSzPts val="7000"/>
            </a:pPr>
            <a:r>
              <a:rPr lang="en-NL" sz="4667" b="1" kern="0">
                <a:solidFill>
                  <a:srgbClr val="33383E"/>
                </a:solidFill>
                <a:latin typeface="Montserrat"/>
                <a:ea typeface="Montserrat"/>
                <a:cs typeface="Montserrat"/>
                <a:sym typeface="Montserrat"/>
              </a:rPr>
              <a:t>ata Saturdays</a:t>
            </a:r>
            <a:endParaRPr sz="4667" b="1" kern="0">
              <a:solidFill>
                <a:srgbClr val="33383E"/>
              </a:solidFill>
              <a:latin typeface="Montserrat"/>
              <a:ea typeface="Montserrat"/>
              <a:cs typeface="Montserrat"/>
              <a:sym typeface="Montserrat"/>
            </a:endParaRPr>
          </a:p>
        </p:txBody>
      </p:sp>
      <p:pic>
        <p:nvPicPr>
          <p:cNvPr id="453" name="Google Shape;453;p4"/>
          <p:cNvPicPr preferRelativeResize="0"/>
          <p:nvPr/>
        </p:nvPicPr>
        <p:blipFill rotWithShape="1">
          <a:blip r:embed="rId3">
            <a:alphaModFix/>
          </a:blip>
          <a:srcRect/>
          <a:stretch/>
        </p:blipFill>
        <p:spPr>
          <a:xfrm>
            <a:off x="3556000" y="6104194"/>
            <a:ext cx="677606" cy="677606"/>
          </a:xfrm>
          <a:prstGeom prst="roundRect">
            <a:avLst>
              <a:gd name="adj" fmla="val 8594"/>
            </a:avLst>
          </a:prstGeom>
          <a:solidFill>
            <a:srgbClr val="ECECEC"/>
          </a:solidFill>
          <a:ln>
            <a:noFill/>
          </a:ln>
        </p:spPr>
      </p:pic>
      <p:pic>
        <p:nvPicPr>
          <p:cNvPr id="461" name="Google Shape;461;p4" descr="A blue and black logo&#10;&#10;Description automatically generated"/>
          <p:cNvPicPr preferRelativeResize="0"/>
          <p:nvPr/>
        </p:nvPicPr>
        <p:blipFill rotWithShape="1">
          <a:blip r:embed="rId4">
            <a:alphaModFix/>
          </a:blip>
          <a:srcRect/>
          <a:stretch/>
        </p:blipFill>
        <p:spPr>
          <a:xfrm>
            <a:off x="326180" y="344070"/>
            <a:ext cx="2036662" cy="1145623"/>
          </a:xfrm>
          <a:prstGeom prst="rect">
            <a:avLst/>
          </a:prstGeom>
          <a:noFill/>
          <a:ln>
            <a:noFill/>
          </a:ln>
        </p:spPr>
      </p:pic>
      <p:pic>
        <p:nvPicPr>
          <p:cNvPr id="13" name="Google Shape;416;p1" descr="A blue and black logo&#10;&#10;Description automatically generated">
            <a:extLst>
              <a:ext uri="{FF2B5EF4-FFF2-40B4-BE49-F238E27FC236}">
                <a16:creationId xmlns:a16="http://schemas.microsoft.com/office/drawing/2014/main" id="{926E2E6B-0A9E-6636-B2B6-53BCBD411C4E}"/>
              </a:ext>
            </a:extLst>
          </p:cNvPr>
          <p:cNvPicPr preferRelativeResize="0"/>
          <p:nvPr/>
        </p:nvPicPr>
        <p:blipFill rotWithShape="1">
          <a:blip r:embed="rId5">
            <a:alphaModFix/>
          </a:blip>
          <a:srcRect/>
          <a:stretch/>
        </p:blipFill>
        <p:spPr>
          <a:xfrm>
            <a:off x="7932052" y="1119680"/>
            <a:ext cx="3654505" cy="1420713"/>
          </a:xfrm>
          <a:prstGeom prst="rect">
            <a:avLst/>
          </a:prstGeom>
          <a:noFill/>
          <a:ln>
            <a:noFill/>
          </a:ln>
        </p:spPr>
      </p:pic>
      <p:pic>
        <p:nvPicPr>
          <p:cNvPr id="14" name="Google Shape;418;p1">
            <a:extLst>
              <a:ext uri="{FF2B5EF4-FFF2-40B4-BE49-F238E27FC236}">
                <a16:creationId xmlns:a16="http://schemas.microsoft.com/office/drawing/2014/main" id="{C062896F-510D-30CC-D1B2-BE5C75EDEA2F}"/>
              </a:ext>
            </a:extLst>
          </p:cNvPr>
          <p:cNvPicPr preferRelativeResize="0"/>
          <p:nvPr/>
        </p:nvPicPr>
        <p:blipFill rotWithShape="1">
          <a:blip r:embed="rId6">
            <a:alphaModFix/>
          </a:blip>
          <a:srcRect l="5628" t="36244" r="7171" b="38971"/>
          <a:stretch/>
        </p:blipFill>
        <p:spPr>
          <a:xfrm>
            <a:off x="225195" y="1343628"/>
            <a:ext cx="3650417" cy="1361477"/>
          </a:xfrm>
          <a:prstGeom prst="roundRect">
            <a:avLst>
              <a:gd name="adj" fmla="val 8594"/>
            </a:avLst>
          </a:prstGeom>
          <a:solidFill>
            <a:srgbClr val="ECECEC"/>
          </a:solidFill>
          <a:ln>
            <a:noFill/>
          </a:ln>
        </p:spPr>
      </p:pic>
      <p:pic>
        <p:nvPicPr>
          <p:cNvPr id="15" name="Google Shape;421;p1" descr="A red text on a white background&#10;&#10;Description automatically generated">
            <a:extLst>
              <a:ext uri="{FF2B5EF4-FFF2-40B4-BE49-F238E27FC236}">
                <a16:creationId xmlns:a16="http://schemas.microsoft.com/office/drawing/2014/main" id="{3245158A-B58A-650A-18A9-1C743CFFFC3C}"/>
              </a:ext>
            </a:extLst>
          </p:cNvPr>
          <p:cNvPicPr preferRelativeResize="0"/>
          <p:nvPr/>
        </p:nvPicPr>
        <p:blipFill rotWithShape="1">
          <a:blip r:embed="rId7">
            <a:alphaModFix/>
          </a:blip>
          <a:srcRect/>
          <a:stretch/>
        </p:blipFill>
        <p:spPr>
          <a:xfrm>
            <a:off x="4202235" y="907158"/>
            <a:ext cx="3023235" cy="1361477"/>
          </a:xfrm>
          <a:prstGeom prst="roundRect">
            <a:avLst>
              <a:gd name="adj" fmla="val 8594"/>
            </a:avLst>
          </a:prstGeom>
          <a:solidFill>
            <a:srgbClr val="ECECEC"/>
          </a:solidFill>
          <a:ln>
            <a:noFill/>
          </a:ln>
        </p:spPr>
      </p:pic>
      <p:pic>
        <p:nvPicPr>
          <p:cNvPr id="17" name="Picture 16">
            <a:extLst>
              <a:ext uri="{FF2B5EF4-FFF2-40B4-BE49-F238E27FC236}">
                <a16:creationId xmlns:a16="http://schemas.microsoft.com/office/drawing/2014/main" id="{098C6C78-15FB-4A53-F73E-C965BF6D6E6C}"/>
              </a:ext>
            </a:extLst>
          </p:cNvPr>
          <p:cNvPicPr>
            <a:picLocks noChangeAspect="1"/>
          </p:cNvPicPr>
          <p:nvPr/>
        </p:nvPicPr>
        <p:blipFill>
          <a:blip r:embed="rId8"/>
          <a:stretch>
            <a:fillRect/>
          </a:stretch>
        </p:blipFill>
        <p:spPr>
          <a:xfrm>
            <a:off x="4323313" y="2417686"/>
            <a:ext cx="2781080" cy="2159327"/>
          </a:xfrm>
          <a:prstGeom prst="rect">
            <a:avLst/>
          </a:prstGeom>
        </p:spPr>
      </p:pic>
      <p:pic>
        <p:nvPicPr>
          <p:cNvPr id="18" name="Picture 17">
            <a:extLst>
              <a:ext uri="{FF2B5EF4-FFF2-40B4-BE49-F238E27FC236}">
                <a16:creationId xmlns:a16="http://schemas.microsoft.com/office/drawing/2014/main" id="{BE2C31EE-9693-C1FC-69EA-422D8E36B8EF}"/>
              </a:ext>
            </a:extLst>
          </p:cNvPr>
          <p:cNvPicPr>
            <a:picLocks noChangeAspect="1"/>
          </p:cNvPicPr>
          <p:nvPr/>
        </p:nvPicPr>
        <p:blipFill>
          <a:blip r:embed="rId9"/>
          <a:stretch>
            <a:fillRect/>
          </a:stretch>
        </p:blipFill>
        <p:spPr>
          <a:xfrm>
            <a:off x="2636832" y="3323551"/>
            <a:ext cx="1240476" cy="1562523"/>
          </a:xfrm>
          <a:prstGeom prst="rect">
            <a:avLst/>
          </a:prstGeom>
        </p:spPr>
      </p:pic>
      <p:pic>
        <p:nvPicPr>
          <p:cNvPr id="19" name="Google Shape;424;p1">
            <a:extLst>
              <a:ext uri="{FF2B5EF4-FFF2-40B4-BE49-F238E27FC236}">
                <a16:creationId xmlns:a16="http://schemas.microsoft.com/office/drawing/2014/main" id="{AEBB5BF1-CDA9-2ED8-E7EF-18D424177F7C}"/>
              </a:ext>
            </a:extLst>
          </p:cNvPr>
          <p:cNvPicPr preferRelativeResize="0"/>
          <p:nvPr/>
        </p:nvPicPr>
        <p:blipFill rotWithShape="1">
          <a:blip r:embed="rId10">
            <a:alphaModFix/>
          </a:blip>
          <a:srcRect/>
          <a:stretch/>
        </p:blipFill>
        <p:spPr>
          <a:xfrm>
            <a:off x="265122" y="3182991"/>
            <a:ext cx="2092257" cy="483156"/>
          </a:xfrm>
          <a:prstGeom prst="rect">
            <a:avLst/>
          </a:prstGeom>
          <a:noFill/>
          <a:ln>
            <a:noFill/>
          </a:ln>
        </p:spPr>
      </p:pic>
      <p:pic>
        <p:nvPicPr>
          <p:cNvPr id="20" name="Picture 19">
            <a:extLst>
              <a:ext uri="{FF2B5EF4-FFF2-40B4-BE49-F238E27FC236}">
                <a16:creationId xmlns:a16="http://schemas.microsoft.com/office/drawing/2014/main" id="{48E757B1-EAD0-2055-4F5E-6B73BD9DC7A5}"/>
              </a:ext>
            </a:extLst>
          </p:cNvPr>
          <p:cNvPicPr>
            <a:picLocks noChangeAspect="1"/>
          </p:cNvPicPr>
          <p:nvPr/>
        </p:nvPicPr>
        <p:blipFill>
          <a:blip r:embed="rId11"/>
          <a:stretch>
            <a:fillRect/>
          </a:stretch>
        </p:blipFill>
        <p:spPr>
          <a:xfrm>
            <a:off x="4567149" y="5164318"/>
            <a:ext cx="2644869" cy="599065"/>
          </a:xfrm>
          <a:prstGeom prst="rect">
            <a:avLst/>
          </a:prstGeom>
        </p:spPr>
      </p:pic>
      <p:pic>
        <p:nvPicPr>
          <p:cNvPr id="21" name="Picture 20">
            <a:extLst>
              <a:ext uri="{FF2B5EF4-FFF2-40B4-BE49-F238E27FC236}">
                <a16:creationId xmlns:a16="http://schemas.microsoft.com/office/drawing/2014/main" id="{6CB284D8-F2CA-024D-A0DD-4F51D9CB5480}"/>
              </a:ext>
            </a:extLst>
          </p:cNvPr>
          <p:cNvPicPr>
            <a:picLocks noChangeAspect="1"/>
          </p:cNvPicPr>
          <p:nvPr/>
        </p:nvPicPr>
        <p:blipFill>
          <a:blip r:embed="rId12"/>
          <a:stretch>
            <a:fillRect/>
          </a:stretch>
        </p:blipFill>
        <p:spPr>
          <a:xfrm>
            <a:off x="8059783" y="4769351"/>
            <a:ext cx="3757479" cy="1302868"/>
          </a:xfrm>
          <a:prstGeom prst="rect">
            <a:avLst/>
          </a:prstGeom>
        </p:spPr>
      </p:pic>
      <p:pic>
        <p:nvPicPr>
          <p:cNvPr id="22" name="Picture 21">
            <a:extLst>
              <a:ext uri="{FF2B5EF4-FFF2-40B4-BE49-F238E27FC236}">
                <a16:creationId xmlns:a16="http://schemas.microsoft.com/office/drawing/2014/main" id="{D4ADBA1F-23FD-96C7-D5EB-201060D9A0FE}"/>
              </a:ext>
            </a:extLst>
          </p:cNvPr>
          <p:cNvPicPr>
            <a:picLocks noChangeAspect="1"/>
          </p:cNvPicPr>
          <p:nvPr/>
        </p:nvPicPr>
        <p:blipFill>
          <a:blip r:embed="rId13">
            <a:alphaModFix/>
          </a:blip>
          <a:stretch>
            <a:fillRect/>
          </a:stretch>
        </p:blipFill>
        <p:spPr>
          <a:xfrm>
            <a:off x="7731565" y="2705105"/>
            <a:ext cx="3854992" cy="1734104"/>
          </a:xfrm>
          <a:prstGeom prst="roundRect">
            <a:avLst>
              <a:gd name="adj" fmla="val 8594"/>
            </a:avLst>
          </a:prstGeom>
          <a:solidFill>
            <a:srgbClr val="ECECEC"/>
          </a:solidFill>
          <a:ln>
            <a:noFill/>
          </a:ln>
        </p:spPr>
      </p:pic>
      <p:pic>
        <p:nvPicPr>
          <p:cNvPr id="23" name="Picture 22">
            <a:extLst>
              <a:ext uri="{FF2B5EF4-FFF2-40B4-BE49-F238E27FC236}">
                <a16:creationId xmlns:a16="http://schemas.microsoft.com/office/drawing/2014/main" id="{589532E2-7752-D6BA-08E4-3DF313E4618E}"/>
              </a:ext>
            </a:extLst>
          </p:cNvPr>
          <p:cNvPicPr>
            <a:picLocks noChangeAspect="1"/>
          </p:cNvPicPr>
          <p:nvPr/>
        </p:nvPicPr>
        <p:blipFill>
          <a:blip r:embed="rId14"/>
          <a:stretch>
            <a:fillRect/>
          </a:stretch>
        </p:blipFill>
        <p:spPr>
          <a:xfrm>
            <a:off x="40586" y="4791467"/>
            <a:ext cx="3650417" cy="1548585"/>
          </a:xfrm>
          <a:prstGeom prst="rect">
            <a:avLst/>
          </a:prstGeom>
        </p:spPr>
      </p:pic>
      <p:sp>
        <p:nvSpPr>
          <p:cNvPr id="24" name="Google Shape;412;p1">
            <a:extLst>
              <a:ext uri="{FF2B5EF4-FFF2-40B4-BE49-F238E27FC236}">
                <a16:creationId xmlns:a16="http://schemas.microsoft.com/office/drawing/2014/main" id="{C44DF1CC-250D-40C4-9735-382DD1A56568}"/>
              </a:ext>
            </a:extLst>
          </p:cNvPr>
          <p:cNvSpPr txBox="1"/>
          <p:nvPr/>
        </p:nvSpPr>
        <p:spPr>
          <a:xfrm>
            <a:off x="0" y="-19988"/>
            <a:ext cx="12192000" cy="984859"/>
          </a:xfrm>
          <a:prstGeom prst="rect">
            <a:avLst/>
          </a:prstGeom>
          <a:noFill/>
          <a:ln>
            <a:noFill/>
          </a:ln>
        </p:spPr>
        <p:txBody>
          <a:bodyPr spcFirstLastPara="1" wrap="square" lIns="60950" tIns="30467" rIns="60950" bIns="30467" anchor="t" anchorCtr="0">
            <a:spAutoFit/>
          </a:bodyPr>
          <a:lstStyle/>
          <a:p>
            <a:pPr algn="ctr" defTabSz="609630">
              <a:buClr>
                <a:srgbClr val="FFFFFF"/>
              </a:buClr>
              <a:buSzPts val="7000"/>
            </a:pPr>
            <a:r>
              <a:rPr lang="en-NL" sz="6000" b="1" kern="0" dirty="0">
                <a:solidFill>
                  <a:srgbClr val="32383F"/>
                </a:solidFill>
                <a:latin typeface="Montserrat"/>
                <a:ea typeface="Montserrat"/>
                <a:cs typeface="Montserrat"/>
                <a:sym typeface="Montserrat"/>
              </a:rPr>
              <a:t>Thank you sponsors!</a:t>
            </a:r>
            <a:endParaRPr sz="6000" kern="0" dirty="0">
              <a:solidFill>
                <a:srgbClr val="32383F"/>
              </a:solidFill>
              <a:latin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60FA6-7223-3DF5-E796-D8A4A8048EA9}"/>
            </a:ext>
          </a:extLst>
        </p:cNvPr>
        <p:cNvGrpSpPr/>
        <p:nvPr/>
      </p:nvGrpSpPr>
      <p:grpSpPr>
        <a:xfrm>
          <a:off x="0" y="0"/>
          <a:ext cx="0" cy="0"/>
          <a:chOff x="0" y="0"/>
          <a:chExt cx="0" cy="0"/>
        </a:xfrm>
      </p:grpSpPr>
      <p:sp>
        <p:nvSpPr>
          <p:cNvPr id="2" name="Text 18">
            <a:extLst>
              <a:ext uri="{FF2B5EF4-FFF2-40B4-BE49-F238E27FC236}">
                <a16:creationId xmlns:a16="http://schemas.microsoft.com/office/drawing/2014/main" id="{FB68642E-F0E2-C442-B9E9-C5D89997B6FD}"/>
              </a:ext>
            </a:extLst>
          </p:cNvPr>
          <p:cNvSpPr>
            <a:spLocks noGrp="1"/>
          </p:cNvSpPr>
          <p:nvPr>
            <p:ph type="body" idx="119" hasCustomPrompt="1"/>
          </p:nvPr>
        </p:nvSpPr>
        <p:spPr>
          <a:xfrm>
            <a:off x="5440680" y="1417320"/>
            <a:ext cx="5852160"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latin typeface="Calibri" pitchFamily="34" charset="0"/>
                <a:ea typeface="Calibri" pitchFamily="34" charset="-122"/>
                <a:cs typeface="Calibri" pitchFamily="34" charset="-120"/>
              </a:rPr>
              <a:t>WHO AM I?</a:t>
            </a:r>
            <a:endParaRPr lang="en-US" sz="1200" dirty="0"/>
          </a:p>
        </p:txBody>
      </p:sp>
      <p:sp>
        <p:nvSpPr>
          <p:cNvPr id="3" name="Text 18">
            <a:extLst>
              <a:ext uri="{FF2B5EF4-FFF2-40B4-BE49-F238E27FC236}">
                <a16:creationId xmlns:a16="http://schemas.microsoft.com/office/drawing/2014/main" id="{52D60EA2-B934-A946-2B60-59E99F83DA7C}"/>
              </a:ext>
            </a:extLst>
          </p:cNvPr>
          <p:cNvSpPr>
            <a:spLocks noGrp="1"/>
          </p:cNvSpPr>
          <p:nvPr>
            <p:ph type="title" idx="120" hasCustomPrompt="1"/>
          </p:nvPr>
        </p:nvSpPr>
        <p:spPr>
          <a:xfrm>
            <a:off x="5440680" y="1828800"/>
            <a:ext cx="5852160" cy="822960"/>
          </a:xfrm>
          <a:prstGeom prst="rect">
            <a:avLst/>
          </a:prstGeom>
          <a:noFill/>
          <a:ln/>
        </p:spPr>
        <p:txBody>
          <a:bodyPr wrap="square" lIns="0" tIns="0" rIns="0" bIns="0" rtlCol="0" anchor="t"/>
          <a:lstStyle/>
          <a:p>
            <a:pPr marL="0" indent="0" algn="l">
              <a:buNone/>
            </a:pPr>
            <a:r>
              <a:rPr lang="en-US" sz="3400" b="1" kern="0" spc="-40" dirty="0">
                <a:solidFill>
                  <a:schemeClr val="tx1"/>
                </a:solidFill>
                <a:latin typeface="Century Schoolbook" pitchFamily="34" charset="0"/>
                <a:ea typeface="Century Schoolbook" pitchFamily="34" charset="-122"/>
                <a:cs typeface="Century Schoolbook" pitchFamily="34" charset="-120"/>
              </a:rPr>
              <a:t>Ashley Warren</a:t>
            </a:r>
            <a:endParaRPr lang="en-US" sz="3400" dirty="0"/>
          </a:p>
        </p:txBody>
      </p:sp>
      <p:sp>
        <p:nvSpPr>
          <p:cNvPr id="4" name="Text 18">
            <a:extLst>
              <a:ext uri="{FF2B5EF4-FFF2-40B4-BE49-F238E27FC236}">
                <a16:creationId xmlns:a16="http://schemas.microsoft.com/office/drawing/2014/main" id="{55EBE260-A03B-2AE3-80E8-CEA40E17C49E}"/>
              </a:ext>
            </a:extLst>
          </p:cNvPr>
          <p:cNvSpPr>
            <a:spLocks noGrp="1"/>
          </p:cNvSpPr>
          <p:nvPr>
            <p:ph type="body" idx="121" hasCustomPrompt="1"/>
          </p:nvPr>
        </p:nvSpPr>
        <p:spPr>
          <a:xfrm>
            <a:off x="5440680" y="2880360"/>
            <a:ext cx="5760720" cy="3017520"/>
          </a:xfrm>
          <a:prstGeom prst="rect">
            <a:avLst/>
          </a:prstGeom>
          <a:noFill/>
          <a:ln/>
        </p:spPr>
        <p:txBody>
          <a:bodyPr wrap="square" lIns="0" tIns="0" rIns="0" bIns="0" rtlCol="0" anchor="t"/>
          <a:lstStyle>
            <a:lvl1pPr marL="201168" indent="-201168">
              <a:buClr>
                <a:schemeClr val="accent2"/>
              </a:buClr>
              <a:buFont typeface="Arial"/>
              <a:buChar char="▸"/>
            </a:lvl1pPr>
          </a:lstStyle>
          <a:p>
            <a:pPr marL="266700" indent="-266700" algn="l">
              <a:lnSpc>
                <a:spcPct val="122000"/>
              </a:lnSpc>
              <a:buSzPct val="100000"/>
              <a:buBlip>
                <a:blip r:embed="rId3"/>
              </a:buBlip>
            </a:pPr>
            <a:r>
              <a:rPr lang="en-US" sz="1400" dirty="0">
                <a:solidFill>
                  <a:schemeClr val="tx2"/>
                </a:solidFill>
                <a:latin typeface="Calibri" pitchFamily="34" charset="0"/>
                <a:ea typeface="Calibri" pitchFamily="34" charset="-122"/>
                <a:cs typeface="Calibri" pitchFamily="34" charset="-120"/>
              </a:rPr>
              <a:t>Senior Analytics Consultant at Advancing Analytics</a:t>
            </a:r>
          </a:p>
          <a:p>
            <a:pPr marL="266700" indent="-266700" algn="l">
              <a:lnSpc>
                <a:spcPct val="122000"/>
              </a:lnSpc>
              <a:buSzPct val="100000"/>
              <a:buBlip>
                <a:blip r:embed="rId3"/>
              </a:buBlip>
            </a:pPr>
            <a:r>
              <a:rPr lang="en-US" sz="1400" dirty="0">
                <a:solidFill>
                  <a:schemeClr val="tx2"/>
                </a:solidFill>
                <a:latin typeface="Calibri" pitchFamily="34" charset="0"/>
                <a:ea typeface="Calibri" pitchFamily="34" charset="-122"/>
                <a:cs typeface="Calibri" pitchFamily="34" charset="-120"/>
              </a:rPr>
              <a:t>7+ years building Power BI reports and models</a:t>
            </a:r>
          </a:p>
          <a:p>
            <a:pPr marL="266700" indent="-266700" algn="l">
              <a:lnSpc>
                <a:spcPct val="122000"/>
              </a:lnSpc>
              <a:buSzPct val="100000"/>
              <a:buBlip>
                <a:blip r:embed="rId3"/>
              </a:buBlip>
            </a:pPr>
            <a:r>
              <a:rPr lang="en-US" sz="1400" dirty="0">
                <a:solidFill>
                  <a:schemeClr val="tx2"/>
                </a:solidFill>
                <a:latin typeface="Calibri" pitchFamily="34" charset="0"/>
                <a:ea typeface="Calibri" pitchFamily="34" charset="-122"/>
                <a:cs typeface="Calibri" pitchFamily="34" charset="-120"/>
              </a:rPr>
              <a:t>Background was in Data </a:t>
            </a:r>
            <a:r>
              <a:rPr lang="en-US" sz="1400" dirty="0" err="1">
                <a:solidFill>
                  <a:schemeClr val="tx2"/>
                </a:solidFill>
                <a:latin typeface="Calibri" pitchFamily="34" charset="0"/>
                <a:ea typeface="Calibri" pitchFamily="34" charset="-122"/>
                <a:cs typeface="Calibri" pitchFamily="34" charset="-120"/>
              </a:rPr>
              <a:t>Visualisation</a:t>
            </a:r>
            <a:r>
              <a:rPr lang="en-US" sz="1400" dirty="0">
                <a:solidFill>
                  <a:schemeClr val="tx2"/>
                </a:solidFill>
                <a:latin typeface="Calibri" pitchFamily="34" charset="0"/>
                <a:ea typeface="Calibri" pitchFamily="34" charset="-122"/>
                <a:cs typeface="Calibri" pitchFamily="34" charset="-120"/>
              </a:rPr>
              <a:t> &amp; Business Analytics</a:t>
            </a:r>
          </a:p>
          <a:p>
            <a:pPr marL="266700" indent="-266700" algn="l">
              <a:lnSpc>
                <a:spcPct val="122000"/>
              </a:lnSpc>
              <a:buSzPct val="100000"/>
              <a:buBlip>
                <a:blip r:embed="rId3"/>
              </a:buBlip>
            </a:pPr>
            <a:r>
              <a:rPr lang="en-US" sz="1400" dirty="0">
                <a:solidFill>
                  <a:schemeClr val="tx2"/>
                </a:solidFill>
                <a:latin typeface="Calibri" pitchFamily="34" charset="0"/>
                <a:ea typeface="Calibri" pitchFamily="34" charset="-122"/>
                <a:cs typeface="Calibri" pitchFamily="34" charset="-120"/>
              </a:rPr>
              <a:t>Recently shifted more towards Analytics Engineering &amp; Data Modelling</a:t>
            </a:r>
            <a:endParaRPr lang="en-US" sz="1400" dirty="0"/>
          </a:p>
          <a:p>
            <a:pPr marL="266700" indent="-266700" algn="l">
              <a:lnSpc>
                <a:spcPct val="122000"/>
              </a:lnSpc>
              <a:buSzPct val="100000"/>
              <a:buBlip>
                <a:blip r:embed="rId3"/>
              </a:buBlip>
            </a:pPr>
            <a:r>
              <a:rPr lang="en-US" sz="1400" dirty="0">
                <a:solidFill>
                  <a:schemeClr val="tx2"/>
                </a:solidFill>
                <a:latin typeface="Calibri" pitchFamily="34" charset="0"/>
                <a:ea typeface="Calibri" pitchFamily="34" charset="-122"/>
                <a:cs typeface="Calibri" pitchFamily="34" charset="-120"/>
              </a:rPr>
              <a:t>Regular community speaker - session #13 of 2026</a:t>
            </a:r>
          </a:p>
          <a:p>
            <a:pPr marL="266700" indent="-266700" algn="l">
              <a:lnSpc>
                <a:spcPct val="122000"/>
              </a:lnSpc>
              <a:buSzPct val="100000"/>
              <a:buBlip>
                <a:blip r:embed="rId3"/>
              </a:buBlip>
            </a:pPr>
            <a:r>
              <a:rPr lang="en-US" sz="1400" dirty="0">
                <a:solidFill>
                  <a:schemeClr val="tx2"/>
                </a:solidFill>
                <a:latin typeface="Calibri" pitchFamily="34" charset="0"/>
                <a:ea typeface="Calibri" pitchFamily="34" charset="-122"/>
                <a:cs typeface="Calibri" pitchFamily="34" charset="-120"/>
              </a:rPr>
              <a:t>I co-</a:t>
            </a:r>
            <a:r>
              <a:rPr lang="en-US" sz="1400" dirty="0" err="1">
                <a:solidFill>
                  <a:schemeClr val="tx2"/>
                </a:solidFill>
                <a:latin typeface="Calibri" pitchFamily="34" charset="0"/>
                <a:ea typeface="Calibri" pitchFamily="34" charset="-122"/>
                <a:cs typeface="Calibri" pitchFamily="34" charset="-120"/>
              </a:rPr>
              <a:t>organise</a:t>
            </a:r>
            <a:r>
              <a:rPr lang="en-US" sz="1400" dirty="0">
                <a:solidFill>
                  <a:schemeClr val="tx2"/>
                </a:solidFill>
                <a:latin typeface="Calibri" pitchFamily="34" charset="0"/>
                <a:ea typeface="Calibri" pitchFamily="34" charset="-122"/>
                <a:cs typeface="Calibri" pitchFamily="34" charset="-120"/>
              </a:rPr>
              <a:t> the Bristol Fabric and Power BI user group</a:t>
            </a:r>
          </a:p>
          <a:p>
            <a:pPr marL="266700" indent="-266700" algn="l">
              <a:lnSpc>
                <a:spcPct val="122000"/>
              </a:lnSpc>
              <a:buSzPct val="100000"/>
              <a:buBlip>
                <a:blip r:embed="rId3"/>
              </a:buBlip>
            </a:pPr>
            <a:r>
              <a:rPr lang="en-US" sz="1400" dirty="0">
                <a:solidFill>
                  <a:schemeClr val="tx2"/>
                </a:solidFill>
                <a:latin typeface="Calibri" pitchFamily="34" charset="0"/>
                <a:ea typeface="Calibri" pitchFamily="34" charset="-122"/>
                <a:cs typeface="Calibri" pitchFamily="34" charset="-120"/>
              </a:rPr>
              <a:t>I share tips &amp; tricks on Mondays on LinkedIn</a:t>
            </a:r>
            <a:endParaRPr lang="en-US" sz="1400" dirty="0"/>
          </a:p>
        </p:txBody>
      </p:sp>
      <p:pic>
        <p:nvPicPr>
          <p:cNvPr id="7" name="Content Placeholder 6">
            <a:extLst>
              <a:ext uri="{FF2B5EF4-FFF2-40B4-BE49-F238E27FC236}">
                <a16:creationId xmlns:a16="http://schemas.microsoft.com/office/drawing/2014/main" id="{45011947-669C-F428-53CB-BB43AD56A36B}"/>
              </a:ext>
            </a:extLst>
          </p:cNvPr>
          <p:cNvPicPr>
            <a:picLocks noGrp="1" noChangeAspect="1"/>
          </p:cNvPicPr>
          <p:nvPr>
            <p:ph idx="106"/>
          </p:nvPr>
        </p:nvPicPr>
        <p:blipFill>
          <a:blip r:embed="rId4"/>
          <a:stretch>
            <a:fillRect/>
          </a:stretch>
        </p:blipFill>
        <p:spPr>
          <a:prstGeom prst="ellipse">
            <a:avLst/>
          </a:prstGeom>
          <a:noFill/>
          <a:ln/>
        </p:spPr>
      </p:pic>
      <p:pic>
        <p:nvPicPr>
          <p:cNvPr id="13" name="Image 4" descr="preencoded.png">
            <a:extLst>
              <a:ext uri="{FF2B5EF4-FFF2-40B4-BE49-F238E27FC236}">
                <a16:creationId xmlns:a16="http://schemas.microsoft.com/office/drawing/2014/main" id="{F704B3DC-38C7-0E26-E497-38AFB3C01110}"/>
              </a:ext>
            </a:extLst>
          </p:cNvPr>
          <p:cNvPicPr>
            <a:picLocks noChangeAspect="1"/>
          </p:cNvPicPr>
          <p:nvPr/>
        </p:nvPicPr>
        <p:blipFill>
          <a:blip r:embed="rId5"/>
          <a:stretch>
            <a:fillRect/>
          </a:stretch>
        </p:blipFill>
        <p:spPr>
          <a:xfrm>
            <a:off x="5316877" y="5141929"/>
            <a:ext cx="2049266" cy="972000"/>
          </a:xfrm>
          <a:prstGeom prst="rect">
            <a:avLst/>
          </a:prstGeom>
        </p:spPr>
      </p:pic>
      <p:grpSp>
        <p:nvGrpSpPr>
          <p:cNvPr id="19" name="Group 18">
            <a:extLst>
              <a:ext uri="{FF2B5EF4-FFF2-40B4-BE49-F238E27FC236}">
                <a16:creationId xmlns:a16="http://schemas.microsoft.com/office/drawing/2014/main" id="{598EAD57-E5F5-8C24-01E4-19FABE6D93DC}"/>
              </a:ext>
            </a:extLst>
          </p:cNvPr>
          <p:cNvGrpSpPr/>
          <p:nvPr/>
        </p:nvGrpSpPr>
        <p:grpSpPr>
          <a:xfrm>
            <a:off x="8090327" y="5360521"/>
            <a:ext cx="1959015" cy="534817"/>
            <a:chOff x="3101121" y="3510846"/>
            <a:chExt cx="1959015" cy="534817"/>
          </a:xfrm>
          <a:noFill/>
        </p:grpSpPr>
        <p:pic>
          <p:nvPicPr>
            <p:cNvPr id="20" name="Picture 2" descr="Linkedin logo png, Linkedin logo transparent png, Linkedin icon transparent  free png 23986926 PNG">
              <a:extLst>
                <a:ext uri="{FF2B5EF4-FFF2-40B4-BE49-F238E27FC236}">
                  <a16:creationId xmlns:a16="http://schemas.microsoft.com/office/drawing/2014/main" id="{A9E75594-09C8-DC33-7206-2C63CF7AA8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1121" y="3510846"/>
              <a:ext cx="534817" cy="534817"/>
            </a:xfrm>
            <a:prstGeom prst="rect">
              <a:avLst/>
            </a:prstGeom>
            <a:grpFill/>
          </p:spPr>
        </p:pic>
        <p:sp>
          <p:nvSpPr>
            <p:cNvPr id="21" name="TextBox 20">
              <a:extLst>
                <a:ext uri="{FF2B5EF4-FFF2-40B4-BE49-F238E27FC236}">
                  <a16:creationId xmlns:a16="http://schemas.microsoft.com/office/drawing/2014/main" id="{73FD018A-8C2B-705C-2EC0-0DA65C9E6AFE}"/>
                </a:ext>
              </a:extLst>
            </p:cNvPr>
            <p:cNvSpPr txBox="1"/>
            <p:nvPr/>
          </p:nvSpPr>
          <p:spPr>
            <a:xfrm>
              <a:off x="3573307" y="3619314"/>
              <a:ext cx="1486829" cy="307777"/>
            </a:xfrm>
            <a:prstGeom prst="rect">
              <a:avLst/>
            </a:prstGeom>
            <a:grp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solidFill>
                    <a:schemeClr val="tx2"/>
                  </a:solidFill>
                  <a:latin typeface="Calibri" pitchFamily="34" charset="0"/>
                  <a:ea typeface="Calibri" pitchFamily="34" charset="-122"/>
                  <a:cs typeface="Calibri" pitchFamily="34" charset="-120"/>
                </a:rPr>
                <a:t>/aw2571</a:t>
              </a:r>
            </a:p>
          </p:txBody>
        </p:sp>
      </p:grpSp>
      <p:pic>
        <p:nvPicPr>
          <p:cNvPr id="22" name="Picture 21" descr="A qr code on a white background&#10;&#10;AI-generated content may be incorrect.">
            <a:extLst>
              <a:ext uri="{FF2B5EF4-FFF2-40B4-BE49-F238E27FC236}">
                <a16:creationId xmlns:a16="http://schemas.microsoft.com/office/drawing/2014/main" id="{99A46373-769E-012A-5B4B-5256105809B9}"/>
              </a:ext>
            </a:extLst>
          </p:cNvPr>
          <p:cNvPicPr>
            <a:picLocks noChangeAspect="1"/>
          </p:cNvPicPr>
          <p:nvPr/>
        </p:nvPicPr>
        <p:blipFill>
          <a:blip r:embed="rId7">
            <a:duotone>
              <a:schemeClr val="accent1">
                <a:shade val="45000"/>
                <a:satMod val="135000"/>
              </a:schemeClr>
              <a:prstClr val="white"/>
            </a:duotone>
          </a:blip>
          <a:srcRect l="10085" t="10083" r="9988" b="9049"/>
          <a:stretch>
            <a:fillRect/>
          </a:stretch>
        </p:blipFill>
        <p:spPr>
          <a:xfrm>
            <a:off x="9615529" y="5262619"/>
            <a:ext cx="722125" cy="730620"/>
          </a:xfrm>
          <a:prstGeom prst="rect">
            <a:avLst/>
          </a:prstGeom>
          <a:noFill/>
        </p:spPr>
      </p:pic>
    </p:spTree>
    <p:extLst>
      <p:ext uri="{BB962C8B-B14F-4D97-AF65-F5344CB8AC3E}">
        <p14:creationId xmlns:p14="http://schemas.microsoft.com/office/powerpoint/2010/main" val="1339241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470BEF4-F1DB-FDBD-9EC7-2FB710A4AD1E}"/>
              </a:ext>
            </a:extLst>
          </p:cNvPr>
          <p:cNvSpPr>
            <a:spLocks noGrp="1"/>
          </p:cNvSpPr>
          <p:nvPr>
            <p:ph type="body" idx="103"/>
          </p:nvPr>
        </p:nvSpPr>
        <p:spPr/>
        <p:txBody>
          <a:bodyPr/>
          <a:lstStyle/>
          <a:p>
            <a:r>
              <a:rPr lang="en-GB" dirty="0"/>
              <a:t>BECOMING A GENI(E)US</a:t>
            </a:r>
          </a:p>
        </p:txBody>
      </p:sp>
      <p:sp>
        <p:nvSpPr>
          <p:cNvPr id="6" name="Title 5">
            <a:extLst>
              <a:ext uri="{FF2B5EF4-FFF2-40B4-BE49-F238E27FC236}">
                <a16:creationId xmlns:a16="http://schemas.microsoft.com/office/drawing/2014/main" id="{C1C150A2-2D5B-AE32-0321-9F6CF40B63A5}"/>
              </a:ext>
            </a:extLst>
          </p:cNvPr>
          <p:cNvSpPr>
            <a:spLocks noGrp="1"/>
          </p:cNvSpPr>
          <p:nvPr>
            <p:ph type="title" idx="104"/>
          </p:nvPr>
        </p:nvSpPr>
        <p:spPr/>
        <p:txBody>
          <a:bodyPr/>
          <a:lstStyle/>
          <a:p>
            <a:r>
              <a:rPr lang="en-GB" dirty="0"/>
              <a:t>Agenda</a:t>
            </a:r>
          </a:p>
        </p:txBody>
      </p:sp>
      <p:sp>
        <p:nvSpPr>
          <p:cNvPr id="7" name="Text Placeholder 6">
            <a:extLst>
              <a:ext uri="{FF2B5EF4-FFF2-40B4-BE49-F238E27FC236}">
                <a16:creationId xmlns:a16="http://schemas.microsoft.com/office/drawing/2014/main" id="{BA30DEF6-04E7-2655-AB06-03E3CC7B282E}"/>
              </a:ext>
            </a:extLst>
          </p:cNvPr>
          <p:cNvSpPr>
            <a:spLocks noGrp="1"/>
          </p:cNvSpPr>
          <p:nvPr>
            <p:ph type="body" idx="118"/>
          </p:nvPr>
        </p:nvSpPr>
        <p:spPr/>
        <p:txBody>
          <a:bodyPr anchor="ctr"/>
          <a:lstStyle/>
          <a:p>
            <a:r>
              <a:rPr lang="en-GB" dirty="0"/>
              <a:t>01</a:t>
            </a:r>
          </a:p>
        </p:txBody>
      </p:sp>
      <p:sp>
        <p:nvSpPr>
          <p:cNvPr id="8" name="Text Placeholder 7">
            <a:extLst>
              <a:ext uri="{FF2B5EF4-FFF2-40B4-BE49-F238E27FC236}">
                <a16:creationId xmlns:a16="http://schemas.microsoft.com/office/drawing/2014/main" id="{54038FF0-F2B8-B5A6-619C-3F9338D18933}"/>
              </a:ext>
            </a:extLst>
          </p:cNvPr>
          <p:cNvSpPr>
            <a:spLocks noGrp="1"/>
          </p:cNvSpPr>
          <p:nvPr>
            <p:ph type="body" idx="119"/>
          </p:nvPr>
        </p:nvSpPr>
        <p:spPr/>
        <p:txBody>
          <a:bodyPr/>
          <a:lstStyle/>
          <a:p>
            <a:r>
              <a:rPr lang="en-GB" dirty="0"/>
              <a:t>Which Genie do I mean?</a:t>
            </a:r>
          </a:p>
        </p:txBody>
      </p:sp>
      <p:sp>
        <p:nvSpPr>
          <p:cNvPr id="9" name="Text Placeholder 8">
            <a:extLst>
              <a:ext uri="{FF2B5EF4-FFF2-40B4-BE49-F238E27FC236}">
                <a16:creationId xmlns:a16="http://schemas.microsoft.com/office/drawing/2014/main" id="{B3F03BEA-94A5-F753-9670-2FAF4FE5AF9F}"/>
              </a:ext>
            </a:extLst>
          </p:cNvPr>
          <p:cNvSpPr>
            <a:spLocks noGrp="1"/>
          </p:cNvSpPr>
          <p:nvPr>
            <p:ph type="body" idx="120"/>
          </p:nvPr>
        </p:nvSpPr>
        <p:spPr/>
        <p:txBody>
          <a:bodyPr/>
          <a:lstStyle/>
          <a:p>
            <a:endParaRPr lang="en-GB" dirty="0"/>
          </a:p>
        </p:txBody>
      </p:sp>
      <p:sp>
        <p:nvSpPr>
          <p:cNvPr id="10" name="Text Placeholder 9">
            <a:extLst>
              <a:ext uri="{FF2B5EF4-FFF2-40B4-BE49-F238E27FC236}">
                <a16:creationId xmlns:a16="http://schemas.microsoft.com/office/drawing/2014/main" id="{A8E55D7A-4788-D1C6-5DBA-329955F61D28}"/>
              </a:ext>
            </a:extLst>
          </p:cNvPr>
          <p:cNvSpPr>
            <a:spLocks noGrp="1"/>
          </p:cNvSpPr>
          <p:nvPr>
            <p:ph type="body" idx="123"/>
          </p:nvPr>
        </p:nvSpPr>
        <p:spPr/>
        <p:txBody>
          <a:bodyPr anchor="ctr"/>
          <a:lstStyle/>
          <a:p>
            <a:r>
              <a:rPr lang="en-GB" dirty="0"/>
              <a:t>02</a:t>
            </a:r>
          </a:p>
        </p:txBody>
      </p:sp>
      <p:sp>
        <p:nvSpPr>
          <p:cNvPr id="11" name="Text Placeholder 10">
            <a:extLst>
              <a:ext uri="{FF2B5EF4-FFF2-40B4-BE49-F238E27FC236}">
                <a16:creationId xmlns:a16="http://schemas.microsoft.com/office/drawing/2014/main" id="{628ECEE9-38C3-049E-1B86-10B4CF86A503}"/>
              </a:ext>
            </a:extLst>
          </p:cNvPr>
          <p:cNvSpPr>
            <a:spLocks noGrp="1"/>
          </p:cNvSpPr>
          <p:nvPr>
            <p:ph type="body" idx="124"/>
          </p:nvPr>
        </p:nvSpPr>
        <p:spPr/>
        <p:txBody>
          <a:bodyPr/>
          <a:lstStyle/>
          <a:p>
            <a:r>
              <a:rPr lang="en-GB" dirty="0"/>
              <a:t>Getting into the Tech</a:t>
            </a:r>
          </a:p>
        </p:txBody>
      </p:sp>
      <p:sp>
        <p:nvSpPr>
          <p:cNvPr id="12" name="Text Placeholder 11">
            <a:extLst>
              <a:ext uri="{FF2B5EF4-FFF2-40B4-BE49-F238E27FC236}">
                <a16:creationId xmlns:a16="http://schemas.microsoft.com/office/drawing/2014/main" id="{4D39DB94-23EA-05FA-ADAA-F90DE499CB74}"/>
              </a:ext>
            </a:extLst>
          </p:cNvPr>
          <p:cNvSpPr>
            <a:spLocks noGrp="1"/>
          </p:cNvSpPr>
          <p:nvPr>
            <p:ph type="body" idx="125"/>
          </p:nvPr>
        </p:nvSpPr>
        <p:spPr/>
        <p:txBody>
          <a:bodyPr/>
          <a:lstStyle/>
          <a:p>
            <a:endParaRPr lang="en-GB" dirty="0"/>
          </a:p>
        </p:txBody>
      </p:sp>
      <p:sp>
        <p:nvSpPr>
          <p:cNvPr id="13" name="Text Placeholder 12">
            <a:extLst>
              <a:ext uri="{FF2B5EF4-FFF2-40B4-BE49-F238E27FC236}">
                <a16:creationId xmlns:a16="http://schemas.microsoft.com/office/drawing/2014/main" id="{A5EDA8D3-94C2-4411-5B21-C91ADA247E02}"/>
              </a:ext>
            </a:extLst>
          </p:cNvPr>
          <p:cNvSpPr>
            <a:spLocks noGrp="1"/>
          </p:cNvSpPr>
          <p:nvPr>
            <p:ph type="body" idx="128"/>
          </p:nvPr>
        </p:nvSpPr>
        <p:spPr/>
        <p:txBody>
          <a:bodyPr anchor="ctr"/>
          <a:lstStyle/>
          <a:p>
            <a:r>
              <a:rPr lang="en-GB" dirty="0"/>
              <a:t>03</a:t>
            </a:r>
          </a:p>
        </p:txBody>
      </p:sp>
      <p:sp>
        <p:nvSpPr>
          <p:cNvPr id="14" name="Text Placeholder 13">
            <a:extLst>
              <a:ext uri="{FF2B5EF4-FFF2-40B4-BE49-F238E27FC236}">
                <a16:creationId xmlns:a16="http://schemas.microsoft.com/office/drawing/2014/main" id="{7DC352B5-E564-1311-39B0-A1763023EC8C}"/>
              </a:ext>
            </a:extLst>
          </p:cNvPr>
          <p:cNvSpPr>
            <a:spLocks noGrp="1"/>
          </p:cNvSpPr>
          <p:nvPr>
            <p:ph type="body" idx="129"/>
          </p:nvPr>
        </p:nvSpPr>
        <p:spPr/>
        <p:txBody>
          <a:bodyPr/>
          <a:lstStyle/>
          <a:p>
            <a:r>
              <a:rPr lang="en-GB" dirty="0"/>
              <a:t>Genie Governance</a:t>
            </a:r>
          </a:p>
        </p:txBody>
      </p:sp>
      <p:sp>
        <p:nvSpPr>
          <p:cNvPr id="15" name="Text Placeholder 14">
            <a:extLst>
              <a:ext uri="{FF2B5EF4-FFF2-40B4-BE49-F238E27FC236}">
                <a16:creationId xmlns:a16="http://schemas.microsoft.com/office/drawing/2014/main" id="{EDE8F0BB-1A2F-84EE-21CA-46CDA51F34AE}"/>
              </a:ext>
            </a:extLst>
          </p:cNvPr>
          <p:cNvSpPr>
            <a:spLocks noGrp="1"/>
          </p:cNvSpPr>
          <p:nvPr>
            <p:ph type="body" idx="130"/>
          </p:nvPr>
        </p:nvSpPr>
        <p:spPr/>
        <p:txBody>
          <a:bodyPr/>
          <a:lstStyle/>
          <a:p>
            <a:endParaRPr lang="en-GB" dirty="0"/>
          </a:p>
        </p:txBody>
      </p:sp>
      <p:sp>
        <p:nvSpPr>
          <p:cNvPr id="16" name="Text Placeholder 15">
            <a:extLst>
              <a:ext uri="{FF2B5EF4-FFF2-40B4-BE49-F238E27FC236}">
                <a16:creationId xmlns:a16="http://schemas.microsoft.com/office/drawing/2014/main" id="{8123DB9E-84BD-3253-2A73-0667B45D6CE4}"/>
              </a:ext>
            </a:extLst>
          </p:cNvPr>
          <p:cNvSpPr>
            <a:spLocks noGrp="1"/>
          </p:cNvSpPr>
          <p:nvPr>
            <p:ph type="body" idx="133"/>
          </p:nvPr>
        </p:nvSpPr>
        <p:spPr/>
        <p:txBody>
          <a:bodyPr anchor="ctr"/>
          <a:lstStyle/>
          <a:p>
            <a:r>
              <a:rPr lang="en-GB" dirty="0"/>
              <a:t>04</a:t>
            </a:r>
          </a:p>
        </p:txBody>
      </p:sp>
      <p:sp>
        <p:nvSpPr>
          <p:cNvPr id="17" name="Text Placeholder 16">
            <a:extLst>
              <a:ext uri="{FF2B5EF4-FFF2-40B4-BE49-F238E27FC236}">
                <a16:creationId xmlns:a16="http://schemas.microsoft.com/office/drawing/2014/main" id="{21D58B62-D94C-B8FC-283D-7802055EEA27}"/>
              </a:ext>
            </a:extLst>
          </p:cNvPr>
          <p:cNvSpPr>
            <a:spLocks noGrp="1"/>
          </p:cNvSpPr>
          <p:nvPr>
            <p:ph type="body" idx="134"/>
          </p:nvPr>
        </p:nvSpPr>
        <p:spPr>
          <a:xfrm>
            <a:off x="5742432" y="3995928"/>
            <a:ext cx="5440680" cy="365760"/>
          </a:xfrm>
        </p:spPr>
        <p:txBody>
          <a:bodyPr/>
          <a:lstStyle/>
          <a:p>
            <a:r>
              <a:rPr lang="en-GB" dirty="0"/>
              <a:t>Summary</a:t>
            </a:r>
          </a:p>
        </p:txBody>
      </p:sp>
      <p:sp>
        <p:nvSpPr>
          <p:cNvPr id="18" name="Text Placeholder 17">
            <a:extLst>
              <a:ext uri="{FF2B5EF4-FFF2-40B4-BE49-F238E27FC236}">
                <a16:creationId xmlns:a16="http://schemas.microsoft.com/office/drawing/2014/main" id="{E07FDDE5-DECB-AFFD-3CB9-718862B68BDA}"/>
              </a:ext>
            </a:extLst>
          </p:cNvPr>
          <p:cNvSpPr>
            <a:spLocks noGrp="1"/>
          </p:cNvSpPr>
          <p:nvPr>
            <p:ph type="body" idx="135"/>
          </p:nvPr>
        </p:nvSpPr>
        <p:spPr/>
        <p:txBody>
          <a:bodyPr/>
          <a:lstStyle/>
          <a:p>
            <a:endParaRPr lang="en-GB" dirty="0"/>
          </a:p>
        </p:txBody>
      </p:sp>
      <p:sp>
        <p:nvSpPr>
          <p:cNvPr id="19" name="Text Placeholder 18">
            <a:extLst>
              <a:ext uri="{FF2B5EF4-FFF2-40B4-BE49-F238E27FC236}">
                <a16:creationId xmlns:a16="http://schemas.microsoft.com/office/drawing/2014/main" id="{28FDB714-F769-5A6A-A080-CF76FE42CE14}"/>
              </a:ext>
            </a:extLst>
          </p:cNvPr>
          <p:cNvSpPr>
            <a:spLocks noGrp="1"/>
          </p:cNvSpPr>
          <p:nvPr>
            <p:ph type="body" idx="138"/>
          </p:nvPr>
        </p:nvSpPr>
        <p:spPr/>
        <p:txBody>
          <a:bodyPr anchor="ctr"/>
          <a:lstStyle/>
          <a:p>
            <a:r>
              <a:rPr lang="en-GB" dirty="0"/>
              <a:t>05</a:t>
            </a:r>
          </a:p>
        </p:txBody>
      </p:sp>
      <p:sp>
        <p:nvSpPr>
          <p:cNvPr id="20" name="Text Placeholder 19">
            <a:extLst>
              <a:ext uri="{FF2B5EF4-FFF2-40B4-BE49-F238E27FC236}">
                <a16:creationId xmlns:a16="http://schemas.microsoft.com/office/drawing/2014/main" id="{5B825F43-2BAE-F1D8-7775-202EF12052F6}"/>
              </a:ext>
            </a:extLst>
          </p:cNvPr>
          <p:cNvSpPr>
            <a:spLocks noGrp="1"/>
          </p:cNvSpPr>
          <p:nvPr>
            <p:ph type="body" idx="139"/>
          </p:nvPr>
        </p:nvSpPr>
        <p:spPr/>
        <p:txBody>
          <a:bodyPr/>
          <a:lstStyle/>
          <a:p>
            <a:r>
              <a:rPr lang="en-GB" dirty="0"/>
              <a:t>Q&amp;A</a:t>
            </a:r>
          </a:p>
        </p:txBody>
      </p:sp>
      <p:sp>
        <p:nvSpPr>
          <p:cNvPr id="21" name="Text Placeholder 20">
            <a:extLst>
              <a:ext uri="{FF2B5EF4-FFF2-40B4-BE49-F238E27FC236}">
                <a16:creationId xmlns:a16="http://schemas.microsoft.com/office/drawing/2014/main" id="{4FFEC940-0BEA-255E-F03B-36D3B027C59A}"/>
              </a:ext>
            </a:extLst>
          </p:cNvPr>
          <p:cNvSpPr>
            <a:spLocks noGrp="1"/>
          </p:cNvSpPr>
          <p:nvPr>
            <p:ph type="body" idx="140"/>
          </p:nvPr>
        </p:nvSpPr>
        <p:spPr/>
        <p:txBody>
          <a:bodyPr/>
          <a:lstStyle/>
          <a:p>
            <a:endParaRPr lang="en-GB" dirty="0"/>
          </a:p>
        </p:txBody>
      </p:sp>
    </p:spTree>
    <p:extLst>
      <p:ext uri="{BB962C8B-B14F-4D97-AF65-F5344CB8AC3E}">
        <p14:creationId xmlns:p14="http://schemas.microsoft.com/office/powerpoint/2010/main" val="2168968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2F250AD-4EF0-17D6-E882-CD782BD3D521}"/>
              </a:ext>
            </a:extLst>
          </p:cNvPr>
          <p:cNvSpPr>
            <a:spLocks noGrp="1"/>
          </p:cNvSpPr>
          <p:nvPr>
            <p:ph type="body" idx="105"/>
          </p:nvPr>
        </p:nvSpPr>
        <p:spPr/>
        <p:txBody>
          <a:bodyPr/>
          <a:lstStyle/>
          <a:p>
            <a:r>
              <a:rPr lang="en-GB" dirty="0"/>
              <a:t>PART ONE</a:t>
            </a:r>
          </a:p>
        </p:txBody>
      </p:sp>
      <p:sp>
        <p:nvSpPr>
          <p:cNvPr id="7" name="Title 6">
            <a:extLst>
              <a:ext uri="{FF2B5EF4-FFF2-40B4-BE49-F238E27FC236}">
                <a16:creationId xmlns:a16="http://schemas.microsoft.com/office/drawing/2014/main" id="{051DA1FF-91B4-0CA9-92E2-6C46A7BE940A}"/>
              </a:ext>
            </a:extLst>
          </p:cNvPr>
          <p:cNvSpPr>
            <a:spLocks noGrp="1"/>
          </p:cNvSpPr>
          <p:nvPr>
            <p:ph type="title" idx="107"/>
          </p:nvPr>
        </p:nvSpPr>
        <p:spPr/>
        <p:txBody>
          <a:bodyPr anchor="ctr"/>
          <a:lstStyle/>
          <a:p>
            <a:r>
              <a:rPr lang="en-GB" dirty="0"/>
              <a:t>Which Genie do I mean?</a:t>
            </a:r>
          </a:p>
        </p:txBody>
      </p:sp>
      <p:sp>
        <p:nvSpPr>
          <p:cNvPr id="8" name="Text Placeholder 7">
            <a:extLst>
              <a:ext uri="{FF2B5EF4-FFF2-40B4-BE49-F238E27FC236}">
                <a16:creationId xmlns:a16="http://schemas.microsoft.com/office/drawing/2014/main" id="{F01D77B6-2C80-D376-82FD-4AF465F5F7FD}"/>
              </a:ext>
            </a:extLst>
          </p:cNvPr>
          <p:cNvSpPr>
            <a:spLocks noGrp="1"/>
          </p:cNvSpPr>
          <p:nvPr>
            <p:ph type="body" idx="108"/>
          </p:nvPr>
        </p:nvSpPr>
        <p:spPr/>
        <p:txBody>
          <a:bodyPr/>
          <a:lstStyle/>
          <a:p>
            <a:r>
              <a:rPr lang="en-GB" sz="2400" dirty="0">
                <a:solidFill>
                  <a:schemeClr val="accent2"/>
                </a:solidFill>
              </a:rPr>
              <a:t>Why can’t we just say Genie</a:t>
            </a:r>
          </a:p>
        </p:txBody>
      </p:sp>
      <p:sp>
        <p:nvSpPr>
          <p:cNvPr id="10" name="ELL_7">
            <a:extLst>
              <a:ext uri="{FF2B5EF4-FFF2-40B4-BE49-F238E27FC236}">
                <a16:creationId xmlns:a16="http://schemas.microsoft.com/office/drawing/2014/main" id="{FFF84D6F-CB29-0B85-D3D3-953DF1F86513}"/>
              </a:ext>
            </a:extLst>
          </p:cNvPr>
          <p:cNvSpPr/>
          <p:nvPr userDrawn="1"/>
        </p:nvSpPr>
        <p:spPr>
          <a:xfrm rot="19980000">
            <a:off x="9281254" y="1597457"/>
            <a:ext cx="32918" cy="141732"/>
          </a:xfrm>
          <a:prstGeom prst="ellipse">
            <a:avLst/>
          </a:prstGeom>
          <a:solidFill>
            <a:schemeClr val="accent2"/>
          </a:solidFill>
          <a:ln/>
        </p:spPr>
        <p:txBody>
          <a:bodyPr/>
          <a:lstStyle/>
          <a:p>
            <a:endParaRPr lang="en-GB"/>
          </a:p>
        </p:txBody>
      </p:sp>
      <p:sp>
        <p:nvSpPr>
          <p:cNvPr id="11" name="ELL_8">
            <a:extLst>
              <a:ext uri="{FF2B5EF4-FFF2-40B4-BE49-F238E27FC236}">
                <a16:creationId xmlns:a16="http://schemas.microsoft.com/office/drawing/2014/main" id="{ECBE630A-49CF-F8DA-8CC9-15E1FAC317DF}"/>
              </a:ext>
            </a:extLst>
          </p:cNvPr>
          <p:cNvSpPr/>
          <p:nvPr userDrawn="1"/>
        </p:nvSpPr>
        <p:spPr>
          <a:xfrm>
            <a:off x="9342519" y="1579169"/>
            <a:ext cx="32918" cy="150876"/>
          </a:xfrm>
          <a:prstGeom prst="ellipse">
            <a:avLst/>
          </a:prstGeom>
          <a:solidFill>
            <a:schemeClr val="accent2"/>
          </a:solidFill>
          <a:ln/>
        </p:spPr>
        <p:txBody>
          <a:bodyPr/>
          <a:lstStyle/>
          <a:p>
            <a:endParaRPr lang="en-GB"/>
          </a:p>
        </p:txBody>
      </p:sp>
      <p:sp>
        <p:nvSpPr>
          <p:cNvPr id="12" name="ELL_9">
            <a:extLst>
              <a:ext uri="{FF2B5EF4-FFF2-40B4-BE49-F238E27FC236}">
                <a16:creationId xmlns:a16="http://schemas.microsoft.com/office/drawing/2014/main" id="{01B1F2F6-6F47-CEE3-881F-B7C7E190406A}"/>
              </a:ext>
            </a:extLst>
          </p:cNvPr>
          <p:cNvSpPr/>
          <p:nvPr userDrawn="1"/>
        </p:nvSpPr>
        <p:spPr>
          <a:xfrm rot="1620000">
            <a:off x="9403784" y="1597457"/>
            <a:ext cx="32918" cy="141732"/>
          </a:xfrm>
          <a:prstGeom prst="ellipse">
            <a:avLst/>
          </a:prstGeom>
          <a:solidFill>
            <a:schemeClr val="accent2"/>
          </a:solidFill>
          <a:ln/>
        </p:spPr>
        <p:txBody>
          <a:bodyPr/>
          <a:lstStyle/>
          <a:p>
            <a:endParaRPr lang="en-GB"/>
          </a:p>
        </p:txBody>
      </p:sp>
      <p:sp>
        <p:nvSpPr>
          <p:cNvPr id="13" name="ELL_10">
            <a:extLst>
              <a:ext uri="{FF2B5EF4-FFF2-40B4-BE49-F238E27FC236}">
                <a16:creationId xmlns:a16="http://schemas.microsoft.com/office/drawing/2014/main" id="{6F306854-7A79-32E9-BA9D-2013EB9AD104}"/>
              </a:ext>
            </a:extLst>
          </p:cNvPr>
          <p:cNvSpPr/>
          <p:nvPr userDrawn="1"/>
        </p:nvSpPr>
        <p:spPr>
          <a:xfrm>
            <a:off x="9331546" y="1711757"/>
            <a:ext cx="54864" cy="43891"/>
          </a:xfrm>
          <a:prstGeom prst="ellipse">
            <a:avLst/>
          </a:prstGeom>
          <a:solidFill>
            <a:schemeClr val="accent2"/>
          </a:solidFill>
          <a:ln/>
        </p:spPr>
        <p:txBody>
          <a:bodyPr/>
          <a:lstStyle/>
          <a:p>
            <a:endParaRPr lang="en-GB"/>
          </a:p>
        </p:txBody>
      </p:sp>
      <p:sp>
        <p:nvSpPr>
          <p:cNvPr id="14" name="ELL_11">
            <a:extLst>
              <a:ext uri="{FF2B5EF4-FFF2-40B4-BE49-F238E27FC236}">
                <a16:creationId xmlns:a16="http://schemas.microsoft.com/office/drawing/2014/main" id="{51B1564E-D631-5B84-89E2-6085D91FB563}"/>
              </a:ext>
            </a:extLst>
          </p:cNvPr>
          <p:cNvSpPr/>
          <p:nvPr userDrawn="1"/>
        </p:nvSpPr>
        <p:spPr>
          <a:xfrm rot="19980000">
            <a:off x="9756742" y="1652321"/>
            <a:ext cx="32918" cy="141732"/>
          </a:xfrm>
          <a:prstGeom prst="ellipse">
            <a:avLst/>
          </a:prstGeom>
          <a:solidFill>
            <a:schemeClr val="accent2">
              <a:lumMod val="40000"/>
              <a:lumOff val="60000"/>
            </a:schemeClr>
          </a:solidFill>
          <a:ln/>
        </p:spPr>
        <p:txBody>
          <a:bodyPr/>
          <a:lstStyle/>
          <a:p>
            <a:endParaRPr lang="en-GB"/>
          </a:p>
        </p:txBody>
      </p:sp>
      <p:sp>
        <p:nvSpPr>
          <p:cNvPr id="15" name="ELL_12">
            <a:extLst>
              <a:ext uri="{FF2B5EF4-FFF2-40B4-BE49-F238E27FC236}">
                <a16:creationId xmlns:a16="http://schemas.microsoft.com/office/drawing/2014/main" id="{49237716-AD49-6625-FC4F-2F91F53C56D4}"/>
              </a:ext>
            </a:extLst>
          </p:cNvPr>
          <p:cNvSpPr/>
          <p:nvPr userDrawn="1"/>
        </p:nvSpPr>
        <p:spPr>
          <a:xfrm>
            <a:off x="9818007" y="1634033"/>
            <a:ext cx="32918" cy="150876"/>
          </a:xfrm>
          <a:prstGeom prst="ellipse">
            <a:avLst/>
          </a:prstGeom>
          <a:solidFill>
            <a:schemeClr val="accent2">
              <a:lumMod val="40000"/>
              <a:lumOff val="60000"/>
            </a:schemeClr>
          </a:solidFill>
          <a:ln/>
        </p:spPr>
        <p:txBody>
          <a:bodyPr/>
          <a:lstStyle/>
          <a:p>
            <a:endParaRPr lang="en-GB"/>
          </a:p>
        </p:txBody>
      </p:sp>
      <p:sp>
        <p:nvSpPr>
          <p:cNvPr id="16" name="ELL_13">
            <a:extLst>
              <a:ext uri="{FF2B5EF4-FFF2-40B4-BE49-F238E27FC236}">
                <a16:creationId xmlns:a16="http://schemas.microsoft.com/office/drawing/2014/main" id="{9246AE8E-F324-124E-98FB-D8E9DDA715D8}"/>
              </a:ext>
            </a:extLst>
          </p:cNvPr>
          <p:cNvSpPr/>
          <p:nvPr userDrawn="1"/>
        </p:nvSpPr>
        <p:spPr>
          <a:xfrm rot="1620000">
            <a:off x="9879272" y="1652321"/>
            <a:ext cx="32918" cy="141732"/>
          </a:xfrm>
          <a:prstGeom prst="ellipse">
            <a:avLst/>
          </a:prstGeom>
          <a:solidFill>
            <a:schemeClr val="accent2">
              <a:lumMod val="40000"/>
              <a:lumOff val="60000"/>
            </a:schemeClr>
          </a:solidFill>
          <a:ln/>
        </p:spPr>
        <p:txBody>
          <a:bodyPr/>
          <a:lstStyle/>
          <a:p>
            <a:endParaRPr lang="en-GB"/>
          </a:p>
        </p:txBody>
      </p:sp>
      <p:sp>
        <p:nvSpPr>
          <p:cNvPr id="17" name="ELL_14">
            <a:extLst>
              <a:ext uri="{FF2B5EF4-FFF2-40B4-BE49-F238E27FC236}">
                <a16:creationId xmlns:a16="http://schemas.microsoft.com/office/drawing/2014/main" id="{F5E24109-BAB7-FAB7-9362-42844FEDAAC7}"/>
              </a:ext>
            </a:extLst>
          </p:cNvPr>
          <p:cNvSpPr/>
          <p:nvPr userDrawn="1"/>
        </p:nvSpPr>
        <p:spPr>
          <a:xfrm>
            <a:off x="9807034" y="1766621"/>
            <a:ext cx="54864" cy="43891"/>
          </a:xfrm>
          <a:prstGeom prst="ellipse">
            <a:avLst/>
          </a:prstGeom>
          <a:solidFill>
            <a:schemeClr val="accent2">
              <a:lumMod val="40000"/>
              <a:lumOff val="60000"/>
            </a:schemeClr>
          </a:solidFill>
          <a:ln/>
        </p:spPr>
        <p:txBody>
          <a:bodyPr/>
          <a:lstStyle/>
          <a:p>
            <a:endParaRPr lang="en-GB"/>
          </a:p>
        </p:txBody>
      </p:sp>
      <p:sp>
        <p:nvSpPr>
          <p:cNvPr id="18" name="ELL_15">
            <a:extLst>
              <a:ext uri="{FF2B5EF4-FFF2-40B4-BE49-F238E27FC236}">
                <a16:creationId xmlns:a16="http://schemas.microsoft.com/office/drawing/2014/main" id="{2554C8F1-9528-3FD4-3250-1A43608BAD36}"/>
              </a:ext>
            </a:extLst>
          </p:cNvPr>
          <p:cNvSpPr/>
          <p:nvPr userDrawn="1"/>
        </p:nvSpPr>
        <p:spPr>
          <a:xfrm rot="19980000">
            <a:off x="10232230" y="1597457"/>
            <a:ext cx="32918" cy="141732"/>
          </a:xfrm>
          <a:prstGeom prst="ellipse">
            <a:avLst/>
          </a:prstGeom>
          <a:solidFill>
            <a:schemeClr val="accent2">
              <a:lumMod val="40000"/>
              <a:lumOff val="60000"/>
            </a:schemeClr>
          </a:solidFill>
          <a:ln/>
        </p:spPr>
        <p:txBody>
          <a:bodyPr/>
          <a:lstStyle/>
          <a:p>
            <a:endParaRPr lang="en-GB"/>
          </a:p>
        </p:txBody>
      </p:sp>
      <p:sp>
        <p:nvSpPr>
          <p:cNvPr id="19" name="ELL_16">
            <a:extLst>
              <a:ext uri="{FF2B5EF4-FFF2-40B4-BE49-F238E27FC236}">
                <a16:creationId xmlns:a16="http://schemas.microsoft.com/office/drawing/2014/main" id="{3F734C5C-8AC0-EAF9-CFC7-74E553EE98D7}"/>
              </a:ext>
            </a:extLst>
          </p:cNvPr>
          <p:cNvSpPr/>
          <p:nvPr userDrawn="1"/>
        </p:nvSpPr>
        <p:spPr>
          <a:xfrm>
            <a:off x="10293495" y="1579169"/>
            <a:ext cx="32918" cy="150876"/>
          </a:xfrm>
          <a:prstGeom prst="ellipse">
            <a:avLst/>
          </a:prstGeom>
          <a:solidFill>
            <a:schemeClr val="accent2">
              <a:lumMod val="40000"/>
              <a:lumOff val="60000"/>
            </a:schemeClr>
          </a:solidFill>
          <a:ln/>
        </p:spPr>
        <p:txBody>
          <a:bodyPr/>
          <a:lstStyle/>
          <a:p>
            <a:endParaRPr lang="en-GB"/>
          </a:p>
        </p:txBody>
      </p:sp>
      <p:sp>
        <p:nvSpPr>
          <p:cNvPr id="20" name="ELL_17">
            <a:extLst>
              <a:ext uri="{FF2B5EF4-FFF2-40B4-BE49-F238E27FC236}">
                <a16:creationId xmlns:a16="http://schemas.microsoft.com/office/drawing/2014/main" id="{78667091-E0CA-6DF2-BF04-FF04877F65D2}"/>
              </a:ext>
            </a:extLst>
          </p:cNvPr>
          <p:cNvSpPr/>
          <p:nvPr userDrawn="1"/>
        </p:nvSpPr>
        <p:spPr>
          <a:xfrm rot="1620000">
            <a:off x="10354760" y="1597457"/>
            <a:ext cx="32918" cy="141732"/>
          </a:xfrm>
          <a:prstGeom prst="ellipse">
            <a:avLst/>
          </a:prstGeom>
          <a:solidFill>
            <a:schemeClr val="accent2">
              <a:lumMod val="40000"/>
              <a:lumOff val="60000"/>
            </a:schemeClr>
          </a:solidFill>
          <a:ln/>
        </p:spPr>
        <p:txBody>
          <a:bodyPr/>
          <a:lstStyle/>
          <a:p>
            <a:endParaRPr lang="en-GB"/>
          </a:p>
        </p:txBody>
      </p:sp>
      <p:sp>
        <p:nvSpPr>
          <p:cNvPr id="21" name="ELL_18">
            <a:extLst>
              <a:ext uri="{FF2B5EF4-FFF2-40B4-BE49-F238E27FC236}">
                <a16:creationId xmlns:a16="http://schemas.microsoft.com/office/drawing/2014/main" id="{8AC84609-B267-8DD2-6D3A-EE61C0C5A1AF}"/>
              </a:ext>
            </a:extLst>
          </p:cNvPr>
          <p:cNvSpPr/>
          <p:nvPr userDrawn="1"/>
        </p:nvSpPr>
        <p:spPr>
          <a:xfrm>
            <a:off x="10282522" y="1711757"/>
            <a:ext cx="54864" cy="43891"/>
          </a:xfrm>
          <a:prstGeom prst="ellipse">
            <a:avLst/>
          </a:prstGeom>
          <a:solidFill>
            <a:schemeClr val="accent2">
              <a:lumMod val="40000"/>
              <a:lumOff val="60000"/>
            </a:schemeClr>
          </a:solidFill>
          <a:ln/>
        </p:spPr>
        <p:txBody>
          <a:bodyPr/>
          <a:lstStyle/>
          <a:p>
            <a:endParaRPr lang="en-GB"/>
          </a:p>
        </p:txBody>
      </p:sp>
      <p:sp>
        <p:nvSpPr>
          <p:cNvPr id="22" name="ELL_19">
            <a:extLst>
              <a:ext uri="{FF2B5EF4-FFF2-40B4-BE49-F238E27FC236}">
                <a16:creationId xmlns:a16="http://schemas.microsoft.com/office/drawing/2014/main" id="{8C222779-7C5C-6808-96F7-654D6832A4E0}"/>
              </a:ext>
            </a:extLst>
          </p:cNvPr>
          <p:cNvSpPr/>
          <p:nvPr userDrawn="1"/>
        </p:nvSpPr>
        <p:spPr>
          <a:xfrm rot="19980000">
            <a:off x="10707718" y="1652321"/>
            <a:ext cx="32918" cy="141732"/>
          </a:xfrm>
          <a:prstGeom prst="ellipse">
            <a:avLst/>
          </a:prstGeom>
          <a:solidFill>
            <a:schemeClr val="accent2">
              <a:lumMod val="40000"/>
              <a:lumOff val="60000"/>
            </a:schemeClr>
          </a:solidFill>
          <a:ln/>
        </p:spPr>
        <p:txBody>
          <a:bodyPr/>
          <a:lstStyle/>
          <a:p>
            <a:endParaRPr lang="en-GB"/>
          </a:p>
        </p:txBody>
      </p:sp>
      <p:sp>
        <p:nvSpPr>
          <p:cNvPr id="23" name="ELL_20">
            <a:extLst>
              <a:ext uri="{FF2B5EF4-FFF2-40B4-BE49-F238E27FC236}">
                <a16:creationId xmlns:a16="http://schemas.microsoft.com/office/drawing/2014/main" id="{5D7EA280-CDAE-466D-4051-3AA08F8C914D}"/>
              </a:ext>
            </a:extLst>
          </p:cNvPr>
          <p:cNvSpPr/>
          <p:nvPr userDrawn="1"/>
        </p:nvSpPr>
        <p:spPr>
          <a:xfrm>
            <a:off x="10768983" y="1634033"/>
            <a:ext cx="32918" cy="150876"/>
          </a:xfrm>
          <a:prstGeom prst="ellipse">
            <a:avLst/>
          </a:prstGeom>
          <a:solidFill>
            <a:schemeClr val="accent2">
              <a:lumMod val="40000"/>
              <a:lumOff val="60000"/>
            </a:schemeClr>
          </a:solidFill>
          <a:ln/>
        </p:spPr>
        <p:txBody>
          <a:bodyPr/>
          <a:lstStyle/>
          <a:p>
            <a:endParaRPr lang="en-GB"/>
          </a:p>
        </p:txBody>
      </p:sp>
      <p:sp>
        <p:nvSpPr>
          <p:cNvPr id="24" name="ELL_21">
            <a:extLst>
              <a:ext uri="{FF2B5EF4-FFF2-40B4-BE49-F238E27FC236}">
                <a16:creationId xmlns:a16="http://schemas.microsoft.com/office/drawing/2014/main" id="{A4061FC6-EFA9-C859-D49B-48368D1F116A}"/>
              </a:ext>
            </a:extLst>
          </p:cNvPr>
          <p:cNvSpPr/>
          <p:nvPr userDrawn="1"/>
        </p:nvSpPr>
        <p:spPr>
          <a:xfrm rot="1620000">
            <a:off x="10830248" y="1652321"/>
            <a:ext cx="32918" cy="141732"/>
          </a:xfrm>
          <a:prstGeom prst="ellipse">
            <a:avLst/>
          </a:prstGeom>
          <a:solidFill>
            <a:schemeClr val="accent2">
              <a:lumMod val="40000"/>
              <a:lumOff val="60000"/>
            </a:schemeClr>
          </a:solidFill>
          <a:ln/>
        </p:spPr>
        <p:txBody>
          <a:bodyPr/>
          <a:lstStyle/>
          <a:p>
            <a:endParaRPr lang="en-GB"/>
          </a:p>
        </p:txBody>
      </p:sp>
      <p:sp>
        <p:nvSpPr>
          <p:cNvPr id="25" name="ELL_22">
            <a:extLst>
              <a:ext uri="{FF2B5EF4-FFF2-40B4-BE49-F238E27FC236}">
                <a16:creationId xmlns:a16="http://schemas.microsoft.com/office/drawing/2014/main" id="{3C8453DA-134E-99DF-AC1D-61163744240D}"/>
              </a:ext>
            </a:extLst>
          </p:cNvPr>
          <p:cNvSpPr/>
          <p:nvPr userDrawn="1"/>
        </p:nvSpPr>
        <p:spPr>
          <a:xfrm>
            <a:off x="10758010" y="1766621"/>
            <a:ext cx="54864" cy="43891"/>
          </a:xfrm>
          <a:prstGeom prst="ellipse">
            <a:avLst/>
          </a:prstGeom>
          <a:solidFill>
            <a:schemeClr val="accent2">
              <a:lumMod val="40000"/>
              <a:lumOff val="60000"/>
            </a:schemeClr>
          </a:solidFill>
          <a:ln/>
        </p:spPr>
        <p:txBody>
          <a:bodyPr/>
          <a:lstStyle/>
          <a:p>
            <a:endParaRPr lang="en-GB"/>
          </a:p>
        </p:txBody>
      </p:sp>
    </p:spTree>
    <p:extLst>
      <p:ext uri="{BB962C8B-B14F-4D97-AF65-F5344CB8AC3E}">
        <p14:creationId xmlns:p14="http://schemas.microsoft.com/office/powerpoint/2010/main" val="364209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ED23AAD-F7C1-07F1-DBF2-CE1E32CC2E41}"/>
              </a:ext>
            </a:extLst>
          </p:cNvPr>
          <p:cNvSpPr>
            <a:spLocks noGrp="1"/>
          </p:cNvSpPr>
          <p:nvPr>
            <p:ph type="title" idx="4294967295"/>
          </p:nvPr>
        </p:nvSpPr>
        <p:spPr>
          <a:xfrm>
            <a:off x="1236000" y="700082"/>
            <a:ext cx="8233085" cy="777875"/>
          </a:xfrm>
          <a:prstGeom prst="rect">
            <a:avLst/>
          </a:prstGeom>
        </p:spPr>
        <p:txBody>
          <a:bodyPr/>
          <a:lstStyle/>
          <a:p>
            <a:pPr algn="l"/>
            <a:r>
              <a:rPr lang="en-GB" dirty="0"/>
              <a:t>Introducing the Genie Family</a:t>
            </a:r>
          </a:p>
        </p:txBody>
      </p:sp>
      <p:sp>
        <p:nvSpPr>
          <p:cNvPr id="18" name="Google Shape;343;p38">
            <a:extLst>
              <a:ext uri="{FF2B5EF4-FFF2-40B4-BE49-F238E27FC236}">
                <a16:creationId xmlns:a16="http://schemas.microsoft.com/office/drawing/2014/main" id="{01945B65-985E-0E3A-84E2-5F77A8328BA5}"/>
              </a:ext>
            </a:extLst>
          </p:cNvPr>
          <p:cNvSpPr/>
          <p:nvPr/>
        </p:nvSpPr>
        <p:spPr>
          <a:xfrm>
            <a:off x="1236000" y="1789332"/>
            <a:ext cx="9720000" cy="4680000"/>
          </a:xfrm>
          <a:prstGeom prst="roundRect">
            <a:avLst>
              <a:gd name="adj" fmla="val 8203"/>
            </a:avLst>
          </a:prstGeom>
          <a:gradFill>
            <a:gsLst>
              <a:gs pos="0">
                <a:srgbClr val="1B5162"/>
              </a:gs>
              <a:gs pos="65000">
                <a:srgbClr val="0B2026"/>
              </a:gs>
              <a:gs pos="100000">
                <a:srgbClr val="0B2026"/>
              </a:gs>
            </a:gsLst>
            <a:lin ang="18900044" scaled="0"/>
          </a:gradFill>
          <a:ln>
            <a:noFill/>
          </a:ln>
        </p:spPr>
        <p:txBody>
          <a:bodyPr spcFirstLastPara="1" wrap="square" lIns="45700" tIns="45700" rIns="457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9F7F4"/>
              </a:buClr>
              <a:buSzPts val="1400"/>
              <a:buFont typeface="Arial"/>
              <a:buNone/>
              <a:tabLst/>
              <a:defRPr/>
            </a:pPr>
            <a:endParaRPr kumimoji="0" sz="1400" b="0" i="0" u="none" strike="noStrike" kern="0" cap="none" spc="0" normalizeH="0" baseline="0" noProof="0">
              <a:ln>
                <a:noFill/>
              </a:ln>
              <a:solidFill>
                <a:srgbClr val="F9F7F4"/>
              </a:solidFill>
              <a:effectLst/>
              <a:uLnTx/>
              <a:uFillTx/>
              <a:latin typeface="Arial"/>
              <a:ea typeface="Arial"/>
              <a:cs typeface="Arial"/>
              <a:sym typeface="Arial"/>
            </a:endParaRPr>
          </a:p>
        </p:txBody>
      </p:sp>
      <p:sp>
        <p:nvSpPr>
          <p:cNvPr id="20" name="Google Shape;383;p38">
            <a:extLst>
              <a:ext uri="{FF2B5EF4-FFF2-40B4-BE49-F238E27FC236}">
                <a16:creationId xmlns:a16="http://schemas.microsoft.com/office/drawing/2014/main" id="{0C9E84B8-F933-922B-0571-505176C02926}"/>
              </a:ext>
            </a:extLst>
          </p:cNvPr>
          <p:cNvSpPr/>
          <p:nvPr/>
        </p:nvSpPr>
        <p:spPr>
          <a:xfrm>
            <a:off x="1416000" y="1969332"/>
            <a:ext cx="9360000" cy="4320000"/>
          </a:xfrm>
          <a:prstGeom prst="roundRect">
            <a:avLst>
              <a:gd name="adj" fmla="val 5933"/>
            </a:avLst>
          </a:prstGeom>
          <a:solidFill>
            <a:srgbClr val="FFFFFF">
              <a:alpha val="9409"/>
            </a:srgbClr>
          </a:solidFill>
          <a:ln>
            <a:noFill/>
          </a:ln>
        </p:spPr>
        <p:txBody>
          <a:bodyPr spcFirstLastPara="1" wrap="square" lIns="45700" tIns="45700" rIns="457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9F7F4"/>
              </a:buClr>
              <a:buSzPts val="1400"/>
              <a:buFont typeface="Arial"/>
              <a:buNone/>
              <a:tabLst/>
              <a:defRPr/>
            </a:pPr>
            <a:endParaRPr kumimoji="0" sz="1400" b="0" i="0" u="none" strike="noStrike" kern="0" cap="none" spc="0" normalizeH="0" baseline="0" noProof="0">
              <a:ln>
                <a:noFill/>
              </a:ln>
              <a:solidFill>
                <a:srgbClr val="F9F7F4"/>
              </a:solidFill>
              <a:effectLst/>
              <a:uLnTx/>
              <a:uFillTx/>
              <a:latin typeface="Arial"/>
              <a:ea typeface="Arial"/>
              <a:cs typeface="Arial"/>
              <a:sym typeface="Arial"/>
            </a:endParaRPr>
          </a:p>
        </p:txBody>
      </p:sp>
      <p:cxnSp>
        <p:nvCxnSpPr>
          <p:cNvPr id="66" name="Google Shape;390;p38">
            <a:extLst>
              <a:ext uri="{FF2B5EF4-FFF2-40B4-BE49-F238E27FC236}">
                <a16:creationId xmlns:a16="http://schemas.microsoft.com/office/drawing/2014/main" id="{BA2396DC-827A-0D6C-BA4E-F2D11C65C70A}"/>
              </a:ext>
            </a:extLst>
          </p:cNvPr>
          <p:cNvCxnSpPr>
            <a:cxnSpLocks/>
          </p:cNvCxnSpPr>
          <p:nvPr/>
        </p:nvCxnSpPr>
        <p:spPr>
          <a:xfrm>
            <a:off x="1581829" y="5053680"/>
            <a:ext cx="9021372" cy="0"/>
          </a:xfrm>
          <a:prstGeom prst="straightConnector1">
            <a:avLst/>
          </a:prstGeom>
          <a:noFill/>
          <a:ln w="9525" cap="flat" cmpd="sng">
            <a:solidFill>
              <a:srgbClr val="FFFFFF">
                <a:alpha val="20000"/>
              </a:srgbClr>
            </a:solidFill>
            <a:prstDash val="solid"/>
            <a:round/>
            <a:headEnd type="none" w="sm" len="sm"/>
            <a:tailEnd type="none" w="sm" len="sm"/>
          </a:ln>
        </p:spPr>
      </p:cxnSp>
      <p:sp>
        <p:nvSpPr>
          <p:cNvPr id="30" name="Google Shape;386;p38">
            <a:extLst>
              <a:ext uri="{FF2B5EF4-FFF2-40B4-BE49-F238E27FC236}">
                <a16:creationId xmlns:a16="http://schemas.microsoft.com/office/drawing/2014/main" id="{F6460633-4B5B-CAB2-C30C-70CA16CFD77F}"/>
              </a:ext>
            </a:extLst>
          </p:cNvPr>
          <p:cNvSpPr txBox="1"/>
          <p:nvPr/>
        </p:nvSpPr>
        <p:spPr>
          <a:xfrm>
            <a:off x="1897708" y="3959462"/>
            <a:ext cx="810447" cy="369241"/>
          </a:xfrm>
          <a:prstGeom prst="rect">
            <a:avLst/>
          </a:prstGeom>
          <a:noFill/>
          <a:ln>
            <a:noFill/>
          </a:ln>
        </p:spPr>
        <p:txBody>
          <a:bodyPr spcFirstLastPara="1" wrap="square" lIns="45675" tIns="45675" rIns="45675" bIns="45675" anchor="t"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DM Sans"/>
              <a:buNone/>
              <a:tabLst/>
              <a:defRPr/>
            </a:pPr>
            <a:r>
              <a:rPr kumimoji="0" lang="en-US" sz="1800" b="1" i="0" u="none" strike="noStrike" kern="0" cap="none" spc="0" normalizeH="0" baseline="0" noProof="0" dirty="0">
                <a:ln>
                  <a:noFill/>
                </a:ln>
                <a:solidFill>
                  <a:srgbClr val="FFFFFF"/>
                </a:solidFill>
                <a:effectLst/>
                <a:uLnTx/>
                <a:uFillTx/>
                <a:latin typeface="DM Sans"/>
                <a:ea typeface="DM Sans"/>
                <a:cs typeface="DM Sans"/>
                <a:sym typeface="DM Sans"/>
              </a:rPr>
              <a:t>Genie</a:t>
            </a:r>
            <a:endParaRPr kumimoji="0" sz="2000" b="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4" name="Group 3">
            <a:extLst>
              <a:ext uri="{FF2B5EF4-FFF2-40B4-BE49-F238E27FC236}">
                <a16:creationId xmlns:a16="http://schemas.microsoft.com/office/drawing/2014/main" id="{21A8D725-E0F9-DD22-4303-566CC57F134A}"/>
              </a:ext>
            </a:extLst>
          </p:cNvPr>
          <p:cNvGrpSpPr/>
          <p:nvPr/>
        </p:nvGrpSpPr>
        <p:grpSpPr>
          <a:xfrm>
            <a:off x="1897708" y="2988648"/>
            <a:ext cx="810447" cy="810447"/>
            <a:chOff x="1369086" y="2809614"/>
            <a:chExt cx="810447" cy="810447"/>
          </a:xfrm>
        </p:grpSpPr>
        <p:sp>
          <p:nvSpPr>
            <p:cNvPr id="29" name="Google Shape;385;p38">
              <a:extLst>
                <a:ext uri="{FF2B5EF4-FFF2-40B4-BE49-F238E27FC236}">
                  <a16:creationId xmlns:a16="http://schemas.microsoft.com/office/drawing/2014/main" id="{5EA67198-AEE2-3C9D-FC41-0318D292D64C}"/>
                </a:ext>
              </a:extLst>
            </p:cNvPr>
            <p:cNvSpPr/>
            <p:nvPr/>
          </p:nvSpPr>
          <p:spPr>
            <a:xfrm>
              <a:off x="1369086" y="2809614"/>
              <a:ext cx="810447" cy="810447"/>
            </a:xfrm>
            <a:prstGeom prst="roundRect">
              <a:avLst>
                <a:gd name="adj" fmla="val 22349"/>
              </a:avLst>
            </a:prstGeom>
            <a:solidFill>
              <a:srgbClr val="FFFFFF"/>
            </a:solidFill>
            <a:ln>
              <a:noFill/>
            </a:ln>
          </p:spPr>
          <p:txBody>
            <a:bodyPr spcFirstLastPara="1" wrap="square" lIns="45700" tIns="45700" rIns="457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9F7F4"/>
                </a:buClr>
                <a:buSzPts val="1400"/>
                <a:buFont typeface="Arial"/>
                <a:buNone/>
                <a:tabLst/>
                <a:defRPr/>
              </a:pPr>
              <a:endParaRPr kumimoji="0" sz="1400" b="0" i="0" u="none" strike="noStrike" kern="0" cap="none" spc="0" normalizeH="0" baseline="0" noProof="0">
                <a:ln>
                  <a:noFill/>
                </a:ln>
                <a:solidFill>
                  <a:srgbClr val="F9F7F4"/>
                </a:solidFill>
                <a:effectLst/>
                <a:uLnTx/>
                <a:uFillTx/>
                <a:latin typeface="Arial"/>
                <a:ea typeface="Arial"/>
                <a:cs typeface="Arial"/>
                <a:sym typeface="Arial"/>
              </a:endParaRPr>
            </a:p>
          </p:txBody>
        </p:sp>
        <p:pic>
          <p:nvPicPr>
            <p:cNvPr id="31" name="Google Shape;387;p38" descr="Google Shape;20164;p673">
              <a:extLst>
                <a:ext uri="{FF2B5EF4-FFF2-40B4-BE49-F238E27FC236}">
                  <a16:creationId xmlns:a16="http://schemas.microsoft.com/office/drawing/2014/main" id="{77EFABD4-C548-B50B-D16D-2129A0860FBB}"/>
                </a:ext>
              </a:extLst>
            </p:cNvPr>
            <p:cNvPicPr preferRelativeResize="0"/>
            <p:nvPr/>
          </p:nvPicPr>
          <p:blipFill rotWithShape="1">
            <a:blip r:embed="rId2">
              <a:alphaModFix/>
            </a:blip>
            <a:srcRect r="64457"/>
            <a:stretch/>
          </p:blipFill>
          <p:spPr>
            <a:xfrm>
              <a:off x="1422946" y="2833333"/>
              <a:ext cx="659906" cy="699297"/>
            </a:xfrm>
            <a:prstGeom prst="rect">
              <a:avLst/>
            </a:prstGeom>
            <a:noFill/>
            <a:ln>
              <a:noFill/>
            </a:ln>
          </p:spPr>
        </p:pic>
      </p:grpSp>
      <p:pic>
        <p:nvPicPr>
          <p:cNvPr id="22" name="Google Shape;388;p38" descr="Picture 55">
            <a:extLst>
              <a:ext uri="{FF2B5EF4-FFF2-40B4-BE49-F238E27FC236}">
                <a16:creationId xmlns:a16="http://schemas.microsoft.com/office/drawing/2014/main" id="{7BE0AF09-64CF-ABE6-8D94-AB6C97A72B35}"/>
              </a:ext>
            </a:extLst>
          </p:cNvPr>
          <p:cNvPicPr preferRelativeResize="0"/>
          <p:nvPr/>
        </p:nvPicPr>
        <p:blipFill rotWithShape="1">
          <a:blip r:embed="rId3">
            <a:alphaModFix/>
          </a:blip>
          <a:srcRect/>
          <a:stretch/>
        </p:blipFill>
        <p:spPr>
          <a:xfrm>
            <a:off x="3768495" y="4577107"/>
            <a:ext cx="1487795" cy="340167"/>
          </a:xfrm>
          <a:prstGeom prst="rect">
            <a:avLst/>
          </a:prstGeom>
          <a:noFill/>
          <a:ln>
            <a:noFill/>
          </a:ln>
        </p:spPr>
      </p:pic>
      <p:pic>
        <p:nvPicPr>
          <p:cNvPr id="23" name="Google Shape;389;p38" descr="Picture 56">
            <a:extLst>
              <a:ext uri="{FF2B5EF4-FFF2-40B4-BE49-F238E27FC236}">
                <a16:creationId xmlns:a16="http://schemas.microsoft.com/office/drawing/2014/main" id="{3E56D56E-8BA7-D4C8-E1C5-1623073FD0A2}"/>
              </a:ext>
            </a:extLst>
          </p:cNvPr>
          <p:cNvPicPr preferRelativeResize="0"/>
          <p:nvPr/>
        </p:nvPicPr>
        <p:blipFill rotWithShape="1">
          <a:blip r:embed="rId4">
            <a:alphaModFix/>
          </a:blip>
          <a:srcRect/>
          <a:stretch/>
        </p:blipFill>
        <p:spPr>
          <a:xfrm>
            <a:off x="3768495" y="4007952"/>
            <a:ext cx="1859789" cy="340963"/>
          </a:xfrm>
          <a:prstGeom prst="rect">
            <a:avLst/>
          </a:prstGeom>
          <a:noFill/>
          <a:ln>
            <a:noFill/>
          </a:ln>
        </p:spPr>
      </p:pic>
      <p:cxnSp>
        <p:nvCxnSpPr>
          <p:cNvPr id="24" name="Google Shape;390;p38">
            <a:extLst>
              <a:ext uri="{FF2B5EF4-FFF2-40B4-BE49-F238E27FC236}">
                <a16:creationId xmlns:a16="http://schemas.microsoft.com/office/drawing/2014/main" id="{6E8E3436-C8E4-E92E-38B6-3A211B88B501}"/>
              </a:ext>
            </a:extLst>
          </p:cNvPr>
          <p:cNvCxnSpPr>
            <a:cxnSpLocks/>
          </p:cNvCxnSpPr>
          <p:nvPr/>
        </p:nvCxnSpPr>
        <p:spPr>
          <a:xfrm>
            <a:off x="3452962" y="2306074"/>
            <a:ext cx="0" cy="2611200"/>
          </a:xfrm>
          <a:prstGeom prst="straightConnector1">
            <a:avLst/>
          </a:prstGeom>
          <a:noFill/>
          <a:ln w="9525" cap="flat" cmpd="sng">
            <a:solidFill>
              <a:srgbClr val="FFFFFF">
                <a:alpha val="20000"/>
              </a:srgbClr>
            </a:solidFill>
            <a:prstDash val="solid"/>
            <a:round/>
            <a:headEnd type="none" w="sm" len="sm"/>
            <a:tailEnd type="none" w="sm" len="sm"/>
          </a:ln>
        </p:spPr>
      </p:cxnSp>
      <p:pic>
        <p:nvPicPr>
          <p:cNvPr id="25" name="Google Shape;391;p38" descr="Picture 50">
            <a:extLst>
              <a:ext uri="{FF2B5EF4-FFF2-40B4-BE49-F238E27FC236}">
                <a16:creationId xmlns:a16="http://schemas.microsoft.com/office/drawing/2014/main" id="{E4E9373B-2193-4FD9-B586-27367A87FFBC}"/>
              </a:ext>
            </a:extLst>
          </p:cNvPr>
          <p:cNvPicPr preferRelativeResize="0"/>
          <p:nvPr/>
        </p:nvPicPr>
        <p:blipFill rotWithShape="1">
          <a:blip r:embed="rId5">
            <a:alphaModFix/>
          </a:blip>
          <a:srcRect/>
          <a:stretch/>
        </p:blipFill>
        <p:spPr>
          <a:xfrm>
            <a:off x="3767228" y="2306074"/>
            <a:ext cx="931162" cy="340167"/>
          </a:xfrm>
          <a:prstGeom prst="rect">
            <a:avLst/>
          </a:prstGeom>
          <a:noFill/>
          <a:ln>
            <a:noFill/>
          </a:ln>
        </p:spPr>
      </p:pic>
      <p:pic>
        <p:nvPicPr>
          <p:cNvPr id="26" name="Google Shape;392;p38" descr="Picture 57">
            <a:extLst>
              <a:ext uri="{FF2B5EF4-FFF2-40B4-BE49-F238E27FC236}">
                <a16:creationId xmlns:a16="http://schemas.microsoft.com/office/drawing/2014/main" id="{CBA20162-DAE3-ED65-4B9E-BF64771FC0DC}"/>
              </a:ext>
            </a:extLst>
          </p:cNvPr>
          <p:cNvPicPr preferRelativeResize="0"/>
          <p:nvPr/>
        </p:nvPicPr>
        <p:blipFill rotWithShape="1">
          <a:blip r:embed="rId6">
            <a:alphaModFix/>
          </a:blip>
          <a:srcRect/>
          <a:stretch/>
        </p:blipFill>
        <p:spPr>
          <a:xfrm>
            <a:off x="3767228" y="2874433"/>
            <a:ext cx="1298410" cy="340963"/>
          </a:xfrm>
          <a:prstGeom prst="rect">
            <a:avLst/>
          </a:prstGeom>
          <a:noFill/>
          <a:ln>
            <a:noFill/>
          </a:ln>
        </p:spPr>
      </p:pic>
      <p:pic>
        <p:nvPicPr>
          <p:cNvPr id="27" name="Google Shape;393;p38" descr="pill-genie-code.pngGoogle Shape;691;p84">
            <a:extLst>
              <a:ext uri="{FF2B5EF4-FFF2-40B4-BE49-F238E27FC236}">
                <a16:creationId xmlns:a16="http://schemas.microsoft.com/office/drawing/2014/main" id="{AF99DFC7-EC18-3B69-3A9B-06DD01FF4778}"/>
              </a:ext>
            </a:extLst>
          </p:cNvPr>
          <p:cNvPicPr preferRelativeResize="0"/>
          <p:nvPr/>
        </p:nvPicPr>
        <p:blipFill rotWithShape="1">
          <a:blip r:embed="rId7">
            <a:alphaModFix/>
          </a:blip>
          <a:srcRect/>
          <a:stretch/>
        </p:blipFill>
        <p:spPr>
          <a:xfrm>
            <a:off x="3767228" y="3443588"/>
            <a:ext cx="1134154" cy="336172"/>
          </a:xfrm>
          <a:prstGeom prst="rect">
            <a:avLst/>
          </a:prstGeom>
          <a:noFill/>
          <a:ln>
            <a:noFill/>
          </a:ln>
        </p:spPr>
      </p:pic>
      <p:sp>
        <p:nvSpPr>
          <p:cNvPr id="7" name="Google Shape;386;p38">
            <a:extLst>
              <a:ext uri="{FF2B5EF4-FFF2-40B4-BE49-F238E27FC236}">
                <a16:creationId xmlns:a16="http://schemas.microsoft.com/office/drawing/2014/main" id="{E5C45433-6F20-C08E-C5D1-225AD9FF79F0}"/>
              </a:ext>
            </a:extLst>
          </p:cNvPr>
          <p:cNvSpPr txBox="1"/>
          <p:nvPr/>
        </p:nvSpPr>
        <p:spPr>
          <a:xfrm>
            <a:off x="6373091" y="2322314"/>
            <a:ext cx="3950024" cy="307686"/>
          </a:xfrm>
          <a:prstGeom prst="rect">
            <a:avLst/>
          </a:prstGeom>
          <a:noFill/>
          <a:ln>
            <a:noFill/>
          </a:ln>
        </p:spPr>
        <p:txBody>
          <a:bodyPr spcFirstLastPara="1" wrap="square" lIns="45675" tIns="45675" rIns="45675" bIns="45675" anchor="t" anchorCtr="0">
            <a:spAutoFit/>
          </a:bodyPr>
          <a:lstStyle/>
          <a:p>
            <a:pPr marL="0" marR="0" lvl="0" indent="0" defTabSz="914400" rtl="0" eaLnBrk="1" fontAlgn="auto" latinLnBrk="0" hangingPunct="1">
              <a:lnSpc>
                <a:spcPct val="100000"/>
              </a:lnSpc>
              <a:spcBef>
                <a:spcPts val="0"/>
              </a:spcBef>
              <a:spcAft>
                <a:spcPts val="0"/>
              </a:spcAft>
              <a:buClr>
                <a:srgbClr val="FFFFFF"/>
              </a:buClr>
              <a:buSzPts val="1200"/>
              <a:buFont typeface="DM Sans"/>
              <a:buNone/>
              <a:tabLst/>
              <a:defRPr/>
            </a:pPr>
            <a:r>
              <a:rPr lang="en-GB" sz="1400" kern="0" dirty="0">
                <a:solidFill>
                  <a:srgbClr val="FFFFFF"/>
                </a:solidFill>
                <a:latin typeface="DM Sans"/>
                <a:cs typeface="Arial"/>
                <a:sym typeface="DM Sans"/>
              </a:rPr>
              <a:t>AI coworker that sits across all of your data</a:t>
            </a:r>
            <a:endParaRPr kumimoji="0" sz="160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9" name="Google Shape;386;p38">
            <a:extLst>
              <a:ext uri="{FF2B5EF4-FFF2-40B4-BE49-F238E27FC236}">
                <a16:creationId xmlns:a16="http://schemas.microsoft.com/office/drawing/2014/main" id="{BC483F16-9C1C-FD83-D143-B3965A70040A}"/>
              </a:ext>
            </a:extLst>
          </p:cNvPr>
          <p:cNvSpPr txBox="1"/>
          <p:nvPr/>
        </p:nvSpPr>
        <p:spPr>
          <a:xfrm>
            <a:off x="6373091" y="2896765"/>
            <a:ext cx="3950024" cy="307686"/>
          </a:xfrm>
          <a:prstGeom prst="rect">
            <a:avLst/>
          </a:prstGeom>
          <a:noFill/>
          <a:ln>
            <a:noFill/>
          </a:ln>
        </p:spPr>
        <p:txBody>
          <a:bodyPr spcFirstLastPara="1" wrap="square" lIns="45675" tIns="45675" rIns="45675" bIns="45675" anchor="t" anchorCtr="0">
            <a:spAutoFit/>
          </a:bodyPr>
          <a:lstStyle/>
          <a:p>
            <a:pPr marL="0" marR="0" lvl="0" indent="0" defTabSz="914400" rtl="0" eaLnBrk="1" fontAlgn="auto" latinLnBrk="0" hangingPunct="1">
              <a:lnSpc>
                <a:spcPct val="100000"/>
              </a:lnSpc>
              <a:spcBef>
                <a:spcPts val="0"/>
              </a:spcBef>
              <a:spcAft>
                <a:spcPts val="0"/>
              </a:spcAft>
              <a:buClr>
                <a:srgbClr val="FFFFFF"/>
              </a:buClr>
              <a:buSzPts val="1200"/>
              <a:buFont typeface="DM Sans"/>
              <a:buNone/>
              <a:tabLst/>
              <a:defRPr/>
            </a:pPr>
            <a:r>
              <a:rPr lang="en-US" sz="1400" kern="0" dirty="0">
                <a:solidFill>
                  <a:srgbClr val="FFFFFF"/>
                </a:solidFill>
                <a:latin typeface="DM Sans"/>
                <a:cs typeface="Arial"/>
                <a:sym typeface="DM Sans"/>
              </a:rPr>
              <a:t>Domain specific talk to your data solution</a:t>
            </a:r>
            <a:endParaRPr kumimoji="0" sz="160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1" name="Google Shape;386;p38">
            <a:extLst>
              <a:ext uri="{FF2B5EF4-FFF2-40B4-BE49-F238E27FC236}">
                <a16:creationId xmlns:a16="http://schemas.microsoft.com/office/drawing/2014/main" id="{2324B370-901C-FC84-BDE7-9DBDD8AF8F41}"/>
              </a:ext>
            </a:extLst>
          </p:cNvPr>
          <p:cNvSpPr txBox="1"/>
          <p:nvPr/>
        </p:nvSpPr>
        <p:spPr>
          <a:xfrm>
            <a:off x="6373091" y="3456831"/>
            <a:ext cx="3950024" cy="307686"/>
          </a:xfrm>
          <a:prstGeom prst="rect">
            <a:avLst/>
          </a:prstGeom>
          <a:noFill/>
          <a:ln>
            <a:noFill/>
          </a:ln>
        </p:spPr>
        <p:txBody>
          <a:bodyPr spcFirstLastPara="1" wrap="square" lIns="45675" tIns="45675" rIns="45675" bIns="45675" anchor="t" anchorCtr="0">
            <a:spAutoFit/>
          </a:bodyPr>
          <a:lstStyle/>
          <a:p>
            <a:pPr marL="0" marR="0" lvl="0" indent="0" defTabSz="914400" rtl="0" eaLnBrk="1" fontAlgn="auto" latinLnBrk="0" hangingPunct="1">
              <a:lnSpc>
                <a:spcPct val="100000"/>
              </a:lnSpc>
              <a:spcBef>
                <a:spcPts val="0"/>
              </a:spcBef>
              <a:spcAft>
                <a:spcPts val="0"/>
              </a:spcAft>
              <a:buClr>
                <a:srgbClr val="FFFFFF"/>
              </a:buClr>
              <a:buSzPts val="1200"/>
              <a:buFont typeface="DM Sans"/>
              <a:buNone/>
              <a:tabLst/>
              <a:defRPr/>
            </a:pPr>
            <a:r>
              <a:rPr lang="en-US" sz="1400" kern="0" dirty="0">
                <a:solidFill>
                  <a:srgbClr val="FFFFFF"/>
                </a:solidFill>
                <a:latin typeface="DM Sans"/>
                <a:cs typeface="Arial"/>
                <a:sym typeface="DM Sans"/>
              </a:rPr>
              <a:t>Agentic coding tool within Databricks</a:t>
            </a:r>
            <a:endParaRPr kumimoji="0" sz="160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3" name="Google Shape;386;p38">
            <a:extLst>
              <a:ext uri="{FF2B5EF4-FFF2-40B4-BE49-F238E27FC236}">
                <a16:creationId xmlns:a16="http://schemas.microsoft.com/office/drawing/2014/main" id="{0300BB0F-D889-8B18-4A94-4274401A12FA}"/>
              </a:ext>
            </a:extLst>
          </p:cNvPr>
          <p:cNvSpPr txBox="1"/>
          <p:nvPr/>
        </p:nvSpPr>
        <p:spPr>
          <a:xfrm>
            <a:off x="6373091" y="4024590"/>
            <a:ext cx="3950024" cy="307686"/>
          </a:xfrm>
          <a:prstGeom prst="rect">
            <a:avLst/>
          </a:prstGeom>
          <a:noFill/>
          <a:ln>
            <a:noFill/>
          </a:ln>
        </p:spPr>
        <p:txBody>
          <a:bodyPr spcFirstLastPara="1" wrap="square" lIns="45675" tIns="45675" rIns="45675" bIns="45675" anchor="t" anchorCtr="0">
            <a:spAutoFit/>
          </a:bodyPr>
          <a:lstStyle/>
          <a:p>
            <a:pPr marL="0" marR="0" lvl="0" indent="0" defTabSz="914400" rtl="0" eaLnBrk="1" fontAlgn="auto" latinLnBrk="0" hangingPunct="1">
              <a:lnSpc>
                <a:spcPct val="100000"/>
              </a:lnSpc>
              <a:spcBef>
                <a:spcPts val="0"/>
              </a:spcBef>
              <a:spcAft>
                <a:spcPts val="0"/>
              </a:spcAft>
              <a:buClr>
                <a:srgbClr val="FFFFFF"/>
              </a:buClr>
              <a:buSzPts val="1200"/>
              <a:buFont typeface="DM Sans"/>
              <a:buNone/>
              <a:tabLst/>
              <a:defRPr/>
            </a:pPr>
            <a:r>
              <a:rPr lang="en-US" sz="1400" kern="0" dirty="0">
                <a:solidFill>
                  <a:srgbClr val="FFFFFF"/>
                </a:solidFill>
                <a:latin typeface="DM Sans"/>
                <a:cs typeface="Arial"/>
                <a:sym typeface="DM Sans"/>
              </a:rPr>
              <a:t>Agentic app development inside Databricks</a:t>
            </a:r>
            <a:endParaRPr kumimoji="0" sz="160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5" name="Google Shape;386;p38">
            <a:extLst>
              <a:ext uri="{FF2B5EF4-FFF2-40B4-BE49-F238E27FC236}">
                <a16:creationId xmlns:a16="http://schemas.microsoft.com/office/drawing/2014/main" id="{33181D13-0546-5BB9-3191-1BF6DFD1D81F}"/>
              </a:ext>
            </a:extLst>
          </p:cNvPr>
          <p:cNvSpPr txBox="1"/>
          <p:nvPr/>
        </p:nvSpPr>
        <p:spPr>
          <a:xfrm>
            <a:off x="6373091" y="4593347"/>
            <a:ext cx="3950024" cy="307686"/>
          </a:xfrm>
          <a:prstGeom prst="rect">
            <a:avLst/>
          </a:prstGeom>
          <a:noFill/>
          <a:ln>
            <a:noFill/>
          </a:ln>
        </p:spPr>
        <p:txBody>
          <a:bodyPr spcFirstLastPara="1" wrap="square" lIns="45675" tIns="45675" rIns="45675" bIns="45675" anchor="t" anchorCtr="0">
            <a:spAutoFit/>
          </a:bodyPr>
          <a:lstStyle/>
          <a:p>
            <a:pPr marL="0" marR="0" lvl="0" indent="0" defTabSz="914400" rtl="0" eaLnBrk="1" fontAlgn="auto" latinLnBrk="0" hangingPunct="1">
              <a:lnSpc>
                <a:spcPct val="100000"/>
              </a:lnSpc>
              <a:spcBef>
                <a:spcPts val="0"/>
              </a:spcBef>
              <a:spcAft>
                <a:spcPts val="0"/>
              </a:spcAft>
              <a:buClr>
                <a:srgbClr val="FFFFFF"/>
              </a:buClr>
              <a:buSzPts val="1200"/>
              <a:buFont typeface="DM Sans"/>
              <a:buNone/>
              <a:tabLst/>
              <a:defRPr/>
            </a:pPr>
            <a:r>
              <a:rPr lang="en-US" sz="1400" kern="0" dirty="0">
                <a:solidFill>
                  <a:srgbClr val="FFFFFF"/>
                </a:solidFill>
                <a:latin typeface="DM Sans"/>
                <a:cs typeface="Arial"/>
                <a:sym typeface="DM Sans"/>
              </a:rPr>
              <a:t>An agent to monitor and fix pipeline issues</a:t>
            </a:r>
            <a:endParaRPr kumimoji="0" sz="160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58" name="Group 57">
            <a:extLst>
              <a:ext uri="{FF2B5EF4-FFF2-40B4-BE49-F238E27FC236}">
                <a16:creationId xmlns:a16="http://schemas.microsoft.com/office/drawing/2014/main" id="{F68A3102-8FD6-6C8E-2EE2-A58D06BD47B1}"/>
              </a:ext>
            </a:extLst>
          </p:cNvPr>
          <p:cNvGrpSpPr>
            <a:grpSpLocks noChangeAspect="1"/>
          </p:cNvGrpSpPr>
          <p:nvPr/>
        </p:nvGrpSpPr>
        <p:grpSpPr>
          <a:xfrm>
            <a:off x="1868885" y="5254711"/>
            <a:ext cx="810446" cy="810446"/>
            <a:chOff x="4332431" y="6156526"/>
            <a:chExt cx="543900" cy="543900"/>
          </a:xfrm>
        </p:grpSpPr>
        <p:sp>
          <p:nvSpPr>
            <p:cNvPr id="59" name="Google Shape;347;p38">
              <a:extLst>
                <a:ext uri="{FF2B5EF4-FFF2-40B4-BE49-F238E27FC236}">
                  <a16:creationId xmlns:a16="http://schemas.microsoft.com/office/drawing/2014/main" id="{143F9A79-CCC7-8A5D-6D2F-9384B61CFA0B}"/>
                </a:ext>
              </a:extLst>
            </p:cNvPr>
            <p:cNvSpPr/>
            <p:nvPr/>
          </p:nvSpPr>
          <p:spPr>
            <a:xfrm>
              <a:off x="4332431" y="6156526"/>
              <a:ext cx="543900" cy="543900"/>
            </a:xfrm>
            <a:prstGeom prst="roundRect">
              <a:avLst>
                <a:gd name="adj" fmla="val 22349"/>
              </a:avLst>
            </a:prstGeom>
            <a:solidFill>
              <a:srgbClr val="FFFFFF"/>
            </a:solidFill>
            <a:ln>
              <a:noFill/>
            </a:ln>
          </p:spPr>
          <p:txBody>
            <a:bodyPr spcFirstLastPara="1" wrap="square" lIns="45700" tIns="45700" rIns="457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9F7F4"/>
                </a:buClr>
                <a:buSzPts val="1400"/>
                <a:buFont typeface="Arial"/>
                <a:buNone/>
                <a:tabLst/>
                <a:defRPr/>
              </a:pPr>
              <a:endParaRPr kumimoji="0" sz="1400" b="0" i="0" u="none" strike="noStrike" kern="0" cap="none" spc="0" normalizeH="0" baseline="0" noProof="0">
                <a:ln>
                  <a:noFill/>
                </a:ln>
                <a:solidFill>
                  <a:srgbClr val="F9F7F4"/>
                </a:solidFill>
                <a:effectLst/>
                <a:uLnTx/>
                <a:uFillTx/>
                <a:latin typeface="Arial"/>
                <a:ea typeface="Arial"/>
                <a:cs typeface="Arial"/>
                <a:sym typeface="Arial"/>
              </a:endParaRPr>
            </a:p>
          </p:txBody>
        </p:sp>
        <p:sp>
          <p:nvSpPr>
            <p:cNvPr id="60" name="Google Shape;349;p38">
              <a:extLst>
                <a:ext uri="{FF2B5EF4-FFF2-40B4-BE49-F238E27FC236}">
                  <a16:creationId xmlns:a16="http://schemas.microsoft.com/office/drawing/2014/main" id="{B12A4D5F-F4CF-B095-E1B5-FD0000247C4C}"/>
                </a:ext>
              </a:extLst>
            </p:cNvPr>
            <p:cNvSpPr/>
            <p:nvPr/>
          </p:nvSpPr>
          <p:spPr>
            <a:xfrm>
              <a:off x="4535447" y="6560312"/>
              <a:ext cx="129276" cy="34614"/>
            </a:xfrm>
            <a:custGeom>
              <a:avLst/>
              <a:gdLst/>
              <a:ahLst/>
              <a:cxnLst/>
              <a:rect l="l" t="t" r="r" b="b"/>
              <a:pathLst>
                <a:path w="21600" h="21600" extrusionOk="0">
                  <a:moveTo>
                    <a:pt x="4656" y="0"/>
                  </a:moveTo>
                  <a:cubicBezTo>
                    <a:pt x="2085" y="0"/>
                    <a:pt x="0" y="9673"/>
                    <a:pt x="0" y="21600"/>
                  </a:cubicBezTo>
                  <a:lnTo>
                    <a:pt x="21600" y="21600"/>
                  </a:lnTo>
                  <a:cubicBezTo>
                    <a:pt x="21600" y="9673"/>
                    <a:pt x="19515" y="0"/>
                    <a:pt x="16943" y="0"/>
                  </a:cubicBezTo>
                  <a:lnTo>
                    <a:pt x="4656" y="0"/>
                  </a:lnTo>
                  <a:close/>
                </a:path>
              </a:pathLst>
            </a:custGeom>
            <a:solidFill>
              <a:srgbClr val="FF5F46"/>
            </a:solidFill>
            <a:ln>
              <a:noFill/>
            </a:ln>
          </p:spPr>
          <p:txBody>
            <a:bodyPr spcFirstLastPara="1" wrap="square" lIns="45700" tIns="45700" rIns="45700"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61" name="Google Shape;350;p38">
              <a:extLst>
                <a:ext uri="{FF2B5EF4-FFF2-40B4-BE49-F238E27FC236}">
                  <a16:creationId xmlns:a16="http://schemas.microsoft.com/office/drawing/2014/main" id="{962B9B6C-B35A-266D-8A8A-3BE538355BC1}"/>
                </a:ext>
              </a:extLst>
            </p:cNvPr>
            <p:cNvSpPr/>
            <p:nvPr/>
          </p:nvSpPr>
          <p:spPr>
            <a:xfrm>
              <a:off x="4425211" y="6380576"/>
              <a:ext cx="360666" cy="164322"/>
            </a:xfrm>
            <a:custGeom>
              <a:avLst/>
              <a:gdLst/>
              <a:ahLst/>
              <a:cxnLst/>
              <a:rect l="l" t="t" r="r" b="b"/>
              <a:pathLst>
                <a:path w="21600" h="21600" extrusionOk="0">
                  <a:moveTo>
                    <a:pt x="21600" y="0"/>
                  </a:moveTo>
                  <a:cubicBezTo>
                    <a:pt x="19953" y="5808"/>
                    <a:pt x="17480" y="13801"/>
                    <a:pt x="16376" y="15852"/>
                  </a:cubicBezTo>
                  <a:cubicBezTo>
                    <a:pt x="15272" y="17903"/>
                    <a:pt x="13634" y="21600"/>
                    <a:pt x="9838" y="21600"/>
                  </a:cubicBezTo>
                  <a:cubicBezTo>
                    <a:pt x="7179" y="21600"/>
                    <a:pt x="4892" y="17851"/>
                    <a:pt x="3876" y="12475"/>
                  </a:cubicBezTo>
                  <a:lnTo>
                    <a:pt x="3876" y="12494"/>
                  </a:lnTo>
                  <a:cubicBezTo>
                    <a:pt x="3733" y="11709"/>
                    <a:pt x="3383" y="11155"/>
                    <a:pt x="2974" y="11155"/>
                  </a:cubicBezTo>
                  <a:cubicBezTo>
                    <a:pt x="2437" y="11155"/>
                    <a:pt x="2001" y="12112"/>
                    <a:pt x="2001" y="13290"/>
                  </a:cubicBezTo>
                  <a:cubicBezTo>
                    <a:pt x="2001" y="13567"/>
                    <a:pt x="2025" y="13820"/>
                    <a:pt x="2069" y="14046"/>
                  </a:cubicBezTo>
                  <a:cubicBezTo>
                    <a:pt x="2302" y="15255"/>
                    <a:pt x="2924" y="15307"/>
                    <a:pt x="2924" y="19076"/>
                  </a:cubicBezTo>
                  <a:cubicBezTo>
                    <a:pt x="2924" y="19625"/>
                    <a:pt x="2924" y="18637"/>
                    <a:pt x="2924" y="19076"/>
                  </a:cubicBezTo>
                  <a:cubicBezTo>
                    <a:pt x="1309" y="19076"/>
                    <a:pt x="0" y="16203"/>
                    <a:pt x="0" y="12657"/>
                  </a:cubicBezTo>
                  <a:cubicBezTo>
                    <a:pt x="0" y="9112"/>
                    <a:pt x="1309" y="6239"/>
                    <a:pt x="2924" y="6239"/>
                  </a:cubicBezTo>
                  <a:lnTo>
                    <a:pt x="3316" y="6239"/>
                  </a:lnTo>
                  <a:cubicBezTo>
                    <a:pt x="3316" y="6239"/>
                    <a:pt x="7961" y="6238"/>
                    <a:pt x="7961" y="6238"/>
                  </a:cubicBezTo>
                  <a:cubicBezTo>
                    <a:pt x="8308" y="6238"/>
                    <a:pt x="8641" y="6560"/>
                    <a:pt x="8858" y="7156"/>
                  </a:cubicBezTo>
                  <a:cubicBezTo>
                    <a:pt x="9238" y="8197"/>
                    <a:pt x="9529" y="9167"/>
                    <a:pt x="9744" y="9968"/>
                  </a:cubicBezTo>
                  <a:cubicBezTo>
                    <a:pt x="9942" y="10709"/>
                    <a:pt x="10538" y="10717"/>
                    <a:pt x="10735" y="9972"/>
                  </a:cubicBezTo>
                  <a:cubicBezTo>
                    <a:pt x="10942" y="9188"/>
                    <a:pt x="11218" y="8240"/>
                    <a:pt x="11567" y="7221"/>
                  </a:cubicBezTo>
                  <a:cubicBezTo>
                    <a:pt x="11784" y="6587"/>
                    <a:pt x="12129" y="6238"/>
                    <a:pt x="12490" y="6238"/>
                  </a:cubicBezTo>
                  <a:lnTo>
                    <a:pt x="14217" y="6238"/>
                  </a:lnTo>
                  <a:cubicBezTo>
                    <a:pt x="16741" y="6238"/>
                    <a:pt x="18124" y="3582"/>
                    <a:pt x="18830" y="1667"/>
                  </a:cubicBezTo>
                  <a:cubicBezTo>
                    <a:pt x="19196" y="676"/>
                    <a:pt x="19715" y="0"/>
                    <a:pt x="20296" y="0"/>
                  </a:cubicBezTo>
                  <a:lnTo>
                    <a:pt x="21600" y="0"/>
                  </a:lnTo>
                  <a:close/>
                </a:path>
              </a:pathLst>
            </a:custGeom>
            <a:solidFill>
              <a:srgbClr val="FABFBA"/>
            </a:solidFill>
            <a:ln>
              <a:noFill/>
            </a:ln>
          </p:spPr>
          <p:txBody>
            <a:bodyPr spcFirstLastPara="1" wrap="square" lIns="45700" tIns="45700" rIns="45700"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62" name="Google Shape;351;p38">
              <a:extLst>
                <a:ext uri="{FF2B5EF4-FFF2-40B4-BE49-F238E27FC236}">
                  <a16:creationId xmlns:a16="http://schemas.microsoft.com/office/drawing/2014/main" id="{1458A1F4-2B45-7DA1-6618-FCAE775640EB}"/>
                </a:ext>
              </a:extLst>
            </p:cNvPr>
            <p:cNvSpPr/>
            <p:nvPr/>
          </p:nvSpPr>
          <p:spPr>
            <a:xfrm>
              <a:off x="4485727" y="6253663"/>
              <a:ext cx="222318" cy="168985"/>
            </a:xfrm>
            <a:custGeom>
              <a:avLst/>
              <a:gdLst/>
              <a:ahLst/>
              <a:cxnLst/>
              <a:rect l="l" t="t" r="r" b="b"/>
              <a:pathLst>
                <a:path w="20929" h="20914" extrusionOk="0">
                  <a:moveTo>
                    <a:pt x="10120" y="0"/>
                  </a:moveTo>
                  <a:cubicBezTo>
                    <a:pt x="11698" y="0"/>
                    <a:pt x="12977" y="1681"/>
                    <a:pt x="12977" y="3756"/>
                  </a:cubicBezTo>
                  <a:cubicBezTo>
                    <a:pt x="12977" y="4183"/>
                    <a:pt x="12923" y="4593"/>
                    <a:pt x="12823" y="4975"/>
                  </a:cubicBezTo>
                  <a:lnTo>
                    <a:pt x="15933" y="7302"/>
                  </a:lnTo>
                  <a:cubicBezTo>
                    <a:pt x="16133" y="7007"/>
                    <a:pt x="16370" y="6748"/>
                    <a:pt x="16644" y="6540"/>
                  </a:cubicBezTo>
                  <a:cubicBezTo>
                    <a:pt x="18011" y="5503"/>
                    <a:pt x="19757" y="6118"/>
                    <a:pt x="20546" y="7915"/>
                  </a:cubicBezTo>
                  <a:cubicBezTo>
                    <a:pt x="21335" y="9711"/>
                    <a:pt x="20866" y="12009"/>
                    <a:pt x="19500" y="13046"/>
                  </a:cubicBezTo>
                  <a:cubicBezTo>
                    <a:pt x="18135" y="14083"/>
                    <a:pt x="16387" y="13467"/>
                    <a:pt x="15599" y="11671"/>
                  </a:cubicBezTo>
                  <a:cubicBezTo>
                    <a:pt x="15184" y="10728"/>
                    <a:pt x="15117" y="9647"/>
                    <a:pt x="15343" y="8683"/>
                  </a:cubicBezTo>
                  <a:lnTo>
                    <a:pt x="12201" y="6331"/>
                  </a:lnTo>
                  <a:cubicBezTo>
                    <a:pt x="11806" y="6879"/>
                    <a:pt x="11288" y="7273"/>
                    <a:pt x="10705" y="7433"/>
                  </a:cubicBezTo>
                  <a:lnTo>
                    <a:pt x="10705" y="11281"/>
                  </a:lnTo>
                  <a:cubicBezTo>
                    <a:pt x="11174" y="11360"/>
                    <a:pt x="11640" y="11560"/>
                    <a:pt x="12075" y="11890"/>
                  </a:cubicBezTo>
                  <a:cubicBezTo>
                    <a:pt x="13834" y="13226"/>
                    <a:pt x="14436" y="16183"/>
                    <a:pt x="13421" y="18495"/>
                  </a:cubicBezTo>
                  <a:cubicBezTo>
                    <a:pt x="12405" y="20808"/>
                    <a:pt x="10156" y="21600"/>
                    <a:pt x="8398" y="20266"/>
                  </a:cubicBezTo>
                  <a:cubicBezTo>
                    <a:pt x="6835" y="19079"/>
                    <a:pt x="6185" y="16611"/>
                    <a:pt x="6772" y="14454"/>
                  </a:cubicBezTo>
                  <a:lnTo>
                    <a:pt x="3057" y="11622"/>
                  </a:lnTo>
                  <a:cubicBezTo>
                    <a:pt x="2472" y="12252"/>
                    <a:pt x="1629" y="12376"/>
                    <a:pt x="935" y="11849"/>
                  </a:cubicBezTo>
                  <a:cubicBezTo>
                    <a:pt x="41" y="11170"/>
                    <a:pt x="-265" y="9666"/>
                    <a:pt x="252" y="8490"/>
                  </a:cubicBezTo>
                  <a:cubicBezTo>
                    <a:pt x="768" y="7314"/>
                    <a:pt x="1912" y="6912"/>
                    <a:pt x="2806" y="7591"/>
                  </a:cubicBezTo>
                  <a:cubicBezTo>
                    <a:pt x="3536" y="8145"/>
                    <a:pt x="3874" y="9249"/>
                    <a:pt x="3693" y="10275"/>
                  </a:cubicBezTo>
                  <a:lnTo>
                    <a:pt x="7357" y="13070"/>
                  </a:lnTo>
                  <a:cubicBezTo>
                    <a:pt x="7906" y="12157"/>
                    <a:pt x="8673" y="11564"/>
                    <a:pt x="9500" y="11340"/>
                  </a:cubicBezTo>
                  <a:lnTo>
                    <a:pt x="9500" y="7423"/>
                  </a:lnTo>
                  <a:cubicBezTo>
                    <a:pt x="8221" y="7051"/>
                    <a:pt x="7264" y="5550"/>
                    <a:pt x="7264" y="3756"/>
                  </a:cubicBezTo>
                  <a:cubicBezTo>
                    <a:pt x="7264" y="1681"/>
                    <a:pt x="8543" y="0"/>
                    <a:pt x="10120" y="0"/>
                  </a:cubicBezTo>
                  <a:close/>
                </a:path>
              </a:pathLst>
            </a:custGeom>
            <a:solidFill>
              <a:srgbClr val="FF5F46"/>
            </a:solidFill>
            <a:ln>
              <a:noFill/>
            </a:ln>
          </p:spPr>
          <p:txBody>
            <a:bodyPr spcFirstLastPara="1" wrap="square" lIns="45700" tIns="45700" rIns="45700"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sp>
        <p:nvSpPr>
          <p:cNvPr id="64" name="Google Shape;386;p38">
            <a:extLst>
              <a:ext uri="{FF2B5EF4-FFF2-40B4-BE49-F238E27FC236}">
                <a16:creationId xmlns:a16="http://schemas.microsoft.com/office/drawing/2014/main" id="{404E3421-E4FA-7EC4-EC8B-6A058E8E75F5}"/>
              </a:ext>
            </a:extLst>
          </p:cNvPr>
          <p:cNvSpPr txBox="1"/>
          <p:nvPr/>
        </p:nvSpPr>
        <p:spPr>
          <a:xfrm>
            <a:off x="2769504" y="5475314"/>
            <a:ext cx="2209758" cy="369241"/>
          </a:xfrm>
          <a:prstGeom prst="rect">
            <a:avLst/>
          </a:prstGeom>
          <a:noFill/>
          <a:ln>
            <a:noFill/>
          </a:ln>
        </p:spPr>
        <p:txBody>
          <a:bodyPr spcFirstLastPara="1" wrap="square" lIns="45675" tIns="45675" rIns="45675" bIns="45675" anchor="t"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DM Sans"/>
              <a:buNone/>
              <a:tabLst/>
              <a:defRPr/>
            </a:pPr>
            <a:r>
              <a:rPr kumimoji="0" lang="en-US" sz="1800" b="1" i="0" u="none" strike="noStrike" kern="0" cap="none" spc="0" normalizeH="0" baseline="0" noProof="0" dirty="0">
                <a:ln>
                  <a:noFill/>
                </a:ln>
                <a:solidFill>
                  <a:srgbClr val="FFFFFF"/>
                </a:solidFill>
                <a:effectLst/>
                <a:uLnTx/>
                <a:uFillTx/>
                <a:latin typeface="DM Sans"/>
                <a:ea typeface="DM Sans"/>
                <a:cs typeface="DM Sans"/>
                <a:sym typeface="DM Sans"/>
              </a:rPr>
              <a:t>Genie Ontology</a:t>
            </a:r>
            <a:endParaRPr kumimoji="0" sz="20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72" name="Google Shape;386;p38">
            <a:extLst>
              <a:ext uri="{FF2B5EF4-FFF2-40B4-BE49-F238E27FC236}">
                <a16:creationId xmlns:a16="http://schemas.microsoft.com/office/drawing/2014/main" id="{CB1493C2-C6D2-BEEC-9FC9-639A77FADB8B}"/>
              </a:ext>
            </a:extLst>
          </p:cNvPr>
          <p:cNvSpPr txBox="1"/>
          <p:nvPr/>
        </p:nvSpPr>
        <p:spPr>
          <a:xfrm>
            <a:off x="5065638" y="5398370"/>
            <a:ext cx="5257477" cy="523129"/>
          </a:xfrm>
          <a:prstGeom prst="rect">
            <a:avLst/>
          </a:prstGeom>
          <a:noFill/>
          <a:ln>
            <a:noFill/>
          </a:ln>
        </p:spPr>
        <p:txBody>
          <a:bodyPr spcFirstLastPara="1" wrap="square" lIns="45675" tIns="45675" rIns="45675" bIns="45675" anchor="t"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DM Sans"/>
              <a:buNone/>
              <a:tabLst/>
              <a:defRPr/>
            </a:pPr>
            <a:r>
              <a:rPr lang="en-US" sz="1400" kern="0" dirty="0">
                <a:solidFill>
                  <a:srgbClr val="FFFFFF"/>
                </a:solidFill>
                <a:latin typeface="DM Sans"/>
                <a:cs typeface="Arial"/>
                <a:sym typeface="DM Sans"/>
              </a:rPr>
              <a:t>The underpinning layer that gives the Genie products awareness of your business context</a:t>
            </a:r>
            <a:endParaRPr kumimoji="0" sz="1600" i="0" u="none" strike="noStrike" kern="0" cap="none" spc="0" normalizeH="0" baseline="0" noProof="0" dirty="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424963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9700B-DE05-AA59-18D8-5A45601C0D4C}"/>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CEAB9EF8-4A45-CA14-41C7-26E11AFA37B7}"/>
              </a:ext>
            </a:extLst>
          </p:cNvPr>
          <p:cNvSpPr>
            <a:spLocks noGrp="1"/>
          </p:cNvSpPr>
          <p:nvPr>
            <p:ph type="title" idx="100"/>
          </p:nvPr>
        </p:nvSpPr>
        <p:spPr>
          <a:xfrm>
            <a:off x="713232" y="713232"/>
            <a:ext cx="10625328" cy="777240"/>
          </a:xfrm>
        </p:spPr>
        <p:txBody>
          <a:bodyPr/>
          <a:lstStyle/>
          <a:p>
            <a:r>
              <a:rPr lang="en-GB" dirty="0"/>
              <a:t>But they weren’t always called Genie Agents</a:t>
            </a:r>
          </a:p>
        </p:txBody>
      </p:sp>
      <p:sp>
        <p:nvSpPr>
          <p:cNvPr id="15" name="Text Placeholder 14">
            <a:extLst>
              <a:ext uri="{FF2B5EF4-FFF2-40B4-BE49-F238E27FC236}">
                <a16:creationId xmlns:a16="http://schemas.microsoft.com/office/drawing/2014/main" id="{7024F82A-B80F-3296-263D-1F4A1A3C0536}"/>
              </a:ext>
            </a:extLst>
          </p:cNvPr>
          <p:cNvSpPr>
            <a:spLocks noGrp="1"/>
          </p:cNvSpPr>
          <p:nvPr>
            <p:ph type="body" idx="104"/>
          </p:nvPr>
        </p:nvSpPr>
        <p:spPr/>
        <p:txBody>
          <a:bodyPr anchor="ctr"/>
          <a:lstStyle/>
          <a:p>
            <a:r>
              <a:rPr lang="en-GB" dirty="0"/>
              <a:t>Genie Rooms</a:t>
            </a:r>
          </a:p>
        </p:txBody>
      </p:sp>
      <p:sp>
        <p:nvSpPr>
          <p:cNvPr id="16" name="Text Placeholder 15">
            <a:extLst>
              <a:ext uri="{FF2B5EF4-FFF2-40B4-BE49-F238E27FC236}">
                <a16:creationId xmlns:a16="http://schemas.microsoft.com/office/drawing/2014/main" id="{84CD29DA-89F6-E1C8-0FAE-4BA42825D17C}"/>
              </a:ext>
            </a:extLst>
          </p:cNvPr>
          <p:cNvSpPr>
            <a:spLocks noGrp="1"/>
          </p:cNvSpPr>
          <p:nvPr>
            <p:ph type="body" idx="105"/>
          </p:nvPr>
        </p:nvSpPr>
        <p:spPr>
          <a:noFill/>
          <a:ln/>
        </p:spPr>
        <p:txBody>
          <a:bodyPr wrap="square" rtlCol="0" anchor="ctr"/>
          <a:lstStyle/>
          <a:p>
            <a:r>
              <a:rPr lang="en-GB" dirty="0">
                <a:solidFill>
                  <a:schemeClr val="accent1"/>
                </a:solidFill>
              </a:rPr>
              <a:t>Genie Spaces</a:t>
            </a:r>
          </a:p>
        </p:txBody>
      </p:sp>
      <p:sp>
        <p:nvSpPr>
          <p:cNvPr id="18" name="Text Placeholder 17">
            <a:extLst>
              <a:ext uri="{FF2B5EF4-FFF2-40B4-BE49-F238E27FC236}">
                <a16:creationId xmlns:a16="http://schemas.microsoft.com/office/drawing/2014/main" id="{0EB50952-087B-26D7-DA57-A28F91F9AE43}"/>
              </a:ext>
            </a:extLst>
          </p:cNvPr>
          <p:cNvSpPr>
            <a:spLocks noGrp="1"/>
          </p:cNvSpPr>
          <p:nvPr>
            <p:ph type="body" idx="106"/>
          </p:nvPr>
        </p:nvSpPr>
        <p:spPr/>
        <p:txBody>
          <a:bodyPr anchor="ctr"/>
          <a:lstStyle/>
          <a:p>
            <a:r>
              <a:rPr lang="en-GB" dirty="0">
                <a:solidFill>
                  <a:schemeClr val="bg1"/>
                </a:solidFill>
              </a:rPr>
              <a:t>Genie Agents</a:t>
            </a:r>
          </a:p>
        </p:txBody>
      </p:sp>
      <p:sp>
        <p:nvSpPr>
          <p:cNvPr id="19" name="Text Placeholder 18">
            <a:extLst>
              <a:ext uri="{FF2B5EF4-FFF2-40B4-BE49-F238E27FC236}">
                <a16:creationId xmlns:a16="http://schemas.microsoft.com/office/drawing/2014/main" id="{3A21E553-B57D-A73D-41A4-60E144F75509}"/>
              </a:ext>
            </a:extLst>
          </p:cNvPr>
          <p:cNvSpPr>
            <a:spLocks noGrp="1"/>
          </p:cNvSpPr>
          <p:nvPr>
            <p:ph type="body" idx="107"/>
          </p:nvPr>
        </p:nvSpPr>
        <p:spPr>
          <a:xfrm>
            <a:off x="822960" y="4590288"/>
            <a:ext cx="3108960" cy="457200"/>
          </a:xfrm>
        </p:spPr>
        <p:txBody>
          <a:bodyPr/>
          <a:lstStyle/>
          <a:p>
            <a:r>
              <a:rPr lang="en-GB" sz="1800" dirty="0"/>
              <a:t>Before the GA of Genie</a:t>
            </a:r>
          </a:p>
        </p:txBody>
      </p:sp>
      <p:sp>
        <p:nvSpPr>
          <p:cNvPr id="21" name="Text Placeholder 20">
            <a:extLst>
              <a:ext uri="{FF2B5EF4-FFF2-40B4-BE49-F238E27FC236}">
                <a16:creationId xmlns:a16="http://schemas.microsoft.com/office/drawing/2014/main" id="{D195232A-3BFA-91DF-1DB4-BAF475CF70D1}"/>
              </a:ext>
            </a:extLst>
          </p:cNvPr>
          <p:cNvSpPr>
            <a:spLocks noGrp="1"/>
          </p:cNvSpPr>
          <p:nvPr>
            <p:ph type="body" idx="108"/>
          </p:nvPr>
        </p:nvSpPr>
        <p:spPr/>
        <p:txBody>
          <a:bodyPr/>
          <a:lstStyle/>
          <a:p>
            <a:r>
              <a:rPr lang="en-GB" dirty="0"/>
              <a:t>Before the General Availability of AI/BI Genie &amp; Genie Spaces, the original working name was Genie Rooms. They first appear in June 2024</a:t>
            </a:r>
          </a:p>
        </p:txBody>
      </p:sp>
      <p:sp>
        <p:nvSpPr>
          <p:cNvPr id="22" name="Text Placeholder 21">
            <a:extLst>
              <a:ext uri="{FF2B5EF4-FFF2-40B4-BE49-F238E27FC236}">
                <a16:creationId xmlns:a16="http://schemas.microsoft.com/office/drawing/2014/main" id="{0DA4866C-C6F4-8084-1D54-BCBADA2D61C6}"/>
              </a:ext>
            </a:extLst>
          </p:cNvPr>
          <p:cNvSpPr>
            <a:spLocks noGrp="1"/>
          </p:cNvSpPr>
          <p:nvPr>
            <p:ph type="body" idx="109"/>
          </p:nvPr>
        </p:nvSpPr>
        <p:spPr/>
        <p:txBody>
          <a:bodyPr/>
          <a:lstStyle/>
          <a:p>
            <a:r>
              <a:rPr lang="en-GB" sz="1800" dirty="0"/>
              <a:t>Before GA - July 26</a:t>
            </a:r>
          </a:p>
        </p:txBody>
      </p:sp>
      <p:sp>
        <p:nvSpPr>
          <p:cNvPr id="2" name="Text Placeholder 1">
            <a:extLst>
              <a:ext uri="{FF2B5EF4-FFF2-40B4-BE49-F238E27FC236}">
                <a16:creationId xmlns:a16="http://schemas.microsoft.com/office/drawing/2014/main" id="{D45D259B-D83A-EDD6-1A09-83CF722D4BE2}"/>
              </a:ext>
            </a:extLst>
          </p:cNvPr>
          <p:cNvSpPr>
            <a:spLocks noGrp="1"/>
          </p:cNvSpPr>
          <p:nvPr>
            <p:ph type="body" idx="110"/>
          </p:nvPr>
        </p:nvSpPr>
        <p:spPr/>
        <p:txBody>
          <a:bodyPr/>
          <a:lstStyle/>
          <a:p>
            <a:r>
              <a:rPr lang="en-GB" dirty="0"/>
              <a:t>When AI/BI Genie went GA in June 2025, the Rooms feature was officially named Genie Spaces</a:t>
            </a:r>
          </a:p>
        </p:txBody>
      </p:sp>
      <p:sp>
        <p:nvSpPr>
          <p:cNvPr id="3" name="Text Placeholder 2">
            <a:extLst>
              <a:ext uri="{FF2B5EF4-FFF2-40B4-BE49-F238E27FC236}">
                <a16:creationId xmlns:a16="http://schemas.microsoft.com/office/drawing/2014/main" id="{F6DA954B-649A-7E5A-198E-9F19C3B118F5}"/>
              </a:ext>
            </a:extLst>
          </p:cNvPr>
          <p:cNvSpPr>
            <a:spLocks noGrp="1"/>
          </p:cNvSpPr>
          <p:nvPr>
            <p:ph type="body" idx="111"/>
          </p:nvPr>
        </p:nvSpPr>
        <p:spPr/>
        <p:txBody>
          <a:bodyPr/>
          <a:lstStyle/>
          <a:p>
            <a:r>
              <a:rPr lang="en-GB" dirty="0"/>
              <a:t>July 26 - present</a:t>
            </a:r>
          </a:p>
        </p:txBody>
      </p:sp>
      <p:sp>
        <p:nvSpPr>
          <p:cNvPr id="4" name="Text Placeholder 3">
            <a:extLst>
              <a:ext uri="{FF2B5EF4-FFF2-40B4-BE49-F238E27FC236}">
                <a16:creationId xmlns:a16="http://schemas.microsoft.com/office/drawing/2014/main" id="{67924A21-20EF-73AF-D1B2-031B10F27862}"/>
              </a:ext>
            </a:extLst>
          </p:cNvPr>
          <p:cNvSpPr>
            <a:spLocks noGrp="1"/>
          </p:cNvSpPr>
          <p:nvPr>
            <p:ph type="body" idx="112"/>
          </p:nvPr>
        </p:nvSpPr>
        <p:spPr/>
        <p:txBody>
          <a:bodyPr/>
          <a:lstStyle/>
          <a:p>
            <a:r>
              <a:rPr lang="en-GB" dirty="0"/>
              <a:t>Announced at Summit, Genie Spaces were renamed to  Genie Agents to reflect the additional capabilities they now have</a:t>
            </a:r>
          </a:p>
        </p:txBody>
      </p:sp>
      <p:sp>
        <p:nvSpPr>
          <p:cNvPr id="5" name="Arrow: Right 4">
            <a:extLst>
              <a:ext uri="{FF2B5EF4-FFF2-40B4-BE49-F238E27FC236}">
                <a16:creationId xmlns:a16="http://schemas.microsoft.com/office/drawing/2014/main" id="{CEA4D1C5-E819-7675-087A-05EE76F59941}"/>
              </a:ext>
            </a:extLst>
          </p:cNvPr>
          <p:cNvSpPr/>
          <p:nvPr/>
        </p:nvSpPr>
        <p:spPr>
          <a:xfrm>
            <a:off x="3566160" y="2933700"/>
            <a:ext cx="1325880" cy="350519"/>
          </a:xfrm>
          <a:prstGeom prst="rightArrow">
            <a:avLst/>
          </a:prstGeom>
          <a:solidFill>
            <a:schemeClr val="tx2"/>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GB" dirty="0"/>
          </a:p>
        </p:txBody>
      </p:sp>
      <p:sp>
        <p:nvSpPr>
          <p:cNvPr id="7" name="Arrow: Right 6">
            <a:extLst>
              <a:ext uri="{FF2B5EF4-FFF2-40B4-BE49-F238E27FC236}">
                <a16:creationId xmlns:a16="http://schemas.microsoft.com/office/drawing/2014/main" id="{7AA4E12F-EB87-EC37-C558-D484F5575C01}"/>
              </a:ext>
            </a:extLst>
          </p:cNvPr>
          <p:cNvSpPr/>
          <p:nvPr/>
        </p:nvSpPr>
        <p:spPr>
          <a:xfrm>
            <a:off x="7269480" y="2936455"/>
            <a:ext cx="1325880" cy="350519"/>
          </a:xfrm>
          <a:prstGeom prst="rightArrow">
            <a:avLst/>
          </a:prstGeom>
          <a:solidFill>
            <a:schemeClr val="tx2"/>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58094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79F7C-B055-4A03-6E1A-3A7017982CD0}"/>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06AFFDBA-E1C3-90B1-896C-5306472911AC}"/>
              </a:ext>
            </a:extLst>
          </p:cNvPr>
          <p:cNvSpPr>
            <a:spLocks noGrp="1"/>
          </p:cNvSpPr>
          <p:nvPr>
            <p:ph type="body" idx="105"/>
          </p:nvPr>
        </p:nvSpPr>
        <p:spPr/>
        <p:txBody>
          <a:bodyPr/>
          <a:lstStyle/>
          <a:p>
            <a:r>
              <a:rPr lang="en-GB" dirty="0"/>
              <a:t>PART TWO</a:t>
            </a:r>
          </a:p>
        </p:txBody>
      </p:sp>
      <p:sp>
        <p:nvSpPr>
          <p:cNvPr id="7" name="Title 6">
            <a:extLst>
              <a:ext uri="{FF2B5EF4-FFF2-40B4-BE49-F238E27FC236}">
                <a16:creationId xmlns:a16="http://schemas.microsoft.com/office/drawing/2014/main" id="{B120A9C8-B01B-6B6D-0F76-C3402E309165}"/>
              </a:ext>
            </a:extLst>
          </p:cNvPr>
          <p:cNvSpPr>
            <a:spLocks noGrp="1"/>
          </p:cNvSpPr>
          <p:nvPr>
            <p:ph type="title" idx="107"/>
          </p:nvPr>
        </p:nvSpPr>
        <p:spPr/>
        <p:txBody>
          <a:bodyPr anchor="ctr"/>
          <a:lstStyle/>
          <a:p>
            <a:r>
              <a:rPr lang="en-GB" dirty="0"/>
              <a:t>Getting into the tech</a:t>
            </a:r>
          </a:p>
        </p:txBody>
      </p:sp>
      <p:sp>
        <p:nvSpPr>
          <p:cNvPr id="8" name="Text Placeholder 7">
            <a:extLst>
              <a:ext uri="{FF2B5EF4-FFF2-40B4-BE49-F238E27FC236}">
                <a16:creationId xmlns:a16="http://schemas.microsoft.com/office/drawing/2014/main" id="{E5EF116C-3B43-37B1-DBDD-B1A9B96C5F3C}"/>
              </a:ext>
            </a:extLst>
          </p:cNvPr>
          <p:cNvSpPr>
            <a:spLocks noGrp="1"/>
          </p:cNvSpPr>
          <p:nvPr>
            <p:ph type="body" idx="108"/>
          </p:nvPr>
        </p:nvSpPr>
        <p:spPr/>
        <p:txBody>
          <a:bodyPr/>
          <a:lstStyle/>
          <a:p>
            <a:r>
              <a:rPr lang="en-GB" sz="2400" dirty="0">
                <a:solidFill>
                  <a:schemeClr val="accent2"/>
                </a:solidFill>
              </a:rPr>
              <a:t>Time for a demo!</a:t>
            </a:r>
          </a:p>
        </p:txBody>
      </p:sp>
      <p:sp>
        <p:nvSpPr>
          <p:cNvPr id="10" name="ELL_7">
            <a:extLst>
              <a:ext uri="{FF2B5EF4-FFF2-40B4-BE49-F238E27FC236}">
                <a16:creationId xmlns:a16="http://schemas.microsoft.com/office/drawing/2014/main" id="{A94B52EB-1F5C-D022-8EB9-07BF58F01A19}"/>
              </a:ext>
            </a:extLst>
          </p:cNvPr>
          <p:cNvSpPr/>
          <p:nvPr userDrawn="1"/>
        </p:nvSpPr>
        <p:spPr>
          <a:xfrm rot="19980000">
            <a:off x="9281254" y="1597457"/>
            <a:ext cx="32918" cy="141732"/>
          </a:xfrm>
          <a:prstGeom prst="ellipse">
            <a:avLst/>
          </a:prstGeom>
          <a:solidFill>
            <a:schemeClr val="accent2"/>
          </a:solidFill>
          <a:ln/>
        </p:spPr>
        <p:txBody>
          <a:bodyPr/>
          <a:lstStyle/>
          <a:p>
            <a:endParaRPr lang="en-GB"/>
          </a:p>
        </p:txBody>
      </p:sp>
      <p:sp>
        <p:nvSpPr>
          <p:cNvPr id="11" name="ELL_8">
            <a:extLst>
              <a:ext uri="{FF2B5EF4-FFF2-40B4-BE49-F238E27FC236}">
                <a16:creationId xmlns:a16="http://schemas.microsoft.com/office/drawing/2014/main" id="{5E86EBC7-BDD5-D12B-E604-0501D2461A78}"/>
              </a:ext>
            </a:extLst>
          </p:cNvPr>
          <p:cNvSpPr/>
          <p:nvPr userDrawn="1"/>
        </p:nvSpPr>
        <p:spPr>
          <a:xfrm>
            <a:off x="9342519" y="1579169"/>
            <a:ext cx="32918" cy="150876"/>
          </a:xfrm>
          <a:prstGeom prst="ellipse">
            <a:avLst/>
          </a:prstGeom>
          <a:solidFill>
            <a:schemeClr val="accent2"/>
          </a:solidFill>
          <a:ln/>
        </p:spPr>
        <p:txBody>
          <a:bodyPr/>
          <a:lstStyle/>
          <a:p>
            <a:endParaRPr lang="en-GB"/>
          </a:p>
        </p:txBody>
      </p:sp>
      <p:sp>
        <p:nvSpPr>
          <p:cNvPr id="12" name="ELL_9">
            <a:extLst>
              <a:ext uri="{FF2B5EF4-FFF2-40B4-BE49-F238E27FC236}">
                <a16:creationId xmlns:a16="http://schemas.microsoft.com/office/drawing/2014/main" id="{D0CE8D25-4208-E022-15A9-97A5DBDD7732}"/>
              </a:ext>
            </a:extLst>
          </p:cNvPr>
          <p:cNvSpPr/>
          <p:nvPr userDrawn="1"/>
        </p:nvSpPr>
        <p:spPr>
          <a:xfrm rot="1620000">
            <a:off x="9403784" y="1597457"/>
            <a:ext cx="32918" cy="141732"/>
          </a:xfrm>
          <a:prstGeom prst="ellipse">
            <a:avLst/>
          </a:prstGeom>
          <a:solidFill>
            <a:schemeClr val="accent2"/>
          </a:solidFill>
          <a:ln/>
        </p:spPr>
        <p:txBody>
          <a:bodyPr/>
          <a:lstStyle/>
          <a:p>
            <a:endParaRPr lang="en-GB"/>
          </a:p>
        </p:txBody>
      </p:sp>
      <p:sp>
        <p:nvSpPr>
          <p:cNvPr id="13" name="ELL_10">
            <a:extLst>
              <a:ext uri="{FF2B5EF4-FFF2-40B4-BE49-F238E27FC236}">
                <a16:creationId xmlns:a16="http://schemas.microsoft.com/office/drawing/2014/main" id="{888CB1B8-FE21-944C-D703-0B2462D36B1C}"/>
              </a:ext>
            </a:extLst>
          </p:cNvPr>
          <p:cNvSpPr/>
          <p:nvPr userDrawn="1"/>
        </p:nvSpPr>
        <p:spPr>
          <a:xfrm>
            <a:off x="9331546" y="1711757"/>
            <a:ext cx="54864" cy="43891"/>
          </a:xfrm>
          <a:prstGeom prst="ellipse">
            <a:avLst/>
          </a:prstGeom>
          <a:solidFill>
            <a:schemeClr val="accent2"/>
          </a:solidFill>
          <a:ln/>
        </p:spPr>
        <p:txBody>
          <a:bodyPr/>
          <a:lstStyle/>
          <a:p>
            <a:endParaRPr lang="en-GB"/>
          </a:p>
        </p:txBody>
      </p:sp>
      <p:sp>
        <p:nvSpPr>
          <p:cNvPr id="14" name="ELL_11">
            <a:extLst>
              <a:ext uri="{FF2B5EF4-FFF2-40B4-BE49-F238E27FC236}">
                <a16:creationId xmlns:a16="http://schemas.microsoft.com/office/drawing/2014/main" id="{CA09F949-A92F-4374-CFD2-2C60E462BD11}"/>
              </a:ext>
            </a:extLst>
          </p:cNvPr>
          <p:cNvSpPr/>
          <p:nvPr userDrawn="1"/>
        </p:nvSpPr>
        <p:spPr>
          <a:xfrm rot="19980000">
            <a:off x="9756742" y="1652321"/>
            <a:ext cx="32918" cy="141732"/>
          </a:xfrm>
          <a:prstGeom prst="ellipse">
            <a:avLst/>
          </a:prstGeom>
          <a:solidFill>
            <a:schemeClr val="accent2"/>
          </a:solidFill>
          <a:ln/>
        </p:spPr>
        <p:txBody>
          <a:bodyPr/>
          <a:lstStyle/>
          <a:p>
            <a:endParaRPr lang="en-GB"/>
          </a:p>
        </p:txBody>
      </p:sp>
      <p:sp>
        <p:nvSpPr>
          <p:cNvPr id="15" name="ELL_12">
            <a:extLst>
              <a:ext uri="{FF2B5EF4-FFF2-40B4-BE49-F238E27FC236}">
                <a16:creationId xmlns:a16="http://schemas.microsoft.com/office/drawing/2014/main" id="{0B8F8104-F7CC-F47A-7A9F-B37818A2663F}"/>
              </a:ext>
            </a:extLst>
          </p:cNvPr>
          <p:cNvSpPr/>
          <p:nvPr userDrawn="1"/>
        </p:nvSpPr>
        <p:spPr>
          <a:xfrm>
            <a:off x="9818007" y="1634033"/>
            <a:ext cx="32918" cy="150876"/>
          </a:xfrm>
          <a:prstGeom prst="ellipse">
            <a:avLst/>
          </a:prstGeom>
          <a:solidFill>
            <a:schemeClr val="accent2"/>
          </a:solidFill>
          <a:ln/>
        </p:spPr>
        <p:txBody>
          <a:bodyPr/>
          <a:lstStyle/>
          <a:p>
            <a:endParaRPr lang="en-GB"/>
          </a:p>
        </p:txBody>
      </p:sp>
      <p:sp>
        <p:nvSpPr>
          <p:cNvPr id="16" name="ELL_13">
            <a:extLst>
              <a:ext uri="{FF2B5EF4-FFF2-40B4-BE49-F238E27FC236}">
                <a16:creationId xmlns:a16="http://schemas.microsoft.com/office/drawing/2014/main" id="{8217E3AA-70AC-A702-B1D8-568F74629BFA}"/>
              </a:ext>
            </a:extLst>
          </p:cNvPr>
          <p:cNvSpPr/>
          <p:nvPr userDrawn="1"/>
        </p:nvSpPr>
        <p:spPr>
          <a:xfrm rot="1620000">
            <a:off x="9879272" y="1652321"/>
            <a:ext cx="32918" cy="141732"/>
          </a:xfrm>
          <a:prstGeom prst="ellipse">
            <a:avLst/>
          </a:prstGeom>
          <a:solidFill>
            <a:schemeClr val="accent2"/>
          </a:solidFill>
          <a:ln/>
        </p:spPr>
        <p:txBody>
          <a:bodyPr/>
          <a:lstStyle/>
          <a:p>
            <a:endParaRPr lang="en-GB"/>
          </a:p>
        </p:txBody>
      </p:sp>
      <p:sp>
        <p:nvSpPr>
          <p:cNvPr id="17" name="ELL_14">
            <a:extLst>
              <a:ext uri="{FF2B5EF4-FFF2-40B4-BE49-F238E27FC236}">
                <a16:creationId xmlns:a16="http://schemas.microsoft.com/office/drawing/2014/main" id="{C595B4F1-88D9-68B2-8327-F9D55D7596E5}"/>
              </a:ext>
            </a:extLst>
          </p:cNvPr>
          <p:cNvSpPr/>
          <p:nvPr userDrawn="1"/>
        </p:nvSpPr>
        <p:spPr>
          <a:xfrm>
            <a:off x="9807034" y="1766621"/>
            <a:ext cx="54864" cy="43891"/>
          </a:xfrm>
          <a:prstGeom prst="ellipse">
            <a:avLst/>
          </a:prstGeom>
          <a:solidFill>
            <a:schemeClr val="accent2"/>
          </a:solidFill>
          <a:ln/>
        </p:spPr>
        <p:txBody>
          <a:bodyPr/>
          <a:lstStyle/>
          <a:p>
            <a:endParaRPr lang="en-GB"/>
          </a:p>
        </p:txBody>
      </p:sp>
      <p:sp>
        <p:nvSpPr>
          <p:cNvPr id="18" name="ELL_15">
            <a:extLst>
              <a:ext uri="{FF2B5EF4-FFF2-40B4-BE49-F238E27FC236}">
                <a16:creationId xmlns:a16="http://schemas.microsoft.com/office/drawing/2014/main" id="{BDC278BA-F142-01AA-FB7C-74D703C506A9}"/>
              </a:ext>
            </a:extLst>
          </p:cNvPr>
          <p:cNvSpPr/>
          <p:nvPr userDrawn="1"/>
        </p:nvSpPr>
        <p:spPr>
          <a:xfrm rot="19980000">
            <a:off x="10232230" y="1597457"/>
            <a:ext cx="32918" cy="141732"/>
          </a:xfrm>
          <a:prstGeom prst="ellipse">
            <a:avLst/>
          </a:prstGeom>
          <a:solidFill>
            <a:schemeClr val="accent2">
              <a:lumMod val="40000"/>
              <a:lumOff val="60000"/>
            </a:schemeClr>
          </a:solidFill>
          <a:ln/>
        </p:spPr>
        <p:txBody>
          <a:bodyPr/>
          <a:lstStyle/>
          <a:p>
            <a:endParaRPr lang="en-GB"/>
          </a:p>
        </p:txBody>
      </p:sp>
      <p:sp>
        <p:nvSpPr>
          <p:cNvPr id="19" name="ELL_16">
            <a:extLst>
              <a:ext uri="{FF2B5EF4-FFF2-40B4-BE49-F238E27FC236}">
                <a16:creationId xmlns:a16="http://schemas.microsoft.com/office/drawing/2014/main" id="{C350F979-A4BE-F8DA-CBF4-FA3713B31DB8}"/>
              </a:ext>
            </a:extLst>
          </p:cNvPr>
          <p:cNvSpPr/>
          <p:nvPr userDrawn="1"/>
        </p:nvSpPr>
        <p:spPr>
          <a:xfrm>
            <a:off x="10293495" y="1579169"/>
            <a:ext cx="32918" cy="150876"/>
          </a:xfrm>
          <a:prstGeom prst="ellipse">
            <a:avLst/>
          </a:prstGeom>
          <a:solidFill>
            <a:schemeClr val="accent2">
              <a:lumMod val="40000"/>
              <a:lumOff val="60000"/>
            </a:schemeClr>
          </a:solidFill>
          <a:ln/>
        </p:spPr>
        <p:txBody>
          <a:bodyPr/>
          <a:lstStyle/>
          <a:p>
            <a:endParaRPr lang="en-GB"/>
          </a:p>
        </p:txBody>
      </p:sp>
      <p:sp>
        <p:nvSpPr>
          <p:cNvPr id="20" name="ELL_17">
            <a:extLst>
              <a:ext uri="{FF2B5EF4-FFF2-40B4-BE49-F238E27FC236}">
                <a16:creationId xmlns:a16="http://schemas.microsoft.com/office/drawing/2014/main" id="{9A05BB13-BD21-C708-36D1-8858BA0FB62A}"/>
              </a:ext>
            </a:extLst>
          </p:cNvPr>
          <p:cNvSpPr/>
          <p:nvPr userDrawn="1"/>
        </p:nvSpPr>
        <p:spPr>
          <a:xfrm rot="1620000">
            <a:off x="10354760" y="1597457"/>
            <a:ext cx="32918" cy="141732"/>
          </a:xfrm>
          <a:prstGeom prst="ellipse">
            <a:avLst/>
          </a:prstGeom>
          <a:solidFill>
            <a:schemeClr val="accent2">
              <a:lumMod val="40000"/>
              <a:lumOff val="60000"/>
            </a:schemeClr>
          </a:solidFill>
          <a:ln/>
        </p:spPr>
        <p:txBody>
          <a:bodyPr/>
          <a:lstStyle/>
          <a:p>
            <a:endParaRPr lang="en-GB"/>
          </a:p>
        </p:txBody>
      </p:sp>
      <p:sp>
        <p:nvSpPr>
          <p:cNvPr id="21" name="ELL_18">
            <a:extLst>
              <a:ext uri="{FF2B5EF4-FFF2-40B4-BE49-F238E27FC236}">
                <a16:creationId xmlns:a16="http://schemas.microsoft.com/office/drawing/2014/main" id="{BDFC0386-77A3-BA12-F35D-6897D6FF8548}"/>
              </a:ext>
            </a:extLst>
          </p:cNvPr>
          <p:cNvSpPr/>
          <p:nvPr userDrawn="1"/>
        </p:nvSpPr>
        <p:spPr>
          <a:xfrm>
            <a:off x="10282522" y="1711757"/>
            <a:ext cx="54864" cy="43891"/>
          </a:xfrm>
          <a:prstGeom prst="ellipse">
            <a:avLst/>
          </a:prstGeom>
          <a:solidFill>
            <a:schemeClr val="accent2">
              <a:lumMod val="40000"/>
              <a:lumOff val="60000"/>
            </a:schemeClr>
          </a:solidFill>
          <a:ln/>
        </p:spPr>
        <p:txBody>
          <a:bodyPr/>
          <a:lstStyle/>
          <a:p>
            <a:endParaRPr lang="en-GB"/>
          </a:p>
        </p:txBody>
      </p:sp>
      <p:sp>
        <p:nvSpPr>
          <p:cNvPr id="22" name="ELL_19">
            <a:extLst>
              <a:ext uri="{FF2B5EF4-FFF2-40B4-BE49-F238E27FC236}">
                <a16:creationId xmlns:a16="http://schemas.microsoft.com/office/drawing/2014/main" id="{25292457-C114-9B40-176E-5487CD87F17A}"/>
              </a:ext>
            </a:extLst>
          </p:cNvPr>
          <p:cNvSpPr/>
          <p:nvPr userDrawn="1"/>
        </p:nvSpPr>
        <p:spPr>
          <a:xfrm rot="19980000">
            <a:off x="10707718" y="1652321"/>
            <a:ext cx="32918" cy="141732"/>
          </a:xfrm>
          <a:prstGeom prst="ellipse">
            <a:avLst/>
          </a:prstGeom>
          <a:solidFill>
            <a:schemeClr val="accent2">
              <a:lumMod val="40000"/>
              <a:lumOff val="60000"/>
            </a:schemeClr>
          </a:solidFill>
          <a:ln/>
        </p:spPr>
        <p:txBody>
          <a:bodyPr/>
          <a:lstStyle/>
          <a:p>
            <a:endParaRPr lang="en-GB"/>
          </a:p>
        </p:txBody>
      </p:sp>
      <p:sp>
        <p:nvSpPr>
          <p:cNvPr id="23" name="ELL_20">
            <a:extLst>
              <a:ext uri="{FF2B5EF4-FFF2-40B4-BE49-F238E27FC236}">
                <a16:creationId xmlns:a16="http://schemas.microsoft.com/office/drawing/2014/main" id="{79298D45-E55F-3C71-793A-D5C8003BDDAE}"/>
              </a:ext>
            </a:extLst>
          </p:cNvPr>
          <p:cNvSpPr/>
          <p:nvPr userDrawn="1"/>
        </p:nvSpPr>
        <p:spPr>
          <a:xfrm>
            <a:off x="10768983" y="1634033"/>
            <a:ext cx="32918" cy="150876"/>
          </a:xfrm>
          <a:prstGeom prst="ellipse">
            <a:avLst/>
          </a:prstGeom>
          <a:solidFill>
            <a:schemeClr val="accent2">
              <a:lumMod val="40000"/>
              <a:lumOff val="60000"/>
            </a:schemeClr>
          </a:solidFill>
          <a:ln/>
        </p:spPr>
        <p:txBody>
          <a:bodyPr/>
          <a:lstStyle/>
          <a:p>
            <a:endParaRPr lang="en-GB"/>
          </a:p>
        </p:txBody>
      </p:sp>
      <p:sp>
        <p:nvSpPr>
          <p:cNvPr id="24" name="ELL_21">
            <a:extLst>
              <a:ext uri="{FF2B5EF4-FFF2-40B4-BE49-F238E27FC236}">
                <a16:creationId xmlns:a16="http://schemas.microsoft.com/office/drawing/2014/main" id="{0DBD6655-C06C-2CF9-3C6D-774A4E5AC76A}"/>
              </a:ext>
            </a:extLst>
          </p:cNvPr>
          <p:cNvSpPr/>
          <p:nvPr userDrawn="1"/>
        </p:nvSpPr>
        <p:spPr>
          <a:xfrm rot="1620000">
            <a:off x="10830248" y="1652321"/>
            <a:ext cx="32918" cy="141732"/>
          </a:xfrm>
          <a:prstGeom prst="ellipse">
            <a:avLst/>
          </a:prstGeom>
          <a:solidFill>
            <a:schemeClr val="accent2">
              <a:lumMod val="40000"/>
              <a:lumOff val="60000"/>
            </a:schemeClr>
          </a:solidFill>
          <a:ln/>
        </p:spPr>
        <p:txBody>
          <a:bodyPr/>
          <a:lstStyle/>
          <a:p>
            <a:endParaRPr lang="en-GB"/>
          </a:p>
        </p:txBody>
      </p:sp>
      <p:sp>
        <p:nvSpPr>
          <p:cNvPr id="25" name="ELL_22">
            <a:extLst>
              <a:ext uri="{FF2B5EF4-FFF2-40B4-BE49-F238E27FC236}">
                <a16:creationId xmlns:a16="http://schemas.microsoft.com/office/drawing/2014/main" id="{C3E0292A-F6A6-7494-2FB8-EF61759930FE}"/>
              </a:ext>
            </a:extLst>
          </p:cNvPr>
          <p:cNvSpPr/>
          <p:nvPr userDrawn="1"/>
        </p:nvSpPr>
        <p:spPr>
          <a:xfrm>
            <a:off x="10758010" y="1766621"/>
            <a:ext cx="54864" cy="43891"/>
          </a:xfrm>
          <a:prstGeom prst="ellipse">
            <a:avLst/>
          </a:prstGeom>
          <a:solidFill>
            <a:schemeClr val="accent2">
              <a:lumMod val="40000"/>
              <a:lumOff val="60000"/>
            </a:schemeClr>
          </a:solidFill>
          <a:ln/>
        </p:spPr>
        <p:txBody>
          <a:bodyPr/>
          <a:lstStyle/>
          <a:p>
            <a:endParaRPr lang="en-GB"/>
          </a:p>
        </p:txBody>
      </p:sp>
    </p:spTree>
    <p:extLst>
      <p:ext uri="{BB962C8B-B14F-4D97-AF65-F5344CB8AC3E}">
        <p14:creationId xmlns:p14="http://schemas.microsoft.com/office/powerpoint/2010/main" val="2727379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DF3647-3A86-CEB5-86C2-5E600268A116}"/>
              </a:ext>
            </a:extLst>
          </p:cNvPr>
          <p:cNvSpPr>
            <a:spLocks noGrp="1"/>
          </p:cNvSpPr>
          <p:nvPr>
            <p:ph type="title" idx="105"/>
          </p:nvPr>
        </p:nvSpPr>
        <p:spPr/>
        <p:txBody>
          <a:bodyPr/>
          <a:lstStyle/>
          <a:p>
            <a:r>
              <a:rPr lang="en-GB" dirty="0"/>
              <a:t>Why you shouldn’t use General Instructions for everything</a:t>
            </a:r>
          </a:p>
        </p:txBody>
      </p:sp>
      <p:sp>
        <p:nvSpPr>
          <p:cNvPr id="6" name="Text Placeholder 5">
            <a:extLst>
              <a:ext uri="{FF2B5EF4-FFF2-40B4-BE49-F238E27FC236}">
                <a16:creationId xmlns:a16="http://schemas.microsoft.com/office/drawing/2014/main" id="{6FAFBBFC-8BA6-01F9-E822-120FAA45664F}"/>
              </a:ext>
            </a:extLst>
          </p:cNvPr>
          <p:cNvSpPr>
            <a:spLocks noGrp="1"/>
          </p:cNvSpPr>
          <p:nvPr>
            <p:ph type="body" idx="106"/>
          </p:nvPr>
        </p:nvSpPr>
        <p:spPr/>
        <p:txBody>
          <a:bodyPr/>
          <a:lstStyle/>
          <a:p>
            <a:endParaRPr lang="en-GB" dirty="0"/>
          </a:p>
        </p:txBody>
      </p:sp>
    </p:spTree>
    <p:extLst>
      <p:ext uri="{BB962C8B-B14F-4D97-AF65-F5344CB8AC3E}">
        <p14:creationId xmlns:p14="http://schemas.microsoft.com/office/powerpoint/2010/main" val="518237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012C10-7140-DCB4-2B87-B22DCC282192}"/>
              </a:ext>
            </a:extLst>
          </p:cNvPr>
          <p:cNvSpPr>
            <a:spLocks noGrp="1"/>
          </p:cNvSpPr>
          <p:nvPr>
            <p:ph type="title" idx="103"/>
          </p:nvPr>
        </p:nvSpPr>
        <p:spPr>
          <a:xfrm>
            <a:off x="713232" y="713232"/>
            <a:ext cx="9954768" cy="777240"/>
          </a:xfrm>
        </p:spPr>
        <p:txBody>
          <a:bodyPr/>
          <a:lstStyle/>
          <a:p>
            <a:r>
              <a:rPr lang="en-GB" sz="2400" dirty="0"/>
              <a:t>How would Genie answer: "What are our trends for best-selling products for loyal customers in the West Region?"</a:t>
            </a:r>
          </a:p>
        </p:txBody>
      </p:sp>
      <p:sp>
        <p:nvSpPr>
          <p:cNvPr id="7" name="Text Placeholder 6">
            <a:extLst>
              <a:ext uri="{FF2B5EF4-FFF2-40B4-BE49-F238E27FC236}">
                <a16:creationId xmlns:a16="http://schemas.microsoft.com/office/drawing/2014/main" id="{8426D19D-0AB7-B42B-0F7B-6DC2A1567BAC}"/>
              </a:ext>
            </a:extLst>
          </p:cNvPr>
          <p:cNvSpPr>
            <a:spLocks noGrp="1"/>
          </p:cNvSpPr>
          <p:nvPr>
            <p:ph type="body" idx="104"/>
          </p:nvPr>
        </p:nvSpPr>
        <p:spPr>
          <a:xfrm>
            <a:off x="1170432" y="1984443"/>
            <a:ext cx="9829800" cy="3780817"/>
          </a:xfrm>
        </p:spPr>
        <p:txBody>
          <a:bodyPr numCol="2"/>
          <a:lstStyle/>
          <a:p>
            <a:r>
              <a:rPr lang="en-GB" sz="1200" dirty="0"/>
              <a:t>Product categories include Apparel, Electronics, Home, Grocery, Beauty and Outdoor products. </a:t>
            </a:r>
          </a:p>
          <a:p>
            <a:r>
              <a:rPr lang="en-GB" sz="1200" dirty="0"/>
              <a:t>Revenue refers to the total value of products sold before discounts and refunds. </a:t>
            </a:r>
          </a:p>
          <a:p>
            <a:r>
              <a:rPr lang="en-GB" sz="1200" dirty="0"/>
              <a:t>Net Revenue refers to revenue after discounts and excludes returned items. </a:t>
            </a:r>
          </a:p>
          <a:p>
            <a:r>
              <a:rPr lang="en-GB" sz="1200" dirty="0"/>
              <a:t>Gross Margin is calculated as net revenue minus product cost. </a:t>
            </a:r>
          </a:p>
          <a:p>
            <a:r>
              <a:rPr lang="en-GB" sz="1200" dirty="0"/>
              <a:t>Customers may be classified as Consumer, Business or VIP. </a:t>
            </a:r>
          </a:p>
          <a:p>
            <a:r>
              <a:rPr lang="en-GB" sz="1200" dirty="0"/>
              <a:t>Regional reporting is based on sales territories. The East region includes New York, Boston, Philadelphia and Washington. The West region includes Los Angeles, San Francisco, Seattle and Portland. The South region includes Dallas, Houston, Atlanta and Miami. The Central region includes Chicago, Minneapolis, St Louis and Kansas City. </a:t>
            </a:r>
          </a:p>
          <a:p>
            <a:r>
              <a:rPr lang="en-GB" sz="1200" dirty="0"/>
              <a:t>Loyal customers are customers with at least five purchases within a rolling twelve-month period. </a:t>
            </a:r>
          </a:p>
          <a:p>
            <a:r>
              <a:rPr lang="en-GB" sz="1200" dirty="0"/>
              <a:t>High-value customers are customers whose lifetime spend exceeds £5,000. </a:t>
            </a:r>
          </a:p>
          <a:p>
            <a:r>
              <a:rPr lang="en-GB" sz="1200" dirty="0"/>
              <a:t>Churned customers are customers who have not purchased during the previous six months. </a:t>
            </a:r>
          </a:p>
          <a:p>
            <a:r>
              <a:rPr lang="en-GB" sz="1200" dirty="0"/>
              <a:t>Repeat customers are customers with more than one order. </a:t>
            </a:r>
          </a:p>
          <a:p>
            <a:r>
              <a:rPr lang="en-GB" sz="1200" dirty="0"/>
              <a:t>New customers are customers making their first purchase. </a:t>
            </a:r>
          </a:p>
          <a:p>
            <a:r>
              <a:rPr lang="en-GB" sz="1200" dirty="0"/>
              <a:t>Market Basket analysis should consider products purchased within the same order. </a:t>
            </a:r>
          </a:p>
          <a:p>
            <a:r>
              <a:rPr lang="en-GB" sz="1200" dirty="0"/>
              <a:t>For regional performance, store performance should be assessed using net revenue. </a:t>
            </a:r>
          </a:p>
          <a:p>
            <a:r>
              <a:rPr lang="en-GB" sz="1200" dirty="0"/>
              <a:t>"Top Sellers", "Best Selling Products" and "Most Popular Products" all refer to products ranked by Revenue</a:t>
            </a:r>
          </a:p>
          <a:p>
            <a:r>
              <a:rPr lang="en-GB" sz="1200" dirty="0"/>
              <a:t>"Highest Revenue Products" refers to revenue generated and is not the same as popularity. </a:t>
            </a:r>
          </a:p>
          <a:p>
            <a:r>
              <a:rPr lang="en-GB" sz="1200" dirty="0"/>
              <a:t>"Profitable Products" refers to gross margin and not revenue</a:t>
            </a:r>
          </a:p>
          <a:p>
            <a:r>
              <a:rPr lang="en-GB" sz="1200" dirty="0"/>
              <a:t>If multiple metrics are available, prefer net revenue over revenue. </a:t>
            </a:r>
          </a:p>
          <a:p>
            <a:r>
              <a:rPr lang="en-GB" sz="1200" dirty="0"/>
              <a:t>If discussing customer performance, use customer count unless customer spend is explicitly requested. </a:t>
            </a:r>
          </a:p>
          <a:p>
            <a:r>
              <a:rPr lang="en-GB" sz="1200" dirty="0"/>
              <a:t>When discussing sales trends, monthly comparisons should be preferred over daily comparisons unless otherwise specified. </a:t>
            </a:r>
          </a:p>
        </p:txBody>
      </p:sp>
      <p:cxnSp>
        <p:nvCxnSpPr>
          <p:cNvPr id="13" name="Straight Connector 12">
            <a:extLst>
              <a:ext uri="{FF2B5EF4-FFF2-40B4-BE49-F238E27FC236}">
                <a16:creationId xmlns:a16="http://schemas.microsoft.com/office/drawing/2014/main" id="{A77502AE-8610-9674-559E-347532CEB90D}"/>
              </a:ext>
            </a:extLst>
          </p:cNvPr>
          <p:cNvCxnSpPr/>
          <p:nvPr/>
        </p:nvCxnSpPr>
        <p:spPr>
          <a:xfrm>
            <a:off x="4494179" y="4040221"/>
            <a:ext cx="1543455"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8CEC8C5-6149-941C-0FF4-8CD2FE0B251E}"/>
              </a:ext>
            </a:extLst>
          </p:cNvPr>
          <p:cNvCxnSpPr>
            <a:cxnSpLocks/>
          </p:cNvCxnSpPr>
          <p:nvPr/>
        </p:nvCxnSpPr>
        <p:spPr>
          <a:xfrm>
            <a:off x="1442936" y="4238017"/>
            <a:ext cx="297990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2340584-C7CE-66CB-0AF4-4A11AFEEF9BB}"/>
              </a:ext>
            </a:extLst>
          </p:cNvPr>
          <p:cNvCxnSpPr>
            <a:cxnSpLocks/>
          </p:cNvCxnSpPr>
          <p:nvPr/>
        </p:nvCxnSpPr>
        <p:spPr>
          <a:xfrm>
            <a:off x="1442936" y="3874851"/>
            <a:ext cx="292802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C1C4CE7D-2B7D-9940-2617-50CF0B00729A}"/>
              </a:ext>
            </a:extLst>
          </p:cNvPr>
          <p:cNvSpPr/>
          <p:nvPr/>
        </p:nvSpPr>
        <p:spPr>
          <a:xfrm>
            <a:off x="1170432" y="4623881"/>
            <a:ext cx="4925568" cy="421519"/>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CFC222EC-8F66-5477-2B31-000CAA533B83}"/>
              </a:ext>
            </a:extLst>
          </p:cNvPr>
          <p:cNvSpPr/>
          <p:nvPr/>
        </p:nvSpPr>
        <p:spPr>
          <a:xfrm>
            <a:off x="6096000" y="3479260"/>
            <a:ext cx="4925568" cy="421519"/>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0A29096A-ECC5-53F2-9AF2-17A65EB8A13B}"/>
              </a:ext>
            </a:extLst>
          </p:cNvPr>
          <p:cNvSpPr/>
          <p:nvPr/>
        </p:nvSpPr>
        <p:spPr>
          <a:xfrm>
            <a:off x="1112066" y="2396260"/>
            <a:ext cx="4925568" cy="421519"/>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DE1A4A0E-3312-ACA4-278E-524C93B66EF8}"/>
              </a:ext>
            </a:extLst>
          </p:cNvPr>
          <p:cNvSpPr/>
          <p:nvPr/>
        </p:nvSpPr>
        <p:spPr>
          <a:xfrm>
            <a:off x="6037634" y="5105164"/>
            <a:ext cx="4925568" cy="421519"/>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7219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charRg st="4294967295" end="4294967295"/>
                                            </p:txEl>
                                          </p:spTgt>
                                        </p:tgtEl>
                                        <p:attrNameLst>
                                          <p:attrName>style.visibility</p:attrName>
                                        </p:attrNameLst>
                                      </p:cBhvr>
                                      <p:to>
                                        <p:strVal val="visible"/>
                                      </p:to>
                                    </p:set>
                                    <p:animEffect transition="in" filter="fade">
                                      <p:cBhvr>
                                        <p:cTn id="7" dur="500"/>
                                        <p:tgtEl>
                                          <p:spTgt spid="7">
                                            <p:txEl>
                                              <p:char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100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grpId="0" nodeType="withEffect">
                                  <p:stCondLst>
                                    <p:cond delay="150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par>
                                <p:cTn id="22" presetID="10" presetClass="entr" presetSubtype="0" fill="hold" nodeType="withEffect">
                                  <p:stCondLst>
                                    <p:cond delay="200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nodeType="withEffect">
                                  <p:stCondLst>
                                    <p:cond delay="200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nodeType="withEffect">
                                  <p:stCondLst>
                                    <p:cond delay="200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p:bldP spid="19" grpId="0" animBg="1"/>
      <p:bldP spid="21" grpId="0" animBg="1"/>
      <p:bldP spid="23" grpId="0" animBg="1"/>
      <p:bldP spid="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47E6-8D44-7424-E04E-DA8705D859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582238-DB84-1315-DC32-65B0DD7B5DEF}"/>
              </a:ext>
            </a:extLst>
          </p:cNvPr>
          <p:cNvSpPr>
            <a:spLocks noGrp="1"/>
          </p:cNvSpPr>
          <p:nvPr>
            <p:ph type="title" idx="104"/>
          </p:nvPr>
        </p:nvSpPr>
        <p:spPr>
          <a:xfrm>
            <a:off x="713233" y="442225"/>
            <a:ext cx="9596959" cy="777240"/>
          </a:xfrm>
        </p:spPr>
        <p:txBody>
          <a:bodyPr/>
          <a:lstStyle/>
          <a:p>
            <a:r>
              <a:rPr lang="en-GB" sz="2800" dirty="0"/>
              <a:t>What are our trends for best-selling products for loyal customers in the West Region?</a:t>
            </a:r>
          </a:p>
        </p:txBody>
      </p:sp>
      <p:sp>
        <p:nvSpPr>
          <p:cNvPr id="4" name="Text Placeholder 3">
            <a:extLst>
              <a:ext uri="{FF2B5EF4-FFF2-40B4-BE49-F238E27FC236}">
                <a16:creationId xmlns:a16="http://schemas.microsoft.com/office/drawing/2014/main" id="{FB8876C4-AF76-406A-9930-42FE5361B5C6}"/>
              </a:ext>
            </a:extLst>
          </p:cNvPr>
          <p:cNvSpPr>
            <a:spLocks noGrp="1"/>
          </p:cNvSpPr>
          <p:nvPr>
            <p:ph type="body" idx="105"/>
          </p:nvPr>
        </p:nvSpPr>
        <p:spPr>
          <a:xfrm>
            <a:off x="713233" y="1575422"/>
            <a:ext cx="2420908" cy="411480"/>
          </a:xfrm>
        </p:spPr>
        <p:txBody>
          <a:bodyPr/>
          <a:lstStyle/>
          <a:p>
            <a:r>
              <a:rPr lang="en-GB" dirty="0"/>
              <a:t>General</a:t>
            </a:r>
          </a:p>
        </p:txBody>
      </p:sp>
      <p:sp>
        <p:nvSpPr>
          <p:cNvPr id="5" name="Text Placeholder 4">
            <a:extLst>
              <a:ext uri="{FF2B5EF4-FFF2-40B4-BE49-F238E27FC236}">
                <a16:creationId xmlns:a16="http://schemas.microsoft.com/office/drawing/2014/main" id="{EB50BCC9-7227-8EAB-E7CD-172F51DCC646}"/>
              </a:ext>
            </a:extLst>
          </p:cNvPr>
          <p:cNvSpPr>
            <a:spLocks noGrp="1"/>
          </p:cNvSpPr>
          <p:nvPr>
            <p:ph type="body" idx="106"/>
          </p:nvPr>
        </p:nvSpPr>
        <p:spPr>
          <a:xfrm>
            <a:off x="713232" y="2160637"/>
            <a:ext cx="2420908" cy="4124205"/>
          </a:xfrm>
          <a:solidFill>
            <a:schemeClr val="bg2"/>
          </a:solidFill>
          <a:ln w="12700">
            <a:solidFill>
              <a:schemeClr val="tx2"/>
            </a:solidFill>
          </a:ln>
        </p:spPr>
        <p:txBody>
          <a:bodyPr wrap="square" rtlCol="0"/>
          <a:lstStyle/>
          <a:p>
            <a:r>
              <a:rPr lang="en-GB" sz="1200" dirty="0"/>
              <a:t>If multiple metrics are available, prefer Net Revenue over Revenue</a:t>
            </a:r>
          </a:p>
          <a:p>
            <a:r>
              <a:rPr lang="en-GB" sz="1200" dirty="0"/>
              <a:t>When discussing sales trends, monthly comparisons should be preferred over daily comparisons unless otherwise specified.</a:t>
            </a:r>
          </a:p>
          <a:p>
            <a:r>
              <a:rPr lang="en-GB" sz="1200" dirty="0"/>
              <a:t>Market Basket analysis should consider products purchased within the same order.</a:t>
            </a:r>
          </a:p>
          <a:p>
            <a:r>
              <a:rPr lang="en-GB" sz="1200" dirty="0"/>
              <a:t>For regional performance, store performance should be assessed using Net Revenue.</a:t>
            </a:r>
          </a:p>
          <a:p>
            <a:r>
              <a:rPr lang="en-GB" sz="1200" dirty="0"/>
              <a:t>If discussing customer performance, use Customer Count unless customer spend is explicitly requested. </a:t>
            </a:r>
          </a:p>
        </p:txBody>
      </p:sp>
      <p:sp>
        <p:nvSpPr>
          <p:cNvPr id="6" name="Text Placeholder 5">
            <a:extLst>
              <a:ext uri="{FF2B5EF4-FFF2-40B4-BE49-F238E27FC236}">
                <a16:creationId xmlns:a16="http://schemas.microsoft.com/office/drawing/2014/main" id="{4951CB24-8F9E-EB9B-58EE-948B5AF5D4EE}"/>
              </a:ext>
            </a:extLst>
          </p:cNvPr>
          <p:cNvSpPr>
            <a:spLocks noGrp="1"/>
          </p:cNvSpPr>
          <p:nvPr>
            <p:ph type="body" idx="107"/>
          </p:nvPr>
        </p:nvSpPr>
        <p:spPr>
          <a:xfrm>
            <a:off x="3425687" y="1575422"/>
            <a:ext cx="8050033" cy="411480"/>
          </a:xfrm>
        </p:spPr>
        <p:txBody>
          <a:bodyPr/>
          <a:lstStyle/>
          <a:p>
            <a:r>
              <a:rPr lang="en-GB" dirty="0"/>
              <a:t>Fields</a:t>
            </a:r>
          </a:p>
        </p:txBody>
      </p:sp>
      <p:sp>
        <p:nvSpPr>
          <p:cNvPr id="7" name="Text Placeholder 6">
            <a:extLst>
              <a:ext uri="{FF2B5EF4-FFF2-40B4-BE49-F238E27FC236}">
                <a16:creationId xmlns:a16="http://schemas.microsoft.com/office/drawing/2014/main" id="{9EA903E3-06FA-FA02-26B9-22271AAB0DB0}"/>
              </a:ext>
            </a:extLst>
          </p:cNvPr>
          <p:cNvSpPr>
            <a:spLocks noGrp="1"/>
          </p:cNvSpPr>
          <p:nvPr>
            <p:ph type="body" idx="108"/>
          </p:nvPr>
        </p:nvSpPr>
        <p:spPr>
          <a:xfrm>
            <a:off x="3425687" y="2160638"/>
            <a:ext cx="8236226" cy="4114266"/>
          </a:xfrm>
        </p:spPr>
        <p:txBody>
          <a:bodyPr numCol="2">
            <a:noAutofit/>
          </a:bodyPr>
          <a:lstStyle/>
          <a:p>
            <a:r>
              <a:rPr lang="en-GB" sz="1200" b="1" dirty="0"/>
              <a:t>Revenue / Sales / Gross Sales / Pre-discount Revenue:-</a:t>
            </a:r>
            <a:br>
              <a:rPr lang="en-GB" sz="1200" dirty="0"/>
            </a:br>
            <a:r>
              <a:rPr lang="en-GB" sz="1200" dirty="0"/>
              <a:t>Total value of products sold before discounts and refunds.  </a:t>
            </a:r>
          </a:p>
          <a:p>
            <a:r>
              <a:rPr lang="en-GB" sz="1200" b="1" dirty="0"/>
              <a:t>Net Revenue / Sales Revenue / Actual Revenue / Adjusted Revenue / Net Sales:-</a:t>
            </a:r>
            <a:br>
              <a:rPr lang="en-GB" sz="1200" dirty="0"/>
            </a:br>
            <a:r>
              <a:rPr lang="en-GB" sz="1200" dirty="0"/>
              <a:t>Revenue after discounts and excluding returned items.</a:t>
            </a:r>
          </a:p>
          <a:p>
            <a:r>
              <a:rPr lang="en-GB" sz="1200" b="1" dirty="0"/>
              <a:t>Gross Margin / Profit / Profitability / Margin:-</a:t>
            </a:r>
            <a:br>
              <a:rPr lang="en-GB" sz="1200" dirty="0"/>
            </a:br>
            <a:r>
              <a:rPr lang="en-GB" sz="1200" dirty="0"/>
              <a:t>Net Revenue minus product cost.</a:t>
            </a:r>
          </a:p>
          <a:p>
            <a:r>
              <a:rPr lang="en-GB" sz="1200" b="1" dirty="0"/>
              <a:t>Customer Classification:-</a:t>
            </a:r>
            <a:br>
              <a:rPr lang="en-GB" sz="1200" dirty="0"/>
            </a:br>
            <a:r>
              <a:rPr lang="en-GB" sz="1200" dirty="0"/>
              <a:t>Values: Consumer, Business, VIP </a:t>
            </a:r>
          </a:p>
          <a:p>
            <a:r>
              <a:rPr lang="en-GB" sz="1200" b="1" dirty="0"/>
              <a:t>Product Category:-</a:t>
            </a:r>
            <a:br>
              <a:rPr lang="en-GB" sz="1200" dirty="0"/>
            </a:br>
            <a:r>
              <a:rPr lang="en-GB" sz="1200" dirty="0"/>
              <a:t>High-level grouping of products. Values: Apparel, Electronics, Home, Grocery, Beauty, Outdoor </a:t>
            </a:r>
          </a:p>
          <a:p>
            <a:r>
              <a:rPr lang="en-GB" sz="1200" b="1" dirty="0"/>
              <a:t>Net Revenue Ranking / Top Sellers / </a:t>
            </a:r>
            <a:br>
              <a:rPr lang="en-GB" sz="1200" b="1" dirty="0"/>
            </a:br>
            <a:r>
              <a:rPr lang="en-GB" sz="1200" b="1" dirty="0"/>
              <a:t>Best Selling Products / Most Popular Products:-</a:t>
            </a:r>
            <a:br>
              <a:rPr lang="en-GB" sz="1200" dirty="0"/>
            </a:br>
            <a:r>
              <a:rPr lang="en-GB" sz="1200" dirty="0"/>
              <a:t>Ranking of products by Revenue.</a:t>
            </a:r>
          </a:p>
          <a:p>
            <a:r>
              <a:rPr lang="en-GB" sz="1200" b="1" dirty="0"/>
              <a:t>Revenue Ranking / Highest Revenue Products:-</a:t>
            </a:r>
            <a:br>
              <a:rPr lang="en-GB" sz="1200" dirty="0"/>
            </a:br>
            <a:r>
              <a:rPr lang="en-GB" sz="1200" dirty="0"/>
              <a:t>Ranking of products by Revenue.</a:t>
            </a:r>
            <a:endParaRPr lang="en-GB" sz="1200" b="1" dirty="0"/>
          </a:p>
          <a:p>
            <a:r>
              <a:rPr lang="en-GB" sz="1200" b="1" dirty="0"/>
              <a:t>Gross Margin Ranking / Profitable Products / Most Profitable Products:-</a:t>
            </a:r>
            <a:br>
              <a:rPr lang="en-GB" sz="1200" dirty="0"/>
            </a:br>
            <a:r>
              <a:rPr lang="en-GB" sz="1200" dirty="0"/>
              <a:t>Ranking of products by Gross Margin.</a:t>
            </a:r>
          </a:p>
          <a:p>
            <a:r>
              <a:rPr lang="en-GB" sz="1200" b="1" dirty="0"/>
              <a:t>Loyal customers:-</a:t>
            </a:r>
            <a:br>
              <a:rPr lang="en-GB" sz="1200" dirty="0"/>
            </a:br>
            <a:r>
              <a:rPr lang="en-GB" sz="1200" dirty="0"/>
              <a:t>Customers with at least five purchases within a rolling twelve-month period.</a:t>
            </a:r>
          </a:p>
          <a:p>
            <a:r>
              <a:rPr lang="en-GB" sz="1200" b="1" dirty="0"/>
              <a:t>High-value customers:-</a:t>
            </a:r>
            <a:br>
              <a:rPr lang="en-GB" sz="1200" dirty="0"/>
            </a:br>
            <a:r>
              <a:rPr lang="en-GB" sz="1200" dirty="0"/>
              <a:t>Customers whose lifetime spend exceeds £5,000. </a:t>
            </a:r>
          </a:p>
          <a:p>
            <a:r>
              <a:rPr lang="en-GB" sz="1200" b="1" dirty="0"/>
              <a:t>Churned customers:-</a:t>
            </a:r>
            <a:br>
              <a:rPr lang="en-GB" sz="1200" dirty="0"/>
            </a:br>
            <a:r>
              <a:rPr lang="en-GB" sz="1200" dirty="0"/>
              <a:t>Customers who have not purchased during the previous six months.</a:t>
            </a:r>
          </a:p>
          <a:p>
            <a:r>
              <a:rPr lang="en-GB" sz="1200" b="1" dirty="0"/>
              <a:t>Repeat customers:- </a:t>
            </a:r>
            <a:br>
              <a:rPr lang="en-GB" sz="1200" dirty="0"/>
            </a:br>
            <a:r>
              <a:rPr lang="en-GB" sz="1200" dirty="0"/>
              <a:t>Customers with more than one order.</a:t>
            </a:r>
          </a:p>
          <a:p>
            <a:r>
              <a:rPr lang="en-GB" sz="1200" b="1" dirty="0"/>
              <a:t>New customers:- </a:t>
            </a:r>
            <a:br>
              <a:rPr lang="en-GB" sz="1200" dirty="0"/>
            </a:br>
            <a:r>
              <a:rPr lang="en-GB" sz="1200" dirty="0"/>
              <a:t>Customers making their first purchase.</a:t>
            </a:r>
          </a:p>
          <a:p>
            <a:r>
              <a:rPr lang="en-GB" sz="1200" b="1" dirty="0"/>
              <a:t>Sales Territory / Region:-</a:t>
            </a:r>
          </a:p>
          <a:p>
            <a:pPr marL="450850" lvl="1" indent="-185738">
              <a:tabLst>
                <a:tab pos="536575" algn="l"/>
              </a:tabLst>
            </a:pPr>
            <a:r>
              <a:rPr lang="en-GB" sz="1100" dirty="0"/>
              <a:t>East: New York, Boston, Philadelphia, Washington </a:t>
            </a:r>
          </a:p>
          <a:p>
            <a:pPr marL="450850" lvl="1" indent="-185738">
              <a:tabLst>
                <a:tab pos="536575" algn="l"/>
              </a:tabLst>
            </a:pPr>
            <a:r>
              <a:rPr lang="en-GB" sz="1100" dirty="0"/>
              <a:t>West: Los Angeles, San Francisco, Seattle, Portland </a:t>
            </a:r>
          </a:p>
          <a:p>
            <a:pPr marL="450850" lvl="1" indent="-185738">
              <a:tabLst>
                <a:tab pos="536575" algn="l"/>
              </a:tabLst>
            </a:pPr>
            <a:r>
              <a:rPr lang="en-GB" sz="1100" dirty="0"/>
              <a:t>South: Dallas, Houston, Atlanta, Miami</a:t>
            </a:r>
          </a:p>
          <a:p>
            <a:pPr marL="450850" lvl="1" indent="-185738">
              <a:tabLst>
                <a:tab pos="536575" algn="l"/>
              </a:tabLst>
            </a:pPr>
            <a:r>
              <a:rPr lang="en-GB" sz="1100" dirty="0"/>
              <a:t>Central: Chicago, Minneapolis, St Louis, Kansas City</a:t>
            </a:r>
          </a:p>
          <a:p>
            <a:pPr marL="0" indent="0">
              <a:buNone/>
              <a:tabLst>
                <a:tab pos="536575" algn="l"/>
              </a:tabLst>
            </a:pPr>
            <a:br>
              <a:rPr lang="en-GB" sz="1200" dirty="0"/>
            </a:br>
            <a:endParaRPr lang="en-GB" sz="1200" dirty="0"/>
          </a:p>
        </p:txBody>
      </p:sp>
      <p:sp>
        <p:nvSpPr>
          <p:cNvPr id="3" name="Rectangle 2">
            <a:extLst>
              <a:ext uri="{FF2B5EF4-FFF2-40B4-BE49-F238E27FC236}">
                <a16:creationId xmlns:a16="http://schemas.microsoft.com/office/drawing/2014/main" id="{F8079A0C-AEFB-C848-E137-94A7E2A22C87}"/>
              </a:ext>
            </a:extLst>
          </p:cNvPr>
          <p:cNvSpPr/>
          <p:nvPr/>
        </p:nvSpPr>
        <p:spPr>
          <a:xfrm>
            <a:off x="3644348" y="2385391"/>
            <a:ext cx="3710609" cy="1722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362ADE9B-77CF-2B32-C060-B9CA7970291E}"/>
              </a:ext>
            </a:extLst>
          </p:cNvPr>
          <p:cNvSpPr/>
          <p:nvPr/>
        </p:nvSpPr>
        <p:spPr>
          <a:xfrm>
            <a:off x="3656407" y="3388974"/>
            <a:ext cx="3710609" cy="1722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1FE4F155-ECFA-4710-4F44-8553D181ADEF}"/>
              </a:ext>
            </a:extLst>
          </p:cNvPr>
          <p:cNvSpPr/>
          <p:nvPr/>
        </p:nvSpPr>
        <p:spPr>
          <a:xfrm>
            <a:off x="3656407" y="3786006"/>
            <a:ext cx="3710609" cy="1722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D59CC321-A50C-3981-7D70-671244E8FC76}"/>
              </a:ext>
            </a:extLst>
          </p:cNvPr>
          <p:cNvSpPr/>
          <p:nvPr/>
        </p:nvSpPr>
        <p:spPr>
          <a:xfrm>
            <a:off x="3656407" y="4217771"/>
            <a:ext cx="3831071" cy="3409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B0548B3F-9AEE-FC76-0DAA-71A59DA5330E}"/>
              </a:ext>
            </a:extLst>
          </p:cNvPr>
          <p:cNvSpPr/>
          <p:nvPr/>
        </p:nvSpPr>
        <p:spPr>
          <a:xfrm>
            <a:off x="3656407" y="4937563"/>
            <a:ext cx="3710609" cy="1895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F8B80D1-E470-718D-E107-00222522FA04}"/>
              </a:ext>
            </a:extLst>
          </p:cNvPr>
          <p:cNvSpPr/>
          <p:nvPr/>
        </p:nvSpPr>
        <p:spPr>
          <a:xfrm>
            <a:off x="3656407" y="5943866"/>
            <a:ext cx="3710609" cy="3409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72D665AF-0914-5DA0-254B-6D64B26E3361}"/>
              </a:ext>
            </a:extLst>
          </p:cNvPr>
          <p:cNvSpPr/>
          <p:nvPr/>
        </p:nvSpPr>
        <p:spPr>
          <a:xfrm>
            <a:off x="7653130" y="2387181"/>
            <a:ext cx="3962400" cy="4111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4CE46516-135E-D124-4DBD-1ECC5B3D9A37}"/>
              </a:ext>
            </a:extLst>
          </p:cNvPr>
          <p:cNvSpPr/>
          <p:nvPr/>
        </p:nvSpPr>
        <p:spPr>
          <a:xfrm>
            <a:off x="7543800" y="4786173"/>
            <a:ext cx="3710609" cy="9122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549C20C4-C1FD-FDC0-7457-72E534685E3E}"/>
              </a:ext>
            </a:extLst>
          </p:cNvPr>
          <p:cNvSpPr/>
          <p:nvPr/>
        </p:nvSpPr>
        <p:spPr>
          <a:xfrm>
            <a:off x="7367016" y="2972063"/>
            <a:ext cx="3710609" cy="1722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FD973176-5C61-1700-2686-4D52E80D376E}"/>
              </a:ext>
            </a:extLst>
          </p:cNvPr>
          <p:cNvSpPr/>
          <p:nvPr/>
        </p:nvSpPr>
        <p:spPr>
          <a:xfrm>
            <a:off x="7653130" y="3379903"/>
            <a:ext cx="3770244" cy="3337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24938621-5DEA-C2DC-5A43-6C10A0BE09B8}"/>
              </a:ext>
            </a:extLst>
          </p:cNvPr>
          <p:cNvSpPr/>
          <p:nvPr/>
        </p:nvSpPr>
        <p:spPr>
          <a:xfrm>
            <a:off x="7543800" y="3976509"/>
            <a:ext cx="3710609" cy="1722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0B79A90D-7221-54D4-58FF-44A0D71A4BFA}"/>
              </a:ext>
            </a:extLst>
          </p:cNvPr>
          <p:cNvSpPr/>
          <p:nvPr/>
        </p:nvSpPr>
        <p:spPr>
          <a:xfrm>
            <a:off x="7653129" y="4373547"/>
            <a:ext cx="3710609" cy="1722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2855779C-2DD1-820D-DB6F-7DBF415F87C5}"/>
              </a:ext>
            </a:extLst>
          </p:cNvPr>
          <p:cNvSpPr/>
          <p:nvPr/>
        </p:nvSpPr>
        <p:spPr>
          <a:xfrm>
            <a:off x="3629439" y="5354575"/>
            <a:ext cx="3710609" cy="1722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C8ABD444-FB63-EC18-973D-AF00A96C719D}"/>
              </a:ext>
            </a:extLst>
          </p:cNvPr>
          <p:cNvSpPr/>
          <p:nvPr/>
        </p:nvSpPr>
        <p:spPr>
          <a:xfrm>
            <a:off x="713233" y="2749826"/>
            <a:ext cx="2420908" cy="98066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AAFF3BCE-C7B0-7CB3-051A-6F2AF4454161}"/>
              </a:ext>
            </a:extLst>
          </p:cNvPr>
          <p:cNvSpPr/>
          <p:nvPr/>
        </p:nvSpPr>
        <p:spPr>
          <a:xfrm>
            <a:off x="7543799" y="2154011"/>
            <a:ext cx="4118113" cy="655453"/>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8AE833EC-621A-27E7-328E-2CB0FABBC742}"/>
              </a:ext>
            </a:extLst>
          </p:cNvPr>
          <p:cNvSpPr/>
          <p:nvPr/>
        </p:nvSpPr>
        <p:spPr>
          <a:xfrm>
            <a:off x="7543797" y="4564649"/>
            <a:ext cx="4118113" cy="119342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ED02C018-A984-41DF-9C84-D95C23E82F2E}"/>
              </a:ext>
            </a:extLst>
          </p:cNvPr>
          <p:cNvSpPr/>
          <p:nvPr/>
        </p:nvSpPr>
        <p:spPr>
          <a:xfrm>
            <a:off x="3452656" y="4564648"/>
            <a:ext cx="3749902" cy="60370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265B1874-EB99-6DE5-BA07-AF4C1774AEF6}"/>
              </a:ext>
            </a:extLst>
          </p:cNvPr>
          <p:cNvSpPr/>
          <p:nvPr/>
        </p:nvSpPr>
        <p:spPr>
          <a:xfrm>
            <a:off x="3452656" y="2178817"/>
            <a:ext cx="3995066" cy="411658"/>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F3DFF759-0307-A13D-C814-BF23B802A02D}"/>
              </a:ext>
            </a:extLst>
          </p:cNvPr>
          <p:cNvSpPr/>
          <p:nvPr/>
        </p:nvSpPr>
        <p:spPr>
          <a:xfrm>
            <a:off x="3656407" y="2969290"/>
            <a:ext cx="3710609" cy="1722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4958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75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grpId="0" nodeType="withEffect">
                                  <p:stCondLst>
                                    <p:cond delay="75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500"/>
                                        <p:tgtEl>
                                          <p:spTgt spid="44"/>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500"/>
                                        <p:tgtEl>
                                          <p:spTgt spid="43"/>
                                        </p:tgtEl>
                                      </p:cBhvr>
                                    </p:animEffect>
                                  </p:childTnLst>
                                </p:cTn>
                              </p:par>
                              <p:par>
                                <p:cTn id="17" presetID="10" presetClass="entr" presetSubtype="0" fill="hold" grpId="0" nodeType="withEffect">
                                  <p:stCondLst>
                                    <p:cond delay="75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500"/>
                                        <p:tgtEl>
                                          <p:spTgt spid="41"/>
                                        </p:tgtEl>
                                      </p:cBhvr>
                                    </p:animEffect>
                                  </p:childTnLst>
                                </p:cTn>
                              </p:par>
                              <p:par>
                                <p:cTn id="20" presetID="10" presetClass="exit" presetSubtype="0" fill="hold" grpId="0" nodeType="withEffect">
                                  <p:stCondLst>
                                    <p:cond delay="1500"/>
                                  </p:stCondLst>
                                  <p:childTnLst>
                                    <p:animEffect transition="out" filter="fade">
                                      <p:cBhvr>
                                        <p:cTn id="21" dur="500"/>
                                        <p:tgtEl>
                                          <p:spTgt spid="23"/>
                                        </p:tgtEl>
                                      </p:cBhvr>
                                    </p:animEffect>
                                    <p:set>
                                      <p:cBhvr>
                                        <p:cTn id="22" dur="1" fill="hold">
                                          <p:stCondLst>
                                            <p:cond delay="499"/>
                                          </p:stCondLst>
                                        </p:cTn>
                                        <p:tgtEl>
                                          <p:spTgt spid="23"/>
                                        </p:tgtEl>
                                        <p:attrNameLst>
                                          <p:attrName>style.visibility</p:attrName>
                                        </p:attrNameLst>
                                      </p:cBhvr>
                                      <p:to>
                                        <p:strVal val="hidden"/>
                                      </p:to>
                                    </p:set>
                                  </p:childTnLst>
                                </p:cTn>
                              </p:par>
                              <p:par>
                                <p:cTn id="23" presetID="10" presetClass="exit" presetSubtype="0" fill="hold" grpId="0" nodeType="withEffect">
                                  <p:stCondLst>
                                    <p:cond delay="1500"/>
                                  </p:stCondLst>
                                  <p:childTnLst>
                                    <p:animEffect transition="out" filter="fade">
                                      <p:cBhvr>
                                        <p:cTn id="24" dur="500"/>
                                        <p:tgtEl>
                                          <p:spTgt spid="27"/>
                                        </p:tgtEl>
                                      </p:cBhvr>
                                    </p:animEffect>
                                    <p:set>
                                      <p:cBhvr>
                                        <p:cTn id="25" dur="1" fill="hold">
                                          <p:stCondLst>
                                            <p:cond delay="499"/>
                                          </p:stCondLst>
                                        </p:cTn>
                                        <p:tgtEl>
                                          <p:spTgt spid="27"/>
                                        </p:tgtEl>
                                        <p:attrNameLst>
                                          <p:attrName>style.visibility</p:attrName>
                                        </p:attrNameLst>
                                      </p:cBhvr>
                                      <p:to>
                                        <p:strVal val="hidden"/>
                                      </p:to>
                                    </p:set>
                                  </p:childTnLst>
                                </p:cTn>
                              </p:par>
                              <p:par>
                                <p:cTn id="26" presetID="10" presetClass="exit" presetSubtype="0" fill="hold" grpId="0" nodeType="withEffect">
                                  <p:stCondLst>
                                    <p:cond delay="1500"/>
                                  </p:stCondLst>
                                  <p:childTnLst>
                                    <p:animEffect transition="out" filter="fade">
                                      <p:cBhvr>
                                        <p:cTn id="27" dur="500"/>
                                        <p:tgtEl>
                                          <p:spTgt spid="29"/>
                                        </p:tgtEl>
                                      </p:cBhvr>
                                    </p:animEffect>
                                    <p:set>
                                      <p:cBhvr>
                                        <p:cTn id="28" dur="1" fill="hold">
                                          <p:stCondLst>
                                            <p:cond delay="499"/>
                                          </p:stCondLst>
                                        </p:cTn>
                                        <p:tgtEl>
                                          <p:spTgt spid="29"/>
                                        </p:tgtEl>
                                        <p:attrNameLst>
                                          <p:attrName>style.visibility</p:attrName>
                                        </p:attrNameLst>
                                      </p:cBhvr>
                                      <p:to>
                                        <p:strVal val="hidden"/>
                                      </p:to>
                                    </p:set>
                                  </p:childTnLst>
                                </p:cTn>
                              </p:par>
                              <p:par>
                                <p:cTn id="29" presetID="10" presetClass="entr" presetSubtype="0" fill="hold" grpId="0" nodeType="withEffect">
                                  <p:stCondLst>
                                    <p:cond delay="2250"/>
                                  </p:stCondLst>
                                  <p:childTnLst>
                                    <p:set>
                                      <p:cBhvr>
                                        <p:cTn id="30" dur="1" fill="hold">
                                          <p:stCondLst>
                                            <p:cond delay="0"/>
                                          </p:stCondLst>
                                        </p:cTn>
                                        <p:tgtEl>
                                          <p:spTgt spid="45"/>
                                        </p:tgtEl>
                                        <p:attrNameLst>
                                          <p:attrName>style.visibility</p:attrName>
                                        </p:attrNameLst>
                                      </p:cBhvr>
                                      <p:to>
                                        <p:strVal val="visible"/>
                                      </p:to>
                                    </p:set>
                                    <p:animEffect transition="in" filter="fade">
                                      <p:cBhvr>
                                        <p:cTn id="31" dur="500"/>
                                        <p:tgtEl>
                                          <p:spTgt spid="45"/>
                                        </p:tgtEl>
                                      </p:cBhvr>
                                    </p:animEffect>
                                  </p:childTnLst>
                                </p:cTn>
                              </p:par>
                              <p:par>
                                <p:cTn id="32" presetID="10" presetClass="exit" presetSubtype="0" fill="hold" grpId="0" nodeType="withEffect">
                                  <p:stCondLst>
                                    <p:cond delay="3000"/>
                                  </p:stCondLst>
                                  <p:childTnLst>
                                    <p:animEffect transition="out" filter="fade">
                                      <p:cBhvr>
                                        <p:cTn id="33" dur="500"/>
                                        <p:tgtEl>
                                          <p:spTgt spid="3"/>
                                        </p:tgtEl>
                                      </p:cBhvr>
                                    </p:animEffect>
                                    <p:set>
                                      <p:cBhvr>
                                        <p:cTn id="34"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23" grpId="0" animBg="1"/>
      <p:bldP spid="27" grpId="0" animBg="1"/>
      <p:bldP spid="29" grpId="0" animBg="1"/>
      <p:bldP spid="40" grpId="0" animBg="1"/>
      <p:bldP spid="41" grpId="0" animBg="1"/>
      <p:bldP spid="43" grpId="0" animBg="1"/>
      <p:bldP spid="44" grpId="0" animBg="1"/>
      <p:bldP spid="4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6E924-F4FB-E71E-5436-DD2554FD795E}"/>
              </a:ext>
            </a:extLst>
          </p:cNvPr>
          <p:cNvSpPr>
            <a:spLocks noGrp="1"/>
          </p:cNvSpPr>
          <p:nvPr>
            <p:ph type="title" idx="104"/>
          </p:nvPr>
        </p:nvSpPr>
        <p:spPr>
          <a:xfrm>
            <a:off x="713233" y="442225"/>
            <a:ext cx="9596959" cy="777240"/>
          </a:xfrm>
        </p:spPr>
        <p:txBody>
          <a:bodyPr/>
          <a:lstStyle/>
          <a:p>
            <a:r>
              <a:rPr lang="en-GB" sz="2800" dirty="0"/>
              <a:t>What are our trends for best-selling products for loyal customers in the West Region?</a:t>
            </a:r>
          </a:p>
        </p:txBody>
      </p:sp>
      <p:sp>
        <p:nvSpPr>
          <p:cNvPr id="4" name="Text Placeholder 3">
            <a:extLst>
              <a:ext uri="{FF2B5EF4-FFF2-40B4-BE49-F238E27FC236}">
                <a16:creationId xmlns:a16="http://schemas.microsoft.com/office/drawing/2014/main" id="{375A3906-379B-DB84-9509-73179E4A0660}"/>
              </a:ext>
            </a:extLst>
          </p:cNvPr>
          <p:cNvSpPr>
            <a:spLocks noGrp="1"/>
          </p:cNvSpPr>
          <p:nvPr>
            <p:ph type="body" idx="105"/>
          </p:nvPr>
        </p:nvSpPr>
        <p:spPr>
          <a:xfrm>
            <a:off x="713233" y="1575422"/>
            <a:ext cx="2420908" cy="411480"/>
          </a:xfrm>
        </p:spPr>
        <p:txBody>
          <a:bodyPr/>
          <a:lstStyle/>
          <a:p>
            <a:r>
              <a:rPr lang="en-GB" dirty="0"/>
              <a:t>General</a:t>
            </a:r>
          </a:p>
        </p:txBody>
      </p:sp>
      <p:sp>
        <p:nvSpPr>
          <p:cNvPr id="5" name="Text Placeholder 4">
            <a:extLst>
              <a:ext uri="{FF2B5EF4-FFF2-40B4-BE49-F238E27FC236}">
                <a16:creationId xmlns:a16="http://schemas.microsoft.com/office/drawing/2014/main" id="{778B360B-5A0D-8464-5A53-431319E82873}"/>
              </a:ext>
            </a:extLst>
          </p:cNvPr>
          <p:cNvSpPr>
            <a:spLocks noGrp="1"/>
          </p:cNvSpPr>
          <p:nvPr>
            <p:ph type="body" idx="106"/>
          </p:nvPr>
        </p:nvSpPr>
        <p:spPr>
          <a:xfrm>
            <a:off x="713232" y="2160636"/>
            <a:ext cx="2420908" cy="4114267"/>
          </a:xfrm>
          <a:solidFill>
            <a:schemeClr val="bg2"/>
          </a:solidFill>
          <a:ln w="12700">
            <a:solidFill>
              <a:schemeClr val="tx2"/>
            </a:solidFill>
          </a:ln>
        </p:spPr>
        <p:txBody>
          <a:bodyPr/>
          <a:lstStyle/>
          <a:p>
            <a:r>
              <a:rPr lang="en-GB" sz="1200" dirty="0"/>
              <a:t>If multiple metrics are available, prefer Net Revenue over Revenue</a:t>
            </a:r>
          </a:p>
          <a:p>
            <a:r>
              <a:rPr lang="en-GB" sz="1200" dirty="0"/>
              <a:t>When discussing sales trends, monthly comparisons should be preferred over daily comparisons unless otherwise specified.</a:t>
            </a:r>
          </a:p>
          <a:p>
            <a:r>
              <a:rPr lang="en-GB" sz="1200" dirty="0"/>
              <a:t>Market Basket analysis should consider products purchased within the same order.</a:t>
            </a:r>
          </a:p>
          <a:p>
            <a:r>
              <a:rPr lang="en-GB" sz="1200" dirty="0"/>
              <a:t>For regional performance, store performance should be assessed using Net Revenue.</a:t>
            </a:r>
          </a:p>
          <a:p>
            <a:r>
              <a:rPr lang="en-GB" sz="1200" dirty="0"/>
              <a:t>If discussing customer performance, use Customer Count unless customer spend is explicitly requested. </a:t>
            </a:r>
          </a:p>
        </p:txBody>
      </p:sp>
      <p:sp>
        <p:nvSpPr>
          <p:cNvPr id="6" name="Text Placeholder 5">
            <a:extLst>
              <a:ext uri="{FF2B5EF4-FFF2-40B4-BE49-F238E27FC236}">
                <a16:creationId xmlns:a16="http://schemas.microsoft.com/office/drawing/2014/main" id="{BA70700C-FBAC-8BB4-2115-01B15A59E7F6}"/>
              </a:ext>
            </a:extLst>
          </p:cNvPr>
          <p:cNvSpPr>
            <a:spLocks noGrp="1"/>
          </p:cNvSpPr>
          <p:nvPr>
            <p:ph type="body" idx="107"/>
          </p:nvPr>
        </p:nvSpPr>
        <p:spPr>
          <a:xfrm>
            <a:off x="3425687" y="1575422"/>
            <a:ext cx="8050033" cy="411480"/>
          </a:xfrm>
        </p:spPr>
        <p:txBody>
          <a:bodyPr/>
          <a:lstStyle/>
          <a:p>
            <a:r>
              <a:rPr lang="en-GB" dirty="0"/>
              <a:t>Fields</a:t>
            </a:r>
          </a:p>
        </p:txBody>
      </p:sp>
      <p:sp>
        <p:nvSpPr>
          <p:cNvPr id="7" name="Text Placeholder 6">
            <a:extLst>
              <a:ext uri="{FF2B5EF4-FFF2-40B4-BE49-F238E27FC236}">
                <a16:creationId xmlns:a16="http://schemas.microsoft.com/office/drawing/2014/main" id="{3A3D5F97-598E-DCB7-D2E5-5BB68F1F6606}"/>
              </a:ext>
            </a:extLst>
          </p:cNvPr>
          <p:cNvSpPr>
            <a:spLocks noGrp="1"/>
          </p:cNvSpPr>
          <p:nvPr>
            <p:ph type="body" idx="108"/>
          </p:nvPr>
        </p:nvSpPr>
        <p:spPr>
          <a:xfrm>
            <a:off x="3425687" y="2160638"/>
            <a:ext cx="8236226" cy="4114266"/>
          </a:xfrm>
        </p:spPr>
        <p:txBody>
          <a:bodyPr numCol="2">
            <a:noAutofit/>
          </a:bodyPr>
          <a:lstStyle/>
          <a:p>
            <a:r>
              <a:rPr lang="en-GB" sz="1200" b="1" dirty="0"/>
              <a:t>Revenue / Sales / Gross Sales / Pre-discount Revenue:-</a:t>
            </a:r>
            <a:br>
              <a:rPr lang="en-GB" sz="1200" dirty="0"/>
            </a:br>
            <a:r>
              <a:rPr lang="en-GB" sz="1200" dirty="0"/>
              <a:t>Total value of products sold before discounts and refunds.  </a:t>
            </a:r>
          </a:p>
          <a:p>
            <a:r>
              <a:rPr lang="en-GB" sz="1200" b="1" dirty="0"/>
              <a:t>Net Revenue / Sales Revenue / Actual Revenue / Adjusted Revenue / Net Sales:-</a:t>
            </a:r>
            <a:br>
              <a:rPr lang="en-GB" sz="1200" dirty="0"/>
            </a:br>
            <a:r>
              <a:rPr lang="en-GB" sz="1200" dirty="0"/>
              <a:t>Revenue after discounts and excluding returned items.</a:t>
            </a:r>
          </a:p>
          <a:p>
            <a:r>
              <a:rPr lang="en-GB" sz="1200" b="1" dirty="0"/>
              <a:t>Gross Margin / Profit / Profitability / Margin:-</a:t>
            </a:r>
            <a:br>
              <a:rPr lang="en-GB" sz="1200" dirty="0"/>
            </a:br>
            <a:r>
              <a:rPr lang="en-GB" sz="1200" dirty="0"/>
              <a:t>Net Revenue minus product cost.</a:t>
            </a:r>
          </a:p>
          <a:p>
            <a:r>
              <a:rPr lang="en-GB" sz="1200" b="1" dirty="0"/>
              <a:t>Customer Classification:-</a:t>
            </a:r>
            <a:br>
              <a:rPr lang="en-GB" sz="1200" dirty="0"/>
            </a:br>
            <a:r>
              <a:rPr lang="en-GB" sz="1200" dirty="0"/>
              <a:t>Values: Consumer, Business, VIP </a:t>
            </a:r>
          </a:p>
          <a:p>
            <a:r>
              <a:rPr lang="en-GB" sz="1200" b="1" dirty="0"/>
              <a:t>Product Category:-</a:t>
            </a:r>
            <a:br>
              <a:rPr lang="en-GB" sz="1200" dirty="0"/>
            </a:br>
            <a:r>
              <a:rPr lang="en-GB" sz="1200" dirty="0"/>
              <a:t>High-level grouping of products. Values: Apparel, Electronics, Home, Grocery, Beauty, Outdoor </a:t>
            </a:r>
          </a:p>
          <a:p>
            <a:r>
              <a:rPr lang="en-GB" sz="1200" b="1" dirty="0"/>
              <a:t>Net Revenue Ranking / Top Sellers / </a:t>
            </a:r>
            <a:br>
              <a:rPr lang="en-GB" sz="1200" b="1" dirty="0"/>
            </a:br>
            <a:r>
              <a:rPr lang="en-GB" sz="1200" b="1" dirty="0"/>
              <a:t>Best Selling Products / Most Popular Products:-</a:t>
            </a:r>
            <a:br>
              <a:rPr lang="en-GB" sz="1200" dirty="0"/>
            </a:br>
            <a:r>
              <a:rPr lang="en-GB" sz="1200" dirty="0"/>
              <a:t>Ranking of products by Revenue.</a:t>
            </a:r>
          </a:p>
          <a:p>
            <a:r>
              <a:rPr lang="en-GB" sz="1200" b="1" dirty="0"/>
              <a:t>Revenue Ranking / Highest Revenue Products:-</a:t>
            </a:r>
            <a:br>
              <a:rPr lang="en-GB" sz="1200" dirty="0"/>
            </a:br>
            <a:r>
              <a:rPr lang="en-GB" sz="1200" dirty="0"/>
              <a:t>Ranking of products by Revenue.</a:t>
            </a:r>
            <a:endParaRPr lang="en-GB" sz="1200" b="1" dirty="0"/>
          </a:p>
          <a:p>
            <a:r>
              <a:rPr lang="en-GB" sz="1200" b="1" dirty="0"/>
              <a:t>Gross Margin Ranking / Profitable Products / Most Profitable Products:-</a:t>
            </a:r>
            <a:br>
              <a:rPr lang="en-GB" sz="1200" dirty="0"/>
            </a:br>
            <a:r>
              <a:rPr lang="en-GB" sz="1200" dirty="0"/>
              <a:t>Ranking of products by Gross Margin.</a:t>
            </a:r>
          </a:p>
          <a:p>
            <a:r>
              <a:rPr lang="en-GB" sz="1200" b="1" dirty="0"/>
              <a:t>Loyal customers:-</a:t>
            </a:r>
            <a:br>
              <a:rPr lang="en-GB" sz="1200" dirty="0"/>
            </a:br>
            <a:r>
              <a:rPr lang="en-GB" sz="1200" dirty="0"/>
              <a:t>Customers with at least five purchases within a rolling twelve-month period.</a:t>
            </a:r>
          </a:p>
          <a:p>
            <a:r>
              <a:rPr lang="en-GB" sz="1200" b="1" dirty="0"/>
              <a:t>High-value customers:-</a:t>
            </a:r>
            <a:br>
              <a:rPr lang="en-GB" sz="1200" dirty="0"/>
            </a:br>
            <a:r>
              <a:rPr lang="en-GB" sz="1200" dirty="0"/>
              <a:t>Customers whose lifetime spend exceeds £5,000. </a:t>
            </a:r>
          </a:p>
          <a:p>
            <a:r>
              <a:rPr lang="en-GB" sz="1200" b="1" dirty="0"/>
              <a:t>Churned customers:-</a:t>
            </a:r>
            <a:br>
              <a:rPr lang="en-GB" sz="1200" dirty="0"/>
            </a:br>
            <a:r>
              <a:rPr lang="en-GB" sz="1200" dirty="0"/>
              <a:t>Customers who have not purchased during the previous six months.</a:t>
            </a:r>
          </a:p>
          <a:p>
            <a:r>
              <a:rPr lang="en-GB" sz="1200" b="1" dirty="0"/>
              <a:t>Repeat customers:- </a:t>
            </a:r>
            <a:br>
              <a:rPr lang="en-GB" sz="1200" dirty="0"/>
            </a:br>
            <a:r>
              <a:rPr lang="en-GB" sz="1200" dirty="0"/>
              <a:t>Customers with more than one order.</a:t>
            </a:r>
          </a:p>
          <a:p>
            <a:r>
              <a:rPr lang="en-GB" sz="1200" b="1" dirty="0"/>
              <a:t>New customers:- </a:t>
            </a:r>
            <a:br>
              <a:rPr lang="en-GB" sz="1200" dirty="0"/>
            </a:br>
            <a:r>
              <a:rPr lang="en-GB" sz="1200" dirty="0"/>
              <a:t>Customers making their first purchase.</a:t>
            </a:r>
          </a:p>
          <a:p>
            <a:r>
              <a:rPr lang="en-GB" sz="1200" b="1" dirty="0"/>
              <a:t>Sales Territory / Region:-</a:t>
            </a:r>
          </a:p>
          <a:p>
            <a:pPr marL="450850" lvl="1" indent="-185738">
              <a:tabLst>
                <a:tab pos="536575" algn="l"/>
              </a:tabLst>
            </a:pPr>
            <a:r>
              <a:rPr lang="en-GB" sz="1100" dirty="0"/>
              <a:t>East: New York, Boston, Philadelphia, Washington </a:t>
            </a:r>
          </a:p>
          <a:p>
            <a:pPr marL="450850" lvl="1" indent="-185738">
              <a:tabLst>
                <a:tab pos="536575" algn="l"/>
              </a:tabLst>
            </a:pPr>
            <a:r>
              <a:rPr lang="en-GB" sz="1100" dirty="0"/>
              <a:t>West: Los Angeles, San Francisco, Seattle, Portland </a:t>
            </a:r>
          </a:p>
          <a:p>
            <a:pPr marL="450850" lvl="1" indent="-185738">
              <a:tabLst>
                <a:tab pos="536575" algn="l"/>
              </a:tabLst>
            </a:pPr>
            <a:r>
              <a:rPr lang="en-GB" sz="1100" dirty="0"/>
              <a:t>South: Dallas, Houston, Atlanta, Miami</a:t>
            </a:r>
          </a:p>
          <a:p>
            <a:pPr marL="450850" lvl="1" indent="-185738">
              <a:tabLst>
                <a:tab pos="536575" algn="l"/>
              </a:tabLst>
            </a:pPr>
            <a:r>
              <a:rPr lang="en-GB" sz="1100" dirty="0"/>
              <a:t>Central: Chicago, Minneapolis, St Louis, Kansas City</a:t>
            </a:r>
          </a:p>
          <a:p>
            <a:pPr marL="0" indent="0">
              <a:buNone/>
              <a:tabLst>
                <a:tab pos="536575" algn="l"/>
              </a:tabLst>
            </a:pPr>
            <a:br>
              <a:rPr lang="en-GB" sz="1200" dirty="0"/>
            </a:br>
            <a:endParaRPr lang="en-GB" sz="1200" dirty="0"/>
          </a:p>
        </p:txBody>
      </p:sp>
      <p:sp>
        <p:nvSpPr>
          <p:cNvPr id="10" name="Rectangle 9">
            <a:extLst>
              <a:ext uri="{FF2B5EF4-FFF2-40B4-BE49-F238E27FC236}">
                <a16:creationId xmlns:a16="http://schemas.microsoft.com/office/drawing/2014/main" id="{45D0C336-41E4-BBE8-1ABB-E7561C4D8847}"/>
              </a:ext>
            </a:extLst>
          </p:cNvPr>
          <p:cNvSpPr/>
          <p:nvPr/>
        </p:nvSpPr>
        <p:spPr>
          <a:xfrm>
            <a:off x="713231" y="2749826"/>
            <a:ext cx="2420909" cy="98066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447E752E-EB6B-45FB-ADA7-E5AD1643A397}"/>
              </a:ext>
            </a:extLst>
          </p:cNvPr>
          <p:cNvSpPr/>
          <p:nvPr/>
        </p:nvSpPr>
        <p:spPr>
          <a:xfrm>
            <a:off x="7543799" y="2154011"/>
            <a:ext cx="4118113" cy="655453"/>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4AC723BE-F944-BB1C-899D-D6BFFAFB2D7C}"/>
              </a:ext>
            </a:extLst>
          </p:cNvPr>
          <p:cNvSpPr/>
          <p:nvPr/>
        </p:nvSpPr>
        <p:spPr>
          <a:xfrm>
            <a:off x="3452656" y="4564648"/>
            <a:ext cx="3749902" cy="60370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0F337B9C-E670-6499-D2E4-A7AB77914796}"/>
              </a:ext>
            </a:extLst>
          </p:cNvPr>
          <p:cNvSpPr/>
          <p:nvPr/>
        </p:nvSpPr>
        <p:spPr>
          <a:xfrm>
            <a:off x="3452656" y="2179887"/>
            <a:ext cx="3995066" cy="417539"/>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C246CEF7-8CBF-3016-7D56-FEE6753DE8EE}"/>
              </a:ext>
            </a:extLst>
          </p:cNvPr>
          <p:cNvSpPr/>
          <p:nvPr/>
        </p:nvSpPr>
        <p:spPr>
          <a:xfrm>
            <a:off x="7543797" y="4564649"/>
            <a:ext cx="4118113" cy="119342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21066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FD321B9-86F9-DBED-BB28-AD0FE73426B0}"/>
              </a:ext>
            </a:extLst>
          </p:cNvPr>
          <p:cNvPicPr>
            <a:picLocks noChangeAspect="1"/>
          </p:cNvPicPr>
          <p:nvPr/>
        </p:nvPicPr>
        <p:blipFill>
          <a:blip r:embed="rId2"/>
          <a:stretch>
            <a:fillRect/>
          </a:stretch>
        </p:blipFill>
        <p:spPr>
          <a:xfrm>
            <a:off x="4008783" y="289003"/>
            <a:ext cx="7261782" cy="2766393"/>
          </a:xfrm>
          <a:prstGeom prst="rect">
            <a:avLst/>
          </a:prstGeom>
          <a:ln w="19050">
            <a:solidFill>
              <a:schemeClr val="tx2"/>
            </a:solidFill>
          </a:ln>
        </p:spPr>
      </p:pic>
      <p:sp>
        <p:nvSpPr>
          <p:cNvPr id="15" name="TextBox 14">
            <a:extLst>
              <a:ext uri="{FF2B5EF4-FFF2-40B4-BE49-F238E27FC236}">
                <a16:creationId xmlns:a16="http://schemas.microsoft.com/office/drawing/2014/main" id="{FD8F1A1F-9A9B-6490-7C22-67AEA66242A2}"/>
              </a:ext>
            </a:extLst>
          </p:cNvPr>
          <p:cNvSpPr txBox="1"/>
          <p:nvPr/>
        </p:nvSpPr>
        <p:spPr>
          <a:xfrm>
            <a:off x="1663148" y="1005284"/>
            <a:ext cx="2027481" cy="923330"/>
          </a:xfrm>
          <a:prstGeom prst="rect">
            <a:avLst/>
          </a:prstGeom>
          <a:noFill/>
        </p:spPr>
        <p:txBody>
          <a:bodyPr wrap="square" rtlCol="0">
            <a:spAutoFit/>
          </a:bodyPr>
          <a:lstStyle/>
          <a:p>
            <a:pPr algn="ctr"/>
            <a:r>
              <a:rPr lang="en-GB" dirty="0"/>
              <a:t>General Instructions first = 273 words to read</a:t>
            </a:r>
          </a:p>
        </p:txBody>
      </p:sp>
      <p:sp>
        <p:nvSpPr>
          <p:cNvPr id="17" name="TextBox 16">
            <a:extLst>
              <a:ext uri="{FF2B5EF4-FFF2-40B4-BE49-F238E27FC236}">
                <a16:creationId xmlns:a16="http://schemas.microsoft.com/office/drawing/2014/main" id="{A1ADE83C-EAC6-4E15-0915-0E0183FD9EFB}"/>
              </a:ext>
            </a:extLst>
          </p:cNvPr>
          <p:cNvSpPr txBox="1"/>
          <p:nvPr/>
        </p:nvSpPr>
        <p:spPr>
          <a:xfrm>
            <a:off x="8142747" y="3598132"/>
            <a:ext cx="2359600" cy="646331"/>
          </a:xfrm>
          <a:prstGeom prst="rect">
            <a:avLst/>
          </a:prstGeom>
          <a:noFill/>
        </p:spPr>
        <p:txBody>
          <a:bodyPr wrap="square" rtlCol="0">
            <a:spAutoFit/>
          </a:bodyPr>
          <a:lstStyle/>
          <a:p>
            <a:pPr algn="ctr"/>
            <a:r>
              <a:rPr lang="en-GB" dirty="0">
                <a:solidFill>
                  <a:srgbClr val="000000"/>
                </a:solidFill>
              </a:rPr>
              <a:t>Fields instructions first = 212 words to read</a:t>
            </a:r>
          </a:p>
        </p:txBody>
      </p:sp>
      <p:sp>
        <p:nvSpPr>
          <p:cNvPr id="19" name="TextBox 18">
            <a:extLst>
              <a:ext uri="{FF2B5EF4-FFF2-40B4-BE49-F238E27FC236}">
                <a16:creationId xmlns:a16="http://schemas.microsoft.com/office/drawing/2014/main" id="{EC5EB27F-577D-29D6-C31A-A88C7BC77BF3}"/>
              </a:ext>
            </a:extLst>
          </p:cNvPr>
          <p:cNvSpPr txBox="1"/>
          <p:nvPr/>
        </p:nvSpPr>
        <p:spPr>
          <a:xfrm>
            <a:off x="8142747" y="5070199"/>
            <a:ext cx="2750539" cy="830997"/>
          </a:xfrm>
          <a:prstGeom prst="rect">
            <a:avLst/>
          </a:prstGeom>
          <a:noFill/>
          <a:ln w="28575">
            <a:solidFill>
              <a:schemeClr val="accent2"/>
            </a:solidFill>
          </a:ln>
        </p:spPr>
        <p:txBody>
          <a:bodyPr wrap="square" rtlCol="0">
            <a:spAutoFit/>
          </a:bodyPr>
          <a:lstStyle/>
          <a:p>
            <a:pPr algn="ctr"/>
            <a:r>
              <a:rPr lang="en-GB" sz="2400" b="1" dirty="0">
                <a:solidFill>
                  <a:schemeClr val="accent2"/>
                </a:solidFill>
                <a:latin typeface="+mj-lt"/>
              </a:rPr>
              <a:t>&gt;22% more efficient</a:t>
            </a:r>
          </a:p>
        </p:txBody>
      </p:sp>
      <p:pic>
        <p:nvPicPr>
          <p:cNvPr id="21" name="Picture 20">
            <a:extLst>
              <a:ext uri="{FF2B5EF4-FFF2-40B4-BE49-F238E27FC236}">
                <a16:creationId xmlns:a16="http://schemas.microsoft.com/office/drawing/2014/main" id="{9E7492FD-E542-AD50-F466-E6705F21314D}"/>
              </a:ext>
            </a:extLst>
          </p:cNvPr>
          <p:cNvPicPr>
            <a:picLocks noChangeAspect="1"/>
          </p:cNvPicPr>
          <p:nvPr/>
        </p:nvPicPr>
        <p:blipFill>
          <a:blip r:embed="rId3"/>
          <a:stretch>
            <a:fillRect/>
          </a:stretch>
        </p:blipFill>
        <p:spPr>
          <a:xfrm>
            <a:off x="755564" y="3207602"/>
            <a:ext cx="6999718" cy="2937600"/>
          </a:xfrm>
          <a:prstGeom prst="rect">
            <a:avLst/>
          </a:prstGeom>
          <a:ln w="19050">
            <a:solidFill>
              <a:schemeClr val="tx1"/>
            </a:solidFill>
          </a:ln>
        </p:spPr>
      </p:pic>
    </p:spTree>
    <p:extLst>
      <p:ext uri="{BB962C8B-B14F-4D97-AF65-F5344CB8AC3E}">
        <p14:creationId xmlns:p14="http://schemas.microsoft.com/office/powerpoint/2010/main" val="624475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AB8A2-F6E3-3B88-AE3E-48F9C6333D7A}"/>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B51067E8-4A7B-E807-806A-0B3252523658}"/>
              </a:ext>
            </a:extLst>
          </p:cNvPr>
          <p:cNvSpPr>
            <a:spLocks noGrp="1"/>
          </p:cNvSpPr>
          <p:nvPr>
            <p:ph type="body" idx="105"/>
          </p:nvPr>
        </p:nvSpPr>
        <p:spPr/>
        <p:txBody>
          <a:bodyPr/>
          <a:lstStyle/>
          <a:p>
            <a:r>
              <a:rPr lang="en-GB" dirty="0"/>
              <a:t>PART THREE</a:t>
            </a:r>
          </a:p>
        </p:txBody>
      </p:sp>
      <p:sp>
        <p:nvSpPr>
          <p:cNvPr id="7" name="Title 6">
            <a:extLst>
              <a:ext uri="{FF2B5EF4-FFF2-40B4-BE49-F238E27FC236}">
                <a16:creationId xmlns:a16="http://schemas.microsoft.com/office/drawing/2014/main" id="{415CD14D-A3D9-0BE6-1FCE-7B3FB9C27476}"/>
              </a:ext>
            </a:extLst>
          </p:cNvPr>
          <p:cNvSpPr>
            <a:spLocks noGrp="1"/>
          </p:cNvSpPr>
          <p:nvPr>
            <p:ph type="title" idx="107"/>
          </p:nvPr>
        </p:nvSpPr>
        <p:spPr/>
        <p:txBody>
          <a:bodyPr anchor="ctr"/>
          <a:lstStyle/>
          <a:p>
            <a:r>
              <a:rPr lang="en-GB" dirty="0"/>
              <a:t>Genie Governance</a:t>
            </a:r>
          </a:p>
        </p:txBody>
      </p:sp>
      <p:sp>
        <p:nvSpPr>
          <p:cNvPr id="8" name="Text Placeholder 7">
            <a:extLst>
              <a:ext uri="{FF2B5EF4-FFF2-40B4-BE49-F238E27FC236}">
                <a16:creationId xmlns:a16="http://schemas.microsoft.com/office/drawing/2014/main" id="{5A5980B3-CC95-D6E7-DF7B-0ED0F6CE145F}"/>
              </a:ext>
            </a:extLst>
          </p:cNvPr>
          <p:cNvSpPr>
            <a:spLocks noGrp="1"/>
          </p:cNvSpPr>
          <p:nvPr>
            <p:ph type="body" idx="108"/>
          </p:nvPr>
        </p:nvSpPr>
        <p:spPr/>
        <p:txBody>
          <a:bodyPr/>
          <a:lstStyle/>
          <a:p>
            <a:r>
              <a:rPr lang="en-GB" sz="2400" dirty="0">
                <a:solidFill>
                  <a:schemeClr val="accent2"/>
                </a:solidFill>
              </a:rPr>
              <a:t>Why good Governance is the key to being a Geni(e)us</a:t>
            </a:r>
          </a:p>
        </p:txBody>
      </p:sp>
      <p:sp>
        <p:nvSpPr>
          <p:cNvPr id="10" name="ELL_7">
            <a:extLst>
              <a:ext uri="{FF2B5EF4-FFF2-40B4-BE49-F238E27FC236}">
                <a16:creationId xmlns:a16="http://schemas.microsoft.com/office/drawing/2014/main" id="{88D78165-6A42-6693-0E74-DF690821E633}"/>
              </a:ext>
            </a:extLst>
          </p:cNvPr>
          <p:cNvSpPr/>
          <p:nvPr userDrawn="1"/>
        </p:nvSpPr>
        <p:spPr>
          <a:xfrm rot="19980000">
            <a:off x="9281254" y="1597457"/>
            <a:ext cx="32918" cy="141732"/>
          </a:xfrm>
          <a:prstGeom prst="ellipse">
            <a:avLst/>
          </a:prstGeom>
          <a:solidFill>
            <a:schemeClr val="accent2"/>
          </a:solidFill>
          <a:ln/>
        </p:spPr>
        <p:txBody>
          <a:bodyPr/>
          <a:lstStyle/>
          <a:p>
            <a:endParaRPr lang="en-GB"/>
          </a:p>
        </p:txBody>
      </p:sp>
      <p:sp>
        <p:nvSpPr>
          <p:cNvPr id="11" name="ELL_8">
            <a:extLst>
              <a:ext uri="{FF2B5EF4-FFF2-40B4-BE49-F238E27FC236}">
                <a16:creationId xmlns:a16="http://schemas.microsoft.com/office/drawing/2014/main" id="{FDB1457F-8FE9-623A-73F7-72E4EB8CF5F5}"/>
              </a:ext>
            </a:extLst>
          </p:cNvPr>
          <p:cNvSpPr/>
          <p:nvPr userDrawn="1"/>
        </p:nvSpPr>
        <p:spPr>
          <a:xfrm>
            <a:off x="9342519" y="1579169"/>
            <a:ext cx="32918" cy="150876"/>
          </a:xfrm>
          <a:prstGeom prst="ellipse">
            <a:avLst/>
          </a:prstGeom>
          <a:solidFill>
            <a:schemeClr val="accent2"/>
          </a:solidFill>
          <a:ln/>
        </p:spPr>
        <p:txBody>
          <a:bodyPr/>
          <a:lstStyle/>
          <a:p>
            <a:endParaRPr lang="en-GB"/>
          </a:p>
        </p:txBody>
      </p:sp>
      <p:sp>
        <p:nvSpPr>
          <p:cNvPr id="12" name="ELL_9">
            <a:extLst>
              <a:ext uri="{FF2B5EF4-FFF2-40B4-BE49-F238E27FC236}">
                <a16:creationId xmlns:a16="http://schemas.microsoft.com/office/drawing/2014/main" id="{3D4EE2A5-31C0-4C68-F85D-70A9791F46C4}"/>
              </a:ext>
            </a:extLst>
          </p:cNvPr>
          <p:cNvSpPr/>
          <p:nvPr userDrawn="1"/>
        </p:nvSpPr>
        <p:spPr>
          <a:xfrm rot="1620000">
            <a:off x="9403784" y="1597457"/>
            <a:ext cx="32918" cy="141732"/>
          </a:xfrm>
          <a:prstGeom prst="ellipse">
            <a:avLst/>
          </a:prstGeom>
          <a:solidFill>
            <a:schemeClr val="accent2"/>
          </a:solidFill>
          <a:ln/>
        </p:spPr>
        <p:txBody>
          <a:bodyPr/>
          <a:lstStyle/>
          <a:p>
            <a:endParaRPr lang="en-GB"/>
          </a:p>
        </p:txBody>
      </p:sp>
      <p:sp>
        <p:nvSpPr>
          <p:cNvPr id="13" name="ELL_10">
            <a:extLst>
              <a:ext uri="{FF2B5EF4-FFF2-40B4-BE49-F238E27FC236}">
                <a16:creationId xmlns:a16="http://schemas.microsoft.com/office/drawing/2014/main" id="{30C2FD16-D224-E2B2-DFA2-AEA9C337DF37}"/>
              </a:ext>
            </a:extLst>
          </p:cNvPr>
          <p:cNvSpPr/>
          <p:nvPr userDrawn="1"/>
        </p:nvSpPr>
        <p:spPr>
          <a:xfrm>
            <a:off x="9331546" y="1711757"/>
            <a:ext cx="54864" cy="43891"/>
          </a:xfrm>
          <a:prstGeom prst="ellipse">
            <a:avLst/>
          </a:prstGeom>
          <a:solidFill>
            <a:schemeClr val="accent2"/>
          </a:solidFill>
          <a:ln/>
        </p:spPr>
        <p:txBody>
          <a:bodyPr/>
          <a:lstStyle/>
          <a:p>
            <a:endParaRPr lang="en-GB"/>
          </a:p>
        </p:txBody>
      </p:sp>
      <p:sp>
        <p:nvSpPr>
          <p:cNvPr id="14" name="ELL_11">
            <a:extLst>
              <a:ext uri="{FF2B5EF4-FFF2-40B4-BE49-F238E27FC236}">
                <a16:creationId xmlns:a16="http://schemas.microsoft.com/office/drawing/2014/main" id="{63A10942-9DB1-E56F-AEB0-56C87B812DB0}"/>
              </a:ext>
            </a:extLst>
          </p:cNvPr>
          <p:cNvSpPr/>
          <p:nvPr userDrawn="1"/>
        </p:nvSpPr>
        <p:spPr>
          <a:xfrm rot="19980000">
            <a:off x="9756742" y="1652321"/>
            <a:ext cx="32918" cy="141732"/>
          </a:xfrm>
          <a:prstGeom prst="ellipse">
            <a:avLst/>
          </a:prstGeom>
          <a:solidFill>
            <a:schemeClr val="accent2"/>
          </a:solidFill>
          <a:ln/>
        </p:spPr>
        <p:txBody>
          <a:bodyPr/>
          <a:lstStyle/>
          <a:p>
            <a:endParaRPr lang="en-GB"/>
          </a:p>
        </p:txBody>
      </p:sp>
      <p:sp>
        <p:nvSpPr>
          <p:cNvPr id="15" name="ELL_12">
            <a:extLst>
              <a:ext uri="{FF2B5EF4-FFF2-40B4-BE49-F238E27FC236}">
                <a16:creationId xmlns:a16="http://schemas.microsoft.com/office/drawing/2014/main" id="{66D19DA1-3503-9A61-41DB-226C80229EAA}"/>
              </a:ext>
            </a:extLst>
          </p:cNvPr>
          <p:cNvSpPr/>
          <p:nvPr userDrawn="1"/>
        </p:nvSpPr>
        <p:spPr>
          <a:xfrm>
            <a:off x="9818007" y="1634033"/>
            <a:ext cx="32918" cy="150876"/>
          </a:xfrm>
          <a:prstGeom prst="ellipse">
            <a:avLst/>
          </a:prstGeom>
          <a:solidFill>
            <a:schemeClr val="accent2"/>
          </a:solidFill>
          <a:ln/>
        </p:spPr>
        <p:txBody>
          <a:bodyPr/>
          <a:lstStyle/>
          <a:p>
            <a:endParaRPr lang="en-GB"/>
          </a:p>
        </p:txBody>
      </p:sp>
      <p:sp>
        <p:nvSpPr>
          <p:cNvPr id="16" name="ELL_13">
            <a:extLst>
              <a:ext uri="{FF2B5EF4-FFF2-40B4-BE49-F238E27FC236}">
                <a16:creationId xmlns:a16="http://schemas.microsoft.com/office/drawing/2014/main" id="{663B57CC-DFB7-E074-B2B3-D043AC3049B4}"/>
              </a:ext>
            </a:extLst>
          </p:cNvPr>
          <p:cNvSpPr/>
          <p:nvPr userDrawn="1"/>
        </p:nvSpPr>
        <p:spPr>
          <a:xfrm rot="1620000">
            <a:off x="9879272" y="1652321"/>
            <a:ext cx="32918" cy="141732"/>
          </a:xfrm>
          <a:prstGeom prst="ellipse">
            <a:avLst/>
          </a:prstGeom>
          <a:solidFill>
            <a:schemeClr val="accent2"/>
          </a:solidFill>
          <a:ln/>
        </p:spPr>
        <p:txBody>
          <a:bodyPr/>
          <a:lstStyle/>
          <a:p>
            <a:endParaRPr lang="en-GB"/>
          </a:p>
        </p:txBody>
      </p:sp>
      <p:sp>
        <p:nvSpPr>
          <p:cNvPr id="17" name="ELL_14">
            <a:extLst>
              <a:ext uri="{FF2B5EF4-FFF2-40B4-BE49-F238E27FC236}">
                <a16:creationId xmlns:a16="http://schemas.microsoft.com/office/drawing/2014/main" id="{A900559F-60F9-A24C-EFAE-54977940F7C5}"/>
              </a:ext>
            </a:extLst>
          </p:cNvPr>
          <p:cNvSpPr/>
          <p:nvPr userDrawn="1"/>
        </p:nvSpPr>
        <p:spPr>
          <a:xfrm>
            <a:off x="9807034" y="1766621"/>
            <a:ext cx="54864" cy="43891"/>
          </a:xfrm>
          <a:prstGeom prst="ellipse">
            <a:avLst/>
          </a:prstGeom>
          <a:solidFill>
            <a:schemeClr val="accent2"/>
          </a:solidFill>
          <a:ln/>
        </p:spPr>
        <p:txBody>
          <a:bodyPr/>
          <a:lstStyle/>
          <a:p>
            <a:endParaRPr lang="en-GB"/>
          </a:p>
        </p:txBody>
      </p:sp>
      <p:sp>
        <p:nvSpPr>
          <p:cNvPr id="18" name="ELL_15">
            <a:extLst>
              <a:ext uri="{FF2B5EF4-FFF2-40B4-BE49-F238E27FC236}">
                <a16:creationId xmlns:a16="http://schemas.microsoft.com/office/drawing/2014/main" id="{C68ABBB1-60C6-3B72-CCED-C419E0FD3697}"/>
              </a:ext>
            </a:extLst>
          </p:cNvPr>
          <p:cNvSpPr/>
          <p:nvPr userDrawn="1"/>
        </p:nvSpPr>
        <p:spPr>
          <a:xfrm rot="19980000">
            <a:off x="10232230" y="1597457"/>
            <a:ext cx="32918" cy="141732"/>
          </a:xfrm>
          <a:prstGeom prst="ellipse">
            <a:avLst/>
          </a:prstGeom>
          <a:solidFill>
            <a:schemeClr val="accent2"/>
          </a:solidFill>
          <a:ln/>
        </p:spPr>
        <p:txBody>
          <a:bodyPr/>
          <a:lstStyle/>
          <a:p>
            <a:endParaRPr lang="en-GB"/>
          </a:p>
        </p:txBody>
      </p:sp>
      <p:sp>
        <p:nvSpPr>
          <p:cNvPr id="19" name="ELL_16">
            <a:extLst>
              <a:ext uri="{FF2B5EF4-FFF2-40B4-BE49-F238E27FC236}">
                <a16:creationId xmlns:a16="http://schemas.microsoft.com/office/drawing/2014/main" id="{6C351858-1251-796F-367F-8D46B5B9C673}"/>
              </a:ext>
            </a:extLst>
          </p:cNvPr>
          <p:cNvSpPr/>
          <p:nvPr userDrawn="1"/>
        </p:nvSpPr>
        <p:spPr>
          <a:xfrm>
            <a:off x="10293495" y="1579169"/>
            <a:ext cx="32918" cy="150876"/>
          </a:xfrm>
          <a:prstGeom prst="ellipse">
            <a:avLst/>
          </a:prstGeom>
          <a:solidFill>
            <a:schemeClr val="accent2"/>
          </a:solidFill>
          <a:ln/>
        </p:spPr>
        <p:txBody>
          <a:bodyPr/>
          <a:lstStyle/>
          <a:p>
            <a:endParaRPr lang="en-GB"/>
          </a:p>
        </p:txBody>
      </p:sp>
      <p:sp>
        <p:nvSpPr>
          <p:cNvPr id="20" name="ELL_17">
            <a:extLst>
              <a:ext uri="{FF2B5EF4-FFF2-40B4-BE49-F238E27FC236}">
                <a16:creationId xmlns:a16="http://schemas.microsoft.com/office/drawing/2014/main" id="{F6D1BB69-C947-5D00-173E-EA9209EABC0C}"/>
              </a:ext>
            </a:extLst>
          </p:cNvPr>
          <p:cNvSpPr/>
          <p:nvPr userDrawn="1"/>
        </p:nvSpPr>
        <p:spPr>
          <a:xfrm rot="1620000">
            <a:off x="10354760" y="1597457"/>
            <a:ext cx="32918" cy="141732"/>
          </a:xfrm>
          <a:prstGeom prst="ellipse">
            <a:avLst/>
          </a:prstGeom>
          <a:solidFill>
            <a:schemeClr val="accent2"/>
          </a:solidFill>
          <a:ln/>
        </p:spPr>
        <p:txBody>
          <a:bodyPr/>
          <a:lstStyle/>
          <a:p>
            <a:endParaRPr lang="en-GB"/>
          </a:p>
        </p:txBody>
      </p:sp>
      <p:sp>
        <p:nvSpPr>
          <p:cNvPr id="21" name="ELL_18">
            <a:extLst>
              <a:ext uri="{FF2B5EF4-FFF2-40B4-BE49-F238E27FC236}">
                <a16:creationId xmlns:a16="http://schemas.microsoft.com/office/drawing/2014/main" id="{35ACE1A1-947D-C51B-4462-00DEAD8E0724}"/>
              </a:ext>
            </a:extLst>
          </p:cNvPr>
          <p:cNvSpPr/>
          <p:nvPr userDrawn="1"/>
        </p:nvSpPr>
        <p:spPr>
          <a:xfrm>
            <a:off x="10282522" y="1711757"/>
            <a:ext cx="54864" cy="43891"/>
          </a:xfrm>
          <a:prstGeom prst="ellipse">
            <a:avLst/>
          </a:prstGeom>
          <a:solidFill>
            <a:schemeClr val="accent2"/>
          </a:solidFill>
          <a:ln/>
        </p:spPr>
        <p:txBody>
          <a:bodyPr/>
          <a:lstStyle/>
          <a:p>
            <a:endParaRPr lang="en-GB"/>
          </a:p>
        </p:txBody>
      </p:sp>
      <p:sp>
        <p:nvSpPr>
          <p:cNvPr id="22" name="ELL_19">
            <a:extLst>
              <a:ext uri="{FF2B5EF4-FFF2-40B4-BE49-F238E27FC236}">
                <a16:creationId xmlns:a16="http://schemas.microsoft.com/office/drawing/2014/main" id="{B55131C1-396F-5657-8150-3DF312DC22A9}"/>
              </a:ext>
            </a:extLst>
          </p:cNvPr>
          <p:cNvSpPr/>
          <p:nvPr userDrawn="1"/>
        </p:nvSpPr>
        <p:spPr>
          <a:xfrm rot="19980000">
            <a:off x="10707718" y="1652321"/>
            <a:ext cx="32918" cy="141732"/>
          </a:xfrm>
          <a:prstGeom prst="ellipse">
            <a:avLst/>
          </a:prstGeom>
          <a:solidFill>
            <a:schemeClr val="accent2">
              <a:lumMod val="40000"/>
              <a:lumOff val="60000"/>
            </a:schemeClr>
          </a:solidFill>
          <a:ln/>
        </p:spPr>
        <p:txBody>
          <a:bodyPr/>
          <a:lstStyle/>
          <a:p>
            <a:endParaRPr lang="en-GB"/>
          </a:p>
        </p:txBody>
      </p:sp>
      <p:sp>
        <p:nvSpPr>
          <p:cNvPr id="23" name="ELL_20">
            <a:extLst>
              <a:ext uri="{FF2B5EF4-FFF2-40B4-BE49-F238E27FC236}">
                <a16:creationId xmlns:a16="http://schemas.microsoft.com/office/drawing/2014/main" id="{8F1CF76F-B756-B0C4-3B0A-BF831F784029}"/>
              </a:ext>
            </a:extLst>
          </p:cNvPr>
          <p:cNvSpPr/>
          <p:nvPr userDrawn="1"/>
        </p:nvSpPr>
        <p:spPr>
          <a:xfrm>
            <a:off x="10768983" y="1634033"/>
            <a:ext cx="32918" cy="150876"/>
          </a:xfrm>
          <a:prstGeom prst="ellipse">
            <a:avLst/>
          </a:prstGeom>
          <a:solidFill>
            <a:schemeClr val="accent2">
              <a:lumMod val="40000"/>
              <a:lumOff val="60000"/>
            </a:schemeClr>
          </a:solidFill>
          <a:ln/>
        </p:spPr>
        <p:txBody>
          <a:bodyPr/>
          <a:lstStyle/>
          <a:p>
            <a:endParaRPr lang="en-GB"/>
          </a:p>
        </p:txBody>
      </p:sp>
      <p:sp>
        <p:nvSpPr>
          <p:cNvPr id="24" name="ELL_21">
            <a:extLst>
              <a:ext uri="{FF2B5EF4-FFF2-40B4-BE49-F238E27FC236}">
                <a16:creationId xmlns:a16="http://schemas.microsoft.com/office/drawing/2014/main" id="{89B2C40F-932D-B371-9434-C2E454C11E40}"/>
              </a:ext>
            </a:extLst>
          </p:cNvPr>
          <p:cNvSpPr/>
          <p:nvPr userDrawn="1"/>
        </p:nvSpPr>
        <p:spPr>
          <a:xfrm rot="1620000">
            <a:off x="10830248" y="1652321"/>
            <a:ext cx="32918" cy="141732"/>
          </a:xfrm>
          <a:prstGeom prst="ellipse">
            <a:avLst/>
          </a:prstGeom>
          <a:solidFill>
            <a:schemeClr val="accent2">
              <a:lumMod val="40000"/>
              <a:lumOff val="60000"/>
            </a:schemeClr>
          </a:solidFill>
          <a:ln/>
        </p:spPr>
        <p:txBody>
          <a:bodyPr/>
          <a:lstStyle/>
          <a:p>
            <a:endParaRPr lang="en-GB"/>
          </a:p>
        </p:txBody>
      </p:sp>
      <p:sp>
        <p:nvSpPr>
          <p:cNvPr id="25" name="ELL_22">
            <a:extLst>
              <a:ext uri="{FF2B5EF4-FFF2-40B4-BE49-F238E27FC236}">
                <a16:creationId xmlns:a16="http://schemas.microsoft.com/office/drawing/2014/main" id="{5B4DAD05-4928-6637-819D-1A2178E202F7}"/>
              </a:ext>
            </a:extLst>
          </p:cNvPr>
          <p:cNvSpPr/>
          <p:nvPr userDrawn="1"/>
        </p:nvSpPr>
        <p:spPr>
          <a:xfrm>
            <a:off x="10758010" y="1766621"/>
            <a:ext cx="54864" cy="43891"/>
          </a:xfrm>
          <a:prstGeom prst="ellipse">
            <a:avLst/>
          </a:prstGeom>
          <a:solidFill>
            <a:schemeClr val="accent2">
              <a:lumMod val="40000"/>
              <a:lumOff val="60000"/>
            </a:schemeClr>
          </a:solidFill>
          <a:ln/>
        </p:spPr>
        <p:txBody>
          <a:bodyPr/>
          <a:lstStyle/>
          <a:p>
            <a:endParaRPr lang="en-GB"/>
          </a:p>
        </p:txBody>
      </p:sp>
    </p:spTree>
    <p:extLst>
      <p:ext uri="{BB962C8B-B14F-4D97-AF65-F5344CB8AC3E}">
        <p14:creationId xmlns:p14="http://schemas.microsoft.com/office/powerpoint/2010/main" val="1633512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08849F4-1A67-4350-CA57-3748BB14DEBE}"/>
              </a:ext>
            </a:extLst>
          </p:cNvPr>
          <p:cNvSpPr>
            <a:spLocks noGrp="1"/>
          </p:cNvSpPr>
          <p:nvPr>
            <p:ph type="title" idx="109"/>
          </p:nvPr>
        </p:nvSpPr>
        <p:spPr>
          <a:xfrm>
            <a:off x="749808" y="838200"/>
            <a:ext cx="5212080" cy="2636520"/>
          </a:xfrm>
        </p:spPr>
        <p:txBody>
          <a:bodyPr/>
          <a:lstStyle/>
          <a:p>
            <a:r>
              <a:rPr lang="en-GB" dirty="0"/>
              <a:t>If your users don’t </a:t>
            </a:r>
            <a:r>
              <a:rPr lang="en-GB" dirty="0">
                <a:solidFill>
                  <a:schemeClr val="accent2"/>
                </a:solidFill>
              </a:rPr>
              <a:t>trust Genie</a:t>
            </a:r>
            <a:r>
              <a:rPr lang="en-GB" dirty="0"/>
              <a:t>, </a:t>
            </a:r>
            <a:br>
              <a:rPr lang="en-GB" dirty="0"/>
            </a:br>
            <a:r>
              <a:rPr lang="en-GB" dirty="0"/>
              <a:t>then they won’t use it</a:t>
            </a:r>
            <a:br>
              <a:rPr lang="en-GB" dirty="0"/>
            </a:br>
            <a:endParaRPr lang="en-GB" dirty="0"/>
          </a:p>
        </p:txBody>
      </p:sp>
      <p:sp>
        <p:nvSpPr>
          <p:cNvPr id="7" name="Text Placeholder 6">
            <a:extLst>
              <a:ext uri="{FF2B5EF4-FFF2-40B4-BE49-F238E27FC236}">
                <a16:creationId xmlns:a16="http://schemas.microsoft.com/office/drawing/2014/main" id="{D5A52CE7-90AA-34A4-C483-95E5310B3614}"/>
              </a:ext>
            </a:extLst>
          </p:cNvPr>
          <p:cNvSpPr>
            <a:spLocks noGrp="1"/>
          </p:cNvSpPr>
          <p:nvPr>
            <p:ph type="body" idx="111"/>
          </p:nvPr>
        </p:nvSpPr>
        <p:spPr>
          <a:xfrm>
            <a:off x="749808" y="4389120"/>
            <a:ext cx="5212080" cy="822960"/>
          </a:xfrm>
        </p:spPr>
        <p:txBody>
          <a:bodyPr/>
          <a:lstStyle/>
          <a:p>
            <a:r>
              <a:rPr lang="en-GB" dirty="0">
                <a:latin typeface="+mn-lt"/>
              </a:rPr>
              <a:t>The best way to set yourself up for success with Genie is to define your governance strategy upfront. </a:t>
            </a:r>
          </a:p>
        </p:txBody>
      </p:sp>
    </p:spTree>
    <p:extLst>
      <p:ext uri="{BB962C8B-B14F-4D97-AF65-F5344CB8AC3E}">
        <p14:creationId xmlns:p14="http://schemas.microsoft.com/office/powerpoint/2010/main" val="3712249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AAD0B-9F90-B2B6-9AEF-16F4B91CFEDC}"/>
            </a:ext>
          </a:extLst>
        </p:cNvPr>
        <p:cNvGrpSpPr/>
        <p:nvPr/>
      </p:nvGrpSpPr>
      <p:grpSpPr>
        <a:xfrm>
          <a:off x="0" y="0"/>
          <a:ext cx="0" cy="0"/>
          <a:chOff x="0" y="0"/>
          <a:chExt cx="0" cy="0"/>
        </a:xfrm>
      </p:grpSpPr>
      <p:sp>
        <p:nvSpPr>
          <p:cNvPr id="2" name="Title 13">
            <a:extLst>
              <a:ext uri="{FF2B5EF4-FFF2-40B4-BE49-F238E27FC236}">
                <a16:creationId xmlns:a16="http://schemas.microsoft.com/office/drawing/2014/main" id="{D162058A-DD29-3651-5AC6-F5873D124357}"/>
              </a:ext>
            </a:extLst>
          </p:cNvPr>
          <p:cNvSpPr txBox="1">
            <a:spLocks/>
          </p:cNvSpPr>
          <p:nvPr/>
        </p:nvSpPr>
        <p:spPr>
          <a:xfrm>
            <a:off x="713232" y="713232"/>
            <a:ext cx="10648806" cy="1488948"/>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9571"/>
              </a:lnSpc>
            </a:pPr>
            <a:r>
              <a:rPr lang="en-GB" sz="3500" dirty="0">
                <a:latin typeface="Marcellus" panose="020E0602050203020307" pitchFamily="34" charset="0"/>
                <a:ea typeface="DM Sans" pitchFamily="34" charset="-122"/>
                <a:cs typeface="DM Sans" pitchFamily="34" charset="-120"/>
              </a:rPr>
              <a:t>Organisations that can </a:t>
            </a:r>
            <a:r>
              <a:rPr lang="en-GB" sz="3500" dirty="0">
                <a:solidFill>
                  <a:schemeClr val="accent2"/>
                </a:solidFill>
                <a:latin typeface="Marcellus" panose="020E0602050203020307" pitchFamily="34" charset="0"/>
                <a:ea typeface="DM Sans" pitchFamily="34" charset="-122"/>
                <a:cs typeface="DM Sans" pitchFamily="34" charset="-120"/>
              </a:rPr>
              <a:t>answer these questions</a:t>
            </a:r>
            <a:r>
              <a:rPr lang="en-GB" sz="3500" dirty="0">
                <a:latin typeface="Marcellus" panose="020E0602050203020307" pitchFamily="34" charset="0"/>
                <a:ea typeface="DM Sans" pitchFamily="34" charset="-122"/>
                <a:cs typeface="DM Sans" pitchFamily="34" charset="-120"/>
              </a:rPr>
              <a:t>, are the ones that are going to </a:t>
            </a:r>
            <a:r>
              <a:rPr lang="en-GB" sz="3500" dirty="0">
                <a:solidFill>
                  <a:schemeClr val="accent2"/>
                </a:solidFill>
                <a:latin typeface="Marcellus" panose="020E0602050203020307" pitchFamily="34" charset="0"/>
                <a:ea typeface="DM Sans" pitchFamily="34" charset="-122"/>
                <a:cs typeface="DM Sans" pitchFamily="34" charset="-120"/>
              </a:rPr>
              <a:t>get success out of Genie</a:t>
            </a:r>
          </a:p>
        </p:txBody>
      </p:sp>
      <p:sp>
        <p:nvSpPr>
          <p:cNvPr id="24" name="RND_68">
            <a:extLst>
              <a:ext uri="{FF2B5EF4-FFF2-40B4-BE49-F238E27FC236}">
                <a16:creationId xmlns:a16="http://schemas.microsoft.com/office/drawing/2014/main" id="{FFBB02F6-9633-72C9-2F63-F1AFD751FCC4}"/>
              </a:ext>
            </a:extLst>
          </p:cNvPr>
          <p:cNvSpPr/>
          <p:nvPr/>
        </p:nvSpPr>
        <p:spPr>
          <a:xfrm>
            <a:off x="713232" y="2654808"/>
            <a:ext cx="3364992" cy="3182112"/>
          </a:xfrm>
          <a:prstGeom prst="roundRect">
            <a:avLst>
              <a:gd name="adj" fmla="val 4076"/>
            </a:avLst>
          </a:prstGeom>
          <a:solidFill>
            <a:schemeClr val="accent1"/>
          </a:solidFill>
          <a:ln/>
        </p:spPr>
        <p:txBody>
          <a:bodyPr/>
          <a:lstStyle/>
          <a:p>
            <a:endParaRPr lang="en-GB"/>
          </a:p>
        </p:txBody>
      </p:sp>
      <p:sp>
        <p:nvSpPr>
          <p:cNvPr id="26" name="RND_69">
            <a:extLst>
              <a:ext uri="{FF2B5EF4-FFF2-40B4-BE49-F238E27FC236}">
                <a16:creationId xmlns:a16="http://schemas.microsoft.com/office/drawing/2014/main" id="{1816A361-AB11-230E-8E91-F349BECA3231}"/>
              </a:ext>
            </a:extLst>
          </p:cNvPr>
          <p:cNvSpPr/>
          <p:nvPr/>
        </p:nvSpPr>
        <p:spPr>
          <a:xfrm>
            <a:off x="4416552" y="2654808"/>
            <a:ext cx="3364992" cy="3182112"/>
          </a:xfrm>
          <a:prstGeom prst="roundRect">
            <a:avLst>
              <a:gd name="adj" fmla="val 4076"/>
            </a:avLst>
          </a:prstGeom>
          <a:solidFill>
            <a:schemeClr val="tx1"/>
          </a:solidFill>
          <a:ln/>
        </p:spPr>
        <p:txBody>
          <a:bodyPr/>
          <a:lstStyle/>
          <a:p>
            <a:endParaRPr lang="en-GB"/>
          </a:p>
        </p:txBody>
      </p:sp>
      <p:sp>
        <p:nvSpPr>
          <p:cNvPr id="28" name="RND_70">
            <a:extLst>
              <a:ext uri="{FF2B5EF4-FFF2-40B4-BE49-F238E27FC236}">
                <a16:creationId xmlns:a16="http://schemas.microsoft.com/office/drawing/2014/main" id="{A08DECC0-F9DB-54E8-8D3D-7AC0BAC45D99}"/>
              </a:ext>
            </a:extLst>
          </p:cNvPr>
          <p:cNvSpPr/>
          <p:nvPr/>
        </p:nvSpPr>
        <p:spPr>
          <a:xfrm>
            <a:off x="8119872" y="2654808"/>
            <a:ext cx="3364992" cy="3182112"/>
          </a:xfrm>
          <a:prstGeom prst="roundRect">
            <a:avLst>
              <a:gd name="adj" fmla="val 4076"/>
            </a:avLst>
          </a:prstGeom>
          <a:solidFill>
            <a:schemeClr val="bg2"/>
          </a:solidFill>
          <a:ln/>
        </p:spPr>
        <p:txBody>
          <a:bodyPr/>
          <a:lstStyle/>
          <a:p>
            <a:endParaRPr lang="en-GB"/>
          </a:p>
        </p:txBody>
      </p:sp>
      <p:sp>
        <p:nvSpPr>
          <p:cNvPr id="29" name="Text Placeholder 14">
            <a:extLst>
              <a:ext uri="{FF2B5EF4-FFF2-40B4-BE49-F238E27FC236}">
                <a16:creationId xmlns:a16="http://schemas.microsoft.com/office/drawing/2014/main" id="{7C4FD5BF-74E6-C71B-0C4C-1BC0843C0741}"/>
              </a:ext>
            </a:extLst>
          </p:cNvPr>
          <p:cNvSpPr txBox="1">
            <a:spLocks/>
          </p:cNvSpPr>
          <p:nvPr/>
        </p:nvSpPr>
        <p:spPr>
          <a:xfrm>
            <a:off x="1060704" y="2928433"/>
            <a:ext cx="2697480" cy="457200"/>
          </a:xfrm>
          <a:prstGeom prst="rect">
            <a:avLst/>
          </a:prstGeom>
          <a:noFill/>
          <a:ln/>
        </p:spPr>
        <p:txBody>
          <a:bodyPr wrap="square" rtlCol="0"/>
          <a:lstStyle>
            <a:lvl1pPr indent="0">
              <a:spcBef>
                <a:spcPct val="20000"/>
              </a:spcBef>
              <a:buFont typeface="Arial" pitchFamily="34" charset="0"/>
              <a:buNone/>
              <a:defRPr lang="en-US" sz="2000" b="1" dirty="0">
                <a:solidFill>
                  <a:schemeClr val="bg1"/>
                </a:solidFill>
                <a:latin typeface="Century Schoolbook" pitchFamily="34" charset="0"/>
                <a:ea typeface="Century Schoolbook" pitchFamily="34" charset="-122"/>
                <a:cs typeface="Century Schoolbook" pitchFamily="34" charset="-120"/>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GB" dirty="0"/>
              <a:t>Accountability</a:t>
            </a:r>
          </a:p>
        </p:txBody>
      </p:sp>
      <p:sp>
        <p:nvSpPr>
          <p:cNvPr id="30" name="Text Placeholder 17">
            <a:extLst>
              <a:ext uri="{FF2B5EF4-FFF2-40B4-BE49-F238E27FC236}">
                <a16:creationId xmlns:a16="http://schemas.microsoft.com/office/drawing/2014/main" id="{4688A740-A688-C666-2FF8-6A886263E962}"/>
              </a:ext>
            </a:extLst>
          </p:cNvPr>
          <p:cNvSpPr txBox="1">
            <a:spLocks/>
          </p:cNvSpPr>
          <p:nvPr/>
        </p:nvSpPr>
        <p:spPr>
          <a:xfrm>
            <a:off x="4764024" y="2928433"/>
            <a:ext cx="2697480" cy="457200"/>
          </a:xfrm>
          <a:prstGeom prst="rect">
            <a:avLst/>
          </a:prstGeom>
          <a:noFill/>
          <a:ln/>
        </p:spPr>
        <p:txBody>
          <a:bodyPr wrap="square" rtlCol="0"/>
          <a:lstStyle>
            <a:lvl1pPr indent="0">
              <a:spcBef>
                <a:spcPct val="20000"/>
              </a:spcBef>
              <a:buFont typeface="Arial" pitchFamily="34" charset="0"/>
              <a:buNone/>
              <a:defRPr sz="2000" b="1">
                <a:solidFill>
                  <a:schemeClr val="bg1"/>
                </a:solidFill>
                <a:latin typeface="Century Schoolbook" pitchFamily="34" charset="0"/>
                <a:ea typeface="Century Schoolbook" pitchFamily="34" charset="-122"/>
                <a:cs typeface="Century Schoolbook" pitchFamily="34" charset="-120"/>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GB" dirty="0">
                <a:solidFill>
                  <a:schemeClr val="accent2"/>
                </a:solidFill>
              </a:rPr>
              <a:t>Responsibility</a:t>
            </a:r>
          </a:p>
        </p:txBody>
      </p:sp>
      <p:sp>
        <p:nvSpPr>
          <p:cNvPr id="31" name="Text Placeholder 20">
            <a:extLst>
              <a:ext uri="{FF2B5EF4-FFF2-40B4-BE49-F238E27FC236}">
                <a16:creationId xmlns:a16="http://schemas.microsoft.com/office/drawing/2014/main" id="{B51A604D-6067-D6A3-4AB9-BDC1068210A8}"/>
              </a:ext>
            </a:extLst>
          </p:cNvPr>
          <p:cNvSpPr txBox="1">
            <a:spLocks/>
          </p:cNvSpPr>
          <p:nvPr/>
        </p:nvSpPr>
        <p:spPr>
          <a:xfrm>
            <a:off x="8467344" y="2928433"/>
            <a:ext cx="2697480" cy="457200"/>
          </a:xfrm>
          <a:prstGeom prst="rect">
            <a:avLst/>
          </a:prstGeom>
          <a:noFill/>
          <a:ln/>
        </p:spPr>
        <p:txBody>
          <a:bodyPr wrap="square" rtlCol="0"/>
          <a:lstStyle>
            <a:lvl1pPr indent="0">
              <a:spcBef>
                <a:spcPct val="20000"/>
              </a:spcBef>
              <a:buFont typeface="Arial" pitchFamily="34" charset="0"/>
              <a:buNone/>
              <a:defRPr sz="2000" b="1">
                <a:solidFill>
                  <a:schemeClr val="bg1"/>
                </a:solidFill>
                <a:latin typeface="Century Schoolbook" pitchFamily="34" charset="0"/>
                <a:ea typeface="Century Schoolbook" pitchFamily="34" charset="-122"/>
                <a:cs typeface="Century Schoolbook" pitchFamily="34" charset="-120"/>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GB" dirty="0">
                <a:solidFill>
                  <a:schemeClr val="accent1"/>
                </a:solidFill>
              </a:rPr>
              <a:t>Enablement</a:t>
            </a:r>
          </a:p>
        </p:txBody>
      </p:sp>
      <p:sp>
        <p:nvSpPr>
          <p:cNvPr id="32" name="Text Placeholder 15">
            <a:extLst>
              <a:ext uri="{FF2B5EF4-FFF2-40B4-BE49-F238E27FC236}">
                <a16:creationId xmlns:a16="http://schemas.microsoft.com/office/drawing/2014/main" id="{37D6B0AB-112B-4247-FDC4-9CE922F989C4}"/>
              </a:ext>
            </a:extLst>
          </p:cNvPr>
          <p:cNvSpPr txBox="1">
            <a:spLocks/>
          </p:cNvSpPr>
          <p:nvPr/>
        </p:nvSpPr>
        <p:spPr>
          <a:xfrm>
            <a:off x="1060704" y="3582095"/>
            <a:ext cx="2697480" cy="2403389"/>
          </a:xfrm>
          <a:prstGeom prst="rect">
            <a:avLst/>
          </a:prstGeom>
          <a:noFill/>
          <a:ln/>
        </p:spPr>
        <p:txBody>
          <a:bodyPr wrap="square" rtlCol="0"/>
          <a:lstStyle>
            <a:lvl1pPr marL="201168" indent="-201168">
              <a:spcBef>
                <a:spcPct val="20000"/>
              </a:spcBef>
              <a:buClr>
                <a:schemeClr val="accent2"/>
              </a:buClr>
              <a:buFont typeface="Arial"/>
              <a:buChar char="▸"/>
              <a:defRPr>
                <a:solidFill>
                  <a:schemeClr val="bg1"/>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266700" indent="-266700"/>
            <a:r>
              <a:rPr lang="en-GB" dirty="0"/>
              <a:t>Who owns Genie and is willing to take accountability for both it’s success and failures within your organization?</a:t>
            </a:r>
          </a:p>
        </p:txBody>
      </p:sp>
      <p:sp>
        <p:nvSpPr>
          <p:cNvPr id="33" name="Text Placeholder 18">
            <a:extLst>
              <a:ext uri="{FF2B5EF4-FFF2-40B4-BE49-F238E27FC236}">
                <a16:creationId xmlns:a16="http://schemas.microsoft.com/office/drawing/2014/main" id="{2170518D-7416-AEB1-D3EE-3E60DEEEB163}"/>
              </a:ext>
            </a:extLst>
          </p:cNvPr>
          <p:cNvSpPr txBox="1">
            <a:spLocks/>
          </p:cNvSpPr>
          <p:nvPr/>
        </p:nvSpPr>
        <p:spPr>
          <a:xfrm>
            <a:off x="4764024" y="3582095"/>
            <a:ext cx="2697480" cy="2403390"/>
          </a:xfrm>
          <a:prstGeom prst="rect">
            <a:avLst/>
          </a:prstGeom>
          <a:noFill/>
          <a:ln/>
        </p:spPr>
        <p:txBody>
          <a:bodyPr wrap="square" rtlCol="0"/>
          <a:lstStyle>
            <a:lvl1pPr marL="201168" indent="-201168">
              <a:spcBef>
                <a:spcPct val="20000"/>
              </a:spcBef>
              <a:buClr>
                <a:schemeClr val="accent2"/>
              </a:buClr>
              <a:buFont typeface="Arial"/>
              <a:buChar char="▸"/>
              <a:defRPr>
                <a:solidFill>
                  <a:schemeClr val="bg1"/>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266700" indent="-266700"/>
            <a:r>
              <a:rPr lang="en-GB" dirty="0"/>
              <a:t>Who is taking responsibility for ensuring the accuracy of Genie within the context of your business?</a:t>
            </a:r>
          </a:p>
        </p:txBody>
      </p:sp>
      <p:sp>
        <p:nvSpPr>
          <p:cNvPr id="34" name="Text Placeholder 21">
            <a:extLst>
              <a:ext uri="{FF2B5EF4-FFF2-40B4-BE49-F238E27FC236}">
                <a16:creationId xmlns:a16="http://schemas.microsoft.com/office/drawing/2014/main" id="{B608FB9B-8880-DFFA-7D98-259896BB4828}"/>
              </a:ext>
            </a:extLst>
          </p:cNvPr>
          <p:cNvSpPr txBox="1">
            <a:spLocks/>
          </p:cNvSpPr>
          <p:nvPr/>
        </p:nvSpPr>
        <p:spPr>
          <a:xfrm>
            <a:off x="8467344" y="3582095"/>
            <a:ext cx="2697480" cy="2547258"/>
          </a:xfrm>
          <a:prstGeom prst="rect">
            <a:avLst/>
          </a:prstGeom>
          <a:noFill/>
          <a:ln/>
        </p:spPr>
        <p:txBody>
          <a:bodyPr wrap="square" rtlCol="0"/>
          <a:lstStyle>
            <a:lvl1pPr marL="201168" indent="-201168">
              <a:spcBef>
                <a:spcPct val="20000"/>
              </a:spcBef>
              <a:buClr>
                <a:schemeClr val="accent2"/>
              </a:buClr>
              <a:buFont typeface="Arial"/>
              <a:buChar char="▸"/>
              <a:defRPr>
                <a:solidFill>
                  <a:schemeClr val="bg1"/>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266700" indent="-266700"/>
            <a:r>
              <a:rPr lang="en-GB" dirty="0">
                <a:solidFill>
                  <a:schemeClr val="tx1"/>
                </a:solidFill>
              </a:rPr>
              <a:t>How are you going to enable users to get the most out of Genie, and support them when issues arise?</a:t>
            </a:r>
          </a:p>
        </p:txBody>
      </p:sp>
    </p:spTree>
    <p:extLst>
      <p:ext uri="{BB962C8B-B14F-4D97-AF65-F5344CB8AC3E}">
        <p14:creationId xmlns:p14="http://schemas.microsoft.com/office/powerpoint/2010/main" val="3805040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fade">
                                      <p:cBhvr>
                                        <p:cTn id="7" dur="500"/>
                                        <p:tgtEl>
                                          <p:spTgt spid="2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
                                            <p:txEl>
                                              <p:pRg st="0" end="0"/>
                                            </p:txEl>
                                          </p:spTgt>
                                        </p:tgtEl>
                                        <p:attrNameLst>
                                          <p:attrName>style.visibility</p:attrName>
                                        </p:attrNameLst>
                                      </p:cBhvr>
                                      <p:to>
                                        <p:strVal val="visible"/>
                                      </p:to>
                                    </p:set>
                                    <p:animEffect transition="in" filter="fade">
                                      <p:cBhvr>
                                        <p:cTn id="18" dur="500"/>
                                        <p:tgtEl>
                                          <p:spTgt spid="30">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3">
                                            <p:txEl>
                                              <p:pRg st="0" end="0"/>
                                            </p:txEl>
                                          </p:spTgt>
                                        </p:tgtEl>
                                        <p:attrNameLst>
                                          <p:attrName>style.visibility</p:attrName>
                                        </p:attrNameLst>
                                      </p:cBhvr>
                                      <p:to>
                                        <p:strVal val="visible"/>
                                      </p:to>
                                    </p:set>
                                    <p:animEffect transition="in" filter="fade">
                                      <p:cBhvr>
                                        <p:cTn id="21" dur="500"/>
                                        <p:tgtEl>
                                          <p:spTgt spid="33">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1">
                                            <p:txEl>
                                              <p:pRg st="0" end="0"/>
                                            </p:txEl>
                                          </p:spTgt>
                                        </p:tgtEl>
                                        <p:attrNameLst>
                                          <p:attrName>style.visibility</p:attrName>
                                        </p:attrNameLst>
                                      </p:cBhvr>
                                      <p:to>
                                        <p:strVal val="visible"/>
                                      </p:to>
                                    </p:set>
                                    <p:animEffect transition="in" filter="fade">
                                      <p:cBhvr>
                                        <p:cTn id="29" dur="500"/>
                                        <p:tgtEl>
                                          <p:spTgt spid="31">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xEl>
                                              <p:pRg st="0" end="0"/>
                                            </p:txEl>
                                          </p:spTgt>
                                        </p:tgtEl>
                                        <p:attrNameLst>
                                          <p:attrName>style.visibility</p:attrName>
                                        </p:attrNameLst>
                                      </p:cBhvr>
                                      <p:to>
                                        <p:strVal val="visible"/>
                                      </p:to>
                                    </p:set>
                                    <p:animEffect transition="in" filter="fade">
                                      <p:cBhvr>
                                        <p:cTn id="32" dur="500"/>
                                        <p:tgtEl>
                                          <p:spTgt spid="34">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P spid="28" grpId="0" animBg="1"/>
      <p:bldP spid="29" grpId="0" uiExpand="1" build="p"/>
      <p:bldP spid="30" grpId="0" uiExpand="1" build="p"/>
      <p:bldP spid="31" grpId="0" uiExpand="1" build="p"/>
      <p:bldP spid="32" grpId="0" uiExpand="1" build="p"/>
      <p:bldP spid="33" grpId="0" uiExpand="1" build="p"/>
      <p:bldP spid="34"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30B7903-05CA-7056-DCB9-1E0D2E7F0226}"/>
              </a:ext>
            </a:extLst>
          </p:cNvPr>
          <p:cNvPicPr>
            <a:picLocks noChangeAspect="1"/>
          </p:cNvPicPr>
          <p:nvPr/>
        </p:nvPicPr>
        <p:blipFill>
          <a:blip r:embed="rId3"/>
          <a:srcRect b="2400"/>
          <a:stretch>
            <a:fillRect/>
          </a:stretch>
        </p:blipFill>
        <p:spPr>
          <a:xfrm>
            <a:off x="1345296" y="821190"/>
            <a:ext cx="9501407" cy="5215620"/>
          </a:xfrm>
          <a:prstGeom prst="rect">
            <a:avLst/>
          </a:prstGeom>
        </p:spPr>
      </p:pic>
    </p:spTree>
    <p:extLst>
      <p:ext uri="{BB962C8B-B14F-4D97-AF65-F5344CB8AC3E}">
        <p14:creationId xmlns:p14="http://schemas.microsoft.com/office/powerpoint/2010/main" val="1259135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52FE2-A2EE-269E-5D75-CFC509958EA0}"/>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01B762DE-0750-B517-DCD0-1F3D9F3B0BC2}"/>
              </a:ext>
            </a:extLst>
          </p:cNvPr>
          <p:cNvSpPr>
            <a:spLocks noGrp="1"/>
          </p:cNvSpPr>
          <p:nvPr>
            <p:ph type="body" idx="105"/>
          </p:nvPr>
        </p:nvSpPr>
        <p:spPr/>
        <p:txBody>
          <a:bodyPr/>
          <a:lstStyle/>
          <a:p>
            <a:r>
              <a:rPr lang="en-GB" dirty="0"/>
              <a:t>PART FOUR</a:t>
            </a:r>
          </a:p>
        </p:txBody>
      </p:sp>
      <p:sp>
        <p:nvSpPr>
          <p:cNvPr id="7" name="Title 6">
            <a:extLst>
              <a:ext uri="{FF2B5EF4-FFF2-40B4-BE49-F238E27FC236}">
                <a16:creationId xmlns:a16="http://schemas.microsoft.com/office/drawing/2014/main" id="{FAE2389D-F6C6-F078-29A6-F3CB9A26D451}"/>
              </a:ext>
            </a:extLst>
          </p:cNvPr>
          <p:cNvSpPr>
            <a:spLocks noGrp="1"/>
          </p:cNvSpPr>
          <p:nvPr>
            <p:ph type="title" idx="107"/>
          </p:nvPr>
        </p:nvSpPr>
        <p:spPr/>
        <p:txBody>
          <a:bodyPr anchor="ctr"/>
          <a:lstStyle/>
          <a:p>
            <a:r>
              <a:rPr lang="en-GB" dirty="0"/>
              <a:t>Summary</a:t>
            </a:r>
          </a:p>
        </p:txBody>
      </p:sp>
      <p:sp>
        <p:nvSpPr>
          <p:cNvPr id="8" name="Text Placeholder 7">
            <a:extLst>
              <a:ext uri="{FF2B5EF4-FFF2-40B4-BE49-F238E27FC236}">
                <a16:creationId xmlns:a16="http://schemas.microsoft.com/office/drawing/2014/main" id="{1E73969E-1E5A-5947-89C5-76577C040863}"/>
              </a:ext>
            </a:extLst>
          </p:cNvPr>
          <p:cNvSpPr>
            <a:spLocks noGrp="1"/>
          </p:cNvSpPr>
          <p:nvPr>
            <p:ph type="body" idx="108"/>
          </p:nvPr>
        </p:nvSpPr>
        <p:spPr/>
        <p:txBody>
          <a:bodyPr/>
          <a:lstStyle/>
          <a:p>
            <a:r>
              <a:rPr lang="en-GB" sz="2400" dirty="0">
                <a:solidFill>
                  <a:schemeClr val="accent2"/>
                </a:solidFill>
              </a:rPr>
              <a:t>Everything you need to consider to be a Geni(e)us</a:t>
            </a:r>
          </a:p>
        </p:txBody>
      </p:sp>
      <p:sp>
        <p:nvSpPr>
          <p:cNvPr id="10" name="ELL_7">
            <a:extLst>
              <a:ext uri="{FF2B5EF4-FFF2-40B4-BE49-F238E27FC236}">
                <a16:creationId xmlns:a16="http://schemas.microsoft.com/office/drawing/2014/main" id="{9FEA71A9-B0EC-A5C9-6E16-E6273B11E305}"/>
              </a:ext>
            </a:extLst>
          </p:cNvPr>
          <p:cNvSpPr/>
          <p:nvPr userDrawn="1"/>
        </p:nvSpPr>
        <p:spPr>
          <a:xfrm rot="19980000">
            <a:off x="9281254" y="1597457"/>
            <a:ext cx="32918" cy="141732"/>
          </a:xfrm>
          <a:prstGeom prst="ellipse">
            <a:avLst/>
          </a:prstGeom>
          <a:solidFill>
            <a:schemeClr val="accent2"/>
          </a:solidFill>
          <a:ln/>
        </p:spPr>
        <p:txBody>
          <a:bodyPr/>
          <a:lstStyle/>
          <a:p>
            <a:endParaRPr lang="en-GB"/>
          </a:p>
        </p:txBody>
      </p:sp>
      <p:sp>
        <p:nvSpPr>
          <p:cNvPr id="11" name="ELL_8">
            <a:extLst>
              <a:ext uri="{FF2B5EF4-FFF2-40B4-BE49-F238E27FC236}">
                <a16:creationId xmlns:a16="http://schemas.microsoft.com/office/drawing/2014/main" id="{C196CBB4-EAD9-A836-04F7-AF53BBBF1DBB}"/>
              </a:ext>
            </a:extLst>
          </p:cNvPr>
          <p:cNvSpPr/>
          <p:nvPr userDrawn="1"/>
        </p:nvSpPr>
        <p:spPr>
          <a:xfrm>
            <a:off x="9342519" y="1579169"/>
            <a:ext cx="32918" cy="150876"/>
          </a:xfrm>
          <a:prstGeom prst="ellipse">
            <a:avLst/>
          </a:prstGeom>
          <a:solidFill>
            <a:schemeClr val="accent2"/>
          </a:solidFill>
          <a:ln/>
        </p:spPr>
        <p:txBody>
          <a:bodyPr/>
          <a:lstStyle/>
          <a:p>
            <a:endParaRPr lang="en-GB"/>
          </a:p>
        </p:txBody>
      </p:sp>
      <p:sp>
        <p:nvSpPr>
          <p:cNvPr id="12" name="ELL_9">
            <a:extLst>
              <a:ext uri="{FF2B5EF4-FFF2-40B4-BE49-F238E27FC236}">
                <a16:creationId xmlns:a16="http://schemas.microsoft.com/office/drawing/2014/main" id="{D9380148-BDD8-E7F1-9D09-F009FFEB301D}"/>
              </a:ext>
            </a:extLst>
          </p:cNvPr>
          <p:cNvSpPr/>
          <p:nvPr userDrawn="1"/>
        </p:nvSpPr>
        <p:spPr>
          <a:xfrm rot="1620000">
            <a:off x="9403784" y="1597457"/>
            <a:ext cx="32918" cy="141732"/>
          </a:xfrm>
          <a:prstGeom prst="ellipse">
            <a:avLst/>
          </a:prstGeom>
          <a:solidFill>
            <a:schemeClr val="accent2"/>
          </a:solidFill>
          <a:ln/>
        </p:spPr>
        <p:txBody>
          <a:bodyPr/>
          <a:lstStyle/>
          <a:p>
            <a:endParaRPr lang="en-GB"/>
          </a:p>
        </p:txBody>
      </p:sp>
      <p:sp>
        <p:nvSpPr>
          <p:cNvPr id="13" name="ELL_10">
            <a:extLst>
              <a:ext uri="{FF2B5EF4-FFF2-40B4-BE49-F238E27FC236}">
                <a16:creationId xmlns:a16="http://schemas.microsoft.com/office/drawing/2014/main" id="{06BA4959-D142-7849-7B28-CDB0B86B1CE9}"/>
              </a:ext>
            </a:extLst>
          </p:cNvPr>
          <p:cNvSpPr/>
          <p:nvPr userDrawn="1"/>
        </p:nvSpPr>
        <p:spPr>
          <a:xfrm>
            <a:off x="9331546" y="1711757"/>
            <a:ext cx="54864" cy="43891"/>
          </a:xfrm>
          <a:prstGeom prst="ellipse">
            <a:avLst/>
          </a:prstGeom>
          <a:solidFill>
            <a:schemeClr val="accent2"/>
          </a:solidFill>
          <a:ln/>
        </p:spPr>
        <p:txBody>
          <a:bodyPr/>
          <a:lstStyle/>
          <a:p>
            <a:endParaRPr lang="en-GB"/>
          </a:p>
        </p:txBody>
      </p:sp>
      <p:sp>
        <p:nvSpPr>
          <p:cNvPr id="14" name="ELL_11">
            <a:extLst>
              <a:ext uri="{FF2B5EF4-FFF2-40B4-BE49-F238E27FC236}">
                <a16:creationId xmlns:a16="http://schemas.microsoft.com/office/drawing/2014/main" id="{549B4337-32E7-BDCD-7143-2954A9B41845}"/>
              </a:ext>
            </a:extLst>
          </p:cNvPr>
          <p:cNvSpPr/>
          <p:nvPr userDrawn="1"/>
        </p:nvSpPr>
        <p:spPr>
          <a:xfrm rot="19980000">
            <a:off x="9756742" y="1652321"/>
            <a:ext cx="32918" cy="141732"/>
          </a:xfrm>
          <a:prstGeom prst="ellipse">
            <a:avLst/>
          </a:prstGeom>
          <a:solidFill>
            <a:schemeClr val="accent2"/>
          </a:solidFill>
          <a:ln/>
        </p:spPr>
        <p:txBody>
          <a:bodyPr/>
          <a:lstStyle/>
          <a:p>
            <a:endParaRPr lang="en-GB"/>
          </a:p>
        </p:txBody>
      </p:sp>
      <p:sp>
        <p:nvSpPr>
          <p:cNvPr id="15" name="ELL_12">
            <a:extLst>
              <a:ext uri="{FF2B5EF4-FFF2-40B4-BE49-F238E27FC236}">
                <a16:creationId xmlns:a16="http://schemas.microsoft.com/office/drawing/2014/main" id="{5B9452D4-3A54-DA7F-739F-73518F05D16B}"/>
              </a:ext>
            </a:extLst>
          </p:cNvPr>
          <p:cNvSpPr/>
          <p:nvPr userDrawn="1"/>
        </p:nvSpPr>
        <p:spPr>
          <a:xfrm>
            <a:off x="9818007" y="1634033"/>
            <a:ext cx="32918" cy="150876"/>
          </a:xfrm>
          <a:prstGeom prst="ellipse">
            <a:avLst/>
          </a:prstGeom>
          <a:solidFill>
            <a:schemeClr val="accent2"/>
          </a:solidFill>
          <a:ln/>
        </p:spPr>
        <p:txBody>
          <a:bodyPr/>
          <a:lstStyle/>
          <a:p>
            <a:endParaRPr lang="en-GB"/>
          </a:p>
        </p:txBody>
      </p:sp>
      <p:sp>
        <p:nvSpPr>
          <p:cNvPr id="16" name="ELL_13">
            <a:extLst>
              <a:ext uri="{FF2B5EF4-FFF2-40B4-BE49-F238E27FC236}">
                <a16:creationId xmlns:a16="http://schemas.microsoft.com/office/drawing/2014/main" id="{552D487B-F9A9-EF03-1F3B-CA857CDC628E}"/>
              </a:ext>
            </a:extLst>
          </p:cNvPr>
          <p:cNvSpPr/>
          <p:nvPr userDrawn="1"/>
        </p:nvSpPr>
        <p:spPr>
          <a:xfrm rot="1620000">
            <a:off x="9879272" y="1652321"/>
            <a:ext cx="32918" cy="141732"/>
          </a:xfrm>
          <a:prstGeom prst="ellipse">
            <a:avLst/>
          </a:prstGeom>
          <a:solidFill>
            <a:schemeClr val="accent2"/>
          </a:solidFill>
          <a:ln/>
        </p:spPr>
        <p:txBody>
          <a:bodyPr/>
          <a:lstStyle/>
          <a:p>
            <a:endParaRPr lang="en-GB"/>
          </a:p>
        </p:txBody>
      </p:sp>
      <p:sp>
        <p:nvSpPr>
          <p:cNvPr id="17" name="ELL_14">
            <a:extLst>
              <a:ext uri="{FF2B5EF4-FFF2-40B4-BE49-F238E27FC236}">
                <a16:creationId xmlns:a16="http://schemas.microsoft.com/office/drawing/2014/main" id="{E6CA3A4E-3BF2-236E-05F0-1813F32E254D}"/>
              </a:ext>
            </a:extLst>
          </p:cNvPr>
          <p:cNvSpPr/>
          <p:nvPr userDrawn="1"/>
        </p:nvSpPr>
        <p:spPr>
          <a:xfrm>
            <a:off x="9807034" y="1766621"/>
            <a:ext cx="54864" cy="43891"/>
          </a:xfrm>
          <a:prstGeom prst="ellipse">
            <a:avLst/>
          </a:prstGeom>
          <a:solidFill>
            <a:schemeClr val="accent2"/>
          </a:solidFill>
          <a:ln/>
        </p:spPr>
        <p:txBody>
          <a:bodyPr/>
          <a:lstStyle/>
          <a:p>
            <a:endParaRPr lang="en-GB"/>
          </a:p>
        </p:txBody>
      </p:sp>
      <p:sp>
        <p:nvSpPr>
          <p:cNvPr id="18" name="ELL_15">
            <a:extLst>
              <a:ext uri="{FF2B5EF4-FFF2-40B4-BE49-F238E27FC236}">
                <a16:creationId xmlns:a16="http://schemas.microsoft.com/office/drawing/2014/main" id="{2BD65CB3-01E6-32EC-CEE7-C354ED164FB7}"/>
              </a:ext>
            </a:extLst>
          </p:cNvPr>
          <p:cNvSpPr/>
          <p:nvPr userDrawn="1"/>
        </p:nvSpPr>
        <p:spPr>
          <a:xfrm rot="19980000">
            <a:off x="10232230" y="1597457"/>
            <a:ext cx="32918" cy="141732"/>
          </a:xfrm>
          <a:prstGeom prst="ellipse">
            <a:avLst/>
          </a:prstGeom>
          <a:solidFill>
            <a:schemeClr val="accent2"/>
          </a:solidFill>
          <a:ln/>
        </p:spPr>
        <p:txBody>
          <a:bodyPr/>
          <a:lstStyle/>
          <a:p>
            <a:endParaRPr lang="en-GB"/>
          </a:p>
        </p:txBody>
      </p:sp>
      <p:sp>
        <p:nvSpPr>
          <p:cNvPr id="19" name="ELL_16">
            <a:extLst>
              <a:ext uri="{FF2B5EF4-FFF2-40B4-BE49-F238E27FC236}">
                <a16:creationId xmlns:a16="http://schemas.microsoft.com/office/drawing/2014/main" id="{7031DEF3-63A5-1C5D-BBA9-F9109ADCA797}"/>
              </a:ext>
            </a:extLst>
          </p:cNvPr>
          <p:cNvSpPr/>
          <p:nvPr userDrawn="1"/>
        </p:nvSpPr>
        <p:spPr>
          <a:xfrm>
            <a:off x="10293495" y="1579169"/>
            <a:ext cx="32918" cy="150876"/>
          </a:xfrm>
          <a:prstGeom prst="ellipse">
            <a:avLst/>
          </a:prstGeom>
          <a:solidFill>
            <a:schemeClr val="accent2"/>
          </a:solidFill>
          <a:ln/>
        </p:spPr>
        <p:txBody>
          <a:bodyPr/>
          <a:lstStyle/>
          <a:p>
            <a:endParaRPr lang="en-GB"/>
          </a:p>
        </p:txBody>
      </p:sp>
      <p:sp>
        <p:nvSpPr>
          <p:cNvPr id="20" name="ELL_17">
            <a:extLst>
              <a:ext uri="{FF2B5EF4-FFF2-40B4-BE49-F238E27FC236}">
                <a16:creationId xmlns:a16="http://schemas.microsoft.com/office/drawing/2014/main" id="{A078B6E9-5B24-7003-D226-2AF6A27149F9}"/>
              </a:ext>
            </a:extLst>
          </p:cNvPr>
          <p:cNvSpPr/>
          <p:nvPr userDrawn="1"/>
        </p:nvSpPr>
        <p:spPr>
          <a:xfrm rot="1620000">
            <a:off x="10354760" y="1597457"/>
            <a:ext cx="32918" cy="141732"/>
          </a:xfrm>
          <a:prstGeom prst="ellipse">
            <a:avLst/>
          </a:prstGeom>
          <a:solidFill>
            <a:schemeClr val="accent2"/>
          </a:solidFill>
          <a:ln/>
        </p:spPr>
        <p:txBody>
          <a:bodyPr/>
          <a:lstStyle/>
          <a:p>
            <a:endParaRPr lang="en-GB"/>
          </a:p>
        </p:txBody>
      </p:sp>
      <p:sp>
        <p:nvSpPr>
          <p:cNvPr id="21" name="ELL_18">
            <a:extLst>
              <a:ext uri="{FF2B5EF4-FFF2-40B4-BE49-F238E27FC236}">
                <a16:creationId xmlns:a16="http://schemas.microsoft.com/office/drawing/2014/main" id="{828478C5-EE3C-B912-D2D7-44F79EB0B52C}"/>
              </a:ext>
            </a:extLst>
          </p:cNvPr>
          <p:cNvSpPr/>
          <p:nvPr userDrawn="1"/>
        </p:nvSpPr>
        <p:spPr>
          <a:xfrm>
            <a:off x="10282522" y="1711757"/>
            <a:ext cx="54864" cy="43891"/>
          </a:xfrm>
          <a:prstGeom prst="ellipse">
            <a:avLst/>
          </a:prstGeom>
          <a:solidFill>
            <a:schemeClr val="accent2"/>
          </a:solidFill>
          <a:ln/>
        </p:spPr>
        <p:txBody>
          <a:bodyPr/>
          <a:lstStyle/>
          <a:p>
            <a:endParaRPr lang="en-GB"/>
          </a:p>
        </p:txBody>
      </p:sp>
      <p:sp>
        <p:nvSpPr>
          <p:cNvPr id="22" name="ELL_19">
            <a:extLst>
              <a:ext uri="{FF2B5EF4-FFF2-40B4-BE49-F238E27FC236}">
                <a16:creationId xmlns:a16="http://schemas.microsoft.com/office/drawing/2014/main" id="{E5D5C102-0CEF-D392-F619-0F25993E1CCB}"/>
              </a:ext>
            </a:extLst>
          </p:cNvPr>
          <p:cNvSpPr/>
          <p:nvPr userDrawn="1"/>
        </p:nvSpPr>
        <p:spPr>
          <a:xfrm rot="19980000">
            <a:off x="10707718" y="1652321"/>
            <a:ext cx="32918" cy="141732"/>
          </a:xfrm>
          <a:prstGeom prst="ellipse">
            <a:avLst/>
          </a:prstGeom>
          <a:solidFill>
            <a:schemeClr val="accent2"/>
          </a:solidFill>
          <a:ln/>
        </p:spPr>
        <p:txBody>
          <a:bodyPr/>
          <a:lstStyle/>
          <a:p>
            <a:endParaRPr lang="en-GB"/>
          </a:p>
        </p:txBody>
      </p:sp>
      <p:sp>
        <p:nvSpPr>
          <p:cNvPr id="23" name="ELL_20">
            <a:extLst>
              <a:ext uri="{FF2B5EF4-FFF2-40B4-BE49-F238E27FC236}">
                <a16:creationId xmlns:a16="http://schemas.microsoft.com/office/drawing/2014/main" id="{48D9CA04-2CBA-903E-38D3-43DF769B9BF2}"/>
              </a:ext>
            </a:extLst>
          </p:cNvPr>
          <p:cNvSpPr/>
          <p:nvPr userDrawn="1"/>
        </p:nvSpPr>
        <p:spPr>
          <a:xfrm>
            <a:off x="10768983" y="1634033"/>
            <a:ext cx="32918" cy="150876"/>
          </a:xfrm>
          <a:prstGeom prst="ellipse">
            <a:avLst/>
          </a:prstGeom>
          <a:solidFill>
            <a:schemeClr val="accent2"/>
          </a:solidFill>
          <a:ln/>
        </p:spPr>
        <p:txBody>
          <a:bodyPr/>
          <a:lstStyle/>
          <a:p>
            <a:endParaRPr lang="en-GB"/>
          </a:p>
        </p:txBody>
      </p:sp>
      <p:sp>
        <p:nvSpPr>
          <p:cNvPr id="24" name="ELL_21">
            <a:extLst>
              <a:ext uri="{FF2B5EF4-FFF2-40B4-BE49-F238E27FC236}">
                <a16:creationId xmlns:a16="http://schemas.microsoft.com/office/drawing/2014/main" id="{DF75FB2B-9AE6-6F99-71B9-05DE21C574F7}"/>
              </a:ext>
            </a:extLst>
          </p:cNvPr>
          <p:cNvSpPr/>
          <p:nvPr userDrawn="1"/>
        </p:nvSpPr>
        <p:spPr>
          <a:xfrm rot="1620000">
            <a:off x="10830248" y="1652321"/>
            <a:ext cx="32918" cy="141732"/>
          </a:xfrm>
          <a:prstGeom prst="ellipse">
            <a:avLst/>
          </a:prstGeom>
          <a:solidFill>
            <a:schemeClr val="accent2"/>
          </a:solidFill>
          <a:ln/>
        </p:spPr>
        <p:txBody>
          <a:bodyPr/>
          <a:lstStyle/>
          <a:p>
            <a:endParaRPr lang="en-GB"/>
          </a:p>
        </p:txBody>
      </p:sp>
      <p:sp>
        <p:nvSpPr>
          <p:cNvPr id="25" name="ELL_22">
            <a:extLst>
              <a:ext uri="{FF2B5EF4-FFF2-40B4-BE49-F238E27FC236}">
                <a16:creationId xmlns:a16="http://schemas.microsoft.com/office/drawing/2014/main" id="{EF3FEFAD-22AA-C318-A6B7-68BACC1A1A5A}"/>
              </a:ext>
            </a:extLst>
          </p:cNvPr>
          <p:cNvSpPr/>
          <p:nvPr userDrawn="1"/>
        </p:nvSpPr>
        <p:spPr>
          <a:xfrm>
            <a:off x="10758010" y="1766621"/>
            <a:ext cx="54864" cy="43891"/>
          </a:xfrm>
          <a:prstGeom prst="ellipse">
            <a:avLst/>
          </a:prstGeom>
          <a:solidFill>
            <a:schemeClr val="accent2"/>
          </a:solidFill>
          <a:ln/>
        </p:spPr>
        <p:txBody>
          <a:bodyPr/>
          <a:lstStyle/>
          <a:p>
            <a:endParaRPr lang="en-GB"/>
          </a:p>
        </p:txBody>
      </p:sp>
    </p:spTree>
    <p:extLst>
      <p:ext uri="{BB962C8B-B14F-4D97-AF65-F5344CB8AC3E}">
        <p14:creationId xmlns:p14="http://schemas.microsoft.com/office/powerpoint/2010/main" val="3692260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8BFBE-2EA1-0A40-7CCD-2FDCF79A4C35}"/>
              </a:ext>
            </a:extLst>
          </p:cNvPr>
          <p:cNvSpPr>
            <a:spLocks noGrp="1"/>
          </p:cNvSpPr>
          <p:nvPr>
            <p:ph type="title" idx="104"/>
          </p:nvPr>
        </p:nvSpPr>
        <p:spPr/>
        <p:txBody>
          <a:bodyPr/>
          <a:lstStyle/>
          <a:p>
            <a:r>
              <a:rPr lang="en-GB" dirty="0"/>
              <a:t>How to become a Geni(e)us</a:t>
            </a:r>
          </a:p>
        </p:txBody>
      </p:sp>
      <p:sp>
        <p:nvSpPr>
          <p:cNvPr id="3" name="Text Placeholder 2">
            <a:extLst>
              <a:ext uri="{FF2B5EF4-FFF2-40B4-BE49-F238E27FC236}">
                <a16:creationId xmlns:a16="http://schemas.microsoft.com/office/drawing/2014/main" id="{83CE05B0-7E74-C041-3376-566F2AC68244}"/>
              </a:ext>
            </a:extLst>
          </p:cNvPr>
          <p:cNvSpPr>
            <a:spLocks noGrp="1"/>
          </p:cNvSpPr>
          <p:nvPr>
            <p:ph type="body" idx="121"/>
          </p:nvPr>
        </p:nvSpPr>
        <p:spPr/>
        <p:txBody>
          <a:bodyPr/>
          <a:lstStyle/>
          <a:p>
            <a:r>
              <a:rPr lang="en-GB" dirty="0"/>
              <a:t>Agent Design</a:t>
            </a:r>
          </a:p>
        </p:txBody>
      </p:sp>
      <p:sp>
        <p:nvSpPr>
          <p:cNvPr id="4" name="Text Placeholder 3">
            <a:extLst>
              <a:ext uri="{FF2B5EF4-FFF2-40B4-BE49-F238E27FC236}">
                <a16:creationId xmlns:a16="http://schemas.microsoft.com/office/drawing/2014/main" id="{DB503DDB-B723-89F4-AC20-93F048EC705D}"/>
              </a:ext>
            </a:extLst>
          </p:cNvPr>
          <p:cNvSpPr>
            <a:spLocks noGrp="1"/>
          </p:cNvSpPr>
          <p:nvPr>
            <p:ph type="body" idx="122"/>
          </p:nvPr>
        </p:nvSpPr>
        <p:spPr>
          <a:noFill/>
          <a:ln/>
        </p:spPr>
        <p:txBody>
          <a:bodyPr wrap="square" rtlCol="0"/>
          <a:lstStyle/>
          <a:p>
            <a:pPr marL="266700" indent="-266700">
              <a:buClr>
                <a:schemeClr val="accent2"/>
              </a:buClr>
              <a:buFont typeface="Arial"/>
              <a:buChar char="▸"/>
            </a:pPr>
            <a:r>
              <a:rPr lang="en-GB" sz="1800" dirty="0">
                <a:solidFill>
                  <a:schemeClr val="tx1"/>
                </a:solidFill>
                <a:latin typeface="+mn-lt"/>
                <a:ea typeface="+mn-ea"/>
                <a:cs typeface="+mn-cs"/>
              </a:rPr>
              <a:t>Align Agents to Data Products</a:t>
            </a:r>
          </a:p>
          <a:p>
            <a:pPr marL="266700" indent="-266700">
              <a:buClr>
                <a:schemeClr val="accent2"/>
              </a:buClr>
              <a:buFont typeface="Arial"/>
              <a:buChar char="▸"/>
            </a:pPr>
            <a:r>
              <a:rPr lang="en-GB" sz="1800" dirty="0">
                <a:solidFill>
                  <a:schemeClr val="tx1"/>
                </a:solidFill>
                <a:latin typeface="+mn-lt"/>
                <a:ea typeface="+mn-ea"/>
                <a:cs typeface="+mn-cs"/>
              </a:rPr>
              <a:t>Use Metric Views to their maximum</a:t>
            </a:r>
          </a:p>
        </p:txBody>
      </p:sp>
      <p:sp>
        <p:nvSpPr>
          <p:cNvPr id="5" name="Text Placeholder 4">
            <a:extLst>
              <a:ext uri="{FF2B5EF4-FFF2-40B4-BE49-F238E27FC236}">
                <a16:creationId xmlns:a16="http://schemas.microsoft.com/office/drawing/2014/main" id="{2BED800D-8851-289E-AF1E-3FD3EEDF95BC}"/>
              </a:ext>
            </a:extLst>
          </p:cNvPr>
          <p:cNvSpPr>
            <a:spLocks noGrp="1"/>
          </p:cNvSpPr>
          <p:nvPr>
            <p:ph type="body" idx="123"/>
          </p:nvPr>
        </p:nvSpPr>
        <p:spPr/>
        <p:txBody>
          <a:bodyPr/>
          <a:lstStyle/>
          <a:p>
            <a:r>
              <a:rPr lang="en-GB" dirty="0"/>
              <a:t>Documentation</a:t>
            </a:r>
          </a:p>
        </p:txBody>
      </p:sp>
      <p:sp>
        <p:nvSpPr>
          <p:cNvPr id="6" name="Text Placeholder 5">
            <a:extLst>
              <a:ext uri="{FF2B5EF4-FFF2-40B4-BE49-F238E27FC236}">
                <a16:creationId xmlns:a16="http://schemas.microsoft.com/office/drawing/2014/main" id="{0E5A6D48-77B8-8FBA-09A7-66B60128DD41}"/>
              </a:ext>
            </a:extLst>
          </p:cNvPr>
          <p:cNvSpPr>
            <a:spLocks noGrp="1"/>
          </p:cNvSpPr>
          <p:nvPr>
            <p:ph type="body" idx="124"/>
          </p:nvPr>
        </p:nvSpPr>
        <p:spPr>
          <a:noFill/>
          <a:ln/>
        </p:spPr>
        <p:txBody>
          <a:bodyPr wrap="square" rtlCol="0"/>
          <a:lstStyle/>
          <a:p>
            <a:pPr marL="266700" indent="-266700">
              <a:buClr>
                <a:schemeClr val="accent2"/>
              </a:buClr>
              <a:buFont typeface="Arial"/>
              <a:buChar char="▸"/>
            </a:pPr>
            <a:r>
              <a:rPr lang="en-GB" sz="1800" dirty="0">
                <a:solidFill>
                  <a:schemeClr val="tx1"/>
                </a:solidFill>
                <a:latin typeface="+mn-lt"/>
                <a:ea typeface="+mn-ea"/>
                <a:cs typeface="+mn-cs"/>
              </a:rPr>
              <a:t>Use General Instructions sparingly</a:t>
            </a:r>
          </a:p>
          <a:p>
            <a:pPr marL="266700" indent="-266700">
              <a:buClr>
                <a:schemeClr val="accent2"/>
              </a:buClr>
              <a:buFont typeface="Arial"/>
              <a:buChar char="▸"/>
            </a:pPr>
            <a:r>
              <a:rPr lang="en-GB" sz="1800" dirty="0">
                <a:solidFill>
                  <a:schemeClr val="tx1"/>
                </a:solidFill>
                <a:latin typeface="+mn-lt"/>
                <a:ea typeface="+mn-ea"/>
                <a:cs typeface="+mn-cs"/>
              </a:rPr>
              <a:t>Keep on top of your UC descriptions</a:t>
            </a:r>
          </a:p>
        </p:txBody>
      </p:sp>
      <p:sp>
        <p:nvSpPr>
          <p:cNvPr id="7" name="Text Placeholder 6">
            <a:extLst>
              <a:ext uri="{FF2B5EF4-FFF2-40B4-BE49-F238E27FC236}">
                <a16:creationId xmlns:a16="http://schemas.microsoft.com/office/drawing/2014/main" id="{AE95483A-8A68-B057-942A-6E5F8DDA843B}"/>
              </a:ext>
            </a:extLst>
          </p:cNvPr>
          <p:cNvSpPr>
            <a:spLocks noGrp="1"/>
          </p:cNvSpPr>
          <p:nvPr>
            <p:ph type="body" idx="125"/>
          </p:nvPr>
        </p:nvSpPr>
        <p:spPr/>
        <p:txBody>
          <a:bodyPr/>
          <a:lstStyle/>
          <a:p>
            <a:r>
              <a:rPr lang="en-GB" dirty="0"/>
              <a:t>Monitoring</a:t>
            </a:r>
          </a:p>
        </p:txBody>
      </p:sp>
      <p:sp>
        <p:nvSpPr>
          <p:cNvPr id="8" name="Text Placeholder 7">
            <a:extLst>
              <a:ext uri="{FF2B5EF4-FFF2-40B4-BE49-F238E27FC236}">
                <a16:creationId xmlns:a16="http://schemas.microsoft.com/office/drawing/2014/main" id="{437C9943-3D1A-4513-FA4A-8A368F7A0CCB}"/>
              </a:ext>
            </a:extLst>
          </p:cNvPr>
          <p:cNvSpPr>
            <a:spLocks noGrp="1"/>
          </p:cNvSpPr>
          <p:nvPr>
            <p:ph type="body" idx="126"/>
          </p:nvPr>
        </p:nvSpPr>
        <p:spPr>
          <a:noFill/>
          <a:ln/>
        </p:spPr>
        <p:txBody>
          <a:bodyPr wrap="square" rtlCol="0"/>
          <a:lstStyle/>
          <a:p>
            <a:pPr marL="266700" indent="-266700">
              <a:buClr>
                <a:schemeClr val="accent2"/>
              </a:buClr>
              <a:buFont typeface="Arial"/>
              <a:buChar char="▸"/>
            </a:pPr>
            <a:r>
              <a:rPr lang="en-GB" sz="1800" dirty="0">
                <a:solidFill>
                  <a:schemeClr val="tx1"/>
                </a:solidFill>
                <a:latin typeface="+mn-lt"/>
                <a:ea typeface="+mn-ea"/>
                <a:cs typeface="+mn-cs"/>
              </a:rPr>
              <a:t>Set and maintain Benchmarks</a:t>
            </a:r>
          </a:p>
          <a:p>
            <a:pPr marL="266700" indent="-266700">
              <a:buClr>
                <a:schemeClr val="accent2"/>
              </a:buClr>
              <a:buFont typeface="Arial"/>
              <a:buChar char="▸"/>
            </a:pPr>
            <a:r>
              <a:rPr lang="en-GB" sz="1800" dirty="0">
                <a:solidFill>
                  <a:schemeClr val="tx1"/>
                </a:solidFill>
                <a:latin typeface="+mn-lt"/>
                <a:ea typeface="+mn-ea"/>
                <a:cs typeface="+mn-cs"/>
              </a:rPr>
              <a:t>Monitor user queries for new patterns</a:t>
            </a:r>
          </a:p>
        </p:txBody>
      </p:sp>
      <p:sp>
        <p:nvSpPr>
          <p:cNvPr id="9" name="Text Placeholder 8">
            <a:extLst>
              <a:ext uri="{FF2B5EF4-FFF2-40B4-BE49-F238E27FC236}">
                <a16:creationId xmlns:a16="http://schemas.microsoft.com/office/drawing/2014/main" id="{5C42B6FE-BB99-4F09-03F2-D323688511D2}"/>
              </a:ext>
            </a:extLst>
          </p:cNvPr>
          <p:cNvSpPr>
            <a:spLocks noGrp="1"/>
          </p:cNvSpPr>
          <p:nvPr>
            <p:ph type="body" idx="127"/>
          </p:nvPr>
        </p:nvSpPr>
        <p:spPr/>
        <p:txBody>
          <a:bodyPr/>
          <a:lstStyle/>
          <a:p>
            <a:r>
              <a:rPr lang="en-GB" dirty="0"/>
              <a:t>Governance</a:t>
            </a:r>
          </a:p>
        </p:txBody>
      </p:sp>
      <p:sp>
        <p:nvSpPr>
          <p:cNvPr id="10" name="Text Placeholder 9">
            <a:extLst>
              <a:ext uri="{FF2B5EF4-FFF2-40B4-BE49-F238E27FC236}">
                <a16:creationId xmlns:a16="http://schemas.microsoft.com/office/drawing/2014/main" id="{DD0D48D9-F969-7A01-1824-DC96D3D754E0}"/>
              </a:ext>
            </a:extLst>
          </p:cNvPr>
          <p:cNvSpPr>
            <a:spLocks noGrp="1"/>
          </p:cNvSpPr>
          <p:nvPr>
            <p:ph type="body" idx="128"/>
          </p:nvPr>
        </p:nvSpPr>
        <p:spPr>
          <a:noFill/>
          <a:ln/>
        </p:spPr>
        <p:txBody>
          <a:bodyPr wrap="square" rtlCol="0"/>
          <a:lstStyle/>
          <a:p>
            <a:pPr marL="266700" indent="-266700">
              <a:buClr>
                <a:schemeClr val="accent2"/>
              </a:buClr>
              <a:buFont typeface="Arial"/>
              <a:buChar char="▸"/>
            </a:pPr>
            <a:r>
              <a:rPr lang="en-GB" sz="1800" dirty="0">
                <a:solidFill>
                  <a:schemeClr val="tx1"/>
                </a:solidFill>
                <a:latin typeface="+mn-lt"/>
                <a:ea typeface="+mn-ea"/>
                <a:cs typeface="+mn-cs"/>
              </a:rPr>
              <a:t>Accountability</a:t>
            </a:r>
          </a:p>
          <a:p>
            <a:pPr marL="266700" indent="-266700">
              <a:buClr>
                <a:schemeClr val="accent2"/>
              </a:buClr>
              <a:buFont typeface="Arial"/>
              <a:buChar char="▸"/>
            </a:pPr>
            <a:r>
              <a:rPr lang="en-GB" sz="1800" dirty="0">
                <a:solidFill>
                  <a:schemeClr val="tx1"/>
                </a:solidFill>
                <a:latin typeface="+mn-lt"/>
                <a:ea typeface="+mn-ea"/>
                <a:cs typeface="+mn-cs"/>
              </a:rPr>
              <a:t>Responsibility</a:t>
            </a:r>
          </a:p>
          <a:p>
            <a:pPr marL="266700" indent="-266700">
              <a:buClr>
                <a:schemeClr val="accent2"/>
              </a:buClr>
              <a:buFont typeface="Arial"/>
              <a:buChar char="▸"/>
            </a:pPr>
            <a:r>
              <a:rPr lang="en-GB" sz="1800" dirty="0">
                <a:solidFill>
                  <a:schemeClr val="tx1"/>
                </a:solidFill>
                <a:latin typeface="+mn-lt"/>
                <a:ea typeface="+mn-ea"/>
                <a:cs typeface="+mn-cs"/>
              </a:rPr>
              <a:t>Enablement</a:t>
            </a:r>
          </a:p>
        </p:txBody>
      </p:sp>
      <p:sp>
        <p:nvSpPr>
          <p:cNvPr id="12" name="ELL_115">
            <a:extLst>
              <a:ext uri="{FF2B5EF4-FFF2-40B4-BE49-F238E27FC236}">
                <a16:creationId xmlns:a16="http://schemas.microsoft.com/office/drawing/2014/main" id="{5345AFC0-A890-0818-46F6-AB22D1B21916}"/>
              </a:ext>
            </a:extLst>
          </p:cNvPr>
          <p:cNvSpPr/>
          <p:nvPr/>
        </p:nvSpPr>
        <p:spPr>
          <a:xfrm rot="19980000">
            <a:off x="1893265" y="2262226"/>
            <a:ext cx="88880" cy="382676"/>
          </a:xfrm>
          <a:prstGeom prst="ellipse">
            <a:avLst/>
          </a:prstGeom>
          <a:solidFill>
            <a:schemeClr val="accent2"/>
          </a:solidFill>
          <a:ln/>
        </p:spPr>
        <p:txBody>
          <a:bodyPr/>
          <a:lstStyle/>
          <a:p>
            <a:endParaRPr lang="en-GB"/>
          </a:p>
        </p:txBody>
      </p:sp>
      <p:sp>
        <p:nvSpPr>
          <p:cNvPr id="14" name="ELL_116">
            <a:extLst>
              <a:ext uri="{FF2B5EF4-FFF2-40B4-BE49-F238E27FC236}">
                <a16:creationId xmlns:a16="http://schemas.microsoft.com/office/drawing/2014/main" id="{A1B02A55-7167-675A-1EF5-F64CDAF169F0}"/>
              </a:ext>
            </a:extLst>
          </p:cNvPr>
          <p:cNvSpPr/>
          <p:nvPr/>
        </p:nvSpPr>
        <p:spPr>
          <a:xfrm>
            <a:off x="2058680" y="2212848"/>
            <a:ext cx="88880" cy="407365"/>
          </a:xfrm>
          <a:prstGeom prst="ellipse">
            <a:avLst/>
          </a:prstGeom>
          <a:solidFill>
            <a:schemeClr val="accent2"/>
          </a:solidFill>
          <a:ln/>
        </p:spPr>
        <p:txBody>
          <a:bodyPr/>
          <a:lstStyle/>
          <a:p>
            <a:endParaRPr lang="en-GB"/>
          </a:p>
        </p:txBody>
      </p:sp>
      <p:sp>
        <p:nvSpPr>
          <p:cNvPr id="16" name="ELL_117">
            <a:extLst>
              <a:ext uri="{FF2B5EF4-FFF2-40B4-BE49-F238E27FC236}">
                <a16:creationId xmlns:a16="http://schemas.microsoft.com/office/drawing/2014/main" id="{8E885771-6616-8753-A7B2-CA6355596D55}"/>
              </a:ext>
            </a:extLst>
          </p:cNvPr>
          <p:cNvSpPr/>
          <p:nvPr/>
        </p:nvSpPr>
        <p:spPr>
          <a:xfrm rot="1620000">
            <a:off x="2224095" y="2262226"/>
            <a:ext cx="88880" cy="382676"/>
          </a:xfrm>
          <a:prstGeom prst="ellipse">
            <a:avLst/>
          </a:prstGeom>
          <a:solidFill>
            <a:schemeClr val="accent2"/>
          </a:solidFill>
          <a:ln/>
        </p:spPr>
        <p:txBody>
          <a:bodyPr/>
          <a:lstStyle/>
          <a:p>
            <a:endParaRPr lang="en-GB"/>
          </a:p>
        </p:txBody>
      </p:sp>
      <p:sp>
        <p:nvSpPr>
          <p:cNvPr id="18" name="ELL_118">
            <a:extLst>
              <a:ext uri="{FF2B5EF4-FFF2-40B4-BE49-F238E27FC236}">
                <a16:creationId xmlns:a16="http://schemas.microsoft.com/office/drawing/2014/main" id="{43AD409E-8F11-D133-B3C4-0C3355220CDC}"/>
              </a:ext>
            </a:extLst>
          </p:cNvPr>
          <p:cNvSpPr/>
          <p:nvPr/>
        </p:nvSpPr>
        <p:spPr>
          <a:xfrm>
            <a:off x="2029054" y="2570836"/>
            <a:ext cx="148133" cy="118506"/>
          </a:xfrm>
          <a:prstGeom prst="ellipse">
            <a:avLst/>
          </a:prstGeom>
          <a:solidFill>
            <a:schemeClr val="accent2"/>
          </a:solidFill>
          <a:ln/>
        </p:spPr>
        <p:txBody>
          <a:bodyPr/>
          <a:lstStyle/>
          <a:p>
            <a:endParaRPr lang="en-GB"/>
          </a:p>
        </p:txBody>
      </p:sp>
      <p:sp>
        <p:nvSpPr>
          <p:cNvPr id="20" name="ELL_119">
            <a:extLst>
              <a:ext uri="{FF2B5EF4-FFF2-40B4-BE49-F238E27FC236}">
                <a16:creationId xmlns:a16="http://schemas.microsoft.com/office/drawing/2014/main" id="{D06D7669-FA08-E7B5-7A0C-A224A4909B55}"/>
              </a:ext>
            </a:extLst>
          </p:cNvPr>
          <p:cNvSpPr/>
          <p:nvPr/>
        </p:nvSpPr>
        <p:spPr>
          <a:xfrm rot="19980000">
            <a:off x="4654753" y="2317090"/>
            <a:ext cx="88880" cy="382676"/>
          </a:xfrm>
          <a:prstGeom prst="ellipse">
            <a:avLst/>
          </a:prstGeom>
          <a:solidFill>
            <a:schemeClr val="accent2"/>
          </a:solidFill>
          <a:ln/>
        </p:spPr>
        <p:txBody>
          <a:bodyPr/>
          <a:lstStyle/>
          <a:p>
            <a:endParaRPr lang="en-GB"/>
          </a:p>
        </p:txBody>
      </p:sp>
      <p:sp>
        <p:nvSpPr>
          <p:cNvPr id="22" name="ELL_120">
            <a:extLst>
              <a:ext uri="{FF2B5EF4-FFF2-40B4-BE49-F238E27FC236}">
                <a16:creationId xmlns:a16="http://schemas.microsoft.com/office/drawing/2014/main" id="{CA10B84A-ABB8-7F56-C6F7-E8858D734F9D}"/>
              </a:ext>
            </a:extLst>
          </p:cNvPr>
          <p:cNvSpPr/>
          <p:nvPr/>
        </p:nvSpPr>
        <p:spPr>
          <a:xfrm>
            <a:off x="4820168" y="2267712"/>
            <a:ext cx="88880" cy="407365"/>
          </a:xfrm>
          <a:prstGeom prst="ellipse">
            <a:avLst/>
          </a:prstGeom>
          <a:solidFill>
            <a:schemeClr val="accent2"/>
          </a:solidFill>
          <a:ln/>
        </p:spPr>
        <p:txBody>
          <a:bodyPr/>
          <a:lstStyle/>
          <a:p>
            <a:endParaRPr lang="en-GB"/>
          </a:p>
        </p:txBody>
      </p:sp>
      <p:sp>
        <p:nvSpPr>
          <p:cNvPr id="24" name="ELL_121">
            <a:extLst>
              <a:ext uri="{FF2B5EF4-FFF2-40B4-BE49-F238E27FC236}">
                <a16:creationId xmlns:a16="http://schemas.microsoft.com/office/drawing/2014/main" id="{F48B7128-2A40-DA25-10B1-4DD7F9205504}"/>
              </a:ext>
            </a:extLst>
          </p:cNvPr>
          <p:cNvSpPr/>
          <p:nvPr/>
        </p:nvSpPr>
        <p:spPr>
          <a:xfrm rot="1620000">
            <a:off x="4985583" y="2317090"/>
            <a:ext cx="88880" cy="382676"/>
          </a:xfrm>
          <a:prstGeom prst="ellipse">
            <a:avLst/>
          </a:prstGeom>
          <a:solidFill>
            <a:schemeClr val="accent2"/>
          </a:solidFill>
          <a:ln/>
        </p:spPr>
        <p:txBody>
          <a:bodyPr/>
          <a:lstStyle/>
          <a:p>
            <a:endParaRPr lang="en-GB"/>
          </a:p>
        </p:txBody>
      </p:sp>
      <p:sp>
        <p:nvSpPr>
          <p:cNvPr id="26" name="ELL_122">
            <a:extLst>
              <a:ext uri="{FF2B5EF4-FFF2-40B4-BE49-F238E27FC236}">
                <a16:creationId xmlns:a16="http://schemas.microsoft.com/office/drawing/2014/main" id="{45777882-D9DF-6C1E-E4C6-9CC6CE4E643A}"/>
              </a:ext>
            </a:extLst>
          </p:cNvPr>
          <p:cNvSpPr/>
          <p:nvPr/>
        </p:nvSpPr>
        <p:spPr>
          <a:xfrm>
            <a:off x="4790542" y="2625700"/>
            <a:ext cx="148133" cy="118506"/>
          </a:xfrm>
          <a:prstGeom prst="ellipse">
            <a:avLst/>
          </a:prstGeom>
          <a:solidFill>
            <a:schemeClr val="accent2"/>
          </a:solidFill>
          <a:ln/>
        </p:spPr>
        <p:txBody>
          <a:bodyPr/>
          <a:lstStyle/>
          <a:p>
            <a:endParaRPr lang="en-GB"/>
          </a:p>
        </p:txBody>
      </p:sp>
      <p:sp>
        <p:nvSpPr>
          <p:cNvPr id="28" name="ELL_123">
            <a:extLst>
              <a:ext uri="{FF2B5EF4-FFF2-40B4-BE49-F238E27FC236}">
                <a16:creationId xmlns:a16="http://schemas.microsoft.com/office/drawing/2014/main" id="{AF06E49C-C655-94C2-ACDA-5140D2EA464A}"/>
              </a:ext>
            </a:extLst>
          </p:cNvPr>
          <p:cNvSpPr/>
          <p:nvPr/>
        </p:nvSpPr>
        <p:spPr>
          <a:xfrm rot="19980000">
            <a:off x="7416241" y="2262226"/>
            <a:ext cx="88880" cy="382676"/>
          </a:xfrm>
          <a:prstGeom prst="ellipse">
            <a:avLst/>
          </a:prstGeom>
          <a:solidFill>
            <a:schemeClr val="accent2"/>
          </a:solidFill>
          <a:ln/>
        </p:spPr>
        <p:txBody>
          <a:bodyPr/>
          <a:lstStyle/>
          <a:p>
            <a:endParaRPr lang="en-GB">
              <a:solidFill>
                <a:schemeClr val="accent2"/>
              </a:solidFill>
            </a:endParaRPr>
          </a:p>
        </p:txBody>
      </p:sp>
      <p:sp>
        <p:nvSpPr>
          <p:cNvPr id="30" name="ELL_124">
            <a:extLst>
              <a:ext uri="{FF2B5EF4-FFF2-40B4-BE49-F238E27FC236}">
                <a16:creationId xmlns:a16="http://schemas.microsoft.com/office/drawing/2014/main" id="{DF3DAD14-42F6-DC66-6453-931E484C923D}"/>
              </a:ext>
            </a:extLst>
          </p:cNvPr>
          <p:cNvSpPr/>
          <p:nvPr/>
        </p:nvSpPr>
        <p:spPr>
          <a:xfrm>
            <a:off x="7581656" y="2212848"/>
            <a:ext cx="88880" cy="407365"/>
          </a:xfrm>
          <a:prstGeom prst="ellipse">
            <a:avLst/>
          </a:prstGeom>
          <a:solidFill>
            <a:schemeClr val="accent2"/>
          </a:solidFill>
          <a:ln/>
        </p:spPr>
        <p:txBody>
          <a:bodyPr/>
          <a:lstStyle/>
          <a:p>
            <a:endParaRPr lang="en-GB">
              <a:solidFill>
                <a:schemeClr val="accent2"/>
              </a:solidFill>
            </a:endParaRPr>
          </a:p>
        </p:txBody>
      </p:sp>
      <p:sp>
        <p:nvSpPr>
          <p:cNvPr id="32" name="ELL_125">
            <a:extLst>
              <a:ext uri="{FF2B5EF4-FFF2-40B4-BE49-F238E27FC236}">
                <a16:creationId xmlns:a16="http://schemas.microsoft.com/office/drawing/2014/main" id="{B87D8B1D-2168-4314-BDD2-EB1CFCDF2E0A}"/>
              </a:ext>
            </a:extLst>
          </p:cNvPr>
          <p:cNvSpPr/>
          <p:nvPr/>
        </p:nvSpPr>
        <p:spPr>
          <a:xfrm rot="1620000">
            <a:off x="7747071" y="2262226"/>
            <a:ext cx="88880" cy="382676"/>
          </a:xfrm>
          <a:prstGeom prst="ellipse">
            <a:avLst/>
          </a:prstGeom>
          <a:solidFill>
            <a:schemeClr val="accent2"/>
          </a:solidFill>
          <a:ln/>
        </p:spPr>
        <p:txBody>
          <a:bodyPr/>
          <a:lstStyle/>
          <a:p>
            <a:endParaRPr lang="en-GB">
              <a:solidFill>
                <a:schemeClr val="accent2"/>
              </a:solidFill>
            </a:endParaRPr>
          </a:p>
        </p:txBody>
      </p:sp>
      <p:sp>
        <p:nvSpPr>
          <p:cNvPr id="34" name="ELL_126">
            <a:extLst>
              <a:ext uri="{FF2B5EF4-FFF2-40B4-BE49-F238E27FC236}">
                <a16:creationId xmlns:a16="http://schemas.microsoft.com/office/drawing/2014/main" id="{CB296F34-6B56-86C6-326F-ED172F30FDA1}"/>
              </a:ext>
            </a:extLst>
          </p:cNvPr>
          <p:cNvSpPr/>
          <p:nvPr/>
        </p:nvSpPr>
        <p:spPr>
          <a:xfrm>
            <a:off x="7552030" y="2570836"/>
            <a:ext cx="148133" cy="118506"/>
          </a:xfrm>
          <a:prstGeom prst="ellipse">
            <a:avLst/>
          </a:prstGeom>
          <a:solidFill>
            <a:schemeClr val="accent2"/>
          </a:solidFill>
          <a:ln/>
        </p:spPr>
        <p:txBody>
          <a:bodyPr/>
          <a:lstStyle/>
          <a:p>
            <a:endParaRPr lang="en-GB">
              <a:solidFill>
                <a:schemeClr val="accent2"/>
              </a:solidFill>
            </a:endParaRPr>
          </a:p>
        </p:txBody>
      </p:sp>
      <p:sp>
        <p:nvSpPr>
          <p:cNvPr id="36" name="ELL_127">
            <a:extLst>
              <a:ext uri="{FF2B5EF4-FFF2-40B4-BE49-F238E27FC236}">
                <a16:creationId xmlns:a16="http://schemas.microsoft.com/office/drawing/2014/main" id="{8602FBDB-874B-D50C-8A8F-2C759D5A4917}"/>
              </a:ext>
            </a:extLst>
          </p:cNvPr>
          <p:cNvSpPr/>
          <p:nvPr/>
        </p:nvSpPr>
        <p:spPr>
          <a:xfrm rot="19980000">
            <a:off x="10177729" y="2317090"/>
            <a:ext cx="88880" cy="382676"/>
          </a:xfrm>
          <a:prstGeom prst="ellipse">
            <a:avLst/>
          </a:prstGeom>
          <a:solidFill>
            <a:schemeClr val="accent2"/>
          </a:solidFill>
          <a:ln/>
        </p:spPr>
        <p:txBody>
          <a:bodyPr/>
          <a:lstStyle/>
          <a:p>
            <a:endParaRPr lang="en-GB"/>
          </a:p>
        </p:txBody>
      </p:sp>
      <p:sp>
        <p:nvSpPr>
          <p:cNvPr id="38" name="ELL_128">
            <a:extLst>
              <a:ext uri="{FF2B5EF4-FFF2-40B4-BE49-F238E27FC236}">
                <a16:creationId xmlns:a16="http://schemas.microsoft.com/office/drawing/2014/main" id="{DF6E2FEC-F149-DAFD-0ADA-05D4F71F5D47}"/>
              </a:ext>
            </a:extLst>
          </p:cNvPr>
          <p:cNvSpPr/>
          <p:nvPr/>
        </p:nvSpPr>
        <p:spPr>
          <a:xfrm>
            <a:off x="10343144" y="2267712"/>
            <a:ext cx="88880" cy="407365"/>
          </a:xfrm>
          <a:prstGeom prst="ellipse">
            <a:avLst/>
          </a:prstGeom>
          <a:solidFill>
            <a:schemeClr val="accent2"/>
          </a:solidFill>
          <a:ln/>
        </p:spPr>
        <p:txBody>
          <a:bodyPr/>
          <a:lstStyle/>
          <a:p>
            <a:endParaRPr lang="en-GB"/>
          </a:p>
        </p:txBody>
      </p:sp>
      <p:sp>
        <p:nvSpPr>
          <p:cNvPr id="40" name="ELL_129">
            <a:extLst>
              <a:ext uri="{FF2B5EF4-FFF2-40B4-BE49-F238E27FC236}">
                <a16:creationId xmlns:a16="http://schemas.microsoft.com/office/drawing/2014/main" id="{A1D4C54A-F22E-DFA6-6D07-3E5DCC90098D}"/>
              </a:ext>
            </a:extLst>
          </p:cNvPr>
          <p:cNvSpPr/>
          <p:nvPr/>
        </p:nvSpPr>
        <p:spPr>
          <a:xfrm rot="1620000">
            <a:off x="10508559" y="2317090"/>
            <a:ext cx="88880" cy="382676"/>
          </a:xfrm>
          <a:prstGeom prst="ellipse">
            <a:avLst/>
          </a:prstGeom>
          <a:solidFill>
            <a:schemeClr val="accent2"/>
          </a:solidFill>
          <a:ln/>
        </p:spPr>
        <p:txBody>
          <a:bodyPr/>
          <a:lstStyle/>
          <a:p>
            <a:endParaRPr lang="en-GB"/>
          </a:p>
        </p:txBody>
      </p:sp>
      <p:sp>
        <p:nvSpPr>
          <p:cNvPr id="42" name="ELL_130">
            <a:extLst>
              <a:ext uri="{FF2B5EF4-FFF2-40B4-BE49-F238E27FC236}">
                <a16:creationId xmlns:a16="http://schemas.microsoft.com/office/drawing/2014/main" id="{1F7898CC-C14B-1ED4-70E4-73B560E952BA}"/>
              </a:ext>
            </a:extLst>
          </p:cNvPr>
          <p:cNvSpPr/>
          <p:nvPr/>
        </p:nvSpPr>
        <p:spPr>
          <a:xfrm>
            <a:off x="10313518" y="2625700"/>
            <a:ext cx="148133" cy="118506"/>
          </a:xfrm>
          <a:prstGeom prst="ellipse">
            <a:avLst/>
          </a:prstGeom>
          <a:solidFill>
            <a:schemeClr val="accent2"/>
          </a:solidFill>
          <a:ln/>
        </p:spPr>
        <p:txBody>
          <a:bodyPr/>
          <a:lstStyle/>
          <a:p>
            <a:endParaRPr lang="en-GB"/>
          </a:p>
        </p:txBody>
      </p:sp>
    </p:spTree>
    <p:extLst>
      <p:ext uri="{BB962C8B-B14F-4D97-AF65-F5344CB8AC3E}">
        <p14:creationId xmlns:p14="http://schemas.microsoft.com/office/powerpoint/2010/main" val="2630045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6A5AB-6C13-64F8-0E94-5F8F64A1F8A3}"/>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2362A910-2BEB-511D-0ABC-0A03263251FE}"/>
              </a:ext>
            </a:extLst>
          </p:cNvPr>
          <p:cNvSpPr/>
          <p:nvPr/>
        </p:nvSpPr>
        <p:spPr>
          <a:xfrm>
            <a:off x="960120" y="5289973"/>
            <a:ext cx="4004733" cy="1144694"/>
          </a:xfrm>
          <a:prstGeom prst="roundRect">
            <a:avLst>
              <a:gd name="adj" fmla="val 50000"/>
            </a:avLst>
          </a:prstGeom>
          <a:solidFill>
            <a:srgbClr val="A9C9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8266C4DF-337E-3FF1-9B03-A4DF0CC72F1A}"/>
              </a:ext>
            </a:extLst>
          </p:cNvPr>
          <p:cNvPicPr>
            <a:picLocks noChangeAspect="1"/>
          </p:cNvPicPr>
          <p:nvPr/>
        </p:nvPicPr>
        <p:blipFill>
          <a:blip r:embed="rId3">
            <a:duotone>
              <a:schemeClr val="accent2">
                <a:shade val="45000"/>
                <a:satMod val="135000"/>
              </a:schemeClr>
              <a:prstClr val="white"/>
            </a:duotone>
          </a:blip>
          <a:srcRect l="10747" t="10201" r="10376" b="9925"/>
          <a:stretch>
            <a:fillRect/>
          </a:stretch>
        </p:blipFill>
        <p:spPr>
          <a:xfrm>
            <a:off x="10032366" y="2346480"/>
            <a:ext cx="1107122" cy="1121099"/>
          </a:xfrm>
          <a:prstGeom prst="rect">
            <a:avLst/>
          </a:prstGeom>
        </p:spPr>
      </p:pic>
      <p:sp>
        <p:nvSpPr>
          <p:cNvPr id="2" name="Text 20">
            <a:extLst>
              <a:ext uri="{FF2B5EF4-FFF2-40B4-BE49-F238E27FC236}">
                <a16:creationId xmlns:a16="http://schemas.microsoft.com/office/drawing/2014/main" id="{7EE3A45A-E36F-15D0-5E54-17489DA973B6}"/>
              </a:ext>
            </a:extLst>
          </p:cNvPr>
          <p:cNvSpPr>
            <a:spLocks noGrp="1"/>
          </p:cNvSpPr>
          <p:nvPr>
            <p:ph type="title" idx="120" hasCustomPrompt="1"/>
          </p:nvPr>
        </p:nvSpPr>
        <p:spPr>
          <a:xfrm>
            <a:off x="960120" y="2240280"/>
            <a:ext cx="6583680" cy="1097280"/>
          </a:xfrm>
          <a:prstGeom prst="rect">
            <a:avLst/>
          </a:prstGeom>
          <a:noFill/>
          <a:ln/>
        </p:spPr>
        <p:txBody>
          <a:bodyPr wrap="square" lIns="0" tIns="0" rIns="0" bIns="0" rtlCol="0" anchor="t"/>
          <a:lstStyle/>
          <a:p>
            <a:pPr marL="0" indent="0" algn="l">
              <a:buNone/>
            </a:pPr>
            <a:r>
              <a:rPr lang="en-US" sz="5000" b="1" kern="0" spc="-40" dirty="0">
                <a:solidFill>
                  <a:schemeClr val="bg1"/>
                </a:solidFill>
                <a:latin typeface="Century Schoolbook" pitchFamily="34" charset="0"/>
                <a:ea typeface="Century Schoolbook" pitchFamily="34" charset="-122"/>
                <a:cs typeface="Century Schoolbook" pitchFamily="34" charset="-120"/>
              </a:rPr>
              <a:t>Thank you for listening</a:t>
            </a:r>
            <a:endParaRPr lang="en-US" sz="5000" dirty="0"/>
          </a:p>
        </p:txBody>
      </p:sp>
      <p:sp>
        <p:nvSpPr>
          <p:cNvPr id="3" name="Text 20">
            <a:extLst>
              <a:ext uri="{FF2B5EF4-FFF2-40B4-BE49-F238E27FC236}">
                <a16:creationId xmlns:a16="http://schemas.microsoft.com/office/drawing/2014/main" id="{05E96DF7-E4CD-4105-4EFC-A98F9E8638EE}"/>
              </a:ext>
            </a:extLst>
          </p:cNvPr>
          <p:cNvSpPr>
            <a:spLocks noGrp="1"/>
          </p:cNvSpPr>
          <p:nvPr>
            <p:ph type="body" idx="121" hasCustomPrompt="1"/>
          </p:nvPr>
        </p:nvSpPr>
        <p:spPr>
          <a:xfrm>
            <a:off x="960120" y="4124526"/>
            <a:ext cx="5669280" cy="1401107"/>
          </a:xfrm>
          <a:prstGeom prst="rect">
            <a:avLst/>
          </a:prstGeom>
          <a:noFill/>
          <a:ln/>
        </p:spPr>
        <p:txBody>
          <a:bodyPr wrap="square" lIns="0" tIns="0" rIns="0" bIns="0" rtlCol="0" anchor="t"/>
          <a:lstStyle>
            <a:lvl1pPr marL="201168" indent="-201168">
              <a:buClr>
                <a:schemeClr val="accent2"/>
              </a:buClr>
              <a:buFont typeface="Arial"/>
              <a:buChar char="▸"/>
            </a:lvl1pPr>
          </a:lstStyle>
          <a:p>
            <a:pPr marL="0" indent="0" algn="l">
              <a:lnSpc>
                <a:spcPct val="122000"/>
              </a:lnSpc>
              <a:buSzPct val="100000"/>
              <a:buNone/>
            </a:pPr>
            <a:r>
              <a:rPr lang="en-US" sz="2400" dirty="0">
                <a:solidFill>
                  <a:schemeClr val="bg2"/>
                </a:solidFill>
                <a:latin typeface="Calibri" pitchFamily="34" charset="0"/>
                <a:ea typeface="Calibri" pitchFamily="34" charset="-122"/>
                <a:cs typeface="Calibri" pitchFamily="34" charset="-120"/>
              </a:rPr>
              <a:t>Please add me on LinkedIn – I post tips and tricks every Monday:</a:t>
            </a:r>
          </a:p>
          <a:p>
            <a:pPr marL="0" indent="0" algn="l">
              <a:lnSpc>
                <a:spcPct val="122000"/>
              </a:lnSpc>
              <a:buSzPct val="100000"/>
              <a:buNone/>
            </a:pPr>
            <a:endParaRPr lang="en-US" sz="2400" dirty="0"/>
          </a:p>
        </p:txBody>
      </p:sp>
      <p:sp>
        <p:nvSpPr>
          <p:cNvPr id="4" name="Text 21">
            <a:extLst>
              <a:ext uri="{FF2B5EF4-FFF2-40B4-BE49-F238E27FC236}">
                <a16:creationId xmlns:a16="http://schemas.microsoft.com/office/drawing/2014/main" id="{4F58D068-4663-6551-E868-54B8F919DCF0}"/>
              </a:ext>
            </a:extLst>
          </p:cNvPr>
          <p:cNvSpPr>
            <a:spLocks noGrp="1"/>
          </p:cNvSpPr>
          <p:nvPr>
            <p:ph type="body" idx="124" hasCustomPrompt="1"/>
          </p:nvPr>
        </p:nvSpPr>
        <p:spPr>
          <a:xfrm>
            <a:off x="8242935" y="2633901"/>
            <a:ext cx="1789431" cy="546256"/>
          </a:xfrm>
          <a:prstGeom prst="rect">
            <a:avLst/>
          </a:prstGeom>
          <a:noFill/>
          <a:ln/>
        </p:spPr>
        <p:txBody>
          <a:bodyPr wrap="square" lIns="0" tIns="0" rIns="0" bIns="0" rtlCol="0" anchor="ctr"/>
          <a:lstStyle/>
          <a:p>
            <a:pPr marL="0" indent="0">
              <a:buNone/>
            </a:pPr>
            <a:r>
              <a:rPr lang="en-US" sz="1600" b="1" kern="0" spc="100" dirty="0">
                <a:solidFill>
                  <a:schemeClr val="accent2">
                    <a:lumMod val="75000"/>
                  </a:schemeClr>
                </a:solidFill>
                <a:latin typeface="Calibri" pitchFamily="34" charset="0"/>
                <a:ea typeface="Calibri" pitchFamily="34" charset="-122"/>
                <a:cs typeface="Calibri" pitchFamily="34" charset="-120"/>
              </a:rPr>
              <a:t>Slides available here:</a:t>
            </a:r>
            <a:endParaRPr lang="en-US" sz="1600" b="1" dirty="0">
              <a:solidFill>
                <a:schemeClr val="accent2">
                  <a:lumMod val="75000"/>
                </a:schemeClr>
              </a:solidFill>
            </a:endParaRPr>
          </a:p>
        </p:txBody>
      </p:sp>
      <p:pic>
        <p:nvPicPr>
          <p:cNvPr id="7" name="Picture 2" descr="Linkedin logo png, Linkedin logo transparent png, Linkedin icon transparent  free png 23986926 PNG">
            <a:extLst>
              <a:ext uri="{FF2B5EF4-FFF2-40B4-BE49-F238E27FC236}">
                <a16:creationId xmlns:a16="http://schemas.microsoft.com/office/drawing/2014/main" id="{BD93D8D4-4A84-59EF-46C0-E615A66AF1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4919" y="5589516"/>
            <a:ext cx="534817" cy="534817"/>
          </a:xfrm>
          <a:prstGeom prst="rect">
            <a:avLst/>
          </a:prstGeom>
          <a:noFill/>
        </p:spPr>
      </p:pic>
      <p:sp>
        <p:nvSpPr>
          <p:cNvPr id="8" name="TextBox 7">
            <a:extLst>
              <a:ext uri="{FF2B5EF4-FFF2-40B4-BE49-F238E27FC236}">
                <a16:creationId xmlns:a16="http://schemas.microsoft.com/office/drawing/2014/main" id="{88DE4A6F-FD4A-B8E4-46E7-A4AE25684389}"/>
              </a:ext>
            </a:extLst>
          </p:cNvPr>
          <p:cNvSpPr txBox="1"/>
          <p:nvPr/>
        </p:nvSpPr>
        <p:spPr>
          <a:xfrm>
            <a:off x="2082152" y="5626091"/>
            <a:ext cx="14868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dirty="0">
                <a:latin typeface="Calibri" pitchFamily="34" charset="0"/>
                <a:ea typeface="Calibri" pitchFamily="34" charset="-122"/>
                <a:cs typeface="Calibri" pitchFamily="34" charset="-120"/>
              </a:rPr>
              <a:t>/aw2571</a:t>
            </a:r>
          </a:p>
        </p:txBody>
      </p:sp>
      <p:pic>
        <p:nvPicPr>
          <p:cNvPr id="9" name="Picture 8" descr="A qr code on a white background&#10;&#10;AI-generated content may be incorrect.">
            <a:extLst>
              <a:ext uri="{FF2B5EF4-FFF2-40B4-BE49-F238E27FC236}">
                <a16:creationId xmlns:a16="http://schemas.microsoft.com/office/drawing/2014/main" id="{7CF3AD19-49B7-E5B9-DAF0-5281F167A3EF}"/>
              </a:ext>
            </a:extLst>
          </p:cNvPr>
          <p:cNvPicPr>
            <a:picLocks noChangeAspect="1"/>
          </p:cNvPicPr>
          <p:nvPr/>
        </p:nvPicPr>
        <p:blipFill>
          <a:blip r:embed="rId5">
            <a:duotone>
              <a:schemeClr val="accent1">
                <a:shade val="45000"/>
                <a:satMod val="135000"/>
              </a:schemeClr>
              <a:prstClr val="white"/>
            </a:duotone>
          </a:blip>
          <a:srcRect l="10085" t="10083" r="9988" b="9049"/>
          <a:stretch>
            <a:fillRect/>
          </a:stretch>
        </p:blipFill>
        <p:spPr>
          <a:xfrm>
            <a:off x="3738859" y="5416145"/>
            <a:ext cx="886031" cy="896454"/>
          </a:xfrm>
          <a:prstGeom prst="rect">
            <a:avLst/>
          </a:prstGeom>
          <a:noFill/>
        </p:spPr>
      </p:pic>
      <p:sp>
        <p:nvSpPr>
          <p:cNvPr id="10" name="Text 21">
            <a:extLst>
              <a:ext uri="{FF2B5EF4-FFF2-40B4-BE49-F238E27FC236}">
                <a16:creationId xmlns:a16="http://schemas.microsoft.com/office/drawing/2014/main" id="{98089948-E4D6-DF1F-80E8-CEE66E1C2557}"/>
              </a:ext>
            </a:extLst>
          </p:cNvPr>
          <p:cNvSpPr txBox="1">
            <a:spLocks/>
          </p:cNvSpPr>
          <p:nvPr/>
        </p:nvSpPr>
        <p:spPr>
          <a:xfrm>
            <a:off x="8242935" y="4029553"/>
            <a:ext cx="1789430" cy="569272"/>
          </a:xfrm>
          <a:prstGeom prst="rect">
            <a:avLst/>
          </a:prstGeom>
          <a:noFill/>
          <a:ln/>
        </p:spPr>
        <p:txBody>
          <a:bodyPr wrap="square" lIns="0" tIns="0" rIns="0" bIns="0" rtlCol="0" anchor="ctr"/>
          <a:lstStyle>
            <a:lvl1pPr marL="0" indent="0" algn="ctr" defTabSz="914400" rtl="0" eaLnBrk="1" latinLnBrk="0" hangingPunct="1">
              <a:spcBef>
                <a:spcPct val="20000"/>
              </a:spcBef>
              <a:buFont typeface="Arial" pitchFamily="34" charset="0"/>
              <a:buNone/>
              <a:defRPr lang="en-US" sz="1200" kern="0" spc="100" dirty="0">
                <a:solidFill>
                  <a:schemeClr val="accent5"/>
                </a:solidFill>
                <a:latin typeface="Calibri" pitchFamily="34" charset="0"/>
                <a:ea typeface="Calibri" pitchFamily="34" charset="-122"/>
                <a:cs typeface="Calibri" pitchFamily="34" charset="-12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600" b="1" dirty="0">
                <a:solidFill>
                  <a:srgbClr val="000000"/>
                </a:solidFill>
              </a:rPr>
              <a:t>Please give Feedback:</a:t>
            </a:r>
          </a:p>
        </p:txBody>
      </p:sp>
      <p:pic>
        <p:nvPicPr>
          <p:cNvPr id="13" name="Picture 12">
            <a:extLst>
              <a:ext uri="{FF2B5EF4-FFF2-40B4-BE49-F238E27FC236}">
                <a16:creationId xmlns:a16="http://schemas.microsoft.com/office/drawing/2014/main" id="{AA92C381-6F64-ACAC-F629-06763C11DABA}"/>
              </a:ext>
            </a:extLst>
          </p:cNvPr>
          <p:cNvPicPr>
            <a:picLocks noChangeAspect="1"/>
          </p:cNvPicPr>
          <p:nvPr/>
        </p:nvPicPr>
        <p:blipFill>
          <a:blip r:embed="rId6"/>
          <a:stretch>
            <a:fillRect/>
          </a:stretch>
        </p:blipFill>
        <p:spPr>
          <a:xfrm>
            <a:off x="9935015" y="3646479"/>
            <a:ext cx="1296865" cy="1335420"/>
          </a:xfrm>
          <a:prstGeom prst="rect">
            <a:avLst/>
          </a:prstGeom>
        </p:spPr>
      </p:pic>
    </p:spTree>
    <p:extLst>
      <p:ext uri="{BB962C8B-B14F-4D97-AF65-F5344CB8AC3E}">
        <p14:creationId xmlns:p14="http://schemas.microsoft.com/office/powerpoint/2010/main" val="599500723"/>
      </p:ext>
    </p:extLst>
  </p:cSld>
  <p:clrMapOvr>
    <a:masterClrMapping/>
  </p:clrMapOvr>
</p:sld>
</file>

<file path=ppt/theme/theme1.xml><?xml version="1.0" encoding="utf-8"?>
<a:theme xmlns:a="http://schemas.openxmlformats.org/drawingml/2006/main" name="Ash Light Mode">
  <a:themeElements>
    <a:clrScheme name="Iceberg">
      <a:dk1>
        <a:srgbClr val="11203A"/>
      </a:dk1>
      <a:lt1>
        <a:srgbClr val="FFFFFF"/>
      </a:lt1>
      <a:dk2>
        <a:srgbClr val="1C2F55"/>
      </a:dk2>
      <a:lt2>
        <a:srgbClr val="EAF2FD"/>
      </a:lt2>
      <a:accent1>
        <a:srgbClr val="1D5FD0"/>
      </a:accent1>
      <a:accent2>
        <a:srgbClr val="FF7A3D"/>
      </a:accent2>
      <a:accent3>
        <a:srgbClr val="143C86"/>
      </a:accent3>
      <a:accent4>
        <a:srgbClr val="3E82E8"/>
      </a:accent4>
      <a:accent5>
        <a:srgbClr val="A9C9F2"/>
      </a:accent5>
      <a:accent6>
        <a:srgbClr val="0F3572"/>
      </a:accent6>
      <a:hlink>
        <a:srgbClr val="1D5FD0"/>
      </a:hlink>
      <a:folHlink>
        <a:srgbClr val="1C2F55"/>
      </a:folHlink>
    </a:clrScheme>
    <a:fontScheme name="Iceberg">
      <a:majorFont>
        <a:latin typeface="Century Schoolbook"/>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sh Dark Mode">
  <a:themeElements>
    <a:clrScheme name="Iceberg">
      <a:dk1>
        <a:srgbClr val="11203A"/>
      </a:dk1>
      <a:lt1>
        <a:srgbClr val="FFFFFF"/>
      </a:lt1>
      <a:dk2>
        <a:srgbClr val="1C2F55"/>
      </a:dk2>
      <a:lt2>
        <a:srgbClr val="EAF2FD"/>
      </a:lt2>
      <a:accent1>
        <a:srgbClr val="1D5FD0"/>
      </a:accent1>
      <a:accent2>
        <a:srgbClr val="FF7A3D"/>
      </a:accent2>
      <a:accent3>
        <a:srgbClr val="143C86"/>
      </a:accent3>
      <a:accent4>
        <a:srgbClr val="3E82E8"/>
      </a:accent4>
      <a:accent5>
        <a:srgbClr val="A9C9F2"/>
      </a:accent5>
      <a:accent6>
        <a:srgbClr val="0F3572"/>
      </a:accent6>
      <a:hlink>
        <a:srgbClr val="1D5FD0"/>
      </a:hlink>
      <a:folHlink>
        <a:srgbClr val="1C2F55"/>
      </a:folHlink>
    </a:clrScheme>
    <a:fontScheme name="Iceberg">
      <a:majorFont>
        <a:latin typeface="Century Schoolbook"/>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GENARAL LAYOUTS">
  <a:themeElements>
    <a:clrScheme name="VIVID - Color 01">
      <a:dk1>
        <a:srgbClr val="171C30"/>
      </a:dk1>
      <a:lt1>
        <a:srgbClr val="FFFFFF"/>
      </a:lt1>
      <a:dk2>
        <a:srgbClr val="858591"/>
      </a:dk2>
      <a:lt2>
        <a:srgbClr val="F2F2F5"/>
      </a:lt2>
      <a:accent1>
        <a:srgbClr val="FFC955"/>
      </a:accent1>
      <a:accent2>
        <a:srgbClr val="FF5355"/>
      </a:accent2>
      <a:accent3>
        <a:srgbClr val="CE59C4"/>
      </a:accent3>
      <a:accent4>
        <a:srgbClr val="8766D0"/>
      </a:accent4>
      <a:accent5>
        <a:srgbClr val="6C9FF4"/>
      </a:accent5>
      <a:accent6>
        <a:srgbClr val="5BC9B0"/>
      </a:accent6>
      <a:hlink>
        <a:srgbClr val="6C9FF4"/>
      </a:hlink>
      <a:folHlink>
        <a:srgbClr val="5BC9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477"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3EE10AA6-4BA9-47A0-AA67-FC1C4F20920D}">
  <we:reference id="WA200010001" version="1.0.0.1" store="Omex" storeType="OMEX"/>
  <we:alternateReferences>
    <we:reference id="WA200010001" version="1.0.0.1" store="WA200010001" storeType="OMEX"/>
  </we:alternateReferences>
  <we:properties>
    <we:property name="claude.fileId" value="&quot;ba918d2e-651c-43f6-81bd-090f941b1da5&quot;"/>
  </we:properties>
  <we:bindings/>
  <we:snapshot xmlns:r="http://schemas.openxmlformats.org/officeDocument/2006/relationships"/>
</we:webextension>
</file>

<file path=ppt/webextensions/webextension2.xml><?xml version="1.0" encoding="utf-8"?>
<we:webextension xmlns:we="http://schemas.microsoft.com/office/webextensions/webextension/2010/11" id="{D4974F98-59DF-4F3A-9CCE-F0020CE76350}">
  <we:reference id="11d7cf85-ae5a-43b8-bc58-1e1a151cce24" version="1.0.0.1" store="EXCatalog" storeType="EXCatalog"/>
  <we:alternateReferences>
    <we:reference id="WA200010725" version="1.0.0.1" store="en-US" storeType="OMEX"/>
  </we:alternateReferences>
  <we:properties>
    <we:property name="claude.fileId" value="&quot;64ab919d-16b7-4c57-bfcb-e6de5326538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2739</TotalTime>
  <Words>1589</Words>
  <Application>Microsoft Office PowerPoint</Application>
  <PresentationFormat>Widescreen</PresentationFormat>
  <Paragraphs>171</Paragraphs>
  <Slides>20</Slides>
  <Notes>7</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20</vt:i4>
      </vt:variant>
    </vt:vector>
  </HeadingPairs>
  <TitlesOfParts>
    <vt:vector size="30" baseType="lpstr">
      <vt:lpstr>Arial</vt:lpstr>
      <vt:lpstr>Calibri</vt:lpstr>
      <vt:lpstr>Century Schoolbook</vt:lpstr>
      <vt:lpstr>DM Sans</vt:lpstr>
      <vt:lpstr>Marcellus</vt:lpstr>
      <vt:lpstr>Montserrat</vt:lpstr>
      <vt:lpstr>Quattrocento Sans</vt:lpstr>
      <vt:lpstr>Ash Light Mode</vt:lpstr>
      <vt:lpstr>Ash Dark Mode</vt:lpstr>
      <vt:lpstr>GENARAL LAYOUTS</vt:lpstr>
      <vt:lpstr>Becoming a Geni(e)us: How to get the most out of Databricks Genie Agents</vt:lpstr>
      <vt:lpstr>PowerPoint Presentation</vt:lpstr>
      <vt:lpstr>Ashley Warren</vt:lpstr>
      <vt:lpstr>Agenda</vt:lpstr>
      <vt:lpstr>Which Genie do I mean?</vt:lpstr>
      <vt:lpstr>Introducing the Genie Family</vt:lpstr>
      <vt:lpstr>But they weren’t always called Genie Agents</vt:lpstr>
      <vt:lpstr>Getting into the tech</vt:lpstr>
      <vt:lpstr>Why you shouldn’t use General Instructions for everything</vt:lpstr>
      <vt:lpstr>How would Genie answer: "What are our trends for best-selling products for loyal customers in the West Region?"</vt:lpstr>
      <vt:lpstr>What are our trends for best-selling products for loyal customers in the West Region?</vt:lpstr>
      <vt:lpstr>What are our trends for best-selling products for loyal customers in the West Region?</vt:lpstr>
      <vt:lpstr>PowerPoint Presentation</vt:lpstr>
      <vt:lpstr>Genie Governance</vt:lpstr>
      <vt:lpstr>If your users don’t trust Genie,  then they won’t use it </vt:lpstr>
      <vt:lpstr>PowerPoint Presentation</vt:lpstr>
      <vt:lpstr>PowerPoint Presentation</vt:lpstr>
      <vt:lpstr>Summary</vt:lpstr>
      <vt:lpstr>How to become a Geni(e)us</vt:lpstr>
      <vt:lpstr>Thank you for listening</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Ashley Warren</dc:creator>
  <cp:lastModifiedBy>Warren, Ashley [Non-QuidelOrtho]</cp:lastModifiedBy>
  <cp:revision>4</cp:revision>
  <dcterms:created xsi:type="dcterms:W3CDTF">2026-08-10T14:53:50Z</dcterms:created>
  <dcterms:modified xsi:type="dcterms:W3CDTF">2026-10-07T16:52:50Z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e59dc7-f9b0-4305-9613-ee7e95dc7b04_Enabled">
    <vt:lpwstr>true</vt:lpwstr>
  </property>
  <property fmtid="{D5CDD505-2E9C-101B-9397-08002B2CF9AE}" pid="3" name="MSIP_Label_2ae59dc7-f9b0-4305-9613-ee7e95dc7b04_SetDate">
    <vt:lpwstr>2026-08-10T15:10:13Z</vt:lpwstr>
  </property>
  <property fmtid="{D5CDD505-2E9C-101B-9397-08002B2CF9AE}" pid="4" name="MSIP_Label_2ae59dc7-f9b0-4305-9613-ee7e95dc7b04_Method">
    <vt:lpwstr>Standard</vt:lpwstr>
  </property>
  <property fmtid="{D5CDD505-2E9C-101B-9397-08002B2CF9AE}" pid="5" name="MSIP_Label_2ae59dc7-f9b0-4305-9613-ee7e95dc7b04_Name">
    <vt:lpwstr>CONFIDENTIAL</vt:lpwstr>
  </property>
  <property fmtid="{D5CDD505-2E9C-101B-9397-08002B2CF9AE}" pid="6" name="MSIP_Label_2ae59dc7-f9b0-4305-9613-ee7e95dc7b04_SiteId">
    <vt:lpwstr>6d2c78dd-1f85-4ccb-9ae3-cd5ea1cca361</vt:lpwstr>
  </property>
  <property fmtid="{D5CDD505-2E9C-101B-9397-08002B2CF9AE}" pid="7" name="MSIP_Label_2ae59dc7-f9b0-4305-9613-ee7e95dc7b04_ActionId">
    <vt:lpwstr>f4af09b3-b08b-418e-8c86-ae736655c75b</vt:lpwstr>
  </property>
  <property fmtid="{D5CDD505-2E9C-101B-9397-08002B2CF9AE}" pid="8" name="MSIP_Label_2ae59dc7-f9b0-4305-9613-ee7e95dc7b04_ContentBits">
    <vt:lpwstr>0</vt:lpwstr>
  </property>
  <property fmtid="{D5CDD505-2E9C-101B-9397-08002B2CF9AE}" pid="9" name="MSIP_Label_2ae59dc7-f9b0-4305-9613-ee7e95dc7b04_Tag">
    <vt:lpwstr>10, 3, 0, 1</vt:lpwstr>
  </property>
</Properties>
</file>