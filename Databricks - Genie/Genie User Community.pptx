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4" r:id="rId4"/>
  </p:sldMasterIdLst>
  <p:notesMasterIdLst>
    <p:notesMasterId r:id="rId17"/>
  </p:notesMasterIdLst>
  <p:handoutMasterIdLst>
    <p:handoutMasterId r:id="rId18"/>
  </p:handoutMasterIdLst>
  <p:sldIdLst>
    <p:sldId id="380" r:id="rId5"/>
    <p:sldId id="303" r:id="rId6"/>
    <p:sldId id="381" r:id="rId7"/>
    <p:sldId id="391" r:id="rId8"/>
    <p:sldId id="383" r:id="rId9"/>
    <p:sldId id="388" r:id="rId10"/>
    <p:sldId id="392" r:id="rId11"/>
    <p:sldId id="386" r:id="rId12"/>
    <p:sldId id="385" r:id="rId13"/>
    <p:sldId id="390" r:id="rId14"/>
    <p:sldId id="384" r:id="rId15"/>
    <p:sldId id="298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C2D6"/>
    <a:srgbClr val="D6534C"/>
    <a:srgbClr val="4FD08A"/>
    <a:srgbClr val="7A8BFF"/>
    <a:srgbClr val="FFD1D1"/>
    <a:srgbClr val="4860F9"/>
    <a:srgbClr val="AA2923"/>
    <a:srgbClr val="151A26"/>
    <a:srgbClr val="4472C4"/>
    <a:srgbClr val="464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351" autoAdjust="0"/>
  </p:normalViewPr>
  <p:slideViewPr>
    <p:cSldViewPr snapToGrid="0" snapToObjects="1">
      <p:cViewPr varScale="1">
        <p:scale>
          <a:sx n="62" d="100"/>
          <a:sy n="62" d="100"/>
        </p:scale>
        <p:origin x="1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1" d="100"/>
          <a:sy n="61" d="100"/>
        </p:scale>
        <p:origin x="48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Warren" userId="d10fd33e-1b6e-46b9-9a62-07bf763cb9b8" providerId="ADAL" clId="{D123E33D-052B-4988-AC2D-F11A208BA2BB}"/>
    <pc:docChg chg="undo redo custSel addSld delSld modSld sldOrd modMainMaster delSection modSection">
      <pc:chgData name="Ashley Warren" userId="d10fd33e-1b6e-46b9-9a62-07bf763cb9b8" providerId="ADAL" clId="{D123E33D-052B-4988-AC2D-F11A208BA2BB}" dt="2026-08-10T15:47:10.038" v="2981" actId="1076"/>
      <pc:docMkLst>
        <pc:docMk/>
      </pc:docMkLst>
      <pc:sldChg chg="addSp delSp modSp mod">
        <pc:chgData name="Ashley Warren" userId="d10fd33e-1b6e-46b9-9a62-07bf763cb9b8" providerId="ADAL" clId="{D123E33D-052B-4988-AC2D-F11A208BA2BB}" dt="2026-08-10T15:47:10.038" v="2981" actId="1076"/>
        <pc:sldMkLst>
          <pc:docMk/>
          <pc:sldMk cId="0" sldId="298"/>
        </pc:sldMkLst>
        <pc:spChg chg="mod ord">
          <ac:chgData name="Ashley Warren" userId="d10fd33e-1b6e-46b9-9a62-07bf763cb9b8" providerId="ADAL" clId="{D123E33D-052B-4988-AC2D-F11A208BA2BB}" dt="2026-07-27T11:14:15.945" v="257" actId="167"/>
          <ac:spMkLst>
            <pc:docMk/>
            <pc:sldMk cId="0" sldId="298"/>
            <ac:spMk id="2" creationId="{00000000-0000-0000-0000-000000000000}"/>
          </ac:spMkLst>
        </pc:spChg>
        <pc:spChg chg="mod">
          <ac:chgData name="Ashley Warren" userId="d10fd33e-1b6e-46b9-9a62-07bf763cb9b8" providerId="ADAL" clId="{D123E33D-052B-4988-AC2D-F11A208BA2BB}" dt="2026-07-27T11:14:19.815" v="258" actId="165"/>
          <ac:spMkLst>
            <pc:docMk/>
            <pc:sldMk cId="0" sldId="298"/>
            <ac:spMk id="31" creationId="{2FCCF6AD-0D28-2379-F3BB-ECC3DC9E949C}"/>
          </ac:spMkLst>
        </pc:spChg>
        <pc:spChg chg="add mod topLvl">
          <ac:chgData name="Ashley Warren" userId="d10fd33e-1b6e-46b9-9a62-07bf763cb9b8" providerId="ADAL" clId="{D123E33D-052B-4988-AC2D-F11A208BA2BB}" dt="2026-07-27T11:14:19.815" v="258" actId="165"/>
          <ac:spMkLst>
            <pc:docMk/>
            <pc:sldMk cId="0" sldId="298"/>
            <ac:spMk id="34" creationId="{6A26DF34-ACCA-E295-1D7F-9F05128E3AA0}"/>
          </ac:spMkLst>
        </pc:spChg>
        <pc:spChg chg="add mod">
          <ac:chgData name="Ashley Warren" userId="d10fd33e-1b6e-46b9-9a62-07bf763cb9b8" providerId="ADAL" clId="{D123E33D-052B-4988-AC2D-F11A208BA2BB}" dt="2026-08-10T15:47:10.038" v="2981" actId="1076"/>
          <ac:spMkLst>
            <pc:docMk/>
            <pc:sldMk cId="0" sldId="298"/>
            <ac:spMk id="37" creationId="{81E9F040-8E36-9A63-EFE1-CAB2D9A34F87}"/>
          </ac:spMkLst>
        </pc:spChg>
        <pc:grpChg chg="mod topLvl">
          <ac:chgData name="Ashley Warren" userId="d10fd33e-1b6e-46b9-9a62-07bf763cb9b8" providerId="ADAL" clId="{D123E33D-052B-4988-AC2D-F11A208BA2BB}" dt="2026-07-27T11:14:19.815" v="258" actId="165"/>
          <ac:grpSpMkLst>
            <pc:docMk/>
            <pc:sldMk cId="0" sldId="298"/>
            <ac:grpSpMk id="28" creationId="{0C3C7F78-F371-35CC-140A-C505F8DE38F0}"/>
          </ac:grpSpMkLst>
        </pc:grpChg>
        <pc:picChg chg="mod">
          <ac:chgData name="Ashley Warren" userId="d10fd33e-1b6e-46b9-9a62-07bf763cb9b8" providerId="ADAL" clId="{D123E33D-052B-4988-AC2D-F11A208BA2BB}" dt="2026-07-27T11:10:58.710" v="212" actId="14100"/>
          <ac:picMkLst>
            <pc:docMk/>
            <pc:sldMk cId="0" sldId="298"/>
            <ac:picMk id="4" creationId="{00000000-0000-0000-0000-000000000000}"/>
          </ac:picMkLst>
        </pc:picChg>
        <pc:picChg chg="mod topLvl">
          <ac:chgData name="Ashley Warren" userId="d10fd33e-1b6e-46b9-9a62-07bf763cb9b8" providerId="ADAL" clId="{D123E33D-052B-4988-AC2D-F11A208BA2BB}" dt="2026-07-27T11:14:19.815" v="258" actId="165"/>
          <ac:picMkLst>
            <pc:docMk/>
            <pc:sldMk cId="0" sldId="298"/>
            <ac:picMk id="29" creationId="{A1A1D7D4-A312-1C66-2771-9D3C2D40E53D}"/>
          </ac:picMkLst>
        </pc:picChg>
        <pc:picChg chg="mod">
          <ac:chgData name="Ashley Warren" userId="d10fd33e-1b6e-46b9-9a62-07bf763cb9b8" providerId="ADAL" clId="{D123E33D-052B-4988-AC2D-F11A208BA2BB}" dt="2026-07-27T11:14:19.815" v="258" actId="165"/>
          <ac:picMkLst>
            <pc:docMk/>
            <pc:sldMk cId="0" sldId="298"/>
            <ac:picMk id="30" creationId="{5EB5D31C-50C1-0C20-B107-932AF13384DD}"/>
          </ac:picMkLst>
        </pc:picChg>
      </pc:sldChg>
      <pc:sldChg chg="modSp mod">
        <pc:chgData name="Ashley Warren" userId="d10fd33e-1b6e-46b9-9a62-07bf763cb9b8" providerId="ADAL" clId="{D123E33D-052B-4988-AC2D-F11A208BA2BB}" dt="2026-07-27T10:57:16.929" v="1" actId="1076"/>
        <pc:sldMkLst>
          <pc:docMk/>
          <pc:sldMk cId="963621556" sldId="303"/>
        </pc:sldMkLst>
        <pc:spChg chg="mod">
          <ac:chgData name="Ashley Warren" userId="d10fd33e-1b6e-46b9-9a62-07bf763cb9b8" providerId="ADAL" clId="{D123E33D-052B-4988-AC2D-F11A208BA2BB}" dt="2026-07-27T10:57:16.929" v="1" actId="1076"/>
          <ac:spMkLst>
            <pc:docMk/>
            <pc:sldMk cId="963621556" sldId="303"/>
            <ac:spMk id="2" creationId="{00000000-0000-0000-0000-000000000000}"/>
          </ac:spMkLst>
        </pc:spChg>
      </pc:sldChg>
      <pc:sldChg chg="addSp delSp modSp mod">
        <pc:chgData name="Ashley Warren" userId="d10fd33e-1b6e-46b9-9a62-07bf763cb9b8" providerId="ADAL" clId="{D123E33D-052B-4988-AC2D-F11A208BA2BB}" dt="2026-07-27T15:30:17.560" v="276" actId="14100"/>
        <pc:sldMkLst>
          <pc:docMk/>
          <pc:sldMk cId="1396237777" sldId="381"/>
        </pc:sldMkLst>
        <pc:spChg chg="mod">
          <ac:chgData name="Ashley Warren" userId="d10fd33e-1b6e-46b9-9a62-07bf763cb9b8" providerId="ADAL" clId="{D123E33D-052B-4988-AC2D-F11A208BA2BB}" dt="2026-07-27T11:11:12.525" v="215" actId="207"/>
          <ac:spMkLst>
            <pc:docMk/>
            <pc:sldMk cId="1396237777" sldId="381"/>
            <ac:spMk id="49" creationId="{F9823446-11FC-C36A-954C-22ED9F189EB6}"/>
          </ac:spMkLst>
        </pc:spChg>
        <pc:spChg chg="add mod ord">
          <ac:chgData name="Ashley Warren" userId="d10fd33e-1b6e-46b9-9a62-07bf763cb9b8" providerId="ADAL" clId="{D123E33D-052B-4988-AC2D-F11A208BA2BB}" dt="2026-07-27T15:30:17.560" v="276" actId="14100"/>
          <ac:spMkLst>
            <pc:docMk/>
            <pc:sldMk cId="1396237777" sldId="381"/>
            <ac:spMk id="53" creationId="{E605C5CD-42C6-4F8C-7C87-6334E408BEF8}"/>
          </ac:spMkLst>
        </pc:spChg>
        <pc:grpChg chg="mod topLvl">
          <ac:chgData name="Ashley Warren" userId="d10fd33e-1b6e-46b9-9a62-07bf763cb9b8" providerId="ADAL" clId="{D123E33D-052B-4988-AC2D-F11A208BA2BB}" dt="2026-07-27T15:30:12.110" v="275" actId="1076"/>
          <ac:grpSpMkLst>
            <pc:docMk/>
            <pc:sldMk cId="1396237777" sldId="381"/>
            <ac:grpSpMk id="45" creationId="{9ECAC99B-F545-5045-BD5F-74AB1BFB365F}"/>
          </ac:grpSpMkLst>
        </pc:grpChg>
        <pc:grpChg chg="mod">
          <ac:chgData name="Ashley Warren" userId="d10fd33e-1b6e-46b9-9a62-07bf763cb9b8" providerId="ADAL" clId="{D123E33D-052B-4988-AC2D-F11A208BA2BB}" dt="2026-07-27T11:11:12.525" v="215" actId="207"/>
          <ac:grpSpMkLst>
            <pc:docMk/>
            <pc:sldMk cId="1396237777" sldId="381"/>
            <ac:grpSpMk id="46" creationId="{83EC0530-1226-85E5-E848-8CF4EBD00210}"/>
          </ac:grpSpMkLst>
        </pc:grpChg>
        <pc:picChg chg="mod">
          <ac:chgData name="Ashley Warren" userId="d10fd33e-1b6e-46b9-9a62-07bf763cb9b8" providerId="ADAL" clId="{D123E33D-052B-4988-AC2D-F11A208BA2BB}" dt="2026-07-27T11:11:12.525" v="215" actId="207"/>
          <ac:picMkLst>
            <pc:docMk/>
            <pc:sldMk cId="1396237777" sldId="381"/>
            <ac:picMk id="47" creationId="{3F04E092-DB11-EA09-F572-D757B30048A2}"/>
          </ac:picMkLst>
        </pc:picChg>
        <pc:picChg chg="mod">
          <ac:chgData name="Ashley Warren" userId="d10fd33e-1b6e-46b9-9a62-07bf763cb9b8" providerId="ADAL" clId="{D123E33D-052B-4988-AC2D-F11A208BA2BB}" dt="2026-07-27T11:11:12.525" v="215" actId="207"/>
          <ac:picMkLst>
            <pc:docMk/>
            <pc:sldMk cId="1396237777" sldId="381"/>
            <ac:picMk id="48" creationId="{2B4F4D7A-00F7-412D-39A7-48F9F90DCA9B}"/>
          </ac:picMkLst>
        </pc:picChg>
      </pc:sldChg>
      <pc:sldChg chg="modSp mod">
        <pc:chgData name="Ashley Warren" userId="d10fd33e-1b6e-46b9-9a62-07bf763cb9b8" providerId="ADAL" clId="{D123E33D-052B-4988-AC2D-F11A208BA2BB}" dt="2026-07-27T16:50:05.693" v="2010" actId="20577"/>
        <pc:sldMkLst>
          <pc:docMk/>
          <pc:sldMk cId="4147895893" sldId="383"/>
        </pc:sldMkLst>
        <pc:spChg chg="mod">
          <ac:chgData name="Ashley Warren" userId="d10fd33e-1b6e-46b9-9a62-07bf763cb9b8" providerId="ADAL" clId="{D123E33D-052B-4988-AC2D-F11A208BA2BB}" dt="2026-07-27T16:50:05.693" v="2010" actId="20577"/>
          <ac:spMkLst>
            <pc:docMk/>
            <pc:sldMk cId="4147895893" sldId="383"/>
            <ac:spMk id="54" creationId="{EF9B3258-F4DD-6E2E-2275-405243FE1707}"/>
          </ac:spMkLst>
        </pc:spChg>
      </pc:sldChg>
      <pc:sldChg chg="addSp delSp modSp mod ord modAnim">
        <pc:chgData name="Ashley Warren" userId="d10fd33e-1b6e-46b9-9a62-07bf763cb9b8" providerId="ADAL" clId="{D123E33D-052B-4988-AC2D-F11A208BA2BB}" dt="2026-07-28T07:38:00.934" v="2961" actId="20577"/>
        <pc:sldMkLst>
          <pc:docMk/>
          <pc:sldMk cId="1239832198" sldId="384"/>
        </pc:sldMkLst>
        <pc:spChg chg="mod">
          <ac:chgData name="Ashley Warren" userId="d10fd33e-1b6e-46b9-9a62-07bf763cb9b8" providerId="ADAL" clId="{D123E33D-052B-4988-AC2D-F11A208BA2BB}" dt="2026-07-27T16:33:59.383" v="1571" actId="207"/>
          <ac:spMkLst>
            <pc:docMk/>
            <pc:sldMk cId="1239832198" sldId="384"/>
            <ac:spMk id="61" creationId="{8D5B9FA9-FC90-8E3C-6AD5-F1E72FFBCB06}"/>
          </ac:spMkLst>
        </pc:spChg>
        <pc:spChg chg="mod">
          <ac:chgData name="Ashley Warren" userId="d10fd33e-1b6e-46b9-9a62-07bf763cb9b8" providerId="ADAL" clId="{D123E33D-052B-4988-AC2D-F11A208BA2BB}" dt="2026-07-27T16:34:17.292" v="1572" actId="164"/>
          <ac:spMkLst>
            <pc:docMk/>
            <pc:sldMk cId="1239832198" sldId="384"/>
            <ac:spMk id="97" creationId="{893C4D04-54D1-A86D-5145-7CD8566117DD}"/>
          </ac:spMkLst>
        </pc:spChg>
        <pc:spChg chg="mod">
          <ac:chgData name="Ashley Warren" userId="d10fd33e-1b6e-46b9-9a62-07bf763cb9b8" providerId="ADAL" clId="{D123E33D-052B-4988-AC2D-F11A208BA2BB}" dt="2026-07-27T16:34:20.991" v="1573" actId="164"/>
          <ac:spMkLst>
            <pc:docMk/>
            <pc:sldMk cId="1239832198" sldId="384"/>
            <ac:spMk id="105" creationId="{DADE3EA2-AB02-3BE1-18EE-09C8392D2CA5}"/>
          </ac:spMkLst>
        </pc:spChg>
        <pc:spChg chg="mod">
          <ac:chgData name="Ashley Warren" userId="d10fd33e-1b6e-46b9-9a62-07bf763cb9b8" providerId="ADAL" clId="{D123E33D-052B-4988-AC2D-F11A208BA2BB}" dt="2026-07-27T16:34:25.030" v="1574" actId="164"/>
          <ac:spMkLst>
            <pc:docMk/>
            <pc:sldMk cId="1239832198" sldId="384"/>
            <ac:spMk id="113" creationId="{D07D4F37-48B7-4297-A41F-C9B06953E629}"/>
          </ac:spMkLst>
        </pc:spChg>
        <pc:spChg chg="mod">
          <ac:chgData name="Ashley Warren" userId="d10fd33e-1b6e-46b9-9a62-07bf763cb9b8" providerId="ADAL" clId="{D123E33D-052B-4988-AC2D-F11A208BA2BB}" dt="2026-07-27T16:34:17.292" v="1572" actId="164"/>
          <ac:spMkLst>
            <pc:docMk/>
            <pc:sldMk cId="1239832198" sldId="384"/>
            <ac:spMk id="123" creationId="{270CAB01-1F4A-2C2F-85AA-381FFB7BD593}"/>
          </ac:spMkLst>
        </pc:spChg>
        <pc:spChg chg="mod">
          <ac:chgData name="Ashley Warren" userId="d10fd33e-1b6e-46b9-9a62-07bf763cb9b8" providerId="ADAL" clId="{D123E33D-052B-4988-AC2D-F11A208BA2BB}" dt="2026-07-27T16:34:20.991" v="1573" actId="164"/>
          <ac:spMkLst>
            <pc:docMk/>
            <pc:sldMk cId="1239832198" sldId="384"/>
            <ac:spMk id="125" creationId="{D52475F2-A187-36BA-58E1-46FC9F6E687D}"/>
          </ac:spMkLst>
        </pc:spChg>
        <pc:spChg chg="mod">
          <ac:chgData name="Ashley Warren" userId="d10fd33e-1b6e-46b9-9a62-07bf763cb9b8" providerId="ADAL" clId="{D123E33D-052B-4988-AC2D-F11A208BA2BB}" dt="2026-07-27T16:34:25.030" v="1574" actId="164"/>
          <ac:spMkLst>
            <pc:docMk/>
            <pc:sldMk cId="1239832198" sldId="384"/>
            <ac:spMk id="127" creationId="{040DB3BB-A840-E6E2-1017-60AF9330B71A}"/>
          </ac:spMkLst>
        </pc:spChg>
        <pc:spChg chg="mod">
          <ac:chgData name="Ashley Warren" userId="d10fd33e-1b6e-46b9-9a62-07bf763cb9b8" providerId="ADAL" clId="{D123E33D-052B-4988-AC2D-F11A208BA2BB}" dt="2026-07-27T16:34:17.292" v="1572" actId="164"/>
          <ac:spMkLst>
            <pc:docMk/>
            <pc:sldMk cId="1239832198" sldId="384"/>
            <ac:spMk id="142" creationId="{44AC518D-4B6E-4826-6DB6-5CFF427EDADF}"/>
          </ac:spMkLst>
        </pc:spChg>
        <pc:spChg chg="mod">
          <ac:chgData name="Ashley Warren" userId="d10fd33e-1b6e-46b9-9a62-07bf763cb9b8" providerId="ADAL" clId="{D123E33D-052B-4988-AC2D-F11A208BA2BB}" dt="2026-07-27T16:34:17.292" v="1572" actId="164"/>
          <ac:spMkLst>
            <pc:docMk/>
            <pc:sldMk cId="1239832198" sldId="384"/>
            <ac:spMk id="144" creationId="{83783B3D-67EA-8661-FB3B-D1F3D585C469}"/>
          </ac:spMkLst>
        </pc:spChg>
        <pc:spChg chg="mod">
          <ac:chgData name="Ashley Warren" userId="d10fd33e-1b6e-46b9-9a62-07bf763cb9b8" providerId="ADAL" clId="{D123E33D-052B-4988-AC2D-F11A208BA2BB}" dt="2026-07-27T16:34:20.991" v="1573" actId="164"/>
          <ac:spMkLst>
            <pc:docMk/>
            <pc:sldMk cId="1239832198" sldId="384"/>
            <ac:spMk id="148" creationId="{6B230933-7BBB-0C8B-EAB5-99E69C6A655D}"/>
          </ac:spMkLst>
        </pc:spChg>
        <pc:spChg chg="mod">
          <ac:chgData name="Ashley Warren" userId="d10fd33e-1b6e-46b9-9a62-07bf763cb9b8" providerId="ADAL" clId="{D123E33D-052B-4988-AC2D-F11A208BA2BB}" dt="2026-07-27T16:34:20.991" v="1573" actId="164"/>
          <ac:spMkLst>
            <pc:docMk/>
            <pc:sldMk cId="1239832198" sldId="384"/>
            <ac:spMk id="150" creationId="{41C15368-2086-72A1-5BBD-271C193E055B}"/>
          </ac:spMkLst>
        </pc:spChg>
        <pc:spChg chg="mod">
          <ac:chgData name="Ashley Warren" userId="d10fd33e-1b6e-46b9-9a62-07bf763cb9b8" providerId="ADAL" clId="{D123E33D-052B-4988-AC2D-F11A208BA2BB}" dt="2026-07-27T16:34:25.030" v="1574" actId="164"/>
          <ac:spMkLst>
            <pc:docMk/>
            <pc:sldMk cId="1239832198" sldId="384"/>
            <ac:spMk id="154" creationId="{6759B84A-9F25-0C21-8089-9FFCB0367810}"/>
          </ac:spMkLst>
        </pc:spChg>
        <pc:spChg chg="mod">
          <ac:chgData name="Ashley Warren" userId="d10fd33e-1b6e-46b9-9a62-07bf763cb9b8" providerId="ADAL" clId="{D123E33D-052B-4988-AC2D-F11A208BA2BB}" dt="2026-07-28T07:38:00.934" v="2961" actId="20577"/>
          <ac:spMkLst>
            <pc:docMk/>
            <pc:sldMk cId="1239832198" sldId="384"/>
            <ac:spMk id="156" creationId="{B5643B1D-B0F4-4630-6917-B564F5293411}"/>
          </ac:spMkLst>
        </pc:spChg>
        <pc:spChg chg="mod">
          <ac:chgData name="Ashley Warren" userId="d10fd33e-1b6e-46b9-9a62-07bf763cb9b8" providerId="ADAL" clId="{D123E33D-052B-4988-AC2D-F11A208BA2BB}" dt="2026-07-27T16:34:17.292" v="1572" actId="164"/>
          <ac:spMkLst>
            <pc:docMk/>
            <pc:sldMk cId="1239832198" sldId="384"/>
            <ac:spMk id="158" creationId="{1BD8CD00-8A06-A4C7-1A1E-F2F37F88C630}"/>
          </ac:spMkLst>
        </pc:spChg>
        <pc:spChg chg="mod">
          <ac:chgData name="Ashley Warren" userId="d10fd33e-1b6e-46b9-9a62-07bf763cb9b8" providerId="ADAL" clId="{D123E33D-052B-4988-AC2D-F11A208BA2BB}" dt="2026-07-27T16:34:20.991" v="1573" actId="164"/>
          <ac:spMkLst>
            <pc:docMk/>
            <pc:sldMk cId="1239832198" sldId="384"/>
            <ac:spMk id="160" creationId="{1718872F-1CC3-6634-500A-03953C4977B0}"/>
          </ac:spMkLst>
        </pc:spChg>
        <pc:spChg chg="mod">
          <ac:chgData name="Ashley Warren" userId="d10fd33e-1b6e-46b9-9a62-07bf763cb9b8" providerId="ADAL" clId="{D123E33D-052B-4988-AC2D-F11A208BA2BB}" dt="2026-07-27T16:34:25.030" v="1574" actId="164"/>
          <ac:spMkLst>
            <pc:docMk/>
            <pc:sldMk cId="1239832198" sldId="384"/>
            <ac:spMk id="162" creationId="{F7BE8C45-16AA-A84F-908C-FC0E6297FAFF}"/>
          </ac:spMkLst>
        </pc:spChg>
        <pc:grpChg chg="add mod">
          <ac:chgData name="Ashley Warren" userId="d10fd33e-1b6e-46b9-9a62-07bf763cb9b8" providerId="ADAL" clId="{D123E33D-052B-4988-AC2D-F11A208BA2BB}" dt="2026-07-27T16:38:02.873" v="1810" actId="1076"/>
          <ac:grpSpMkLst>
            <pc:docMk/>
            <pc:sldMk cId="1239832198" sldId="384"/>
            <ac:grpSpMk id="2" creationId="{788CD3F7-B423-5B7A-A128-CA63922AB1E1}"/>
          </ac:grpSpMkLst>
        </pc:grpChg>
        <pc:grpChg chg="add mod">
          <ac:chgData name="Ashley Warren" userId="d10fd33e-1b6e-46b9-9a62-07bf763cb9b8" providerId="ADAL" clId="{D123E33D-052B-4988-AC2D-F11A208BA2BB}" dt="2026-07-27T16:38:02.873" v="1810" actId="1076"/>
          <ac:grpSpMkLst>
            <pc:docMk/>
            <pc:sldMk cId="1239832198" sldId="384"/>
            <ac:grpSpMk id="3" creationId="{025C8A9F-612D-F88D-C194-1D1174072D76}"/>
          </ac:grpSpMkLst>
        </pc:grpChg>
        <pc:grpChg chg="add mod">
          <ac:chgData name="Ashley Warren" userId="d10fd33e-1b6e-46b9-9a62-07bf763cb9b8" providerId="ADAL" clId="{D123E33D-052B-4988-AC2D-F11A208BA2BB}" dt="2026-07-27T16:38:02.873" v="1810" actId="1076"/>
          <ac:grpSpMkLst>
            <pc:docMk/>
            <pc:sldMk cId="1239832198" sldId="384"/>
            <ac:grpSpMk id="4" creationId="{4B207291-0D01-DE70-698B-CB07746D0A2E}"/>
          </ac:grpSpMkLst>
        </pc:grpChg>
        <pc:picChg chg="mod">
          <ac:chgData name="Ashley Warren" userId="d10fd33e-1b6e-46b9-9a62-07bf763cb9b8" providerId="ADAL" clId="{D123E33D-052B-4988-AC2D-F11A208BA2BB}" dt="2026-07-27T16:34:17.292" v="1572" actId="164"/>
          <ac:picMkLst>
            <pc:docMk/>
            <pc:sldMk cId="1239832198" sldId="384"/>
            <ac:picMk id="136" creationId="{8893B269-D67A-1CD7-DEE6-D3094DE2294D}"/>
          </ac:picMkLst>
        </pc:picChg>
        <pc:picChg chg="mod">
          <ac:chgData name="Ashley Warren" userId="d10fd33e-1b6e-46b9-9a62-07bf763cb9b8" providerId="ADAL" clId="{D123E33D-052B-4988-AC2D-F11A208BA2BB}" dt="2026-07-27T16:34:17.292" v="1572" actId="164"/>
          <ac:picMkLst>
            <pc:docMk/>
            <pc:sldMk cId="1239832198" sldId="384"/>
            <ac:picMk id="140" creationId="{B684082E-68B5-0A6C-0B8D-B2D689CE71E2}"/>
          </ac:picMkLst>
        </pc:picChg>
        <pc:picChg chg="mod">
          <ac:chgData name="Ashley Warren" userId="d10fd33e-1b6e-46b9-9a62-07bf763cb9b8" providerId="ADAL" clId="{D123E33D-052B-4988-AC2D-F11A208BA2BB}" dt="2026-07-27T16:34:20.991" v="1573" actId="164"/>
          <ac:picMkLst>
            <pc:docMk/>
            <pc:sldMk cId="1239832198" sldId="384"/>
            <ac:picMk id="146" creationId="{6B9C8D8D-0904-1560-80A3-7CEAC641ED05}"/>
          </ac:picMkLst>
        </pc:picChg>
        <pc:picChg chg="mod">
          <ac:chgData name="Ashley Warren" userId="d10fd33e-1b6e-46b9-9a62-07bf763cb9b8" providerId="ADAL" clId="{D123E33D-052B-4988-AC2D-F11A208BA2BB}" dt="2026-07-27T16:34:25.030" v="1574" actId="164"/>
          <ac:picMkLst>
            <pc:docMk/>
            <pc:sldMk cId="1239832198" sldId="384"/>
            <ac:picMk id="152" creationId="{3946B8D1-1736-8F93-C4C0-A6B640C62C72}"/>
          </ac:picMkLst>
        </pc:picChg>
      </pc:sldChg>
      <pc:sldChg chg="modSp mod ord">
        <pc:chgData name="Ashley Warren" userId="d10fd33e-1b6e-46b9-9a62-07bf763cb9b8" providerId="ADAL" clId="{D123E33D-052B-4988-AC2D-F11A208BA2BB}" dt="2026-07-29T15:16:12.588" v="2979"/>
        <pc:sldMkLst>
          <pc:docMk/>
          <pc:sldMk cId="2713668059" sldId="385"/>
        </pc:sldMkLst>
        <pc:spChg chg="mod">
          <ac:chgData name="Ashley Warren" userId="d10fd33e-1b6e-46b9-9a62-07bf763cb9b8" providerId="ADAL" clId="{D123E33D-052B-4988-AC2D-F11A208BA2BB}" dt="2026-07-27T16:52:22.321" v="2226" actId="20577"/>
          <ac:spMkLst>
            <pc:docMk/>
            <pc:sldMk cId="2713668059" sldId="385"/>
            <ac:spMk id="7" creationId="{DC65D79E-F548-9C51-915B-548BCD56F46B}"/>
          </ac:spMkLst>
        </pc:spChg>
      </pc:sldChg>
      <pc:sldChg chg="addSp delSp modSp new mod ord modClrScheme chgLayout">
        <pc:chgData name="Ashley Warren" userId="d10fd33e-1b6e-46b9-9a62-07bf763cb9b8" providerId="ADAL" clId="{D123E33D-052B-4988-AC2D-F11A208BA2BB}" dt="2026-07-27T16:28:45.958" v="1446"/>
        <pc:sldMkLst>
          <pc:docMk/>
          <pc:sldMk cId="834176925" sldId="386"/>
        </pc:sldMkLst>
        <pc:spChg chg="add mod ord">
          <ac:chgData name="Ashley Warren" userId="d10fd33e-1b6e-46b9-9a62-07bf763cb9b8" providerId="ADAL" clId="{D123E33D-052B-4988-AC2D-F11A208BA2BB}" dt="2026-07-27T15:49:33.450" v="457" actId="20577"/>
          <ac:spMkLst>
            <pc:docMk/>
            <pc:sldMk cId="834176925" sldId="386"/>
            <ac:spMk id="2" creationId="{D3A1FAAF-FF50-49E6-B026-F92A18743BDD}"/>
          </ac:spMkLst>
        </pc:spChg>
        <pc:spChg chg="add mod ord">
          <ac:chgData name="Ashley Warren" userId="d10fd33e-1b6e-46b9-9a62-07bf763cb9b8" providerId="ADAL" clId="{D123E33D-052B-4988-AC2D-F11A208BA2BB}" dt="2026-07-27T15:52:26.574" v="670" actId="20577"/>
          <ac:spMkLst>
            <pc:docMk/>
            <pc:sldMk cId="834176925" sldId="386"/>
            <ac:spMk id="7" creationId="{F747EF70-8D40-1BAB-53AE-CFE8FB4F6818}"/>
          </ac:spMkLst>
        </pc:spChg>
      </pc:sldChg>
      <pc:sldChg chg="addSp delSp modSp new mod ord modAnim">
        <pc:chgData name="Ashley Warren" userId="d10fd33e-1b6e-46b9-9a62-07bf763cb9b8" providerId="ADAL" clId="{D123E33D-052B-4988-AC2D-F11A208BA2BB}" dt="2026-07-29T15:15:47.408" v="2971"/>
        <pc:sldMkLst>
          <pc:docMk/>
          <pc:sldMk cId="1483842355" sldId="388"/>
        </pc:sldMkLst>
        <pc:picChg chg="add mod">
          <ac:chgData name="Ashley Warren" userId="d10fd33e-1b6e-46b9-9a62-07bf763cb9b8" providerId="ADAL" clId="{D123E33D-052B-4988-AC2D-F11A208BA2BB}" dt="2026-07-27T16:28:26.682" v="1442" actId="1076"/>
          <ac:picMkLst>
            <pc:docMk/>
            <pc:sldMk cId="1483842355" sldId="388"/>
            <ac:picMk id="4" creationId="{EEBFB01A-6498-F2A7-86EA-3EDB15804445}"/>
          </ac:picMkLst>
        </pc:picChg>
      </pc:sldChg>
      <pc:sldChg chg="addSp delSp modSp new mod modClrScheme chgLayout">
        <pc:chgData name="Ashley Warren" userId="d10fd33e-1b6e-46b9-9a62-07bf763cb9b8" providerId="ADAL" clId="{D123E33D-052B-4988-AC2D-F11A208BA2BB}" dt="2026-07-27T16:36:38.089" v="1719" actId="20577"/>
        <pc:sldMkLst>
          <pc:docMk/>
          <pc:sldMk cId="3413980646" sldId="390"/>
        </pc:sldMkLst>
        <pc:spChg chg="add mod">
          <ac:chgData name="Ashley Warren" userId="d10fd33e-1b6e-46b9-9a62-07bf763cb9b8" providerId="ADAL" clId="{D123E33D-052B-4988-AC2D-F11A208BA2BB}" dt="2026-07-27T16:31:58.907" v="1547" actId="207"/>
          <ac:spMkLst>
            <pc:docMk/>
            <pc:sldMk cId="3413980646" sldId="390"/>
            <ac:spMk id="6" creationId="{FA8F7533-2AA1-EEE6-D6F0-E3242E5E00EE}"/>
          </ac:spMkLst>
        </pc:spChg>
        <pc:spChg chg="add mod">
          <ac:chgData name="Ashley Warren" userId="d10fd33e-1b6e-46b9-9a62-07bf763cb9b8" providerId="ADAL" clId="{D123E33D-052B-4988-AC2D-F11A208BA2BB}" dt="2026-07-27T16:35:53.195" v="1584" actId="207"/>
          <ac:spMkLst>
            <pc:docMk/>
            <pc:sldMk cId="3413980646" sldId="390"/>
            <ac:spMk id="8" creationId="{EC79A25C-2FE9-F1B9-6521-A0A6CA32D424}"/>
          </ac:spMkLst>
        </pc:spChg>
        <pc:spChg chg="add mod">
          <ac:chgData name="Ashley Warren" userId="d10fd33e-1b6e-46b9-9a62-07bf763cb9b8" providerId="ADAL" clId="{D123E33D-052B-4988-AC2D-F11A208BA2BB}" dt="2026-07-27T16:36:38.089" v="1719" actId="20577"/>
          <ac:spMkLst>
            <pc:docMk/>
            <pc:sldMk cId="3413980646" sldId="390"/>
            <ac:spMk id="10" creationId="{ABB53E1D-E901-8CBB-7767-4FD50C145B4D}"/>
          </ac:spMkLst>
        </pc:spChg>
      </pc:sldChg>
      <pc:sldChg chg="addSp delSp modSp new mod modClrScheme modAnim chgLayout">
        <pc:chgData name="Ashley Warren" userId="d10fd33e-1b6e-46b9-9a62-07bf763cb9b8" providerId="ADAL" clId="{D123E33D-052B-4988-AC2D-F11A208BA2BB}" dt="2026-07-29T14:41:17.783" v="2965"/>
        <pc:sldMkLst>
          <pc:docMk/>
          <pc:sldMk cId="973731385" sldId="391"/>
        </pc:sldMkLst>
        <pc:spChg chg="add mod">
          <ac:chgData name="Ashley Warren" userId="d10fd33e-1b6e-46b9-9a62-07bf763cb9b8" providerId="ADAL" clId="{D123E33D-052B-4988-AC2D-F11A208BA2BB}" dt="2026-07-27T16:45:20.490" v="1950" actId="1076"/>
          <ac:spMkLst>
            <pc:docMk/>
            <pc:sldMk cId="973731385" sldId="391"/>
            <ac:spMk id="17" creationId="{9D27C68D-4C7C-4A3D-0CE9-3A2DF3C94B3C}"/>
          </ac:spMkLst>
        </pc:spChg>
        <pc:spChg chg="add mod">
          <ac:chgData name="Ashley Warren" userId="d10fd33e-1b6e-46b9-9a62-07bf763cb9b8" providerId="ADAL" clId="{D123E33D-052B-4988-AC2D-F11A208BA2BB}" dt="2026-07-27T16:43:09.596" v="1917"/>
          <ac:spMkLst>
            <pc:docMk/>
            <pc:sldMk cId="973731385" sldId="391"/>
            <ac:spMk id="24" creationId="{909D2E7E-055A-D8FC-8E50-954D14B08BA1}"/>
          </ac:spMkLst>
        </pc:spChg>
        <pc:spChg chg="add mod">
          <ac:chgData name="Ashley Warren" userId="d10fd33e-1b6e-46b9-9a62-07bf763cb9b8" providerId="ADAL" clId="{D123E33D-052B-4988-AC2D-F11A208BA2BB}" dt="2026-07-27T16:43:21.337" v="1919" actId="108"/>
          <ac:spMkLst>
            <pc:docMk/>
            <pc:sldMk cId="973731385" sldId="391"/>
            <ac:spMk id="25" creationId="{685EE022-C9FF-391A-9C66-E44943342FD3}"/>
          </ac:spMkLst>
        </pc:spChg>
        <pc:spChg chg="add mod">
          <ac:chgData name="Ashley Warren" userId="d10fd33e-1b6e-46b9-9a62-07bf763cb9b8" providerId="ADAL" clId="{D123E33D-052B-4988-AC2D-F11A208BA2BB}" dt="2026-07-27T16:43:36.297" v="1923" actId="207"/>
          <ac:spMkLst>
            <pc:docMk/>
            <pc:sldMk cId="973731385" sldId="391"/>
            <ac:spMk id="26" creationId="{66A4AF20-92DB-BB7D-70EF-6CBAE55D97AF}"/>
          </ac:spMkLst>
        </pc:spChg>
        <pc:spChg chg="add mod">
          <ac:chgData name="Ashley Warren" userId="d10fd33e-1b6e-46b9-9a62-07bf763cb9b8" providerId="ADAL" clId="{D123E33D-052B-4988-AC2D-F11A208BA2BB}" dt="2026-07-27T16:46:51.815" v="1983" actId="164"/>
          <ac:spMkLst>
            <pc:docMk/>
            <pc:sldMk cId="973731385" sldId="391"/>
            <ac:spMk id="28" creationId="{1E356BB8-B88E-7891-C146-832D56B58026}"/>
          </ac:spMkLst>
        </pc:spChg>
        <pc:spChg chg="add del mod">
          <ac:chgData name="Ashley Warren" userId="d10fd33e-1b6e-46b9-9a62-07bf763cb9b8" providerId="ADAL" clId="{D123E33D-052B-4988-AC2D-F11A208BA2BB}" dt="2026-07-27T16:46:51.815" v="1983" actId="164"/>
          <ac:spMkLst>
            <pc:docMk/>
            <pc:sldMk cId="973731385" sldId="391"/>
            <ac:spMk id="32" creationId="{194545C7-8871-0528-CFB1-F71B69BAD410}"/>
          </ac:spMkLst>
        </pc:spChg>
        <pc:spChg chg="add del mod">
          <ac:chgData name="Ashley Warren" userId="d10fd33e-1b6e-46b9-9a62-07bf763cb9b8" providerId="ADAL" clId="{D123E33D-052B-4988-AC2D-F11A208BA2BB}" dt="2026-07-27T16:46:51.815" v="1983" actId="164"/>
          <ac:spMkLst>
            <pc:docMk/>
            <pc:sldMk cId="973731385" sldId="391"/>
            <ac:spMk id="34" creationId="{DA516FCE-3D37-C991-50FD-548F87F205B5}"/>
          </ac:spMkLst>
        </pc:spChg>
        <pc:spChg chg="add del mod">
          <ac:chgData name="Ashley Warren" userId="d10fd33e-1b6e-46b9-9a62-07bf763cb9b8" providerId="ADAL" clId="{D123E33D-052B-4988-AC2D-F11A208BA2BB}" dt="2026-07-27T16:46:51.815" v="1983" actId="164"/>
          <ac:spMkLst>
            <pc:docMk/>
            <pc:sldMk cId="973731385" sldId="391"/>
            <ac:spMk id="36" creationId="{BBF12AA2-3011-F30B-F726-28D6AB8B1016}"/>
          </ac:spMkLst>
        </pc:spChg>
        <pc:spChg chg="add mod">
          <ac:chgData name="Ashley Warren" userId="d10fd33e-1b6e-46b9-9a62-07bf763cb9b8" providerId="ADAL" clId="{D123E33D-052B-4988-AC2D-F11A208BA2BB}" dt="2026-07-27T16:46:59.616" v="1985" actId="164"/>
          <ac:spMkLst>
            <pc:docMk/>
            <pc:sldMk cId="973731385" sldId="391"/>
            <ac:spMk id="38" creationId="{A28271F9-5574-5F6F-602A-1CF573C53D24}"/>
          </ac:spMkLst>
        </pc:spChg>
        <pc:spChg chg="add del mod">
          <ac:chgData name="Ashley Warren" userId="d10fd33e-1b6e-46b9-9a62-07bf763cb9b8" providerId="ADAL" clId="{D123E33D-052B-4988-AC2D-F11A208BA2BB}" dt="2026-07-27T16:46:59.616" v="1985" actId="164"/>
          <ac:spMkLst>
            <pc:docMk/>
            <pc:sldMk cId="973731385" sldId="391"/>
            <ac:spMk id="42" creationId="{26E8E716-A191-B515-AF62-6BE1EF5E90F2}"/>
          </ac:spMkLst>
        </pc:spChg>
        <pc:spChg chg="add del mod">
          <ac:chgData name="Ashley Warren" userId="d10fd33e-1b6e-46b9-9a62-07bf763cb9b8" providerId="ADAL" clId="{D123E33D-052B-4988-AC2D-F11A208BA2BB}" dt="2026-07-27T16:46:59.616" v="1985" actId="164"/>
          <ac:spMkLst>
            <pc:docMk/>
            <pc:sldMk cId="973731385" sldId="391"/>
            <ac:spMk id="44" creationId="{AAB21691-0A45-5FFC-EDA9-4B2CFD50CB47}"/>
          </ac:spMkLst>
        </pc:spChg>
        <pc:spChg chg="add del mod">
          <ac:chgData name="Ashley Warren" userId="d10fd33e-1b6e-46b9-9a62-07bf763cb9b8" providerId="ADAL" clId="{D123E33D-052B-4988-AC2D-F11A208BA2BB}" dt="2026-07-27T16:46:59.616" v="1985" actId="164"/>
          <ac:spMkLst>
            <pc:docMk/>
            <pc:sldMk cId="973731385" sldId="391"/>
            <ac:spMk id="46" creationId="{789F565E-6A32-766F-1A4B-8651E7C74CDA}"/>
          </ac:spMkLst>
        </pc:spChg>
        <pc:spChg chg="add mod">
          <ac:chgData name="Ashley Warren" userId="d10fd33e-1b6e-46b9-9a62-07bf763cb9b8" providerId="ADAL" clId="{D123E33D-052B-4988-AC2D-F11A208BA2BB}" dt="2026-07-27T16:46:55.866" v="1984" actId="164"/>
          <ac:spMkLst>
            <pc:docMk/>
            <pc:sldMk cId="973731385" sldId="391"/>
            <ac:spMk id="48" creationId="{C93D670F-EC8C-D3EC-C8C4-909C875C657A}"/>
          </ac:spMkLst>
        </pc:spChg>
        <pc:spChg chg="add del mod">
          <ac:chgData name="Ashley Warren" userId="d10fd33e-1b6e-46b9-9a62-07bf763cb9b8" providerId="ADAL" clId="{D123E33D-052B-4988-AC2D-F11A208BA2BB}" dt="2026-07-27T16:46:55.866" v="1984" actId="164"/>
          <ac:spMkLst>
            <pc:docMk/>
            <pc:sldMk cId="973731385" sldId="391"/>
            <ac:spMk id="52" creationId="{3A076F57-6EC8-ADC0-AF03-41E1C5723C1F}"/>
          </ac:spMkLst>
        </pc:spChg>
        <pc:spChg chg="add del mod">
          <ac:chgData name="Ashley Warren" userId="d10fd33e-1b6e-46b9-9a62-07bf763cb9b8" providerId="ADAL" clId="{D123E33D-052B-4988-AC2D-F11A208BA2BB}" dt="2026-07-27T16:46:55.866" v="1984" actId="164"/>
          <ac:spMkLst>
            <pc:docMk/>
            <pc:sldMk cId="973731385" sldId="391"/>
            <ac:spMk id="54" creationId="{D1366F18-4A13-7556-3CFB-B15CE1EB38DF}"/>
          </ac:spMkLst>
        </pc:spChg>
        <pc:spChg chg="add del mod">
          <ac:chgData name="Ashley Warren" userId="d10fd33e-1b6e-46b9-9a62-07bf763cb9b8" providerId="ADAL" clId="{D123E33D-052B-4988-AC2D-F11A208BA2BB}" dt="2026-07-27T16:46:55.866" v="1984" actId="164"/>
          <ac:spMkLst>
            <pc:docMk/>
            <pc:sldMk cId="973731385" sldId="391"/>
            <ac:spMk id="56" creationId="{B0055B00-9E80-E745-21DD-24FEF2C34371}"/>
          </ac:spMkLst>
        </pc:spChg>
        <pc:spChg chg="add del mod">
          <ac:chgData name="Ashley Warren" userId="d10fd33e-1b6e-46b9-9a62-07bf763cb9b8" providerId="ADAL" clId="{D123E33D-052B-4988-AC2D-F11A208BA2BB}" dt="2026-07-27T16:47:18.373" v="1992" actId="14100"/>
          <ac:spMkLst>
            <pc:docMk/>
            <pc:sldMk cId="973731385" sldId="391"/>
            <ac:spMk id="64" creationId="{6FC6D428-D59C-B06D-E5AC-C60F8925EEB6}"/>
          </ac:spMkLst>
        </pc:spChg>
        <pc:grpChg chg="add mod">
          <ac:chgData name="Ashley Warren" userId="d10fd33e-1b6e-46b9-9a62-07bf763cb9b8" providerId="ADAL" clId="{D123E33D-052B-4988-AC2D-F11A208BA2BB}" dt="2026-07-27T16:46:51.815" v="1983" actId="164"/>
          <ac:grpSpMkLst>
            <pc:docMk/>
            <pc:sldMk cId="973731385" sldId="391"/>
            <ac:grpSpMk id="85" creationId="{DAAF4BC5-E0AA-68B8-FF44-E688D6660C77}"/>
          </ac:grpSpMkLst>
        </pc:grpChg>
        <pc:grpChg chg="add mod">
          <ac:chgData name="Ashley Warren" userId="d10fd33e-1b6e-46b9-9a62-07bf763cb9b8" providerId="ADAL" clId="{D123E33D-052B-4988-AC2D-F11A208BA2BB}" dt="2026-07-27T16:46:55.866" v="1984" actId="164"/>
          <ac:grpSpMkLst>
            <pc:docMk/>
            <pc:sldMk cId="973731385" sldId="391"/>
            <ac:grpSpMk id="86" creationId="{4F32BB60-0092-3685-4782-8C2E47D7A622}"/>
          </ac:grpSpMkLst>
        </pc:grpChg>
        <pc:grpChg chg="add mod">
          <ac:chgData name="Ashley Warren" userId="d10fd33e-1b6e-46b9-9a62-07bf763cb9b8" providerId="ADAL" clId="{D123E33D-052B-4988-AC2D-F11A208BA2BB}" dt="2026-07-27T16:46:59.616" v="1985" actId="164"/>
          <ac:grpSpMkLst>
            <pc:docMk/>
            <pc:sldMk cId="973731385" sldId="391"/>
            <ac:grpSpMk id="87" creationId="{5E763B50-9267-CB68-0A2A-B3954813592D}"/>
          </ac:grpSpMkLst>
        </pc:grpChg>
        <pc:picChg chg="del mod">
          <ac:chgData name="Ashley Warren" userId="d10fd33e-1b6e-46b9-9a62-07bf763cb9b8" providerId="ADAL" clId="{D123E33D-052B-4988-AC2D-F11A208BA2BB}" dt="2026-07-27T16:46:51.815" v="1983" actId="164"/>
          <ac:picMkLst>
            <pc:docMk/>
            <pc:sldMk cId="973731385" sldId="391"/>
            <ac:picMk id="30" creationId="{0C400F8B-87E9-E87C-270A-A7AB72B339D3}"/>
          </ac:picMkLst>
        </pc:picChg>
        <pc:picChg chg="mod">
          <ac:chgData name="Ashley Warren" userId="d10fd33e-1b6e-46b9-9a62-07bf763cb9b8" providerId="ADAL" clId="{D123E33D-052B-4988-AC2D-F11A208BA2BB}" dt="2026-07-27T16:46:59.616" v="1985" actId="164"/>
          <ac:picMkLst>
            <pc:docMk/>
            <pc:sldMk cId="973731385" sldId="391"/>
            <ac:picMk id="40" creationId="{7494572B-32E3-F8D9-9C28-D0E12EBEDBB9}"/>
          </ac:picMkLst>
        </pc:picChg>
        <pc:picChg chg="add mod">
          <ac:chgData name="Ashley Warren" userId="d10fd33e-1b6e-46b9-9a62-07bf763cb9b8" providerId="ADAL" clId="{D123E33D-052B-4988-AC2D-F11A208BA2BB}" dt="2026-07-27T16:46:55.866" v="1984" actId="164"/>
          <ac:picMkLst>
            <pc:docMk/>
            <pc:sldMk cId="973731385" sldId="391"/>
            <ac:picMk id="50" creationId="{4D9A7A85-0E67-879A-F65C-E60DA58759FB}"/>
          </ac:picMkLst>
        </pc:picChg>
        <pc:picChg chg="add">
          <ac:chgData name="Ashley Warren" userId="d10fd33e-1b6e-46b9-9a62-07bf763cb9b8" providerId="ADAL" clId="{D123E33D-052B-4988-AC2D-F11A208BA2BB}" dt="2026-07-27T16:46:35.706" v="1981" actId="22"/>
          <ac:picMkLst>
            <pc:docMk/>
            <pc:sldMk cId="973731385" sldId="391"/>
            <ac:picMk id="84" creationId="{7B85F83B-5745-6873-2849-2D8FBF211A8D}"/>
          </ac:picMkLst>
        </pc:picChg>
      </pc:sldChg>
      <pc:sldChg chg="addSp modSp new mod ord modClrScheme chgLayout">
        <pc:chgData name="Ashley Warren" userId="d10fd33e-1b6e-46b9-9a62-07bf763cb9b8" providerId="ADAL" clId="{D123E33D-052B-4988-AC2D-F11A208BA2BB}" dt="2026-07-29T15:15:44.158" v="2969"/>
        <pc:sldMkLst>
          <pc:docMk/>
          <pc:sldMk cId="1581767516" sldId="392"/>
        </pc:sldMkLst>
        <pc:spChg chg="add mod">
          <ac:chgData name="Ashley Warren" userId="d10fd33e-1b6e-46b9-9a62-07bf763cb9b8" providerId="ADAL" clId="{D123E33D-052B-4988-AC2D-F11A208BA2BB}" dt="2026-07-27T17:04:19.932" v="2947" actId="403"/>
          <ac:spMkLst>
            <pc:docMk/>
            <pc:sldMk cId="1581767516" sldId="392"/>
            <ac:spMk id="4" creationId="{95EC1192-9988-121B-75C6-FB8BADF20A87}"/>
          </ac:spMkLst>
        </pc:spChg>
        <pc:spChg chg="add mod">
          <ac:chgData name="Ashley Warren" userId="d10fd33e-1b6e-46b9-9a62-07bf763cb9b8" providerId="ADAL" clId="{D123E33D-052B-4988-AC2D-F11A208BA2BB}" dt="2026-07-27T17:04:05.176" v="2943" actId="14100"/>
          <ac:spMkLst>
            <pc:docMk/>
            <pc:sldMk cId="1581767516" sldId="392"/>
            <ac:spMk id="6" creationId="{B045649A-379E-6115-18D5-4FAFAB284EBB}"/>
          </ac:spMkLst>
        </pc:spChg>
        <pc:picChg chg="add mod">
          <ac:chgData name="Ashley Warren" userId="d10fd33e-1b6e-46b9-9a62-07bf763cb9b8" providerId="ADAL" clId="{D123E33D-052B-4988-AC2D-F11A208BA2BB}" dt="2026-07-27T17:04:17.044" v="2946" actId="1076"/>
          <ac:picMkLst>
            <pc:docMk/>
            <pc:sldMk cId="1581767516" sldId="392"/>
            <ac:picMk id="2" creationId="{DC04C65F-CA04-25F6-2CDF-0920DF12C27A}"/>
          </ac:picMkLst>
        </pc:picChg>
      </pc:sldChg>
      <pc:sldMasterChg chg="delSldLayout modSldLayout">
        <pc:chgData name="Ashley Warren" userId="d10fd33e-1b6e-46b9-9a62-07bf763cb9b8" providerId="ADAL" clId="{D123E33D-052B-4988-AC2D-F11A208BA2BB}" dt="2026-07-27T16:46:46.628" v="1982" actId="2696"/>
        <pc:sldMasterMkLst>
          <pc:docMk/>
          <pc:sldMasterMk cId="0" sldId="2147484184"/>
        </pc:sldMasterMkLst>
      </pc:sldMasterChg>
    </pc:docChg>
  </pc:docChgLst>
  <pc:docChgLst>
    <pc:chgData name="Adam Jackson" userId="S::adam.jackson@advancinganalytics.co.uk::a3887cdf-4fd7-4cc3-b791-9a5521e5deb3" providerId="AD" clId="Web-{B3AAE3B2-B71A-2BE6-D0A8-5C6324469826}"/>
    <pc:docChg chg="modSld">
      <pc:chgData name="Adam Jackson" userId="S::adam.jackson@advancinganalytics.co.uk::a3887cdf-4fd7-4cc3-b791-9a5521e5deb3" providerId="AD" clId="Web-{B3AAE3B2-B71A-2BE6-D0A8-5C6324469826}" dt="2026-07-27T15:42:04.526" v="154" actId="14100"/>
      <pc:docMkLst>
        <pc:docMk/>
      </pc:docMkLst>
      <pc:sldChg chg="addSp delSp modSp">
        <pc:chgData name="Adam Jackson" userId="S::adam.jackson@advancinganalytics.co.uk::a3887cdf-4fd7-4cc3-b791-9a5521e5deb3" providerId="AD" clId="Web-{B3AAE3B2-B71A-2BE6-D0A8-5C6324469826}" dt="2026-07-27T15:42:04.526" v="154" actId="14100"/>
        <pc:sldMkLst>
          <pc:docMk/>
          <pc:sldMk cId="963621556" sldId="303"/>
        </pc:sldMkLst>
        <pc:spChg chg="mod">
          <ac:chgData name="Adam Jackson" userId="S::adam.jackson@advancinganalytics.co.uk::a3887cdf-4fd7-4cc3-b791-9a5521e5deb3" providerId="AD" clId="Web-{B3AAE3B2-B71A-2BE6-D0A8-5C6324469826}" dt="2026-07-27T15:38:22.516" v="113" actId="1076"/>
          <ac:spMkLst>
            <pc:docMk/>
            <pc:sldMk cId="963621556" sldId="303"/>
            <ac:spMk id="2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40.345" v="122" actId="1076"/>
          <ac:spMkLst>
            <pc:docMk/>
            <pc:sldMk cId="963621556" sldId="303"/>
            <ac:spMk id="7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40.345" v="123" actId="1076"/>
          <ac:spMkLst>
            <pc:docMk/>
            <pc:sldMk cId="963621556" sldId="303"/>
            <ac:spMk id="8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39" v="124" actId="1076"/>
          <ac:spMkLst>
            <pc:docMk/>
            <pc:sldMk cId="963621556" sldId="303"/>
            <ac:spMk id="9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39" v="125" actId="1076"/>
          <ac:spMkLst>
            <pc:docMk/>
            <pc:sldMk cId="963621556" sldId="303"/>
            <ac:spMk id="10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55" v="126" actId="1076"/>
          <ac:spMkLst>
            <pc:docMk/>
            <pc:sldMk cId="963621556" sldId="303"/>
            <ac:spMk id="11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71" v="127" actId="1076"/>
          <ac:spMkLst>
            <pc:docMk/>
            <pc:sldMk cId="963621556" sldId="303"/>
            <ac:spMk id="12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71" v="128" actId="1076"/>
          <ac:spMkLst>
            <pc:docMk/>
            <pc:sldMk cId="963621556" sldId="303"/>
            <ac:spMk id="13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86" v="129" actId="1076"/>
          <ac:spMkLst>
            <pc:docMk/>
            <pc:sldMk cId="963621556" sldId="303"/>
            <ac:spMk id="14" creationId="{00000000-0000-0000-0000-000000000000}"/>
          </ac:spMkLst>
        </pc:spChg>
        <pc:spChg chg="mod">
          <ac:chgData name="Adam Jackson" userId="S::adam.jackson@advancinganalytics.co.uk::a3887cdf-4fd7-4cc3-b791-9a5521e5deb3" providerId="AD" clId="Web-{B3AAE3B2-B71A-2BE6-D0A8-5C6324469826}" dt="2026-07-27T15:38:51.986" v="130" actId="1076"/>
          <ac:spMkLst>
            <pc:docMk/>
            <pc:sldMk cId="963621556" sldId="303"/>
            <ac:spMk id="15" creationId="{00000000-0000-0000-0000-000000000000}"/>
          </ac:spMkLst>
        </pc:spChg>
        <pc:picChg chg="mod">
          <ac:chgData name="Adam Jackson" userId="S::adam.jackson@advancinganalytics.co.uk::a3887cdf-4fd7-4cc3-b791-9a5521e5deb3" providerId="AD" clId="Web-{B3AAE3B2-B71A-2BE6-D0A8-5C6324469826}" dt="2026-07-27T15:36:57.075" v="94" actId="14100"/>
          <ac:picMkLst>
            <pc:docMk/>
            <pc:sldMk cId="963621556" sldId="303"/>
            <ac:picMk id="17" creationId="{00000000-0000-0000-0000-000000000000}"/>
          </ac:picMkLst>
        </pc:picChg>
        <pc:picChg chg="add mod">
          <ac:chgData name="Adam Jackson" userId="S::adam.jackson@advancinganalytics.co.uk::a3887cdf-4fd7-4cc3-b791-9a5521e5deb3" providerId="AD" clId="Web-{B3AAE3B2-B71A-2BE6-D0A8-5C6324469826}" dt="2026-07-27T15:42:04.526" v="154" actId="14100"/>
          <ac:picMkLst>
            <pc:docMk/>
            <pc:sldMk cId="963621556" sldId="303"/>
            <ac:picMk id="21" creationId="{FF83837F-CC95-00EF-683E-2FD53B25321B}"/>
          </ac:picMkLst>
        </pc:picChg>
      </pc:sldChg>
    </pc:docChg>
  </pc:docChgLst>
  <pc:docChgLst>
    <pc:chgData name="Ashley Warren" userId="S::ashley@advancinganalytics.co.uk::d10fd33e-1b6e-46b9-9a62-07bf763cb9b8" providerId="AD" clId="Web-{CC2141DB-C41F-882C-81D2-9D0023341C7D}"/>
    <pc:docChg chg="modSld">
      <pc:chgData name="Ashley Warren" userId="S::ashley@advancinganalytics.co.uk::d10fd33e-1b6e-46b9-9a62-07bf763cb9b8" providerId="AD" clId="Web-{CC2141DB-C41F-882C-81D2-9D0023341C7D}" dt="2026-07-29T07:28:59.120" v="2"/>
      <pc:docMkLst>
        <pc:docMk/>
      </pc:docMkLst>
      <pc:sldChg chg="mod modShow">
        <pc:chgData name="Ashley Warren" userId="S::ashley@advancinganalytics.co.uk::d10fd33e-1b6e-46b9-9a62-07bf763cb9b8" providerId="AD" clId="Web-{CC2141DB-C41F-882C-81D2-9D0023341C7D}" dt="2026-07-29T07:28:19.040" v="0"/>
        <pc:sldMkLst>
          <pc:docMk/>
          <pc:sldMk cId="963621556" sldId="303"/>
        </pc:sldMkLst>
      </pc:sldChg>
      <pc:sldChg chg="modSp">
        <pc:chgData name="Ashley Warren" userId="S::ashley@advancinganalytics.co.uk::d10fd33e-1b6e-46b9-9a62-07bf763cb9b8" providerId="AD" clId="Web-{CC2141DB-C41F-882C-81D2-9D0023341C7D}" dt="2026-07-29T07:28:59.120" v="2"/>
        <pc:sldMkLst>
          <pc:docMk/>
          <pc:sldMk cId="1396237777" sldId="381"/>
        </pc:sldMkLst>
        <pc:spChg chg="mod">
          <ac:chgData name="Ashley Warren" userId="S::ashley@advancinganalytics.co.uk::d10fd33e-1b6e-46b9-9a62-07bf763cb9b8" providerId="AD" clId="Web-{CC2141DB-C41F-882C-81D2-9D0023341C7D}" dt="2026-07-29T07:28:59.120" v="2"/>
          <ac:spMkLst>
            <pc:docMk/>
            <pc:sldMk cId="1396237777" sldId="381"/>
            <ac:spMk id="30" creationId="{7AF3034F-75E2-A385-CC76-1D202B9D7B25}"/>
          </ac:spMkLst>
        </pc:spChg>
      </pc:sldChg>
    </pc:docChg>
  </pc:docChgLst>
  <pc:docChgLst>
    <pc:chgData name="Adam Jackson" userId="S::adam.jackson@advancinganalytics.co.uk::a3887cdf-4fd7-4cc3-b791-9a5521e5deb3" providerId="AD" clId="Web-{6EE7BA13-DC36-067B-2FA8-09C1396AE50B}"/>
    <pc:docChg chg="modSld">
      <pc:chgData name="Adam Jackson" userId="S::adam.jackson@advancinganalytics.co.uk::a3887cdf-4fd7-4cc3-b791-9a5521e5deb3" providerId="AD" clId="Web-{6EE7BA13-DC36-067B-2FA8-09C1396AE50B}" dt="2026-07-27T11:22:10.200" v="2"/>
      <pc:docMkLst>
        <pc:docMk/>
      </pc:docMkLst>
      <pc:sldChg chg="modSp">
        <pc:chgData name="Adam Jackson" userId="S::adam.jackson@advancinganalytics.co.uk::a3887cdf-4fd7-4cc3-b791-9a5521e5deb3" providerId="AD" clId="Web-{6EE7BA13-DC36-067B-2FA8-09C1396AE50B}" dt="2026-07-27T11:22:10.200" v="2"/>
        <pc:sldMkLst>
          <pc:docMk/>
          <pc:sldMk cId="3350191945" sldId="380"/>
        </pc:sldMkLst>
        <pc:picChg chg="mod">
          <ac:chgData name="Adam Jackson" userId="S::adam.jackson@advancinganalytics.co.uk::a3887cdf-4fd7-4cc3-b791-9a5521e5deb3" providerId="AD" clId="Web-{6EE7BA13-DC36-067B-2FA8-09C1396AE50B}" dt="2026-07-27T11:22:10.200" v="2"/>
          <ac:picMkLst>
            <pc:docMk/>
            <pc:sldMk cId="3350191945" sldId="380"/>
            <ac:picMk id="1026" creationId="{92683658-ECA7-3341-5B17-C555297246E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83491F-B024-D78E-F9AB-212BAF4FC6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BB155-F5DD-A233-31D7-00699FEEB2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800A7-5635-49B9-BE34-B82ECFD3855F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F0922-31B8-0656-08E9-C6A395EA4D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C8339-2DE1-90F1-9CBC-2C58161646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E45EB-0E90-4007-B57F-9F24A20773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341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86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data, analytics &amp; AI delivery on Databricks — Forward Deployed Engineers embedded with your team, from </a:t>
            </a:r>
            <a:r>
              <a:rPr lang="en-US" sz="1200" dirty="0" err="1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lakehouse</a:t>
            </a:r>
            <a:r>
              <a:rPr lang="en-US" sz="1200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foundations to production GenAI.</a:t>
            </a:r>
            <a:endParaRPr lang="en-US" sz="1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001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9776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667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a Lakehous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FD08A">
                  <a:alpha val="14000"/>
                </a:srgbClr>
              </a:gs>
              <a:gs pos="55000">
                <a:srgbClr val="4FD08A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62908A06-5DA1-9566-6950-28434A25B30C}"/>
              </a:ext>
            </a:extLst>
          </p:cNvPr>
          <p:cNvSpPr/>
          <p:nvPr userDrawn="1"/>
        </p:nvSpPr>
        <p:spPr>
          <a:xfrm>
            <a:off x="-1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5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7E3CC26-CCD3-E6D1-051F-567D34A0AC2B}"/>
              </a:ext>
            </a:extLst>
          </p:cNvPr>
          <p:cNvSpPr/>
          <p:nvPr userDrawn="1"/>
        </p:nvSpPr>
        <p:spPr>
          <a:xfrm>
            <a:off x="-2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4891E5-D97F-0325-3395-4BDCF18C2E7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t="16865" b="15376"/>
          <a:stretch>
            <a:fillRect/>
          </a:stretch>
        </p:blipFill>
        <p:spPr bwMode="auto">
          <a:xfrm>
            <a:off x="0" y="2418606"/>
            <a:ext cx="18288000" cy="786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4B5209A-252C-4A61-6772-2A9290BCF0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31715">
            <a:off x="17043952" y="1466784"/>
            <a:ext cx="857250" cy="800034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52FE1913-121B-417B-3B42-CEF8943F57D7}"/>
              </a:ext>
            </a:extLst>
          </p:cNvPr>
          <p:cNvSpPr/>
          <p:nvPr userDrawn="1"/>
        </p:nvSpPr>
        <p:spPr>
          <a:xfrm>
            <a:off x="837369" y="2102952"/>
            <a:ext cx="114267" cy="114267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4">
            <a:extLst>
              <a:ext uri="{FF2B5EF4-FFF2-40B4-BE49-F238E27FC236}">
                <a16:creationId xmlns:a16="http://schemas.microsoft.com/office/drawing/2014/main" id="{C73A7912-4B5B-A45B-71F4-1D509061E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625076" y="417018"/>
            <a:ext cx="3879575" cy="1522719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7DC190E2-50EF-1577-94C8-539EB79D80AF}"/>
              </a:ext>
            </a:extLst>
          </p:cNvPr>
          <p:cNvSpPr/>
          <p:nvPr userDrawn="1"/>
        </p:nvSpPr>
        <p:spPr>
          <a:xfrm>
            <a:off x="5393635" y="805714"/>
            <a:ext cx="11807687" cy="73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2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Your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2D5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trusted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global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2D5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9999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Databricks Champions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F5029F-D82C-1AE3-CBA5-48C35F85F502}"/>
              </a:ext>
            </a:extLst>
          </p:cNvPr>
          <p:cNvCxnSpPr/>
          <p:nvPr userDrawn="1"/>
        </p:nvCxnSpPr>
        <p:spPr>
          <a:xfrm>
            <a:off x="0" y="2430638"/>
            <a:ext cx="18288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DF67190B-4BE4-4076-7186-A63896D7462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48289" y="1736680"/>
            <a:ext cx="1322751" cy="1333500"/>
          </a:xfrm>
          <a:prstGeom prst="rect">
            <a:avLst/>
          </a:prstGeom>
        </p:spPr>
      </p:pic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3044DDAE-FAA7-4FE7-A388-C8F5D43A45B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575808" y="1936771"/>
            <a:ext cx="933318" cy="933318"/>
          </a:xfrm>
          <a:prstGeom prst="rect">
            <a:avLst/>
          </a:prstGeom>
        </p:spPr>
      </p:pic>
      <p:pic>
        <p:nvPicPr>
          <p:cNvPr id="21" name="Image 7" descr="preencoded.png">
            <a:extLst>
              <a:ext uri="{FF2B5EF4-FFF2-40B4-BE49-F238E27FC236}">
                <a16:creationId xmlns:a16="http://schemas.microsoft.com/office/drawing/2014/main" id="{309DFBF6-7559-4704-BC53-FC8573A6985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813893" y="1936771"/>
            <a:ext cx="1525654" cy="933318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CA9C6CA9-56E2-223F-D9E2-1D846EDB3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32237" y="-299258"/>
            <a:ext cx="1069085" cy="10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1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 Our approach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39734" y="-381000"/>
            <a:ext cx="1066767" cy="10001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563575" y="1333500"/>
            <a:ext cx="104676" cy="104676"/>
          </a:xfrm>
          <a:prstGeom prst="ellipse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-280955" y="838068"/>
            <a:ext cx="3337389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>
            <a:spLocks noGrp="1"/>
          </p:cNvSpPr>
          <p:nvPr>
            <p:ph type="body" idx="10"/>
          </p:nvPr>
        </p:nvSpPr>
        <p:spPr>
          <a:xfrm>
            <a:off x="1066767" y="923727"/>
            <a:ext cx="179063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Text 4"/>
          <p:cNvSpPr>
            <a:spLocks noGrp="1"/>
          </p:cNvSpPr>
          <p:nvPr>
            <p:ph type="body" idx="11"/>
          </p:nvPr>
        </p:nvSpPr>
        <p:spPr>
          <a:xfrm>
            <a:off x="1066767" y="1685727"/>
            <a:ext cx="14803332" cy="1642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6155"/>
              </a:lnSpc>
              <a:buNone/>
              <a:defRPr sz="58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6155"/>
              </a:lnSpc>
              <a:buNone/>
            </a:pPr>
            <a:r>
              <a:rPr lang="en-US" sz="58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Text 5"/>
          <p:cNvSpPr>
            <a:spLocks noGrp="1"/>
          </p:cNvSpPr>
          <p:nvPr>
            <p:ph type="body" idx="12"/>
          </p:nvPr>
        </p:nvSpPr>
        <p:spPr>
          <a:xfrm>
            <a:off x="1066767" y="3537975"/>
            <a:ext cx="14110448" cy="95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684"/>
              </a:lnSpc>
              <a:buNone/>
              <a:defRPr sz="24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684"/>
              </a:lnSpc>
              <a:buNone/>
            </a:pPr>
            <a:r>
              <a:rPr lang="en-US" sz="24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6"/>
          <p:cNvSpPr/>
          <p:nvPr/>
        </p:nvSpPr>
        <p:spPr>
          <a:xfrm>
            <a:off x="1066767" y="5932289"/>
            <a:ext cx="5156234" cy="3440410"/>
          </a:xfrm>
          <a:prstGeom prst="roundRect">
            <a:avLst>
              <a:gd name="adj" fmla="val 775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6384" y="6361906"/>
            <a:ext cx="609534" cy="609534"/>
          </a:xfrm>
          <a:prstGeom prst="rect">
            <a:avLst/>
          </a:prstGeom>
        </p:spPr>
      </p:pic>
      <p:sp>
        <p:nvSpPr>
          <p:cNvPr id="13" name="Text 7"/>
          <p:cNvSpPr>
            <a:spLocks noGrp="1"/>
          </p:cNvSpPr>
          <p:nvPr>
            <p:ph type="body" idx="13"/>
          </p:nvPr>
        </p:nvSpPr>
        <p:spPr>
          <a:xfrm>
            <a:off x="1496384" y="7269924"/>
            <a:ext cx="4726699" cy="377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2385"/>
              </a:lnSpc>
              <a:buNone/>
              <a:defRPr sz="2550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2385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4" name="Text 8"/>
          <p:cNvSpPr>
            <a:spLocks noGrp="1"/>
          </p:cNvSpPr>
          <p:nvPr>
            <p:ph type="body" idx="14"/>
          </p:nvPr>
        </p:nvSpPr>
        <p:spPr>
          <a:xfrm>
            <a:off x="1496384" y="7743031"/>
            <a:ext cx="4425909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9"/>
          <p:cNvSpPr/>
          <p:nvPr/>
        </p:nvSpPr>
        <p:spPr>
          <a:xfrm>
            <a:off x="6565801" y="5932289"/>
            <a:ext cx="5156234" cy="3440410"/>
          </a:xfrm>
          <a:prstGeom prst="roundRect">
            <a:avLst>
              <a:gd name="adj" fmla="val 775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5418" y="6361906"/>
            <a:ext cx="609534" cy="609534"/>
          </a:xfrm>
          <a:prstGeom prst="rect">
            <a:avLst/>
          </a:prstGeom>
        </p:spPr>
      </p:pic>
      <p:sp>
        <p:nvSpPr>
          <p:cNvPr id="17" name="Text 10"/>
          <p:cNvSpPr>
            <a:spLocks noGrp="1"/>
          </p:cNvSpPr>
          <p:nvPr>
            <p:ph type="body" idx="15"/>
          </p:nvPr>
        </p:nvSpPr>
        <p:spPr>
          <a:xfrm>
            <a:off x="6995418" y="7269924"/>
            <a:ext cx="4726699" cy="377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2385"/>
              </a:lnSpc>
              <a:buNone/>
              <a:defRPr sz="2550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2385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1"/>
          <p:cNvSpPr>
            <a:spLocks noGrp="1"/>
          </p:cNvSpPr>
          <p:nvPr>
            <p:ph type="body" idx="16"/>
          </p:nvPr>
        </p:nvSpPr>
        <p:spPr>
          <a:xfrm>
            <a:off x="6995418" y="7743031"/>
            <a:ext cx="4425909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2"/>
          <p:cNvSpPr/>
          <p:nvPr/>
        </p:nvSpPr>
        <p:spPr>
          <a:xfrm>
            <a:off x="12064836" y="5932289"/>
            <a:ext cx="5156399" cy="3440410"/>
          </a:xfrm>
          <a:prstGeom prst="roundRect">
            <a:avLst>
              <a:gd name="adj" fmla="val 775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4452" y="6361906"/>
            <a:ext cx="609534" cy="609534"/>
          </a:xfrm>
          <a:prstGeom prst="rect">
            <a:avLst/>
          </a:prstGeom>
        </p:spPr>
      </p:pic>
      <p:sp>
        <p:nvSpPr>
          <p:cNvPr id="21" name="Text 13"/>
          <p:cNvSpPr>
            <a:spLocks noGrp="1"/>
          </p:cNvSpPr>
          <p:nvPr>
            <p:ph type="body" idx="17"/>
          </p:nvPr>
        </p:nvSpPr>
        <p:spPr>
          <a:xfrm>
            <a:off x="12494452" y="7269924"/>
            <a:ext cx="4726881" cy="377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2385"/>
              </a:lnSpc>
              <a:buNone/>
              <a:defRPr sz="2550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2385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2" name="Text 14"/>
          <p:cNvSpPr>
            <a:spLocks noGrp="1"/>
          </p:cNvSpPr>
          <p:nvPr>
            <p:ph type="body" idx="18"/>
          </p:nvPr>
        </p:nvSpPr>
        <p:spPr>
          <a:xfrm>
            <a:off x="12494452" y="7743031"/>
            <a:ext cx="4426079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62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The difference we mak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66767" y="1705570"/>
            <a:ext cx="16154467" cy="1058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7070494" cy="65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700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767" y="2135188"/>
            <a:ext cx="7010301" cy="6999552"/>
          </a:xfrm>
          <a:prstGeom prst="roundRect">
            <a:avLst>
              <a:gd name="adj" fmla="val 3810"/>
            </a:avLst>
          </a:prstGeom>
          <a:solidFill>
            <a:srgbClr val="E0605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409568" y="2477988"/>
            <a:ext cx="6324699" cy="59498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1512">
                  <a:alpha val="100000"/>
                </a:srgbClr>
              </a:gs>
              <a:gs pos="100000">
                <a:srgbClr val="AA2923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1"/>
          </p:nvPr>
        </p:nvSpPr>
        <p:spPr>
          <a:xfrm>
            <a:off x="1638547" y="2582763"/>
            <a:ext cx="5866740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409568" y="3339538"/>
            <a:ext cx="6324699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E060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2"/>
          </p:nvPr>
        </p:nvSpPr>
        <p:spPr>
          <a:xfrm>
            <a:off x="1705901" y="3635871"/>
            <a:ext cx="5921774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409568" y="4931999"/>
            <a:ext cx="6324699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E060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3"/>
          </p:nvPr>
        </p:nvSpPr>
        <p:spPr>
          <a:xfrm>
            <a:off x="1705901" y="5228332"/>
            <a:ext cx="5921774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8458068" y="2135188"/>
            <a:ext cx="8763166" cy="6999552"/>
          </a:xfrm>
          <a:prstGeom prst="roundRect">
            <a:avLst>
              <a:gd name="adj" fmla="val 3810"/>
            </a:avLst>
          </a:prstGeom>
          <a:solidFill>
            <a:srgbClr val="4FD08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800869" y="2477988"/>
            <a:ext cx="8077564" cy="59498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F7A44">
                  <a:alpha val="100000"/>
                </a:srgbClr>
              </a:gs>
              <a:gs pos="100000">
                <a:srgbClr val="3CAB68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4"/>
          </p:nvPr>
        </p:nvSpPr>
        <p:spPr>
          <a:xfrm>
            <a:off x="9003555" y="2582763"/>
            <a:ext cx="7672191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8800869" y="3339538"/>
            <a:ext cx="3924433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5"/>
          </p:nvPr>
        </p:nvSpPr>
        <p:spPr>
          <a:xfrm>
            <a:off x="9097202" y="3635871"/>
            <a:ext cx="3449499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2953835" y="3339538"/>
            <a:ext cx="3924598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6"/>
          </p:nvPr>
        </p:nvSpPr>
        <p:spPr>
          <a:xfrm>
            <a:off x="13250168" y="3635871"/>
            <a:ext cx="3449669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Shape 17"/>
          <p:cNvSpPr/>
          <p:nvPr/>
        </p:nvSpPr>
        <p:spPr>
          <a:xfrm>
            <a:off x="8800869" y="4931999"/>
            <a:ext cx="3924433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17"/>
          </p:nvPr>
        </p:nvSpPr>
        <p:spPr>
          <a:xfrm>
            <a:off x="9097202" y="5228332"/>
            <a:ext cx="3449499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Shape 19"/>
          <p:cNvSpPr/>
          <p:nvPr/>
        </p:nvSpPr>
        <p:spPr>
          <a:xfrm>
            <a:off x="12953835" y="4931999"/>
            <a:ext cx="3924598" cy="1363927"/>
          </a:xfrm>
          <a:prstGeom prst="roundRect">
            <a:avLst>
              <a:gd name="adj" fmla="val 1117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>
            <a:spLocks noGrp="1"/>
          </p:cNvSpPr>
          <p:nvPr>
            <p:ph type="body" idx="18"/>
          </p:nvPr>
        </p:nvSpPr>
        <p:spPr>
          <a:xfrm>
            <a:off x="13250168" y="5228332"/>
            <a:ext cx="3449669" cy="809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19"/>
          </p:nvPr>
        </p:nvSpPr>
        <p:spPr>
          <a:xfrm>
            <a:off x="259044" y="9401308"/>
            <a:ext cx="17769914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231"/>
              </a:lnSpc>
              <a:buNone/>
              <a:defRPr sz="165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231"/>
              </a:lnSpc>
              <a:buNone/>
            </a:pPr>
            <a:r>
              <a:rPr lang="en-US" sz="165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5 How we get you ther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66767" y="1705570"/>
            <a:ext cx="16154467" cy="1058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6612285" cy="65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700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767" y="2135188"/>
            <a:ext cx="4953000" cy="6999552"/>
          </a:xfrm>
          <a:prstGeom prst="roundRect">
            <a:avLst>
              <a:gd name="adj" fmla="val 5385"/>
            </a:avLst>
          </a:prstGeom>
          <a:solidFill>
            <a:srgbClr val="7A8B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409568" y="2477988"/>
            <a:ext cx="4267399" cy="59498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735B8">
                  <a:alpha val="100000"/>
                </a:srgbClr>
              </a:gs>
              <a:gs pos="100000">
                <a:srgbClr val="4B64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1"/>
          </p:nvPr>
        </p:nvSpPr>
        <p:spPr>
          <a:xfrm>
            <a:off x="1669407" y="2582763"/>
            <a:ext cx="3747720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568" y="3436772"/>
            <a:ext cx="514284" cy="590517"/>
          </a:xfrm>
          <a:prstGeom prst="rect">
            <a:avLst/>
          </a:prstGeom>
        </p:spPr>
      </p:pic>
      <p:sp>
        <p:nvSpPr>
          <p:cNvPr id="11" name="Text 6"/>
          <p:cNvSpPr>
            <a:spLocks noGrp="1"/>
          </p:cNvSpPr>
          <p:nvPr>
            <p:ph type="body" idx="12"/>
          </p:nvPr>
        </p:nvSpPr>
        <p:spPr>
          <a:xfrm>
            <a:off x="2114352" y="3358720"/>
            <a:ext cx="3669493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6909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6909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568" y="4431109"/>
            <a:ext cx="514284" cy="590517"/>
          </a:xfrm>
          <a:prstGeom prst="rect">
            <a:avLst/>
          </a:prstGeom>
        </p:spPr>
      </p:pic>
      <p:sp>
        <p:nvSpPr>
          <p:cNvPr id="13" name="Text 7"/>
          <p:cNvSpPr>
            <a:spLocks noGrp="1"/>
          </p:cNvSpPr>
          <p:nvPr>
            <p:ph type="body" idx="13"/>
          </p:nvPr>
        </p:nvSpPr>
        <p:spPr>
          <a:xfrm>
            <a:off x="2114352" y="4353058"/>
            <a:ext cx="3669493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6909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6909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568" y="5425447"/>
            <a:ext cx="514284" cy="590517"/>
          </a:xfrm>
          <a:prstGeom prst="rect">
            <a:avLst/>
          </a:prstGeom>
        </p:spPr>
      </p:pic>
      <p:sp>
        <p:nvSpPr>
          <p:cNvPr id="15" name="Text 8"/>
          <p:cNvSpPr>
            <a:spLocks noGrp="1"/>
          </p:cNvSpPr>
          <p:nvPr>
            <p:ph type="body" idx="14"/>
          </p:nvPr>
        </p:nvSpPr>
        <p:spPr>
          <a:xfrm>
            <a:off x="2114352" y="5347395"/>
            <a:ext cx="3669493" cy="784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6909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6909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9"/>
          <p:cNvSpPr/>
          <p:nvPr/>
        </p:nvSpPr>
        <p:spPr>
          <a:xfrm>
            <a:off x="6438801" y="2135188"/>
            <a:ext cx="10782433" cy="6999552"/>
          </a:xfrm>
          <a:prstGeom prst="roundRect">
            <a:avLst>
              <a:gd name="adj" fmla="val 2722"/>
            </a:avLst>
          </a:prstGeom>
          <a:solidFill>
            <a:srgbClr val="FFFFFF">
              <a:alpha val="3000"/>
            </a:srgbClr>
          </a:solidFill>
          <a:ln w="10583">
            <a:solidFill>
              <a:srgbClr val="7A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3185" y="3705821"/>
            <a:ext cx="990534" cy="1143000"/>
          </a:xfrm>
          <a:prstGeom prst="rect">
            <a:avLst/>
          </a:prstGeom>
        </p:spPr>
      </p:pic>
      <p:sp>
        <p:nvSpPr>
          <p:cNvPr id="18" name="Text 10"/>
          <p:cNvSpPr>
            <a:spLocks noGrp="1"/>
          </p:cNvSpPr>
          <p:nvPr>
            <p:ph type="body" idx="15"/>
          </p:nvPr>
        </p:nvSpPr>
        <p:spPr>
          <a:xfrm>
            <a:off x="7191871" y="4963088"/>
            <a:ext cx="1029196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1"/>
          <p:cNvSpPr>
            <a:spLocks noGrp="1"/>
          </p:cNvSpPr>
          <p:nvPr>
            <p:ph type="body" idx="16"/>
          </p:nvPr>
        </p:nvSpPr>
        <p:spPr>
          <a:xfrm>
            <a:off x="9663080" y="4048621"/>
            <a:ext cx="248510" cy="609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894"/>
              </a:lnSpc>
              <a:buNone/>
              <a:defRPr sz="300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894"/>
              </a:lnSpc>
              <a:buNone/>
            </a:pPr>
            <a:r>
              <a:rPr lang="en-US" sz="300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34750" y="3705821"/>
            <a:ext cx="990534" cy="1143000"/>
          </a:xfrm>
          <a:prstGeom prst="rect">
            <a:avLst/>
          </a:prstGeom>
        </p:spPr>
      </p:pic>
      <p:sp>
        <p:nvSpPr>
          <p:cNvPr id="21" name="Text 12"/>
          <p:cNvSpPr>
            <a:spLocks noGrp="1"/>
          </p:cNvSpPr>
          <p:nvPr>
            <p:ph type="body" idx="17"/>
          </p:nvPr>
        </p:nvSpPr>
        <p:spPr>
          <a:xfrm>
            <a:off x="11456624" y="4963088"/>
            <a:ext cx="822821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D653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D6534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Text 13"/>
          <p:cNvSpPr>
            <a:spLocks noGrp="1"/>
          </p:cNvSpPr>
          <p:nvPr>
            <p:ph type="body" idx="18"/>
          </p:nvPr>
        </p:nvSpPr>
        <p:spPr>
          <a:xfrm>
            <a:off x="13824646" y="4048621"/>
            <a:ext cx="248510" cy="609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894"/>
              </a:lnSpc>
              <a:buNone/>
              <a:defRPr sz="300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894"/>
              </a:lnSpc>
              <a:buNone/>
            </a:pPr>
            <a:r>
              <a:rPr lang="en-US" sz="300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496316" y="3705821"/>
            <a:ext cx="990534" cy="1143000"/>
          </a:xfrm>
          <a:prstGeom prst="rect">
            <a:avLst/>
          </a:prstGeom>
        </p:spPr>
      </p:pic>
      <p:sp>
        <p:nvSpPr>
          <p:cNvPr id="24" name="Text 14"/>
          <p:cNvSpPr>
            <a:spLocks noGrp="1"/>
          </p:cNvSpPr>
          <p:nvPr>
            <p:ph type="body" idx="19"/>
          </p:nvPr>
        </p:nvSpPr>
        <p:spPr>
          <a:xfrm>
            <a:off x="15718566" y="4963088"/>
            <a:ext cx="62223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15"/>
          <p:cNvSpPr/>
          <p:nvPr/>
        </p:nvSpPr>
        <p:spPr>
          <a:xfrm>
            <a:off x="6906452" y="5629672"/>
            <a:ext cx="9847130" cy="10583"/>
          </a:xfrm>
          <a:prstGeom prst="rect">
            <a:avLst/>
          </a:prstGeom>
          <a:solidFill>
            <a:srgbClr val="7A8B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3185" y="5964039"/>
            <a:ext cx="990534" cy="1143000"/>
          </a:xfrm>
          <a:prstGeom prst="rect">
            <a:avLst/>
          </a:prstGeom>
        </p:spPr>
      </p:pic>
      <p:sp>
        <p:nvSpPr>
          <p:cNvPr id="27" name="Text 16"/>
          <p:cNvSpPr>
            <a:spLocks noGrp="1"/>
          </p:cNvSpPr>
          <p:nvPr>
            <p:ph type="body" idx="20"/>
          </p:nvPr>
        </p:nvSpPr>
        <p:spPr>
          <a:xfrm>
            <a:off x="7220149" y="7221306"/>
            <a:ext cx="972641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Text 17"/>
          <p:cNvSpPr>
            <a:spLocks noGrp="1"/>
          </p:cNvSpPr>
          <p:nvPr>
            <p:ph type="body" idx="21"/>
          </p:nvPr>
        </p:nvSpPr>
        <p:spPr>
          <a:xfrm>
            <a:off x="9663080" y="6306840"/>
            <a:ext cx="248510" cy="609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894"/>
              </a:lnSpc>
              <a:buNone/>
              <a:defRPr sz="300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894"/>
              </a:lnSpc>
              <a:buNone/>
            </a:pPr>
            <a:r>
              <a:rPr lang="en-US" sz="300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34750" y="5964039"/>
            <a:ext cx="990534" cy="1143000"/>
          </a:xfrm>
          <a:prstGeom prst="rect">
            <a:avLst/>
          </a:prstGeom>
        </p:spPr>
      </p:pic>
      <p:sp>
        <p:nvSpPr>
          <p:cNvPr id="30" name="Text 18"/>
          <p:cNvSpPr>
            <a:spLocks noGrp="1"/>
          </p:cNvSpPr>
          <p:nvPr>
            <p:ph type="body" idx="22"/>
          </p:nvPr>
        </p:nvSpPr>
        <p:spPr>
          <a:xfrm>
            <a:off x="11532361" y="7221306"/>
            <a:ext cx="671347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Text 19"/>
          <p:cNvSpPr>
            <a:spLocks noGrp="1"/>
          </p:cNvSpPr>
          <p:nvPr>
            <p:ph type="body" idx="23"/>
          </p:nvPr>
        </p:nvSpPr>
        <p:spPr>
          <a:xfrm>
            <a:off x="13824646" y="6306840"/>
            <a:ext cx="248510" cy="609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894"/>
              </a:lnSpc>
              <a:buNone/>
              <a:defRPr sz="300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894"/>
              </a:lnSpc>
              <a:buNone/>
            </a:pPr>
            <a:r>
              <a:rPr lang="en-US" sz="300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496316" y="5964039"/>
            <a:ext cx="990534" cy="1143000"/>
          </a:xfrm>
          <a:prstGeom prst="rect">
            <a:avLst/>
          </a:prstGeom>
        </p:spPr>
      </p:pic>
      <p:sp>
        <p:nvSpPr>
          <p:cNvPr id="33" name="Text 20"/>
          <p:cNvSpPr>
            <a:spLocks noGrp="1"/>
          </p:cNvSpPr>
          <p:nvPr>
            <p:ph type="body" idx="24"/>
          </p:nvPr>
        </p:nvSpPr>
        <p:spPr>
          <a:xfrm>
            <a:off x="15783719" y="7221306"/>
            <a:ext cx="491927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D653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D6534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4" name="Text 21"/>
          <p:cNvSpPr>
            <a:spLocks noGrp="1"/>
          </p:cNvSpPr>
          <p:nvPr>
            <p:ph type="body" idx="25"/>
          </p:nvPr>
        </p:nvSpPr>
        <p:spPr>
          <a:xfrm>
            <a:off x="259044" y="9401308"/>
            <a:ext cx="17769914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231"/>
              </a:lnSpc>
              <a:buNone/>
              <a:defRPr sz="165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231"/>
              </a:lnSpc>
              <a:buNone/>
            </a:pPr>
            <a:r>
              <a:rPr lang="en-US" sz="165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 One team, four discipline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66767" y="1705570"/>
            <a:ext cx="16154467" cy="1058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7596551" cy="65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700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767" y="2039938"/>
            <a:ext cx="16154467" cy="68576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735B8">
                  <a:alpha val="100000"/>
                </a:srgbClr>
              </a:gs>
              <a:gs pos="55000">
                <a:srgbClr val="4B64FF">
                  <a:alpha val="100000"/>
                </a:srgbClr>
              </a:gs>
              <a:gs pos="100000">
                <a:srgbClr val="7A8B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205450" y="2182813"/>
            <a:ext cx="15877101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1066767" y="4701481"/>
            <a:ext cx="133284" cy="133284"/>
          </a:xfrm>
          <a:prstGeom prst="ellipse">
            <a:avLst/>
          </a:prstGeom>
          <a:solidFill>
            <a:srgbClr val="E06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1333335" y="4574977"/>
            <a:ext cx="1905794" cy="40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066767" y="5077685"/>
            <a:ext cx="392430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2500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2500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066767" y="6449219"/>
            <a:ext cx="133284" cy="133284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333335" y="6322715"/>
            <a:ext cx="2333096" cy="40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066767" y="6825424"/>
            <a:ext cx="392430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2500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2500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2751" y="3653731"/>
            <a:ext cx="4762500" cy="4762500"/>
          </a:xfrm>
          <a:prstGeom prst="rect">
            <a:avLst/>
          </a:prstGeom>
        </p:spPr>
      </p:pic>
      <p:sp>
        <p:nvSpPr>
          <p:cNvPr id="16" name="Text 11"/>
          <p:cNvSpPr>
            <a:spLocks noGrp="1"/>
          </p:cNvSpPr>
          <p:nvPr>
            <p:ph type="body" idx="16"/>
          </p:nvPr>
        </p:nvSpPr>
        <p:spPr>
          <a:xfrm>
            <a:off x="8412550" y="5716842"/>
            <a:ext cx="1489240" cy="700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>
            <a:lvl1pPr marL="0" indent="0" algn="ctr">
              <a:lnSpc>
                <a:spcPct val="92118"/>
              </a:lnSpc>
              <a:buNone/>
              <a:defRPr sz="2175" b="1">
                <a:solidFill>
                  <a:srgbClr val="212D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92118"/>
              </a:lnSpc>
              <a:buNone/>
            </a:pPr>
            <a:r>
              <a:rPr lang="en-US" sz="2175" b="1">
                <a:solidFill>
                  <a:srgbClr val="212D5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2"/>
          <p:cNvSpPr/>
          <p:nvPr/>
        </p:nvSpPr>
        <p:spPr>
          <a:xfrm>
            <a:off x="13411234" y="4701481"/>
            <a:ext cx="133284" cy="133284"/>
          </a:xfrm>
          <a:prstGeom prst="ellipse">
            <a:avLst/>
          </a:prstGeom>
          <a:solidFill>
            <a:srgbClr val="7A8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>
            <a:spLocks noGrp="1"/>
          </p:cNvSpPr>
          <p:nvPr>
            <p:ph type="body" idx="17"/>
          </p:nvPr>
        </p:nvSpPr>
        <p:spPr>
          <a:xfrm>
            <a:off x="13677801" y="4574977"/>
            <a:ext cx="3038438" cy="40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4"/>
          <p:cNvSpPr>
            <a:spLocks noGrp="1"/>
          </p:cNvSpPr>
          <p:nvPr>
            <p:ph type="body" idx="18"/>
          </p:nvPr>
        </p:nvSpPr>
        <p:spPr>
          <a:xfrm>
            <a:off x="13411234" y="5077685"/>
            <a:ext cx="392430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2500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2500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5"/>
          <p:cNvSpPr/>
          <p:nvPr/>
        </p:nvSpPr>
        <p:spPr>
          <a:xfrm>
            <a:off x="13411234" y="6449219"/>
            <a:ext cx="133284" cy="133284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>
            <a:spLocks noGrp="1"/>
          </p:cNvSpPr>
          <p:nvPr>
            <p:ph type="body" idx="19"/>
          </p:nvPr>
        </p:nvSpPr>
        <p:spPr>
          <a:xfrm>
            <a:off x="13677801" y="6322715"/>
            <a:ext cx="3170610" cy="40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Text 17"/>
          <p:cNvSpPr>
            <a:spLocks noGrp="1"/>
          </p:cNvSpPr>
          <p:nvPr>
            <p:ph type="body" idx="20"/>
          </p:nvPr>
        </p:nvSpPr>
        <p:spPr>
          <a:xfrm>
            <a:off x="13411234" y="6825424"/>
            <a:ext cx="392430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2500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2500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8"/>
          <p:cNvSpPr>
            <a:spLocks noGrp="1"/>
          </p:cNvSpPr>
          <p:nvPr>
            <p:ph type="body" idx="21"/>
          </p:nvPr>
        </p:nvSpPr>
        <p:spPr>
          <a:xfrm>
            <a:off x="259044" y="9439507"/>
            <a:ext cx="17769914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231"/>
              </a:lnSpc>
              <a:buNone/>
              <a:defRPr sz="165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231"/>
              </a:lnSpc>
              <a:buNone/>
            </a:pPr>
            <a:r>
              <a:rPr lang="en-US" sz="165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What it looks lik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66767" y="1705570"/>
            <a:ext cx="16154467" cy="1058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5061215" cy="65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700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767" y="2039938"/>
            <a:ext cx="16154467" cy="68576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735B8">
                  <a:alpha val="100000"/>
                </a:srgbClr>
              </a:gs>
              <a:gs pos="55000">
                <a:srgbClr val="4B64FF">
                  <a:alpha val="100000"/>
                </a:srgbClr>
              </a:gs>
              <a:gs pos="100000">
                <a:srgbClr val="7A8B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205450" y="2182813"/>
            <a:ext cx="15877101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3144739"/>
            <a:ext cx="10713476" cy="953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878"/>
              </a:lnSpc>
              <a:buNone/>
              <a:defRPr sz="23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878"/>
              </a:lnSpc>
              <a:buNone/>
            </a:pPr>
            <a:r>
              <a:rPr lang="en-US" sz="23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066767" y="4612515"/>
            <a:ext cx="133284" cy="133284"/>
          </a:xfrm>
          <a:prstGeom prst="ellipse">
            <a:avLst/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409568" y="4479231"/>
            <a:ext cx="8146620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066767" y="5312503"/>
            <a:ext cx="133284" cy="133284"/>
          </a:xfrm>
          <a:prstGeom prst="ellipse">
            <a:avLst/>
          </a:prstGeom>
          <a:solidFill>
            <a:srgbClr val="7A8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409568" y="5179219"/>
            <a:ext cx="6540616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1066767" y="6012491"/>
            <a:ext cx="133284" cy="133284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5"/>
          </p:nvPr>
        </p:nvSpPr>
        <p:spPr>
          <a:xfrm>
            <a:off x="1409568" y="5879207"/>
            <a:ext cx="7678044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2077734" y="3144739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2077734" y="4996657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2077734" y="6848574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16"/>
          </p:nvPr>
        </p:nvSpPr>
        <p:spPr>
          <a:xfrm>
            <a:off x="259044" y="9439507"/>
            <a:ext cx="17769914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4231"/>
              </a:lnSpc>
              <a:buNone/>
              <a:defRPr sz="165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231"/>
              </a:lnSpc>
              <a:buNone/>
            </a:pPr>
            <a:r>
              <a:rPr lang="en-US" sz="165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Picture Placeholder 18"/>
          <p:cNvSpPr>
            <a:spLocks noGrp="1"/>
          </p:cNvSpPr>
          <p:nvPr>
            <p:ph type="pic" idx="30"/>
          </p:nvPr>
        </p:nvSpPr>
        <p:spPr>
          <a:xfrm>
            <a:off x="12067812" y="3144739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Picture Placeholder 19"/>
          <p:cNvSpPr>
            <a:spLocks noGrp="1"/>
          </p:cNvSpPr>
          <p:nvPr>
            <p:ph type="pic" idx="31"/>
          </p:nvPr>
        </p:nvSpPr>
        <p:spPr>
          <a:xfrm>
            <a:off x="12067812" y="4996657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idx="32"/>
          </p:nvPr>
        </p:nvSpPr>
        <p:spPr>
          <a:xfrm>
            <a:off x="12067812" y="6848574"/>
            <a:ext cx="5143500" cy="1642401"/>
          </a:xfrm>
          <a:prstGeom prst="roundRect">
            <a:avLst>
              <a:gd name="adj" fmla="val 10439"/>
            </a:avLst>
          </a:prstGeom>
          <a:ln w="21167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8 People-led delivery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-342801"/>
            <a:ext cx="990534" cy="9333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1" y="952500"/>
            <a:ext cx="114267" cy="114267"/>
          </a:xfrm>
          <a:prstGeom prst="ellipse">
            <a:avLst/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-280955" y="2248959"/>
            <a:ext cx="4019022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>
            <a:spLocks noGrp="1"/>
          </p:cNvSpPr>
          <p:nvPr>
            <p:ph type="body" idx="10"/>
          </p:nvPr>
        </p:nvSpPr>
        <p:spPr>
          <a:xfrm>
            <a:off x="1066767" y="2334617"/>
            <a:ext cx="254043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Text 4"/>
          <p:cNvSpPr>
            <a:spLocks noGrp="1"/>
          </p:cNvSpPr>
          <p:nvPr>
            <p:ph type="body" idx="11"/>
          </p:nvPr>
        </p:nvSpPr>
        <p:spPr>
          <a:xfrm>
            <a:off x="1066767" y="3134651"/>
            <a:ext cx="8222465" cy="179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7537"/>
              </a:lnSpc>
              <a:buNone/>
              <a:defRPr sz="63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7537"/>
              </a:lnSpc>
              <a:buNone/>
            </a:pPr>
            <a:r>
              <a:rPr lang="en-US" sz="63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Shape 5"/>
          <p:cNvSpPr/>
          <p:nvPr/>
        </p:nvSpPr>
        <p:spPr>
          <a:xfrm>
            <a:off x="1066767" y="5637279"/>
            <a:ext cx="133284" cy="133284"/>
          </a:xfrm>
          <a:prstGeom prst="ellipse">
            <a:avLst/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>
            <a:spLocks noGrp="1"/>
          </p:cNvSpPr>
          <p:nvPr>
            <p:ph type="body" idx="12"/>
          </p:nvPr>
        </p:nvSpPr>
        <p:spPr>
          <a:xfrm>
            <a:off x="1409568" y="5503995"/>
            <a:ext cx="8307421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7"/>
          <p:cNvSpPr/>
          <p:nvPr/>
        </p:nvSpPr>
        <p:spPr>
          <a:xfrm>
            <a:off x="1066767" y="6461290"/>
            <a:ext cx="133284" cy="133284"/>
          </a:xfrm>
          <a:prstGeom prst="ellipse">
            <a:avLst/>
          </a:prstGeom>
          <a:solidFill>
            <a:srgbClr val="7A8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>
            <a:spLocks noGrp="1"/>
          </p:cNvSpPr>
          <p:nvPr>
            <p:ph type="body" idx="13"/>
          </p:nvPr>
        </p:nvSpPr>
        <p:spPr>
          <a:xfrm>
            <a:off x="1409568" y="6328007"/>
            <a:ext cx="8372178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9"/>
          <p:cNvSpPr/>
          <p:nvPr/>
        </p:nvSpPr>
        <p:spPr>
          <a:xfrm>
            <a:off x="1066767" y="7285302"/>
            <a:ext cx="133284" cy="133284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>
            <a:spLocks noGrp="1"/>
          </p:cNvSpPr>
          <p:nvPr>
            <p:ph type="body" idx="14"/>
          </p:nvPr>
        </p:nvSpPr>
        <p:spPr>
          <a:xfrm>
            <a:off x="1409568" y="7152019"/>
            <a:ext cx="7869380" cy="924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2422" y="993304"/>
            <a:ext cx="952500" cy="95250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00258" y="41318"/>
            <a:ext cx="12197312" cy="1072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2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9 Proven impact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52500"/>
            <a:ext cx="3409157" cy="561909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1038159"/>
            <a:ext cx="1869579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800159"/>
            <a:ext cx="13223733" cy="1601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5898"/>
              </a:lnSpc>
              <a:buNone/>
              <a:defRPr sz="57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5898"/>
              </a:lnSpc>
              <a:buNone/>
            </a:pPr>
            <a:r>
              <a:rPr lang="en-US" sz="57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2"/>
          </p:nvPr>
        </p:nvSpPr>
        <p:spPr>
          <a:xfrm>
            <a:off x="1066767" y="3611397"/>
            <a:ext cx="15069410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684"/>
              </a:lnSpc>
              <a:buNone/>
              <a:defRPr sz="24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684"/>
              </a:lnSpc>
              <a:buNone/>
            </a:pPr>
            <a:r>
              <a:rPr lang="en-US" sz="24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3"/>
          </p:nvPr>
        </p:nvSpPr>
        <p:spPr>
          <a:xfrm>
            <a:off x="1066767" y="6420115"/>
            <a:ext cx="522492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71471"/>
              </a:lnSpc>
              <a:buNone/>
              <a:defRPr sz="11250" kern="0" spc="-225">
                <a:solidFill>
                  <a:srgbClr val="E0605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71471"/>
              </a:lnSpc>
              <a:buNone/>
            </a:pPr>
            <a:r>
              <a:rPr lang="en-US" sz="11250" kern="0" spc="-225">
                <a:solidFill>
                  <a:srgbClr val="E06058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4"/>
          </p:nvPr>
        </p:nvSpPr>
        <p:spPr>
          <a:xfrm>
            <a:off x="1066767" y="7953541"/>
            <a:ext cx="5224926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5"/>
          </p:nvPr>
        </p:nvSpPr>
        <p:spPr>
          <a:xfrm>
            <a:off x="1066767" y="8534466"/>
            <a:ext cx="4892430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6426233" y="6420115"/>
            <a:ext cx="38034" cy="2914385"/>
          </a:xfrm>
          <a:prstGeom prst="rect">
            <a:avLst/>
          </a:prstGeom>
          <a:gradFill rotWithShape="1">
            <a:gsLst>
              <a:gs pos="0">
                <a:srgbClr val="D6534C">
                  <a:alpha val="70000"/>
                </a:srgbClr>
              </a:gs>
              <a:gs pos="100000">
                <a:srgbClr val="D653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6"/>
          </p:nvPr>
        </p:nvSpPr>
        <p:spPr>
          <a:xfrm>
            <a:off x="7073801" y="6420115"/>
            <a:ext cx="455443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71471"/>
              </a:lnSpc>
              <a:buNone/>
              <a:defRPr sz="11250" kern="0" spc="-225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71471"/>
              </a:lnSpc>
              <a:buNone/>
            </a:pPr>
            <a:r>
              <a:rPr lang="en-US" sz="11250" kern="0" spc="-225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7"/>
          </p:nvPr>
        </p:nvSpPr>
        <p:spPr>
          <a:xfrm>
            <a:off x="7073801" y="7953541"/>
            <a:ext cx="4554439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8"/>
          </p:nvPr>
        </p:nvSpPr>
        <p:spPr>
          <a:xfrm>
            <a:off x="7073801" y="8534466"/>
            <a:ext cx="4264611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1823734" y="6420115"/>
            <a:ext cx="38034" cy="2914385"/>
          </a:xfrm>
          <a:prstGeom prst="rect">
            <a:avLst/>
          </a:prstGeom>
          <a:gradFill rotWithShape="1">
            <a:gsLst>
              <a:gs pos="0">
                <a:srgbClr val="D6534C">
                  <a:alpha val="70000"/>
                </a:srgbClr>
              </a:gs>
              <a:gs pos="100000">
                <a:srgbClr val="D653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9"/>
          </p:nvPr>
        </p:nvSpPr>
        <p:spPr>
          <a:xfrm>
            <a:off x="12471302" y="6420115"/>
            <a:ext cx="522492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71471"/>
              </a:lnSpc>
              <a:buNone/>
              <a:defRPr sz="11250" kern="0" spc="-225">
                <a:solidFill>
                  <a:srgbClr val="4FD08A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71471"/>
              </a:lnSpc>
              <a:buNone/>
            </a:pPr>
            <a:r>
              <a:rPr lang="en-US" sz="11250" kern="0" spc="-225">
                <a:solidFill>
                  <a:srgbClr val="4FD08A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20"/>
          </p:nvPr>
        </p:nvSpPr>
        <p:spPr>
          <a:xfrm>
            <a:off x="12471302" y="7953541"/>
            <a:ext cx="5224926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21"/>
          </p:nvPr>
        </p:nvSpPr>
        <p:spPr>
          <a:xfrm>
            <a:off x="12471302" y="8534466"/>
            <a:ext cx="4892430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44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 Twelve months of momentum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66767" y="1705570"/>
            <a:ext cx="16154467" cy="1058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8803647" cy="658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700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2039938"/>
            <a:ext cx="15069410" cy="495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684"/>
              </a:lnSpc>
              <a:buNone/>
              <a:defRPr sz="24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684"/>
              </a:lnSpc>
              <a:buNone/>
            </a:pPr>
            <a:r>
              <a:rPr lang="en-US" sz="24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123818" y="5077189"/>
            <a:ext cx="16040365" cy="47625"/>
          </a:xfrm>
          <a:prstGeom prst="rect">
            <a:avLst/>
          </a:prstGeom>
          <a:gradFill rotWithShape="1">
            <a:gsLst>
              <a:gs pos="0">
                <a:srgbClr val="D6534C">
                  <a:alpha val="55000"/>
                </a:srgbClr>
              </a:gs>
              <a:gs pos="100000">
                <a:srgbClr val="D6534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4448638"/>
            <a:ext cx="1086247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066767" y="4986735"/>
            <a:ext cx="228534" cy="228534"/>
          </a:xfrm>
          <a:prstGeom prst="ellipse">
            <a:avLst/>
          </a:prstGeom>
          <a:solidFill>
            <a:srgbClr val="7A8BFF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7A8B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066767" y="5405768"/>
            <a:ext cx="2237747" cy="38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066767" y="5846134"/>
            <a:ext cx="254641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3803551" y="4448638"/>
            <a:ext cx="1088727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3803551" y="4986735"/>
            <a:ext cx="228534" cy="228534"/>
          </a:xfrm>
          <a:prstGeom prst="ellipse">
            <a:avLst/>
          </a:prstGeom>
          <a:solidFill>
            <a:srgbClr val="4FD08A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4FD08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3803551" y="5405768"/>
            <a:ext cx="2609734" cy="38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7"/>
          </p:nvPr>
        </p:nvSpPr>
        <p:spPr>
          <a:xfrm>
            <a:off x="3803551" y="5846134"/>
            <a:ext cx="254641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6540335" y="4448638"/>
            <a:ext cx="1061938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F2B84B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6540335" y="4986735"/>
            <a:ext cx="228534" cy="228534"/>
          </a:xfrm>
          <a:prstGeom prst="ellipse">
            <a:avLst/>
          </a:prstGeom>
          <a:solidFill>
            <a:srgbClr val="F2B84B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F2B84B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6540335" y="5405768"/>
            <a:ext cx="2466942" cy="38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Text 16"/>
          <p:cNvSpPr>
            <a:spLocks noGrp="1"/>
          </p:cNvSpPr>
          <p:nvPr>
            <p:ph type="body" idx="20"/>
          </p:nvPr>
        </p:nvSpPr>
        <p:spPr>
          <a:xfrm>
            <a:off x="6540335" y="5846134"/>
            <a:ext cx="254641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1"/>
          </p:nvPr>
        </p:nvSpPr>
        <p:spPr>
          <a:xfrm>
            <a:off x="9277119" y="4448638"/>
            <a:ext cx="1057639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9277119" y="4986735"/>
            <a:ext cx="228534" cy="228534"/>
          </a:xfrm>
          <a:prstGeom prst="ellipse">
            <a:avLst/>
          </a:prstGeom>
          <a:solidFill>
            <a:srgbClr val="7A8BFF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7A8BF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22"/>
          </p:nvPr>
        </p:nvSpPr>
        <p:spPr>
          <a:xfrm>
            <a:off x="9277119" y="5405768"/>
            <a:ext cx="2574082" cy="38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3"/>
          </p:nvPr>
        </p:nvSpPr>
        <p:spPr>
          <a:xfrm>
            <a:off x="9277119" y="5846134"/>
            <a:ext cx="2546582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4"/>
          </p:nvPr>
        </p:nvSpPr>
        <p:spPr>
          <a:xfrm>
            <a:off x="12014068" y="4448638"/>
            <a:ext cx="1121800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Shape 22"/>
          <p:cNvSpPr/>
          <p:nvPr/>
        </p:nvSpPr>
        <p:spPr>
          <a:xfrm>
            <a:off x="12014068" y="4986735"/>
            <a:ext cx="228534" cy="228534"/>
          </a:xfrm>
          <a:prstGeom prst="ellipse">
            <a:avLst/>
          </a:prstGeom>
          <a:solidFill>
            <a:srgbClr val="4FD08A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4FD08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>
            <a:spLocks noGrp="1"/>
          </p:cNvSpPr>
          <p:nvPr>
            <p:ph type="body" idx="25"/>
          </p:nvPr>
        </p:nvSpPr>
        <p:spPr>
          <a:xfrm>
            <a:off x="12014068" y="5405768"/>
            <a:ext cx="2468034" cy="38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Text 24"/>
          <p:cNvSpPr>
            <a:spLocks noGrp="1"/>
          </p:cNvSpPr>
          <p:nvPr>
            <p:ph type="body" idx="26"/>
          </p:nvPr>
        </p:nvSpPr>
        <p:spPr>
          <a:xfrm>
            <a:off x="12014068" y="5846134"/>
            <a:ext cx="254641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Text 25"/>
          <p:cNvSpPr>
            <a:spLocks noGrp="1"/>
          </p:cNvSpPr>
          <p:nvPr>
            <p:ph type="body" idx="27"/>
          </p:nvPr>
        </p:nvSpPr>
        <p:spPr>
          <a:xfrm>
            <a:off x="14750852" y="4448638"/>
            <a:ext cx="1057970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0" name="Shape 26"/>
          <p:cNvSpPr/>
          <p:nvPr/>
        </p:nvSpPr>
        <p:spPr>
          <a:xfrm>
            <a:off x="14750852" y="4958126"/>
            <a:ext cx="285750" cy="285750"/>
          </a:xfrm>
          <a:prstGeom prst="ellipse">
            <a:avLst/>
          </a:prstGeom>
          <a:solidFill>
            <a:srgbClr val="D6534C"/>
          </a:solidFill>
          <a:ln w="52917">
            <a:solidFill>
              <a:srgbClr val="151A26"/>
            </a:solidFill>
            <a:prstDash val="solid"/>
          </a:ln>
          <a:effectLst>
            <a:outerShdw blurRad="101600" dist="50800" dir="16200000" algn="bl" rotWithShape="0">
              <a:srgbClr val="E06058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>
            <a:spLocks noGrp="1"/>
          </p:cNvSpPr>
          <p:nvPr>
            <p:ph type="body" idx="28"/>
          </p:nvPr>
        </p:nvSpPr>
        <p:spPr>
          <a:xfrm>
            <a:off x="14750852" y="5405768"/>
            <a:ext cx="2546416" cy="728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5956"/>
              </a:lnSpc>
              <a:buNone/>
              <a:defRPr sz="217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95956"/>
              </a:lnSpc>
              <a:buNone/>
            </a:pPr>
            <a:r>
              <a:rPr lang="en-US" sz="217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Text 28"/>
          <p:cNvSpPr>
            <a:spLocks noGrp="1"/>
          </p:cNvSpPr>
          <p:nvPr>
            <p:ph type="body" idx="29"/>
          </p:nvPr>
        </p:nvSpPr>
        <p:spPr>
          <a:xfrm>
            <a:off x="14750852" y="6191251"/>
            <a:ext cx="2546416" cy="67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18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18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0852" y="6983181"/>
            <a:ext cx="1128779" cy="3237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 LakeForg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004CBF">
                  <a:alpha val="30000"/>
                </a:srgbClr>
              </a:gs>
              <a:gs pos="55000">
                <a:srgbClr val="004CB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17769914" cy="97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1600"/>
              </a:lnSpc>
              <a:buNone/>
              <a:defRPr sz="7200">
                <a:solidFill>
                  <a:srgbClr val="5FE2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1600"/>
              </a:lnSpc>
              <a:buNone/>
            </a:pPr>
            <a:r>
              <a:rPr lang="en-US" sz="7200">
                <a:solidFill>
                  <a:srgbClr val="5FE2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11"/>
          </p:nvPr>
        </p:nvSpPr>
        <p:spPr>
          <a:xfrm>
            <a:off x="1066767" y="1980241"/>
            <a:ext cx="9532950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27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27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Shape 3"/>
          <p:cNvSpPr/>
          <p:nvPr/>
        </p:nvSpPr>
        <p:spPr>
          <a:xfrm>
            <a:off x="0" y="3583285"/>
            <a:ext cx="1066767" cy="38034"/>
          </a:xfrm>
          <a:prstGeom prst="rect">
            <a:avLst/>
          </a:prstGeom>
          <a:gradFill rotWithShape="1">
            <a:gsLst>
              <a:gs pos="0">
                <a:srgbClr val="5FE2FF">
                  <a:alpha val="80000"/>
                </a:srgbClr>
              </a:gs>
              <a:gs pos="100000">
                <a:srgbClr val="5FE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00051" y="3321348"/>
            <a:ext cx="3486712" cy="561909"/>
          </a:xfrm>
          <a:prstGeom prst="roundRect">
            <a:avLst>
              <a:gd name="adj" fmla="val 50000"/>
            </a:avLst>
          </a:prstGeom>
          <a:solidFill>
            <a:srgbClr val="004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504851" y="3407073"/>
            <a:ext cx="2981714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066767" y="4188024"/>
            <a:ext cx="5181534" cy="2526936"/>
          </a:xfrm>
          <a:prstGeom prst="roundRect">
            <a:avLst>
              <a:gd name="adj" fmla="val 8293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5FE2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420151" y="4503374"/>
            <a:ext cx="4922242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5FE2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5FE2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420151" y="4908682"/>
            <a:ext cx="4609009" cy="152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6553068" y="4188024"/>
            <a:ext cx="5181699" cy="2526936"/>
          </a:xfrm>
          <a:prstGeom prst="roundRect">
            <a:avLst>
              <a:gd name="adj" fmla="val 8293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5FE2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6906452" y="4503374"/>
            <a:ext cx="4922424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5FE2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5FE2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6906452" y="4908682"/>
            <a:ext cx="4609179" cy="1156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2039535" y="4188024"/>
            <a:ext cx="5181534" cy="2526936"/>
          </a:xfrm>
          <a:prstGeom prst="roundRect">
            <a:avLst>
              <a:gd name="adj" fmla="val 8293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5FE2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12392919" y="4503374"/>
            <a:ext cx="4922242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5FE2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5FE2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12392919" y="4908682"/>
            <a:ext cx="4609009" cy="1156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066767" y="8972683"/>
            <a:ext cx="114267" cy="114267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9"/>
          </p:nvPr>
        </p:nvSpPr>
        <p:spPr>
          <a:xfrm>
            <a:off x="1333335" y="8877433"/>
            <a:ext cx="525639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0"/>
          </p:nvPr>
        </p:nvSpPr>
        <p:spPr>
          <a:xfrm>
            <a:off x="1333335" y="9287041"/>
            <a:ext cx="5256395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6578534" y="8972683"/>
            <a:ext cx="114267" cy="114267"/>
          </a:xfrm>
          <a:prstGeom prst="ellipse">
            <a:avLst/>
          </a:prstGeom>
          <a:solidFill>
            <a:srgbClr val="F05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21"/>
          </p:nvPr>
        </p:nvSpPr>
        <p:spPr>
          <a:xfrm>
            <a:off x="6845102" y="8877433"/>
            <a:ext cx="426485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2"/>
          </p:nvPr>
        </p:nvSpPr>
        <p:spPr>
          <a:xfrm>
            <a:off x="6845102" y="9287041"/>
            <a:ext cx="4264852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12090302" y="8972683"/>
            <a:ext cx="114267" cy="114267"/>
          </a:xfrm>
          <a:prstGeom prst="ellipse">
            <a:avLst/>
          </a:prstGeom>
          <a:solidFill>
            <a:srgbClr val="F6A2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23"/>
          </p:nvPr>
        </p:nvSpPr>
        <p:spPr>
          <a:xfrm>
            <a:off x="12356869" y="8877433"/>
            <a:ext cx="433415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4"/>
          </p:nvPr>
        </p:nvSpPr>
        <p:spPr>
          <a:xfrm>
            <a:off x="12356869" y="9287041"/>
            <a:ext cx="4334156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67375CEC-185D-700F-2C7C-352E7CD3C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82984" y="457067"/>
            <a:ext cx="1963788" cy="16796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 Pantheon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E8722B">
                  <a:alpha val="20000"/>
                </a:srgbClr>
              </a:gs>
              <a:gs pos="55000">
                <a:srgbClr val="E8722B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984" y="457068"/>
            <a:ext cx="1619250" cy="1736824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17769914" cy="97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1600"/>
              </a:lnSpc>
              <a:buNone/>
              <a:defRPr sz="7200">
                <a:solidFill>
                  <a:srgbClr val="F6A21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1600"/>
              </a:lnSpc>
              <a:buNone/>
            </a:pPr>
            <a:r>
              <a:rPr lang="en-US" sz="7200">
                <a:solidFill>
                  <a:srgbClr val="F6A21E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11"/>
          </p:nvPr>
        </p:nvSpPr>
        <p:spPr>
          <a:xfrm>
            <a:off x="1066767" y="1980241"/>
            <a:ext cx="8103067" cy="998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27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27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Shape 3"/>
          <p:cNvSpPr/>
          <p:nvPr/>
        </p:nvSpPr>
        <p:spPr>
          <a:xfrm>
            <a:off x="0" y="3583285"/>
            <a:ext cx="1066767" cy="38034"/>
          </a:xfrm>
          <a:prstGeom prst="rect">
            <a:avLst/>
          </a:prstGeom>
          <a:gradFill rotWithShape="1">
            <a:gsLst>
              <a:gs pos="0">
                <a:srgbClr val="E8722B">
                  <a:alpha val="80000"/>
                </a:srgbClr>
              </a:gs>
              <a:gs pos="100000">
                <a:srgbClr val="E8722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00051" y="3321348"/>
            <a:ext cx="3404030" cy="561909"/>
          </a:xfrm>
          <a:prstGeom prst="roundRect">
            <a:avLst>
              <a:gd name="adj" fmla="val 50000"/>
            </a:avLst>
          </a:prstGeom>
          <a:solidFill>
            <a:srgbClr val="E87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504851" y="3407073"/>
            <a:ext cx="2896551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066767" y="4188024"/>
            <a:ext cx="5181534" cy="2154205"/>
          </a:xfrm>
          <a:prstGeom prst="roundRect">
            <a:avLst>
              <a:gd name="adj" fmla="val 972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6A2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420151" y="4503374"/>
            <a:ext cx="4922242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6A21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6A21E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420151" y="4908682"/>
            <a:ext cx="4609009" cy="1156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6553068" y="4188024"/>
            <a:ext cx="5181699" cy="2154205"/>
          </a:xfrm>
          <a:prstGeom prst="roundRect">
            <a:avLst>
              <a:gd name="adj" fmla="val 972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6A2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6906452" y="4503374"/>
            <a:ext cx="4922424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6A21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6A21E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6906452" y="4908682"/>
            <a:ext cx="4609179" cy="1156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2039535" y="4188024"/>
            <a:ext cx="5181534" cy="2154205"/>
          </a:xfrm>
          <a:prstGeom prst="roundRect">
            <a:avLst>
              <a:gd name="adj" fmla="val 972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6A21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12392919" y="4503374"/>
            <a:ext cx="4922242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6A21E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6A21E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12392919" y="4908682"/>
            <a:ext cx="4609009" cy="1156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109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109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67" y="8880906"/>
            <a:ext cx="723801" cy="720328"/>
          </a:xfrm>
          <a:prstGeom prst="rect">
            <a:avLst/>
          </a:prstGeom>
        </p:spPr>
      </p:pic>
      <p:sp>
        <p:nvSpPr>
          <p:cNvPr id="20" name="Text 15"/>
          <p:cNvSpPr>
            <a:spLocks noGrp="1"/>
          </p:cNvSpPr>
          <p:nvPr>
            <p:ph type="body" idx="19"/>
          </p:nvPr>
        </p:nvSpPr>
        <p:spPr>
          <a:xfrm>
            <a:off x="1942869" y="8898103"/>
            <a:ext cx="1365531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6"/>
          <p:cNvSpPr>
            <a:spLocks noGrp="1"/>
          </p:cNvSpPr>
          <p:nvPr>
            <p:ph type="body" idx="20"/>
          </p:nvPr>
        </p:nvSpPr>
        <p:spPr>
          <a:xfrm>
            <a:off x="1942869" y="9269678"/>
            <a:ext cx="1365531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908" y="8880906"/>
            <a:ext cx="723801" cy="720328"/>
          </a:xfrm>
          <a:prstGeom prst="rect">
            <a:avLst/>
          </a:prstGeom>
        </p:spPr>
      </p:pic>
      <p:sp>
        <p:nvSpPr>
          <p:cNvPr id="23" name="Text 17"/>
          <p:cNvSpPr>
            <a:spLocks noGrp="1"/>
          </p:cNvSpPr>
          <p:nvPr>
            <p:ph type="body" idx="21"/>
          </p:nvPr>
        </p:nvSpPr>
        <p:spPr>
          <a:xfrm>
            <a:off x="5227009" y="8898103"/>
            <a:ext cx="92667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18"/>
          <p:cNvSpPr>
            <a:spLocks noGrp="1"/>
          </p:cNvSpPr>
          <p:nvPr>
            <p:ph type="body" idx="22"/>
          </p:nvPr>
        </p:nvSpPr>
        <p:spPr>
          <a:xfrm>
            <a:off x="5227009" y="9269678"/>
            <a:ext cx="926670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049" y="8880906"/>
            <a:ext cx="723801" cy="720328"/>
          </a:xfrm>
          <a:prstGeom prst="rect">
            <a:avLst/>
          </a:prstGeom>
        </p:spPr>
      </p:pic>
      <p:sp>
        <p:nvSpPr>
          <p:cNvPr id="26" name="Text 19"/>
          <p:cNvSpPr>
            <a:spLocks noGrp="1"/>
          </p:cNvSpPr>
          <p:nvPr>
            <p:ph type="body" idx="23"/>
          </p:nvPr>
        </p:nvSpPr>
        <p:spPr>
          <a:xfrm>
            <a:off x="8511150" y="8898103"/>
            <a:ext cx="152142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0"/>
          <p:cNvSpPr>
            <a:spLocks noGrp="1"/>
          </p:cNvSpPr>
          <p:nvPr>
            <p:ph type="body" idx="24"/>
          </p:nvPr>
        </p:nvSpPr>
        <p:spPr>
          <a:xfrm>
            <a:off x="8511150" y="9269678"/>
            <a:ext cx="1521420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354" y="8880906"/>
            <a:ext cx="723801" cy="720328"/>
          </a:xfrm>
          <a:prstGeom prst="rect">
            <a:avLst/>
          </a:prstGeom>
        </p:spPr>
      </p:pic>
      <p:sp>
        <p:nvSpPr>
          <p:cNvPr id="29" name="Text 21"/>
          <p:cNvSpPr>
            <a:spLocks noGrp="1"/>
          </p:cNvSpPr>
          <p:nvPr>
            <p:ph type="body" idx="25"/>
          </p:nvPr>
        </p:nvSpPr>
        <p:spPr>
          <a:xfrm>
            <a:off x="11795457" y="8898103"/>
            <a:ext cx="154870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0" name="Text 22"/>
          <p:cNvSpPr>
            <a:spLocks noGrp="1"/>
          </p:cNvSpPr>
          <p:nvPr>
            <p:ph type="body" idx="26"/>
          </p:nvPr>
        </p:nvSpPr>
        <p:spPr>
          <a:xfrm>
            <a:off x="11795457" y="9269678"/>
            <a:ext cx="1548705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03496" y="8880906"/>
            <a:ext cx="723801" cy="720328"/>
          </a:xfrm>
          <a:prstGeom prst="rect">
            <a:avLst/>
          </a:prstGeom>
        </p:spPr>
      </p:pic>
      <p:sp>
        <p:nvSpPr>
          <p:cNvPr id="32" name="Text 23"/>
          <p:cNvSpPr>
            <a:spLocks noGrp="1"/>
          </p:cNvSpPr>
          <p:nvPr>
            <p:ph type="body" idx="27"/>
          </p:nvPr>
        </p:nvSpPr>
        <p:spPr>
          <a:xfrm>
            <a:off x="15079597" y="8898103"/>
            <a:ext cx="1004888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Text 24"/>
          <p:cNvSpPr>
            <a:spLocks noGrp="1"/>
          </p:cNvSpPr>
          <p:nvPr>
            <p:ph type="body" idx="28"/>
          </p:nvPr>
        </p:nvSpPr>
        <p:spPr>
          <a:xfrm>
            <a:off x="15079597" y="9269678"/>
            <a:ext cx="1004888" cy="352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231"/>
              </a:lnSpc>
              <a:buNone/>
              <a:defRPr sz="16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231"/>
              </a:lnSpc>
              <a:buNone/>
            </a:pPr>
            <a:r>
              <a:rPr lang="en-US" sz="16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 LakeForge Constellation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FD08A">
                  <a:alpha val="14000"/>
                </a:srgbClr>
              </a:gs>
              <a:gs pos="55000">
                <a:srgbClr val="4FD08A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17769914" cy="909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3200"/>
              </a:lnSpc>
              <a:buNone/>
              <a:defRPr sz="6600">
                <a:solidFill>
                  <a:srgbClr val="4FD08A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200"/>
              </a:lnSpc>
              <a:buNone/>
            </a:pPr>
            <a:r>
              <a:rPr lang="en-US" sz="6600">
                <a:solidFill>
                  <a:srgbClr val="4FD08A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11"/>
          </p:nvPr>
        </p:nvSpPr>
        <p:spPr>
          <a:xfrm>
            <a:off x="1066767" y="1919222"/>
            <a:ext cx="9671861" cy="51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27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27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2"/>
          </p:nvPr>
        </p:nvSpPr>
        <p:spPr>
          <a:xfrm>
            <a:off x="1066767" y="2646826"/>
            <a:ext cx="12486394" cy="1280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0" y="4532478"/>
            <a:ext cx="1066767" cy="38034"/>
          </a:xfrm>
          <a:prstGeom prst="rect">
            <a:avLst/>
          </a:prstGeom>
          <a:gradFill rotWithShape="1">
            <a:gsLst>
              <a:gs pos="0">
                <a:srgbClr val="4FD08A">
                  <a:alpha val="80000"/>
                </a:srgbClr>
              </a:gs>
              <a:gs pos="100000">
                <a:srgbClr val="4FD0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200051" y="4270540"/>
            <a:ext cx="4865688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504851" y="4356265"/>
            <a:ext cx="4402058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1066767" y="7887064"/>
            <a:ext cx="5357532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5"/>
          </p:nvPr>
        </p:nvSpPr>
        <p:spPr>
          <a:xfrm>
            <a:off x="1066767" y="8444343"/>
            <a:ext cx="5016598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6432517" y="7887064"/>
            <a:ext cx="28443" cy="1714169"/>
          </a:xfrm>
          <a:prstGeom prst="rect">
            <a:avLst/>
          </a:prstGeom>
          <a:gradFill rotWithShape="1">
            <a:gsLst>
              <a:gs pos="0">
                <a:srgbClr val="4FD08A">
                  <a:alpha val="55000"/>
                </a:srgbClr>
              </a:gs>
              <a:gs pos="100000">
                <a:srgbClr val="4FD0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6956227" y="7887064"/>
            <a:ext cx="4812920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6956227" y="8444343"/>
            <a:ext cx="4506643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1826876" y="7887064"/>
            <a:ext cx="28443" cy="1714169"/>
          </a:xfrm>
          <a:prstGeom prst="rect">
            <a:avLst/>
          </a:prstGeom>
          <a:gradFill rotWithShape="1">
            <a:gsLst>
              <a:gs pos="0">
                <a:srgbClr val="4FD08A">
                  <a:alpha val="55000"/>
                </a:srgbClr>
              </a:gs>
              <a:gs pos="100000">
                <a:srgbClr val="4FD0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12350586" y="7887064"/>
            <a:ext cx="5357532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108"/>
              </a:lnSpc>
              <a:buNone/>
              <a:defRPr sz="23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108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9"/>
          </p:nvPr>
        </p:nvSpPr>
        <p:spPr>
          <a:xfrm>
            <a:off x="12350586" y="8444343"/>
            <a:ext cx="5016598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 LakeForge MDM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F0524A">
                  <a:alpha val="16000"/>
                </a:srgbClr>
              </a:gs>
              <a:gs pos="55000">
                <a:srgbClr val="F0524A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11251" y="-476250"/>
            <a:ext cx="1238250" cy="116201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6" name="Text 1"/>
          <p:cNvSpPr>
            <a:spLocks noGrp="1"/>
          </p:cNvSpPr>
          <p:nvPr>
            <p:ph type="body" idx="10"/>
          </p:nvPr>
        </p:nvSpPr>
        <p:spPr>
          <a:xfrm>
            <a:off x="1066767" y="838068"/>
            <a:ext cx="17769914" cy="97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1600"/>
              </a:lnSpc>
              <a:buNone/>
              <a:defRPr sz="7200">
                <a:solidFill>
                  <a:srgbClr val="F0524A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1600"/>
              </a:lnSpc>
              <a:buNone/>
            </a:pPr>
            <a:r>
              <a:rPr lang="en-US" sz="7200">
                <a:solidFill>
                  <a:srgbClr val="F0524A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7" name="Text 2"/>
          <p:cNvSpPr>
            <a:spLocks noGrp="1"/>
          </p:cNvSpPr>
          <p:nvPr>
            <p:ph type="body" idx="11"/>
          </p:nvPr>
        </p:nvSpPr>
        <p:spPr>
          <a:xfrm>
            <a:off x="1066767" y="1980241"/>
            <a:ext cx="9671861" cy="51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08000"/>
              </a:lnSpc>
              <a:buNone/>
              <a:defRPr sz="27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08000"/>
              </a:lnSpc>
              <a:buNone/>
            </a:pPr>
            <a:r>
              <a:rPr lang="en-US" sz="27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Shape 3"/>
          <p:cNvSpPr/>
          <p:nvPr/>
        </p:nvSpPr>
        <p:spPr>
          <a:xfrm>
            <a:off x="1066767" y="5697471"/>
            <a:ext cx="3218987" cy="490306"/>
          </a:xfrm>
          <a:prstGeom prst="roundRect">
            <a:avLst>
              <a:gd name="adj" fmla="val 50000"/>
            </a:avLst>
          </a:prstGeom>
          <a:solidFill>
            <a:srgbClr val="F05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>
            <a:spLocks noGrp="1"/>
          </p:cNvSpPr>
          <p:nvPr>
            <p:ph type="body" idx="12"/>
          </p:nvPr>
        </p:nvSpPr>
        <p:spPr>
          <a:xfrm>
            <a:off x="1314417" y="5754621"/>
            <a:ext cx="2820257" cy="395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5"/>
          <p:cNvSpPr>
            <a:spLocks noGrp="1"/>
          </p:cNvSpPr>
          <p:nvPr>
            <p:ph type="body" idx="13"/>
          </p:nvPr>
        </p:nvSpPr>
        <p:spPr>
          <a:xfrm>
            <a:off x="1066767" y="6321061"/>
            <a:ext cx="6205299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6"/>
          <p:cNvSpPr/>
          <p:nvPr/>
        </p:nvSpPr>
        <p:spPr>
          <a:xfrm>
            <a:off x="9410568" y="5697471"/>
            <a:ext cx="3230067" cy="490306"/>
          </a:xfrm>
          <a:prstGeom prst="roundRect">
            <a:avLst>
              <a:gd name="adj" fmla="val 50000"/>
            </a:avLst>
          </a:prstGeom>
          <a:solidFill>
            <a:srgbClr val="F05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>
            <a:spLocks noGrp="1"/>
          </p:cNvSpPr>
          <p:nvPr>
            <p:ph type="body" idx="14"/>
          </p:nvPr>
        </p:nvSpPr>
        <p:spPr>
          <a:xfrm>
            <a:off x="9658218" y="5754621"/>
            <a:ext cx="2831668" cy="395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8"/>
          <p:cNvSpPr>
            <a:spLocks noGrp="1"/>
          </p:cNvSpPr>
          <p:nvPr>
            <p:ph type="body" idx="15"/>
          </p:nvPr>
        </p:nvSpPr>
        <p:spPr>
          <a:xfrm>
            <a:off x="9410568" y="6321061"/>
            <a:ext cx="6205299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9"/>
          <p:cNvSpPr/>
          <p:nvPr/>
        </p:nvSpPr>
        <p:spPr>
          <a:xfrm>
            <a:off x="1066767" y="7820753"/>
            <a:ext cx="3684819" cy="490306"/>
          </a:xfrm>
          <a:prstGeom prst="roundRect">
            <a:avLst>
              <a:gd name="adj" fmla="val 50000"/>
            </a:avLst>
          </a:prstGeom>
          <a:solidFill>
            <a:srgbClr val="F05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>
            <a:spLocks noGrp="1"/>
          </p:cNvSpPr>
          <p:nvPr>
            <p:ph type="body" idx="16"/>
          </p:nvPr>
        </p:nvSpPr>
        <p:spPr>
          <a:xfrm>
            <a:off x="1314417" y="7877903"/>
            <a:ext cx="3300064" cy="395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1"/>
          <p:cNvSpPr>
            <a:spLocks noGrp="1"/>
          </p:cNvSpPr>
          <p:nvPr>
            <p:ph type="body" idx="17"/>
          </p:nvPr>
        </p:nvSpPr>
        <p:spPr>
          <a:xfrm>
            <a:off x="1066767" y="8444343"/>
            <a:ext cx="6205299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2"/>
          <p:cNvSpPr/>
          <p:nvPr/>
        </p:nvSpPr>
        <p:spPr>
          <a:xfrm>
            <a:off x="9410568" y="7820753"/>
            <a:ext cx="4239617" cy="490306"/>
          </a:xfrm>
          <a:prstGeom prst="roundRect">
            <a:avLst>
              <a:gd name="adj" fmla="val 50000"/>
            </a:avLst>
          </a:prstGeom>
          <a:solidFill>
            <a:srgbClr val="F05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>
            <a:spLocks noGrp="1"/>
          </p:cNvSpPr>
          <p:nvPr>
            <p:ph type="body" idx="18"/>
          </p:nvPr>
        </p:nvSpPr>
        <p:spPr>
          <a:xfrm>
            <a:off x="9658218" y="7877903"/>
            <a:ext cx="3871506" cy="395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4"/>
          <p:cNvSpPr>
            <a:spLocks noGrp="1"/>
          </p:cNvSpPr>
          <p:nvPr>
            <p:ph type="body" idx="19"/>
          </p:nvPr>
        </p:nvSpPr>
        <p:spPr>
          <a:xfrm>
            <a:off x="9410568" y="8444343"/>
            <a:ext cx="6205299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 “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63501" y="-666750"/>
            <a:ext cx="285750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6259308" y="2095500"/>
            <a:ext cx="123693" cy="123693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Text 2"/>
          <p:cNvSpPr>
            <a:spLocks noGrp="1"/>
          </p:cNvSpPr>
          <p:nvPr>
            <p:ph type="body" idx="10"/>
          </p:nvPr>
        </p:nvSpPr>
        <p:spPr>
          <a:xfrm>
            <a:off x="1524000" y="2265330"/>
            <a:ext cx="1676400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>
            <a:lvl1pPr marL="0" indent="0" algn="l">
              <a:lnSpc>
                <a:spcPct val="50000"/>
              </a:lnSpc>
              <a:buNone/>
              <a:defRPr sz="16500">
                <a:solidFill>
                  <a:srgbClr val="7A8BFF">
                    <a:alpha val="50000"/>
                  </a:srgbClr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50000"/>
              </a:lnSpc>
              <a:buNone/>
            </a:pPr>
            <a:r>
              <a:rPr lang="en-US" sz="16500">
                <a:solidFill>
                  <a:srgbClr val="7A8BFF">
                    <a:alpha val="50000"/>
                  </a:srgbClr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3"/>
          <p:cNvSpPr>
            <a:spLocks noGrp="1"/>
          </p:cNvSpPr>
          <p:nvPr>
            <p:ph type="body" idx="11"/>
          </p:nvPr>
        </p:nvSpPr>
        <p:spPr>
          <a:xfrm>
            <a:off x="1524000" y="3122579"/>
            <a:ext cx="14613760" cy="392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2800"/>
              </a:lnSpc>
              <a:buNone/>
              <a:defRPr sz="6600" kern="0" spc="-66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92800"/>
              </a:lnSpc>
              <a:buNone/>
            </a:pPr>
            <a:r>
              <a:rPr lang="en-US" sz="6600" kern="0" spc="-66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9" name="Shape 4"/>
          <p:cNvSpPr/>
          <p:nvPr/>
        </p:nvSpPr>
        <p:spPr>
          <a:xfrm>
            <a:off x="1524000" y="7807193"/>
            <a:ext cx="571500" cy="28443"/>
          </a:xfrm>
          <a:prstGeom prst="roundRect">
            <a:avLst>
              <a:gd name="adj" fmla="val 49999"/>
            </a:avLst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>
            <a:spLocks noGrp="1"/>
          </p:cNvSpPr>
          <p:nvPr>
            <p:ph type="body" idx="12"/>
          </p:nvPr>
        </p:nvSpPr>
        <p:spPr>
          <a:xfrm>
            <a:off x="2305017" y="7621489"/>
            <a:ext cx="4823652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 Agenda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610942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97760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4063670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3073301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2457318" y="3263801"/>
            <a:ext cx="7210557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9355171" y="3327301"/>
            <a:ext cx="865266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066767" y="5312172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1066767" y="4321804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2457318" y="4512304"/>
            <a:ext cx="7210557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9355171" y="4575804"/>
            <a:ext cx="865266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066767" y="6560675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1066767" y="5570307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9"/>
          </p:nvPr>
        </p:nvSpPr>
        <p:spPr>
          <a:xfrm>
            <a:off x="2457318" y="5760807"/>
            <a:ext cx="7210557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20"/>
          </p:nvPr>
        </p:nvSpPr>
        <p:spPr>
          <a:xfrm>
            <a:off x="9355171" y="5824306"/>
            <a:ext cx="865266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066767" y="7809178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>
            <a:spLocks noGrp="1"/>
          </p:cNvSpPr>
          <p:nvPr>
            <p:ph type="body" idx="21"/>
          </p:nvPr>
        </p:nvSpPr>
        <p:spPr>
          <a:xfrm>
            <a:off x="1066767" y="6818809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2" name="Text 18"/>
          <p:cNvSpPr>
            <a:spLocks noGrp="1"/>
          </p:cNvSpPr>
          <p:nvPr>
            <p:ph type="body" idx="22"/>
          </p:nvPr>
        </p:nvSpPr>
        <p:spPr>
          <a:xfrm>
            <a:off x="2457318" y="7009309"/>
            <a:ext cx="7210557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3"/>
          </p:nvPr>
        </p:nvSpPr>
        <p:spPr>
          <a:xfrm>
            <a:off x="9355171" y="7072809"/>
            <a:ext cx="865266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4"/>
          </p:nvPr>
        </p:nvSpPr>
        <p:spPr>
          <a:xfrm>
            <a:off x="1066767" y="8067312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5"/>
          </p:nvPr>
        </p:nvSpPr>
        <p:spPr>
          <a:xfrm>
            <a:off x="2457318" y="8257812"/>
            <a:ext cx="7210557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6"/>
          </p:nvPr>
        </p:nvSpPr>
        <p:spPr>
          <a:xfrm>
            <a:off x="9355171" y="8321312"/>
            <a:ext cx="865266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7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Text 24"/>
          <p:cNvSpPr>
            <a:spLocks noGrp="1"/>
          </p:cNvSpPr>
          <p:nvPr>
            <p:ph type="body" idx="28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377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 Agenda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610942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97760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968585"/>
            <a:ext cx="16154467" cy="1058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3054284"/>
            <a:ext cx="11239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3600">
                <a:solidFill>
                  <a:srgbClr val="FFFFFF">
                    <a:alpha val="45000"/>
                  </a:srgbClr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20000"/>
              </a:lnSpc>
              <a:buNone/>
            </a:pPr>
            <a:r>
              <a:rPr lang="en-US" sz="3600">
                <a:solidFill>
                  <a:srgbClr val="FFFFFF">
                    <a:alpha val="45000"/>
                  </a:srgbClr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2457318" y="3213034"/>
            <a:ext cx="14547355" cy="509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237"/>
              </a:lnSpc>
              <a:buNone/>
              <a:defRPr sz="2475" b="1">
                <a:solidFill>
                  <a:srgbClr val="FFFFFF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237"/>
              </a:lnSpc>
              <a:buNone/>
            </a:pPr>
            <a:r>
              <a:rPr lang="en-US" sz="2475" b="1">
                <a:solidFill>
                  <a:srgbClr val="FFFFFF">
                    <a:alpha val="45000"/>
                  </a:srgbClr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16024987" y="3297701"/>
            <a:ext cx="13158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4FD08A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4FD08A">
                    <a:alpha val="45000"/>
                  </a:srgbClr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066767" y="5122003"/>
            <a:ext cx="16154467" cy="1058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1066767" y="4207702"/>
            <a:ext cx="11239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3600">
                <a:solidFill>
                  <a:srgbClr val="FFFFFF">
                    <a:alpha val="45000"/>
                  </a:srgbClr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20000"/>
              </a:lnSpc>
              <a:buNone/>
            </a:pPr>
            <a:r>
              <a:rPr lang="en-US" sz="3600">
                <a:solidFill>
                  <a:srgbClr val="FFFFFF">
                    <a:alpha val="45000"/>
                  </a:srgbClr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2457318" y="4366452"/>
            <a:ext cx="14547355" cy="509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237"/>
              </a:lnSpc>
              <a:buNone/>
              <a:defRPr sz="2475" b="1">
                <a:solidFill>
                  <a:srgbClr val="FFFFFF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237"/>
              </a:lnSpc>
              <a:buNone/>
            </a:pPr>
            <a:r>
              <a:rPr lang="en-US" sz="2475" b="1">
                <a:solidFill>
                  <a:srgbClr val="FFFFFF">
                    <a:alpha val="45000"/>
                  </a:srgbClr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16024987" y="4451119"/>
            <a:ext cx="13158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4FD08A">
                    <a:alpha val="4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4FD08A">
                    <a:alpha val="45000"/>
                  </a:srgbClr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800199" y="5132586"/>
            <a:ext cx="16687602" cy="1221052"/>
          </a:xfrm>
          <a:prstGeom prst="roundRect">
            <a:avLst>
              <a:gd name="adj" fmla="val 14041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E0605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1077350" y="5371704"/>
            <a:ext cx="1123950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983"/>
              </a:lnSpc>
              <a:buNone/>
              <a:defRPr sz="3900">
                <a:solidFill>
                  <a:srgbClr val="E0605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18983"/>
              </a:lnSpc>
              <a:buNone/>
            </a:pPr>
            <a:r>
              <a:rPr lang="en-US" sz="3900">
                <a:solidFill>
                  <a:srgbClr val="E06058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9"/>
          </p:nvPr>
        </p:nvSpPr>
        <p:spPr>
          <a:xfrm>
            <a:off x="2467901" y="5500192"/>
            <a:ext cx="13930891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692"/>
              </a:lnSpc>
              <a:buNone/>
              <a:defRPr sz="25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692"/>
              </a:lnSpc>
              <a:buNone/>
            </a:pPr>
            <a:r>
              <a:rPr lang="en-US" sz="25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5475150" y="5514579"/>
            <a:ext cx="1735501" cy="456902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20"/>
          </p:nvPr>
        </p:nvSpPr>
        <p:spPr>
          <a:xfrm>
            <a:off x="15665650" y="5571729"/>
            <a:ext cx="1430701" cy="38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Shape 17"/>
          <p:cNvSpPr/>
          <p:nvPr/>
        </p:nvSpPr>
        <p:spPr>
          <a:xfrm>
            <a:off x="1066767" y="7496473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21"/>
          </p:nvPr>
        </p:nvSpPr>
        <p:spPr>
          <a:xfrm>
            <a:off x="1066767" y="6582172"/>
            <a:ext cx="11239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36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20000"/>
              </a:lnSpc>
              <a:buNone/>
            </a:pPr>
            <a:r>
              <a:rPr lang="en-US" sz="36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2"/>
          </p:nvPr>
        </p:nvSpPr>
        <p:spPr>
          <a:xfrm>
            <a:off x="2457318" y="6740922"/>
            <a:ext cx="14938078" cy="509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237"/>
              </a:lnSpc>
              <a:buNone/>
              <a:defRPr sz="24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237"/>
              </a:lnSpc>
              <a:buNone/>
            </a:pPr>
            <a:r>
              <a:rPr lang="en-US" sz="24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3"/>
          </p:nvPr>
        </p:nvSpPr>
        <p:spPr>
          <a:xfrm>
            <a:off x="16380190" y="6825589"/>
            <a:ext cx="91724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4"/>
          </p:nvPr>
        </p:nvSpPr>
        <p:spPr>
          <a:xfrm>
            <a:off x="1066767" y="7735590"/>
            <a:ext cx="11239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36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120000"/>
              </a:lnSpc>
              <a:buNone/>
            </a:pPr>
            <a:r>
              <a:rPr lang="en-US" sz="36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5"/>
          </p:nvPr>
        </p:nvSpPr>
        <p:spPr>
          <a:xfrm>
            <a:off x="2457318" y="7894340"/>
            <a:ext cx="14832394" cy="509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237"/>
              </a:lnSpc>
              <a:buNone/>
              <a:defRPr sz="24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237"/>
              </a:lnSpc>
              <a:buNone/>
            </a:pPr>
            <a:r>
              <a:rPr lang="en-US" sz="24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6"/>
          </p:nvPr>
        </p:nvSpPr>
        <p:spPr>
          <a:xfrm>
            <a:off x="16284113" y="7979007"/>
            <a:ext cx="101332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Text 24"/>
          <p:cNvSpPr>
            <a:spLocks noGrp="1"/>
          </p:cNvSpPr>
          <p:nvPr>
            <p:ph type="body" idx="27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Text 25"/>
          <p:cNvSpPr>
            <a:spLocks noGrp="1"/>
          </p:cNvSpPr>
          <p:nvPr>
            <p:ph type="body" idx="28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8025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 One idea, stated plainly, in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19034" y="9391551"/>
            <a:ext cx="1428750" cy="142875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524000" y="3385013"/>
            <a:ext cx="685767" cy="31750"/>
          </a:xfrm>
          <a:prstGeom prst="rect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"/>
          <p:cNvSpPr>
            <a:spLocks noGrp="1"/>
          </p:cNvSpPr>
          <p:nvPr>
            <p:ph type="body" idx="10"/>
          </p:nvPr>
        </p:nvSpPr>
        <p:spPr>
          <a:xfrm>
            <a:off x="1524000" y="3835797"/>
            <a:ext cx="15628048" cy="2256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9600"/>
              </a:lnSpc>
              <a:buNone/>
              <a:defRPr sz="7800" kern="0" spc="-78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9600"/>
              </a:lnSpc>
              <a:buNone/>
            </a:pPr>
            <a:r>
              <a:rPr lang="en-US" sz="7800" kern="0" spc="-78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3"/>
          <p:cNvSpPr>
            <a:spLocks noGrp="1"/>
          </p:cNvSpPr>
          <p:nvPr>
            <p:ph type="body" idx="11"/>
          </p:nvPr>
        </p:nvSpPr>
        <p:spPr>
          <a:xfrm>
            <a:off x="1524000" y="6473362"/>
            <a:ext cx="1289987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 Conclusion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1201374"/>
            <a:ext cx="781017" cy="21167"/>
          </a:xfrm>
          <a:prstGeom prst="rect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781017" y="952500"/>
            <a:ext cx="1768409" cy="518914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>
            <a:spLocks noGrp="1"/>
          </p:cNvSpPr>
          <p:nvPr>
            <p:ph type="body" idx="10"/>
          </p:nvPr>
        </p:nvSpPr>
        <p:spPr>
          <a:xfrm>
            <a:off x="1028667" y="1028700"/>
            <a:ext cx="1349309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066767" y="1776181"/>
            <a:ext cx="14425891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7488"/>
              </a:lnSpc>
              <a:buNone/>
              <a:defRPr sz="57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7488"/>
              </a:lnSpc>
              <a:buNone/>
            </a:pPr>
            <a:r>
              <a:rPr lang="en-US" sz="57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1066767" y="6851717"/>
            <a:ext cx="5156234" cy="2825750"/>
          </a:xfrm>
          <a:prstGeom prst="roundRect">
            <a:avLst>
              <a:gd name="adj" fmla="val 674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1439168" y="7186083"/>
            <a:ext cx="485257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439168" y="7662168"/>
            <a:ext cx="4543774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439168" y="9014520"/>
            <a:ext cx="4852574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6565801" y="6851717"/>
            <a:ext cx="5156234" cy="2825750"/>
          </a:xfrm>
          <a:prstGeom prst="roundRect">
            <a:avLst>
              <a:gd name="adj" fmla="val 674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6938202" y="7186083"/>
            <a:ext cx="485257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6938202" y="7662168"/>
            <a:ext cx="4543774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7"/>
          </p:nvPr>
        </p:nvSpPr>
        <p:spPr>
          <a:xfrm>
            <a:off x="6938202" y="9014520"/>
            <a:ext cx="4852574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12064836" y="6851717"/>
            <a:ext cx="5156399" cy="2825750"/>
          </a:xfrm>
          <a:prstGeom prst="roundRect">
            <a:avLst>
              <a:gd name="adj" fmla="val 674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12437236" y="7186083"/>
            <a:ext cx="4852756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12437236" y="7662168"/>
            <a:ext cx="4543945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Text 16"/>
          <p:cNvSpPr>
            <a:spLocks noGrp="1"/>
          </p:cNvSpPr>
          <p:nvPr>
            <p:ph type="body" idx="20"/>
          </p:nvPr>
        </p:nvSpPr>
        <p:spPr>
          <a:xfrm>
            <a:off x="12437236" y="9014520"/>
            <a:ext cx="4852756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 Capabilitie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1163175"/>
            <a:ext cx="781017" cy="21167"/>
          </a:xfrm>
          <a:prstGeom prst="rect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781017" y="914301"/>
            <a:ext cx="1854233" cy="518914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>
            <a:spLocks noGrp="1"/>
          </p:cNvSpPr>
          <p:nvPr>
            <p:ph type="body" idx="10"/>
          </p:nvPr>
        </p:nvSpPr>
        <p:spPr>
          <a:xfrm>
            <a:off x="1028667" y="990501"/>
            <a:ext cx="1435133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066767" y="1718965"/>
            <a:ext cx="5763986" cy="1396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5536"/>
              </a:lnSpc>
              <a:buNone/>
              <a:defRPr sz="49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5536"/>
              </a:lnSpc>
              <a:buNone/>
            </a:pPr>
            <a:r>
              <a:rPr lang="en-US" sz="49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3324490"/>
            <a:ext cx="5661450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7272404" y="2971602"/>
            <a:ext cx="4831457" cy="2192900"/>
          </a:xfrm>
          <a:prstGeom prst="roundRect">
            <a:avLst>
              <a:gd name="adj" fmla="val 868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7625788" y="3286952"/>
            <a:ext cx="4537158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7625788" y="3692261"/>
            <a:ext cx="424843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12389611" y="2971602"/>
            <a:ext cx="4831623" cy="2192900"/>
          </a:xfrm>
          <a:prstGeom prst="roundRect">
            <a:avLst>
              <a:gd name="adj" fmla="val 868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2742995" y="3286952"/>
            <a:ext cx="4537340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12742995" y="3692261"/>
            <a:ext cx="4248600" cy="1194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7272404" y="5450252"/>
            <a:ext cx="4831457" cy="1807270"/>
          </a:xfrm>
          <a:prstGeom prst="roundRect">
            <a:avLst>
              <a:gd name="adj" fmla="val 10541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7625788" y="5765602"/>
            <a:ext cx="4537158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7625788" y="6170911"/>
            <a:ext cx="424843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2389611" y="5450252"/>
            <a:ext cx="4831623" cy="1807270"/>
          </a:xfrm>
          <a:prstGeom prst="roundRect">
            <a:avLst>
              <a:gd name="adj" fmla="val 10541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9"/>
          </p:nvPr>
        </p:nvSpPr>
        <p:spPr>
          <a:xfrm>
            <a:off x="12742995" y="5765602"/>
            <a:ext cx="4537340" cy="34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3700"/>
              </a:lnSpc>
              <a:buNone/>
              <a:defRPr sz="2325" b="1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3700"/>
              </a:lnSpc>
              <a:buNone/>
            </a:pPr>
            <a:r>
              <a:rPr lang="en-US" sz="2325" b="1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0"/>
          </p:nvPr>
        </p:nvSpPr>
        <p:spPr>
          <a:xfrm>
            <a:off x="12742995" y="6170911"/>
            <a:ext cx="424860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 The approach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1163175"/>
            <a:ext cx="781017" cy="21167"/>
          </a:xfrm>
          <a:prstGeom prst="rect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781017" y="914301"/>
            <a:ext cx="2067884" cy="518914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>
            <a:spLocks noGrp="1"/>
          </p:cNvSpPr>
          <p:nvPr>
            <p:ph type="body" idx="10"/>
          </p:nvPr>
        </p:nvSpPr>
        <p:spPr>
          <a:xfrm>
            <a:off x="1028667" y="990501"/>
            <a:ext cx="1648784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066767" y="1718965"/>
            <a:ext cx="10247125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6127"/>
              </a:lnSpc>
              <a:buNone/>
              <a:defRPr sz="52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6127"/>
              </a:lnSpc>
              <a:buNone/>
            </a:pPr>
            <a:r>
              <a:rPr lang="en-US" sz="52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3482744"/>
            <a:ext cx="10247125" cy="923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9571"/>
              </a:lnSpc>
              <a:buNone/>
              <a:defRPr sz="22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9571"/>
              </a:lnSpc>
              <a:buNone/>
            </a:pPr>
            <a:r>
              <a:rPr lang="en-US" sz="22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066767" y="9258433"/>
            <a:ext cx="10943531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11624965" y="2971602"/>
            <a:ext cx="5596268" cy="4444504"/>
          </a:xfrm>
          <a:prstGeom prst="roundRect">
            <a:avLst>
              <a:gd name="adj" fmla="val 4715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2005965" y="3333419"/>
            <a:ext cx="5317695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 kern="0" spc="207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 kern="0" spc="207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12005965" y="4861884"/>
            <a:ext cx="4834269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2005965" y="3871516"/>
            <a:ext cx="531769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12005965" y="4314197"/>
            <a:ext cx="53176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D7DAE4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2005965" y="6053336"/>
            <a:ext cx="4834269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12005965" y="5062968"/>
            <a:ext cx="531769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12005965" y="5505649"/>
            <a:ext cx="53176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D7DAE4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12005965" y="6254419"/>
            <a:ext cx="531769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Text 16"/>
          <p:cNvSpPr>
            <a:spLocks noGrp="1"/>
          </p:cNvSpPr>
          <p:nvPr>
            <p:ph type="body" idx="20"/>
          </p:nvPr>
        </p:nvSpPr>
        <p:spPr>
          <a:xfrm>
            <a:off x="12005965" y="6697101"/>
            <a:ext cx="531769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D7DAE4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 Option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645999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01266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515982"/>
            <a:ext cx="5384767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51534" y="3515982"/>
            <a:ext cx="3589900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6397686" y="2959166"/>
            <a:ext cx="3697597" cy="42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10041434" y="3515982"/>
            <a:ext cx="3589900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3"/>
          </p:nvPr>
        </p:nvSpPr>
        <p:spPr>
          <a:xfrm>
            <a:off x="9987585" y="2959166"/>
            <a:ext cx="3697597" cy="42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13631334" y="3515982"/>
            <a:ext cx="3589735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4"/>
          </p:nvPr>
        </p:nvSpPr>
        <p:spPr>
          <a:xfrm>
            <a:off x="13577488" y="2959166"/>
            <a:ext cx="3697427" cy="423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11"/>
          <p:cNvSpPr/>
          <p:nvPr/>
        </p:nvSpPr>
        <p:spPr>
          <a:xfrm>
            <a:off x="1066767" y="4293196"/>
            <a:ext cx="53847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5"/>
          </p:nvPr>
        </p:nvSpPr>
        <p:spPr>
          <a:xfrm>
            <a:off x="1066767" y="3717065"/>
            <a:ext cx="55463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6451534" y="4293196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6"/>
          </p:nvPr>
        </p:nvSpPr>
        <p:spPr>
          <a:xfrm>
            <a:off x="6397686" y="3717065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0041434" y="4293196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7"/>
          </p:nvPr>
        </p:nvSpPr>
        <p:spPr>
          <a:xfrm>
            <a:off x="9987585" y="3717065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Shape 17"/>
          <p:cNvSpPr/>
          <p:nvPr/>
        </p:nvSpPr>
        <p:spPr>
          <a:xfrm>
            <a:off x="13631334" y="4293196"/>
            <a:ext cx="358973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18"/>
          </p:nvPr>
        </p:nvSpPr>
        <p:spPr>
          <a:xfrm>
            <a:off x="13577488" y="3717065"/>
            <a:ext cx="369742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Shape 19"/>
          <p:cNvSpPr/>
          <p:nvPr/>
        </p:nvSpPr>
        <p:spPr>
          <a:xfrm>
            <a:off x="1066767" y="5070409"/>
            <a:ext cx="53847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>
            <a:spLocks noGrp="1"/>
          </p:cNvSpPr>
          <p:nvPr>
            <p:ph type="body" idx="19"/>
          </p:nvPr>
        </p:nvSpPr>
        <p:spPr>
          <a:xfrm>
            <a:off x="1066767" y="4494279"/>
            <a:ext cx="55463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6451534" y="5070409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20"/>
          </p:nvPr>
        </p:nvSpPr>
        <p:spPr>
          <a:xfrm>
            <a:off x="6397686" y="4494279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Shape 23"/>
          <p:cNvSpPr/>
          <p:nvPr/>
        </p:nvSpPr>
        <p:spPr>
          <a:xfrm>
            <a:off x="10041434" y="5070409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>
            <a:spLocks noGrp="1"/>
          </p:cNvSpPr>
          <p:nvPr>
            <p:ph type="body" idx="21"/>
          </p:nvPr>
        </p:nvSpPr>
        <p:spPr>
          <a:xfrm>
            <a:off x="9987585" y="4494279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Shape 25"/>
          <p:cNvSpPr/>
          <p:nvPr/>
        </p:nvSpPr>
        <p:spPr>
          <a:xfrm>
            <a:off x="13631334" y="5070409"/>
            <a:ext cx="358973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>
            <a:spLocks noGrp="1"/>
          </p:cNvSpPr>
          <p:nvPr>
            <p:ph type="body" idx="22"/>
          </p:nvPr>
        </p:nvSpPr>
        <p:spPr>
          <a:xfrm>
            <a:off x="13577488" y="4494279"/>
            <a:ext cx="369742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Shape 27"/>
          <p:cNvSpPr/>
          <p:nvPr/>
        </p:nvSpPr>
        <p:spPr>
          <a:xfrm>
            <a:off x="1066767" y="5847622"/>
            <a:ext cx="53847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>
            <a:spLocks noGrp="1"/>
          </p:cNvSpPr>
          <p:nvPr>
            <p:ph type="body" idx="23"/>
          </p:nvPr>
        </p:nvSpPr>
        <p:spPr>
          <a:xfrm>
            <a:off x="1066767" y="5271492"/>
            <a:ext cx="55463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Shape 29"/>
          <p:cNvSpPr/>
          <p:nvPr/>
        </p:nvSpPr>
        <p:spPr>
          <a:xfrm>
            <a:off x="6451534" y="5847622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>
            <a:spLocks noGrp="1"/>
          </p:cNvSpPr>
          <p:nvPr>
            <p:ph type="body" idx="24"/>
          </p:nvPr>
        </p:nvSpPr>
        <p:spPr>
          <a:xfrm>
            <a:off x="6397686" y="5271492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5" name="Shape 31"/>
          <p:cNvSpPr/>
          <p:nvPr/>
        </p:nvSpPr>
        <p:spPr>
          <a:xfrm>
            <a:off x="10041434" y="5847622"/>
            <a:ext cx="35899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>
            <a:spLocks noGrp="1"/>
          </p:cNvSpPr>
          <p:nvPr>
            <p:ph type="body" idx="25"/>
          </p:nvPr>
        </p:nvSpPr>
        <p:spPr>
          <a:xfrm>
            <a:off x="9987585" y="5271492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7" name="Shape 33"/>
          <p:cNvSpPr/>
          <p:nvPr/>
        </p:nvSpPr>
        <p:spPr>
          <a:xfrm>
            <a:off x="13631334" y="5847622"/>
            <a:ext cx="358973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>
            <a:spLocks noGrp="1"/>
          </p:cNvSpPr>
          <p:nvPr>
            <p:ph type="body" idx="26"/>
          </p:nvPr>
        </p:nvSpPr>
        <p:spPr>
          <a:xfrm>
            <a:off x="13577488" y="5271492"/>
            <a:ext cx="369742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9" name="Text 35"/>
          <p:cNvSpPr>
            <a:spLocks noGrp="1"/>
          </p:cNvSpPr>
          <p:nvPr>
            <p:ph type="body" idx="27"/>
          </p:nvPr>
        </p:nvSpPr>
        <p:spPr>
          <a:xfrm>
            <a:off x="1066767" y="6048706"/>
            <a:ext cx="554631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0" name="Text 36"/>
          <p:cNvSpPr>
            <a:spLocks noGrp="1"/>
          </p:cNvSpPr>
          <p:nvPr>
            <p:ph type="body" idx="28"/>
          </p:nvPr>
        </p:nvSpPr>
        <p:spPr>
          <a:xfrm>
            <a:off x="6397686" y="6048706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1" name="Text 37"/>
          <p:cNvSpPr>
            <a:spLocks noGrp="1"/>
          </p:cNvSpPr>
          <p:nvPr>
            <p:ph type="body" idx="29"/>
          </p:nvPr>
        </p:nvSpPr>
        <p:spPr>
          <a:xfrm>
            <a:off x="9987585" y="6048706"/>
            <a:ext cx="369759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2" name="Text 38"/>
          <p:cNvSpPr>
            <a:spLocks noGrp="1"/>
          </p:cNvSpPr>
          <p:nvPr>
            <p:ph type="body" idx="30"/>
          </p:nvPr>
        </p:nvSpPr>
        <p:spPr>
          <a:xfrm>
            <a:off x="13577488" y="6048706"/>
            <a:ext cx="3697427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3" name="Text 39"/>
          <p:cNvSpPr>
            <a:spLocks noGrp="1"/>
          </p:cNvSpPr>
          <p:nvPr>
            <p:ph type="body" idx="31"/>
          </p:nvPr>
        </p:nvSpPr>
        <p:spPr>
          <a:xfrm>
            <a:off x="1066767" y="9258433"/>
            <a:ext cx="3655666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4" name="Text 40"/>
          <p:cNvSpPr>
            <a:spLocks noGrp="1"/>
          </p:cNvSpPr>
          <p:nvPr>
            <p:ph type="body" idx="32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9107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 Proof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1163175"/>
            <a:ext cx="781017" cy="21167"/>
          </a:xfrm>
          <a:prstGeom prst="rect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781017" y="914301"/>
            <a:ext cx="1097359" cy="518914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>
            <a:spLocks noGrp="1"/>
          </p:cNvSpPr>
          <p:nvPr>
            <p:ph type="body" idx="10"/>
          </p:nvPr>
        </p:nvSpPr>
        <p:spPr>
          <a:xfrm>
            <a:off x="1028667" y="990501"/>
            <a:ext cx="678259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066767" y="3788007"/>
            <a:ext cx="8465857" cy="2952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71719"/>
              </a:lnSpc>
              <a:buNone/>
              <a:defRPr sz="25500" kern="0" spc="-765">
                <a:solidFill>
                  <a:srgbClr val="E0605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71719"/>
              </a:lnSpc>
              <a:buNone/>
            </a:pPr>
            <a:r>
              <a:rPr lang="en-US" sz="25500" kern="0" spc="-765">
                <a:solidFill>
                  <a:srgbClr val="E06058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9525001" y="3838112"/>
            <a:ext cx="5328804" cy="129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471"/>
              </a:lnSpc>
              <a:buNone/>
              <a:defRPr sz="33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471"/>
              </a:lnSpc>
              <a:buNone/>
            </a:pPr>
            <a:r>
              <a:rPr lang="en-US" sz="33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9525001" y="5323748"/>
            <a:ext cx="7247351" cy="1366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9571"/>
              </a:lnSpc>
              <a:buNone/>
              <a:defRPr sz="22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9571"/>
              </a:lnSpc>
              <a:buNone/>
            </a:pPr>
            <a:r>
              <a:rPr lang="en-US" sz="22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1066767" y="9057349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066767" y="9258433"/>
            <a:ext cx="6310147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 Proof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332634" cy="561909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69929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2749682"/>
            <a:ext cx="5207000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401134" y="3046016"/>
            <a:ext cx="4992092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E0605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E06058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401134" y="3846050"/>
            <a:ext cx="4992092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1401134" y="4288731"/>
            <a:ext cx="4992092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6540335" y="2749682"/>
            <a:ext cx="5207166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6874702" y="3046016"/>
            <a:ext cx="4992274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7A8B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7A8B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6874702" y="3846050"/>
            <a:ext cx="499227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6874702" y="4288731"/>
            <a:ext cx="499227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2014068" y="2749682"/>
            <a:ext cx="5207000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12348436" y="3046016"/>
            <a:ext cx="4992092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4FD08A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4FD08A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9"/>
          </p:nvPr>
        </p:nvSpPr>
        <p:spPr>
          <a:xfrm>
            <a:off x="12348436" y="3846050"/>
            <a:ext cx="4992092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20"/>
          </p:nvPr>
        </p:nvSpPr>
        <p:spPr>
          <a:xfrm>
            <a:off x="12348436" y="4288731"/>
            <a:ext cx="4992092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066767" y="5194432"/>
            <a:ext cx="5207000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>
            <a:spLocks noGrp="1"/>
          </p:cNvSpPr>
          <p:nvPr>
            <p:ph type="body" idx="21"/>
          </p:nvPr>
        </p:nvSpPr>
        <p:spPr>
          <a:xfrm>
            <a:off x="1401134" y="5490766"/>
            <a:ext cx="4992092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2" name="Text 18"/>
          <p:cNvSpPr>
            <a:spLocks noGrp="1"/>
          </p:cNvSpPr>
          <p:nvPr>
            <p:ph type="body" idx="22"/>
          </p:nvPr>
        </p:nvSpPr>
        <p:spPr>
          <a:xfrm>
            <a:off x="1401134" y="6290800"/>
            <a:ext cx="4992092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3"/>
          </p:nvPr>
        </p:nvSpPr>
        <p:spPr>
          <a:xfrm>
            <a:off x="1401134" y="6733481"/>
            <a:ext cx="4992092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Shape 20"/>
          <p:cNvSpPr/>
          <p:nvPr/>
        </p:nvSpPr>
        <p:spPr>
          <a:xfrm>
            <a:off x="6540335" y="5194432"/>
            <a:ext cx="5207166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>
            <a:spLocks noGrp="1"/>
          </p:cNvSpPr>
          <p:nvPr>
            <p:ph type="body" idx="24"/>
          </p:nvPr>
        </p:nvSpPr>
        <p:spPr>
          <a:xfrm>
            <a:off x="6874702" y="5490766"/>
            <a:ext cx="4992274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5"/>
          </p:nvPr>
        </p:nvSpPr>
        <p:spPr>
          <a:xfrm>
            <a:off x="6874702" y="6290800"/>
            <a:ext cx="499227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6"/>
          </p:nvPr>
        </p:nvSpPr>
        <p:spPr>
          <a:xfrm>
            <a:off x="6874702" y="6733481"/>
            <a:ext cx="499227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Shape 24"/>
          <p:cNvSpPr/>
          <p:nvPr/>
        </p:nvSpPr>
        <p:spPr>
          <a:xfrm>
            <a:off x="12014068" y="5194432"/>
            <a:ext cx="5207000" cy="2178182"/>
          </a:xfrm>
          <a:prstGeom prst="roundRect">
            <a:avLst>
              <a:gd name="adj" fmla="val 8746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>
            <a:spLocks noGrp="1"/>
          </p:cNvSpPr>
          <p:nvPr>
            <p:ph type="body" idx="27"/>
          </p:nvPr>
        </p:nvSpPr>
        <p:spPr>
          <a:xfrm>
            <a:off x="12348436" y="5490766"/>
            <a:ext cx="4992092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80000"/>
              </a:lnSpc>
              <a:buNone/>
              <a:defRPr sz="54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0000"/>
              </a:lnSpc>
              <a:buNone/>
            </a:pPr>
            <a:r>
              <a:rPr lang="en-US" sz="54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30" name="Text 26"/>
          <p:cNvSpPr>
            <a:spLocks noGrp="1"/>
          </p:cNvSpPr>
          <p:nvPr>
            <p:ph type="body" idx="28"/>
          </p:nvPr>
        </p:nvSpPr>
        <p:spPr>
          <a:xfrm>
            <a:off x="12348436" y="6290800"/>
            <a:ext cx="4992092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Text 27"/>
          <p:cNvSpPr>
            <a:spLocks noGrp="1"/>
          </p:cNvSpPr>
          <p:nvPr>
            <p:ph type="body" idx="29"/>
          </p:nvPr>
        </p:nvSpPr>
        <p:spPr>
          <a:xfrm>
            <a:off x="12348436" y="6733481"/>
            <a:ext cx="4992092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Text 28"/>
          <p:cNvSpPr>
            <a:spLocks noGrp="1"/>
          </p:cNvSpPr>
          <p:nvPr>
            <p:ph type="body" idx="30"/>
          </p:nvPr>
        </p:nvSpPr>
        <p:spPr>
          <a:xfrm>
            <a:off x="1066767" y="9258433"/>
            <a:ext cx="309395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Text 29"/>
          <p:cNvSpPr>
            <a:spLocks noGrp="1"/>
          </p:cNvSpPr>
          <p:nvPr>
            <p:ph type="body" idx="31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22829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 Analysi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686348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053009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8575477"/>
            <a:ext cx="9739478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2139322" y="6637735"/>
            <a:ext cx="39419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295301" y="7123576"/>
            <a:ext cx="2006203" cy="1337634"/>
          </a:xfrm>
          <a:prstGeom prst="roundRect">
            <a:avLst>
              <a:gd name="adj" fmla="val 7121"/>
            </a:avLst>
          </a:prstGeom>
          <a:solidFill>
            <a:srgbClr val="D7D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4564724" y="6083102"/>
            <a:ext cx="39419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3720538" y="6568943"/>
            <a:ext cx="2006369" cy="2006534"/>
          </a:xfrm>
          <a:prstGeom prst="roundRect">
            <a:avLst>
              <a:gd name="adj" fmla="val 4747"/>
            </a:avLst>
          </a:prstGeom>
          <a:solidFill>
            <a:srgbClr val="B6B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6990127" y="5497877"/>
            <a:ext cx="39419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6145941" y="5983718"/>
            <a:ext cx="2006369" cy="2591759"/>
          </a:xfrm>
          <a:prstGeom prst="roundRect">
            <a:avLst>
              <a:gd name="adj" fmla="val 4747"/>
            </a:avLst>
          </a:prstGeom>
          <a:solidFill>
            <a:srgbClr val="8A91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5"/>
          </p:nvPr>
        </p:nvSpPr>
        <p:spPr>
          <a:xfrm>
            <a:off x="9415529" y="4578119"/>
            <a:ext cx="39419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8571343" y="5063960"/>
            <a:ext cx="2006369" cy="3511517"/>
          </a:xfrm>
          <a:prstGeom prst="roundRect">
            <a:avLst>
              <a:gd name="adj" fmla="val 4747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1492012" y="6129073"/>
            <a:ext cx="95250" cy="95250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6"/>
          </p:nvPr>
        </p:nvSpPr>
        <p:spPr>
          <a:xfrm>
            <a:off x="11739563" y="6014806"/>
            <a:ext cx="5646121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1492012" y="7176658"/>
            <a:ext cx="95250" cy="95250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7"/>
          </p:nvPr>
        </p:nvSpPr>
        <p:spPr>
          <a:xfrm>
            <a:off x="11739563" y="7062391"/>
            <a:ext cx="4289772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Shape 17"/>
          <p:cNvSpPr/>
          <p:nvPr/>
        </p:nvSpPr>
        <p:spPr>
          <a:xfrm>
            <a:off x="11492012" y="7824226"/>
            <a:ext cx="95250" cy="95250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18"/>
          </p:nvPr>
        </p:nvSpPr>
        <p:spPr>
          <a:xfrm>
            <a:off x="11739563" y="7709958"/>
            <a:ext cx="5646121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19"/>
          </p:nvPr>
        </p:nvSpPr>
        <p:spPr>
          <a:xfrm>
            <a:off x="1167664" y="8719344"/>
            <a:ext cx="28080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0"/>
          </p:nvPr>
        </p:nvSpPr>
        <p:spPr>
          <a:xfrm>
            <a:off x="4139423" y="8719344"/>
            <a:ext cx="28081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1"/>
          </p:nvPr>
        </p:nvSpPr>
        <p:spPr>
          <a:xfrm>
            <a:off x="7111364" y="8719344"/>
            <a:ext cx="28080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2"/>
          </p:nvPr>
        </p:nvSpPr>
        <p:spPr>
          <a:xfrm>
            <a:off x="10083123" y="8719344"/>
            <a:ext cx="28081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Shape 23"/>
          <p:cNvSpPr/>
          <p:nvPr/>
        </p:nvSpPr>
        <p:spPr>
          <a:xfrm>
            <a:off x="1066767" y="9076531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>
            <a:spLocks noGrp="1"/>
          </p:cNvSpPr>
          <p:nvPr>
            <p:ph type="body" idx="23"/>
          </p:nvPr>
        </p:nvSpPr>
        <p:spPr>
          <a:xfrm>
            <a:off x="1066767" y="9258433"/>
            <a:ext cx="3784997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Text 25"/>
          <p:cNvSpPr>
            <a:spLocks noGrp="1"/>
          </p:cNvSpPr>
          <p:nvPr>
            <p:ph type="body" idx="24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67386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 Delivery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668985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03564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2"/>
          </p:nvPr>
        </p:nvSpPr>
        <p:spPr>
          <a:xfrm>
            <a:off x="1066767" y="2901983"/>
            <a:ext cx="2272490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3"/>
          </p:nvPr>
        </p:nvSpPr>
        <p:spPr>
          <a:xfrm>
            <a:off x="15051320" y="2901983"/>
            <a:ext cx="238690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1066767" y="3435284"/>
            <a:ext cx="16154467" cy="247551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66767" y="3435284"/>
            <a:ext cx="10015637" cy="247551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3990340" y="3359216"/>
            <a:ext cx="38034" cy="399686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066767" y="4101869"/>
            <a:ext cx="2271944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5291264" y="4101869"/>
            <a:ext cx="2122967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11"/>
          <p:cNvSpPr/>
          <p:nvPr/>
        </p:nvSpPr>
        <p:spPr>
          <a:xfrm>
            <a:off x="1066767" y="4635169"/>
            <a:ext cx="16154467" cy="247551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66767" y="4635169"/>
            <a:ext cx="14215897" cy="247551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3182535" y="4559102"/>
            <a:ext cx="38034" cy="399686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6"/>
          </p:nvPr>
        </p:nvSpPr>
        <p:spPr>
          <a:xfrm>
            <a:off x="1066767" y="5301754"/>
            <a:ext cx="2494773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7"/>
          </p:nvPr>
        </p:nvSpPr>
        <p:spPr>
          <a:xfrm>
            <a:off x="13993317" y="5301754"/>
            <a:ext cx="3550709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066767" y="5835055"/>
            <a:ext cx="16154467" cy="247551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066767" y="5835055"/>
            <a:ext cx="5492419" cy="247551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12374893" y="5758987"/>
            <a:ext cx="38034" cy="399686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066767" y="6575557"/>
            <a:ext cx="247551" cy="133284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>
            <a:spLocks noGrp="1"/>
          </p:cNvSpPr>
          <p:nvPr>
            <p:ph type="body" idx="18"/>
          </p:nvPr>
        </p:nvSpPr>
        <p:spPr>
          <a:xfrm>
            <a:off x="1409568" y="6484772"/>
            <a:ext cx="1086082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2762250" y="6537359"/>
            <a:ext cx="38034" cy="209517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19"/>
          </p:nvPr>
        </p:nvSpPr>
        <p:spPr>
          <a:xfrm>
            <a:off x="2895534" y="6484772"/>
            <a:ext cx="1571592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Shape 23"/>
          <p:cNvSpPr/>
          <p:nvPr/>
        </p:nvSpPr>
        <p:spPr>
          <a:xfrm>
            <a:off x="4733727" y="6575557"/>
            <a:ext cx="247551" cy="133284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>
            <a:spLocks noGrp="1"/>
          </p:cNvSpPr>
          <p:nvPr>
            <p:ph type="body" idx="20"/>
          </p:nvPr>
        </p:nvSpPr>
        <p:spPr>
          <a:xfrm>
            <a:off x="5076527" y="6484772"/>
            <a:ext cx="1096169" cy="34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Shape 25"/>
          <p:cNvSpPr/>
          <p:nvPr/>
        </p:nvSpPr>
        <p:spPr>
          <a:xfrm>
            <a:off x="1066767" y="9076531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>
            <a:spLocks noGrp="1"/>
          </p:cNvSpPr>
          <p:nvPr>
            <p:ph type="body" idx="21"/>
          </p:nvPr>
        </p:nvSpPr>
        <p:spPr>
          <a:xfrm>
            <a:off x="1066767" y="9258433"/>
            <a:ext cx="329804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Text 27"/>
          <p:cNvSpPr>
            <a:spLocks noGrp="1"/>
          </p:cNvSpPr>
          <p:nvPr>
            <p:ph type="body" idx="22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5879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 Statu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469555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83621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477948"/>
            <a:ext cx="6241356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2940116"/>
            <a:ext cx="6428596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7308123" y="3477948"/>
            <a:ext cx="3304315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7308123" y="2940116"/>
            <a:ext cx="3403445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0612438" y="3477948"/>
            <a:ext cx="3671590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0612438" y="2940116"/>
            <a:ext cx="3781738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14284028" y="3477948"/>
            <a:ext cx="2937040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5"/>
          </p:nvPr>
        </p:nvSpPr>
        <p:spPr>
          <a:xfrm>
            <a:off x="14284028" y="2940116"/>
            <a:ext cx="3025152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066767" y="4318496"/>
            <a:ext cx="6241356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6"/>
          </p:nvPr>
        </p:nvSpPr>
        <p:spPr>
          <a:xfrm>
            <a:off x="1066767" y="3698082"/>
            <a:ext cx="6428596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7308123" y="4318496"/>
            <a:ext cx="330431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17"/>
          </p:nvPr>
        </p:nvSpPr>
        <p:spPr>
          <a:xfrm>
            <a:off x="7308123" y="3698082"/>
            <a:ext cx="3403445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0612438" y="4318496"/>
            <a:ext cx="367159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0612438" y="3858948"/>
            <a:ext cx="114267" cy="114267"/>
          </a:xfrm>
          <a:prstGeom prst="ellipse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18"/>
          </p:nvPr>
        </p:nvSpPr>
        <p:spPr>
          <a:xfrm>
            <a:off x="10821955" y="3744516"/>
            <a:ext cx="1278731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Shape 19"/>
          <p:cNvSpPr/>
          <p:nvPr/>
        </p:nvSpPr>
        <p:spPr>
          <a:xfrm>
            <a:off x="14284028" y="4318496"/>
            <a:ext cx="293704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>
            <a:spLocks noGrp="1"/>
          </p:cNvSpPr>
          <p:nvPr>
            <p:ph type="body" idx="19"/>
          </p:nvPr>
        </p:nvSpPr>
        <p:spPr>
          <a:xfrm>
            <a:off x="14284028" y="3698082"/>
            <a:ext cx="3025152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1066767" y="5159045"/>
            <a:ext cx="6241356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20"/>
          </p:nvPr>
        </p:nvSpPr>
        <p:spPr>
          <a:xfrm>
            <a:off x="1066767" y="4538630"/>
            <a:ext cx="6428596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Shape 23"/>
          <p:cNvSpPr/>
          <p:nvPr/>
        </p:nvSpPr>
        <p:spPr>
          <a:xfrm>
            <a:off x="7308123" y="5159045"/>
            <a:ext cx="330431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>
            <a:spLocks noGrp="1"/>
          </p:cNvSpPr>
          <p:nvPr>
            <p:ph type="body" idx="21"/>
          </p:nvPr>
        </p:nvSpPr>
        <p:spPr>
          <a:xfrm>
            <a:off x="7308123" y="4538630"/>
            <a:ext cx="3403445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Shape 25"/>
          <p:cNvSpPr/>
          <p:nvPr/>
        </p:nvSpPr>
        <p:spPr>
          <a:xfrm>
            <a:off x="10612438" y="5159045"/>
            <a:ext cx="367159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0612438" y="4699496"/>
            <a:ext cx="114267" cy="114267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>
            <a:spLocks noGrp="1"/>
          </p:cNvSpPr>
          <p:nvPr>
            <p:ph type="body" idx="22"/>
          </p:nvPr>
        </p:nvSpPr>
        <p:spPr>
          <a:xfrm>
            <a:off x="10821955" y="4585064"/>
            <a:ext cx="1416480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Shape 28"/>
          <p:cNvSpPr/>
          <p:nvPr/>
        </p:nvSpPr>
        <p:spPr>
          <a:xfrm>
            <a:off x="14284028" y="5159045"/>
            <a:ext cx="293704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>
            <a:spLocks noGrp="1"/>
          </p:cNvSpPr>
          <p:nvPr>
            <p:ph type="body" idx="23"/>
          </p:nvPr>
        </p:nvSpPr>
        <p:spPr>
          <a:xfrm>
            <a:off x="14284028" y="4538630"/>
            <a:ext cx="3025152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4" name="Shape 30"/>
          <p:cNvSpPr/>
          <p:nvPr/>
        </p:nvSpPr>
        <p:spPr>
          <a:xfrm>
            <a:off x="1066767" y="5999593"/>
            <a:ext cx="6241356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>
            <a:spLocks noGrp="1"/>
          </p:cNvSpPr>
          <p:nvPr>
            <p:ph type="body" idx="24"/>
          </p:nvPr>
        </p:nvSpPr>
        <p:spPr>
          <a:xfrm>
            <a:off x="1066767" y="5379178"/>
            <a:ext cx="6428596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6" name="Shape 32"/>
          <p:cNvSpPr/>
          <p:nvPr/>
        </p:nvSpPr>
        <p:spPr>
          <a:xfrm>
            <a:off x="7308123" y="5999593"/>
            <a:ext cx="330431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>
            <a:spLocks noGrp="1"/>
          </p:cNvSpPr>
          <p:nvPr>
            <p:ph type="body" idx="25"/>
          </p:nvPr>
        </p:nvSpPr>
        <p:spPr>
          <a:xfrm>
            <a:off x="7308123" y="5379178"/>
            <a:ext cx="3403445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8" name="Shape 34"/>
          <p:cNvSpPr/>
          <p:nvPr/>
        </p:nvSpPr>
        <p:spPr>
          <a:xfrm>
            <a:off x="10612438" y="5999593"/>
            <a:ext cx="367159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10612438" y="5540044"/>
            <a:ext cx="114267" cy="114267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>
            <a:spLocks noGrp="1"/>
          </p:cNvSpPr>
          <p:nvPr>
            <p:ph type="body" idx="26"/>
          </p:nvPr>
        </p:nvSpPr>
        <p:spPr>
          <a:xfrm>
            <a:off x="10821955" y="5425612"/>
            <a:ext cx="1047386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1" name="Shape 37"/>
          <p:cNvSpPr/>
          <p:nvPr/>
        </p:nvSpPr>
        <p:spPr>
          <a:xfrm>
            <a:off x="14284028" y="5999593"/>
            <a:ext cx="293704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>
            <a:spLocks noGrp="1"/>
          </p:cNvSpPr>
          <p:nvPr>
            <p:ph type="body" idx="27"/>
          </p:nvPr>
        </p:nvSpPr>
        <p:spPr>
          <a:xfrm>
            <a:off x="14284028" y="5379178"/>
            <a:ext cx="3025152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3" name="Text 39"/>
          <p:cNvSpPr>
            <a:spLocks noGrp="1"/>
          </p:cNvSpPr>
          <p:nvPr>
            <p:ph type="body" idx="28"/>
          </p:nvPr>
        </p:nvSpPr>
        <p:spPr>
          <a:xfrm>
            <a:off x="1066767" y="6219726"/>
            <a:ext cx="6428596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4" name="Text 40"/>
          <p:cNvSpPr>
            <a:spLocks noGrp="1"/>
          </p:cNvSpPr>
          <p:nvPr>
            <p:ph type="body" idx="29"/>
          </p:nvPr>
        </p:nvSpPr>
        <p:spPr>
          <a:xfrm>
            <a:off x="7308123" y="6219726"/>
            <a:ext cx="3403445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5" name="Shape 41"/>
          <p:cNvSpPr/>
          <p:nvPr/>
        </p:nvSpPr>
        <p:spPr>
          <a:xfrm>
            <a:off x="10612438" y="6380593"/>
            <a:ext cx="114267" cy="114267"/>
          </a:xfrm>
          <a:prstGeom prst="ellipse">
            <a:avLst/>
          </a:prstGeom>
          <a:solidFill>
            <a:srgbClr val="B6B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>
            <a:spLocks noGrp="1"/>
          </p:cNvSpPr>
          <p:nvPr>
            <p:ph type="body" idx="30"/>
          </p:nvPr>
        </p:nvSpPr>
        <p:spPr>
          <a:xfrm>
            <a:off x="10821955" y="6266161"/>
            <a:ext cx="1457987" cy="37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7" name="Text 43"/>
          <p:cNvSpPr>
            <a:spLocks noGrp="1"/>
          </p:cNvSpPr>
          <p:nvPr>
            <p:ph type="body" idx="31"/>
          </p:nvPr>
        </p:nvSpPr>
        <p:spPr>
          <a:xfrm>
            <a:off x="14284028" y="6219726"/>
            <a:ext cx="3025152" cy="448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8" name="Text 44"/>
          <p:cNvSpPr>
            <a:spLocks noGrp="1"/>
          </p:cNvSpPr>
          <p:nvPr>
            <p:ph type="body" idx="32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9" name="Text 45"/>
          <p:cNvSpPr>
            <a:spLocks noGrp="1"/>
          </p:cNvSpPr>
          <p:nvPr>
            <p:ph type="body" idx="33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786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 Risk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309648" cy="561909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676308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477948"/>
            <a:ext cx="5155572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2940116"/>
            <a:ext cx="5310239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6222339" y="3477948"/>
            <a:ext cx="2749682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6222339" y="2940116"/>
            <a:ext cx="2832173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8972022" y="3477948"/>
            <a:ext cx="5843158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8972022" y="2940116"/>
            <a:ext cx="6018453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14815179" y="3477948"/>
            <a:ext cx="2406055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5"/>
          </p:nvPr>
        </p:nvSpPr>
        <p:spPr>
          <a:xfrm>
            <a:off x="14815179" y="2940116"/>
            <a:ext cx="2482255" cy="423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1066767" y="4716860"/>
            <a:ext cx="5155572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6"/>
          </p:nvPr>
        </p:nvSpPr>
        <p:spPr>
          <a:xfrm>
            <a:off x="1066767" y="3717132"/>
            <a:ext cx="5081639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6222339" y="4716860"/>
            <a:ext cx="2749682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17"/>
          </p:nvPr>
        </p:nvSpPr>
        <p:spPr>
          <a:xfrm>
            <a:off x="6222339" y="3717132"/>
            <a:ext cx="283217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8972022" y="4716860"/>
            <a:ext cx="5843158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>
            <a:spLocks noGrp="1"/>
          </p:cNvSpPr>
          <p:nvPr>
            <p:ph type="body" idx="18"/>
          </p:nvPr>
        </p:nvSpPr>
        <p:spPr>
          <a:xfrm>
            <a:off x="8972022" y="3717132"/>
            <a:ext cx="578985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14815179" y="4716860"/>
            <a:ext cx="240605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19"/>
          </p:nvPr>
        </p:nvSpPr>
        <p:spPr>
          <a:xfrm>
            <a:off x="14815179" y="3717132"/>
            <a:ext cx="2482255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Shape 20"/>
          <p:cNvSpPr/>
          <p:nvPr/>
        </p:nvSpPr>
        <p:spPr>
          <a:xfrm>
            <a:off x="1066767" y="5955771"/>
            <a:ext cx="5155572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>
            <a:spLocks noGrp="1"/>
          </p:cNvSpPr>
          <p:nvPr>
            <p:ph type="body" idx="20"/>
          </p:nvPr>
        </p:nvSpPr>
        <p:spPr>
          <a:xfrm>
            <a:off x="1066767" y="4956043"/>
            <a:ext cx="5081639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Shape 22"/>
          <p:cNvSpPr/>
          <p:nvPr/>
        </p:nvSpPr>
        <p:spPr>
          <a:xfrm>
            <a:off x="6222339" y="5955771"/>
            <a:ext cx="2749682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>
            <a:spLocks noGrp="1"/>
          </p:cNvSpPr>
          <p:nvPr>
            <p:ph type="body" idx="21"/>
          </p:nvPr>
        </p:nvSpPr>
        <p:spPr>
          <a:xfrm>
            <a:off x="6222339" y="4956043"/>
            <a:ext cx="283217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6A2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6A21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Shape 24"/>
          <p:cNvSpPr/>
          <p:nvPr/>
        </p:nvSpPr>
        <p:spPr>
          <a:xfrm>
            <a:off x="8972022" y="5955771"/>
            <a:ext cx="5843158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>
            <a:spLocks noGrp="1"/>
          </p:cNvSpPr>
          <p:nvPr>
            <p:ph type="body" idx="22"/>
          </p:nvPr>
        </p:nvSpPr>
        <p:spPr>
          <a:xfrm>
            <a:off x="8972022" y="4956043"/>
            <a:ext cx="578985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0" name="Shape 26"/>
          <p:cNvSpPr/>
          <p:nvPr/>
        </p:nvSpPr>
        <p:spPr>
          <a:xfrm>
            <a:off x="14815179" y="5955771"/>
            <a:ext cx="2406055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>
            <a:spLocks noGrp="1"/>
          </p:cNvSpPr>
          <p:nvPr>
            <p:ph type="body" idx="23"/>
          </p:nvPr>
        </p:nvSpPr>
        <p:spPr>
          <a:xfrm>
            <a:off x="14815179" y="4956043"/>
            <a:ext cx="2482255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Text 28"/>
          <p:cNvSpPr>
            <a:spLocks noGrp="1"/>
          </p:cNvSpPr>
          <p:nvPr>
            <p:ph type="body" idx="24"/>
          </p:nvPr>
        </p:nvSpPr>
        <p:spPr>
          <a:xfrm>
            <a:off x="1066767" y="6194954"/>
            <a:ext cx="5081639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Text 29"/>
          <p:cNvSpPr>
            <a:spLocks noGrp="1"/>
          </p:cNvSpPr>
          <p:nvPr>
            <p:ph type="body" idx="25"/>
          </p:nvPr>
        </p:nvSpPr>
        <p:spPr>
          <a:xfrm>
            <a:off x="6222339" y="6194954"/>
            <a:ext cx="283217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4" name="Text 30"/>
          <p:cNvSpPr>
            <a:spLocks noGrp="1"/>
          </p:cNvSpPr>
          <p:nvPr>
            <p:ph type="body" idx="26"/>
          </p:nvPr>
        </p:nvSpPr>
        <p:spPr>
          <a:xfrm>
            <a:off x="8972022" y="6194954"/>
            <a:ext cx="5789853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5" name="Text 31"/>
          <p:cNvSpPr>
            <a:spLocks noGrp="1"/>
          </p:cNvSpPr>
          <p:nvPr>
            <p:ph type="body" idx="27"/>
          </p:nvPr>
        </p:nvSpPr>
        <p:spPr>
          <a:xfrm>
            <a:off x="14815179" y="6194954"/>
            <a:ext cx="2482255" cy="80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6" name="Text 32"/>
          <p:cNvSpPr>
            <a:spLocks noGrp="1"/>
          </p:cNvSpPr>
          <p:nvPr>
            <p:ph type="body" idx="28"/>
          </p:nvPr>
        </p:nvSpPr>
        <p:spPr>
          <a:xfrm>
            <a:off x="1066767" y="9258433"/>
            <a:ext cx="2388179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7" name="Text 33"/>
          <p:cNvSpPr>
            <a:spLocks noGrp="1"/>
          </p:cNvSpPr>
          <p:nvPr>
            <p:ph type="body" idx="29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86942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 Roadmap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828562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19522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2787716"/>
            <a:ext cx="5181534" cy="6813517"/>
          </a:xfrm>
          <a:prstGeom prst="roundRect">
            <a:avLst>
              <a:gd name="adj" fmla="val 404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439168" y="3122084"/>
            <a:ext cx="916120" cy="47128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1648718" y="3179234"/>
            <a:ext cx="573220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439168" y="3840923"/>
            <a:ext cx="4880405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439168" y="4418046"/>
            <a:ext cx="4569834" cy="811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1439168" y="5381791"/>
            <a:ext cx="4880405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6553068" y="2787716"/>
            <a:ext cx="5181699" cy="6813517"/>
          </a:xfrm>
          <a:prstGeom prst="roundRect">
            <a:avLst>
              <a:gd name="adj" fmla="val 404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25469" y="3122084"/>
            <a:ext cx="950185" cy="47128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6"/>
          </p:nvPr>
        </p:nvSpPr>
        <p:spPr>
          <a:xfrm>
            <a:off x="7135019" y="3179234"/>
            <a:ext cx="607285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6925469" y="3840923"/>
            <a:ext cx="488058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6925469" y="4418046"/>
            <a:ext cx="488058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6925469" y="4995168"/>
            <a:ext cx="4880587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2039535" y="2787716"/>
            <a:ext cx="5181534" cy="6813517"/>
          </a:xfrm>
          <a:prstGeom prst="roundRect">
            <a:avLst>
              <a:gd name="adj" fmla="val 404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2411935" y="3122084"/>
            <a:ext cx="1009055" cy="47128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20"/>
          </p:nvPr>
        </p:nvSpPr>
        <p:spPr>
          <a:xfrm>
            <a:off x="12621485" y="3179234"/>
            <a:ext cx="666155" cy="395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1"/>
          </p:nvPr>
        </p:nvSpPr>
        <p:spPr>
          <a:xfrm>
            <a:off x="12411935" y="3840923"/>
            <a:ext cx="4880405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2"/>
          </p:nvPr>
        </p:nvSpPr>
        <p:spPr>
          <a:xfrm>
            <a:off x="12411935" y="4418046"/>
            <a:ext cx="4880405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3"/>
          </p:nvPr>
        </p:nvSpPr>
        <p:spPr>
          <a:xfrm>
            <a:off x="12411935" y="4995168"/>
            <a:ext cx="4880405" cy="42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64437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 Roadmap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828562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19522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3962301" y="3311591"/>
            <a:ext cx="4267233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3898292" y="2863949"/>
            <a:ext cx="439525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Shape 6"/>
          <p:cNvSpPr/>
          <p:nvPr/>
        </p:nvSpPr>
        <p:spPr>
          <a:xfrm>
            <a:off x="8458068" y="3311591"/>
            <a:ext cx="4267233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8394060" y="2863949"/>
            <a:ext cx="439525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2953835" y="3311591"/>
            <a:ext cx="4267399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2889824" y="2863949"/>
            <a:ext cx="439542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066767" y="3612555"/>
            <a:ext cx="2933700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11"/>
          <p:cNvSpPr/>
          <p:nvPr/>
        </p:nvSpPr>
        <p:spPr>
          <a:xfrm>
            <a:off x="3962301" y="3493492"/>
            <a:ext cx="8763001" cy="638142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6"/>
          </p:nvPr>
        </p:nvSpPr>
        <p:spPr>
          <a:xfrm>
            <a:off x="4248051" y="3626842"/>
            <a:ext cx="8454391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12953835" y="3493492"/>
            <a:ext cx="4267399" cy="638142"/>
          </a:xfrm>
          <a:prstGeom prst="roundRect">
            <a:avLst>
              <a:gd name="adj" fmla="val 50000"/>
            </a:avLst>
          </a:prstGeom>
          <a:solidFill>
            <a:srgbClr val="7A8B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7"/>
          </p:nvPr>
        </p:nvSpPr>
        <p:spPr>
          <a:xfrm>
            <a:off x="13239585" y="3626842"/>
            <a:ext cx="382392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8"/>
          </p:nvPr>
        </p:nvSpPr>
        <p:spPr>
          <a:xfrm>
            <a:off x="1066767" y="4422015"/>
            <a:ext cx="2933700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3962301" y="4302952"/>
            <a:ext cx="4267233" cy="638142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>
            <a:spLocks noGrp="1"/>
          </p:cNvSpPr>
          <p:nvPr>
            <p:ph type="body" idx="19"/>
          </p:nvPr>
        </p:nvSpPr>
        <p:spPr>
          <a:xfrm>
            <a:off x="4248051" y="4436302"/>
            <a:ext cx="382375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8458068" y="4302952"/>
            <a:ext cx="8763166" cy="638142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20"/>
          </p:nvPr>
        </p:nvSpPr>
        <p:spPr>
          <a:xfrm>
            <a:off x="8743818" y="4436302"/>
            <a:ext cx="8454561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1"/>
          </p:nvPr>
        </p:nvSpPr>
        <p:spPr>
          <a:xfrm>
            <a:off x="1066767" y="5231474"/>
            <a:ext cx="2933700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8458068" y="5112412"/>
            <a:ext cx="4267233" cy="638142"/>
          </a:xfrm>
          <a:prstGeom prst="roundRect">
            <a:avLst>
              <a:gd name="adj" fmla="val 50000"/>
            </a:avLst>
          </a:prstGeom>
          <a:solidFill>
            <a:srgbClr val="4FD08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22"/>
          </p:nvPr>
        </p:nvSpPr>
        <p:spPr>
          <a:xfrm>
            <a:off x="8743818" y="5245762"/>
            <a:ext cx="382375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Shape 23"/>
          <p:cNvSpPr/>
          <p:nvPr/>
        </p:nvSpPr>
        <p:spPr>
          <a:xfrm>
            <a:off x="12953835" y="5112412"/>
            <a:ext cx="4267399" cy="638142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>
            <a:spLocks noGrp="1"/>
          </p:cNvSpPr>
          <p:nvPr>
            <p:ph type="body" idx="23"/>
          </p:nvPr>
        </p:nvSpPr>
        <p:spPr>
          <a:xfrm>
            <a:off x="13239585" y="5245762"/>
            <a:ext cx="3823920" cy="40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Shape 25"/>
          <p:cNvSpPr/>
          <p:nvPr/>
        </p:nvSpPr>
        <p:spPr>
          <a:xfrm>
            <a:off x="1066767" y="6382742"/>
            <a:ext cx="11868216" cy="21167"/>
          </a:xfrm>
          <a:prstGeom prst="rect">
            <a:avLst/>
          </a:prstGeom>
          <a:solidFill>
            <a:srgbClr val="B6B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087285" y="6326684"/>
            <a:ext cx="133284" cy="133284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>
            <a:spLocks noGrp="1"/>
          </p:cNvSpPr>
          <p:nvPr>
            <p:ph type="body" idx="24"/>
          </p:nvPr>
        </p:nvSpPr>
        <p:spPr>
          <a:xfrm>
            <a:off x="13372869" y="6207622"/>
            <a:ext cx="4233201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Text 28"/>
          <p:cNvSpPr>
            <a:spLocks noGrp="1"/>
          </p:cNvSpPr>
          <p:nvPr>
            <p:ph type="body" idx="25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Text 29"/>
          <p:cNvSpPr>
            <a:spLocks noGrp="1"/>
          </p:cNvSpPr>
          <p:nvPr>
            <p:ph type="body" idx="26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77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2 How we work together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4316016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286712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2"/>
          </p:nvPr>
        </p:nvSpPr>
        <p:spPr>
          <a:xfrm>
            <a:off x="1066767" y="3062883"/>
            <a:ext cx="3562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4610034" y="2825750"/>
            <a:ext cx="12611200" cy="902891"/>
          </a:xfrm>
          <a:prstGeom prst="roundRect">
            <a:avLst>
              <a:gd name="adj" fmla="val 18989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4944467" y="3083984"/>
            <a:ext cx="12320669" cy="424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1066767" y="4406636"/>
            <a:ext cx="3562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4610034" y="3976192"/>
            <a:ext cx="12611200" cy="1289513"/>
          </a:xfrm>
          <a:prstGeom prst="roundRect">
            <a:avLst>
              <a:gd name="adj" fmla="val 13296"/>
            </a:avLst>
          </a:prstGeom>
          <a:solidFill>
            <a:srgbClr val="4FD08A">
              <a:alpha val="14000"/>
            </a:srgbClr>
          </a:solidFill>
          <a:ln w="10583">
            <a:solidFill>
              <a:srgbClr val="4FD0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4944467" y="4234425"/>
            <a:ext cx="12320669" cy="811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E6E9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E6E9F2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1066767" y="5933116"/>
            <a:ext cx="3562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11"/>
          <p:cNvSpPr/>
          <p:nvPr/>
        </p:nvSpPr>
        <p:spPr>
          <a:xfrm>
            <a:off x="4610034" y="5513255"/>
            <a:ext cx="12611200" cy="1268346"/>
          </a:xfrm>
          <a:prstGeom prst="roundRect">
            <a:avLst>
              <a:gd name="adj" fmla="val 13518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7"/>
          </p:nvPr>
        </p:nvSpPr>
        <p:spPr>
          <a:xfrm>
            <a:off x="4933884" y="5760905"/>
            <a:ext cx="12341836" cy="811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0727"/>
              </a:lnSpc>
              <a:buNone/>
              <a:defRPr sz="2100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0727"/>
              </a:lnSpc>
              <a:buNone/>
            </a:pPr>
            <a:r>
              <a:rPr lang="en-US" sz="2100">
                <a:solidFill>
                  <a:srgbClr val="D7DAE4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1066767" y="9229659"/>
            <a:ext cx="220300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3240815" y="9404781"/>
            <a:ext cx="4087813" cy="21167"/>
          </a:xfrm>
          <a:prstGeom prst="rect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7499946" y="9229659"/>
            <a:ext cx="2703413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/>
          <p:nvPr/>
        </p:nvSpPr>
        <p:spPr>
          <a:xfrm>
            <a:off x="10128912" y="9404781"/>
            <a:ext cx="4087813" cy="21167"/>
          </a:xfrm>
          <a:prstGeom prst="rect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>
            <a:spLocks noGrp="1"/>
          </p:cNvSpPr>
          <p:nvPr>
            <p:ph type="body" idx="20"/>
          </p:nvPr>
        </p:nvSpPr>
        <p:spPr>
          <a:xfrm>
            <a:off x="14388043" y="9229659"/>
            <a:ext cx="3116511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895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 Architecture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6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3202616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64238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2787716"/>
            <a:ext cx="9566011" cy="1599076"/>
          </a:xfrm>
          <a:prstGeom prst="roundRect">
            <a:avLst>
              <a:gd name="adj" fmla="val 1072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7A8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382117" y="3026834"/>
            <a:ext cx="419034" cy="419034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1344017" y="3026834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1972469" y="3029149"/>
            <a:ext cx="1926696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/>
          <p:nvPr/>
        </p:nvSpPr>
        <p:spPr>
          <a:xfrm>
            <a:off x="1382117" y="3617185"/>
            <a:ext cx="1753030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>
            <a:spLocks noGrp="1"/>
          </p:cNvSpPr>
          <p:nvPr>
            <p:ph type="body" idx="14"/>
          </p:nvPr>
        </p:nvSpPr>
        <p:spPr>
          <a:xfrm>
            <a:off x="1602251" y="3703968"/>
            <a:ext cx="1388963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3268431" y="3617185"/>
            <a:ext cx="907025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5"/>
          </p:nvPr>
        </p:nvSpPr>
        <p:spPr>
          <a:xfrm>
            <a:off x="3488564" y="3703968"/>
            <a:ext cx="542958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4308740" y="3617185"/>
            <a:ext cx="1945680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6"/>
          </p:nvPr>
        </p:nvSpPr>
        <p:spPr>
          <a:xfrm>
            <a:off x="4528873" y="3703968"/>
            <a:ext cx="1581613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1066767" y="4577292"/>
            <a:ext cx="9566011" cy="1599076"/>
          </a:xfrm>
          <a:prstGeom prst="roundRect">
            <a:avLst>
              <a:gd name="adj" fmla="val 1072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7A8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382117" y="4816409"/>
            <a:ext cx="419034" cy="419034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7"/>
          </p:nvPr>
        </p:nvSpPr>
        <p:spPr>
          <a:xfrm>
            <a:off x="1344017" y="4816409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18"/>
          </p:nvPr>
        </p:nvSpPr>
        <p:spPr>
          <a:xfrm>
            <a:off x="1972469" y="4818724"/>
            <a:ext cx="1175544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1382117" y="5406761"/>
            <a:ext cx="1602879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19"/>
          </p:nvPr>
        </p:nvSpPr>
        <p:spPr>
          <a:xfrm>
            <a:off x="1602251" y="5493544"/>
            <a:ext cx="1238812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Shape 20"/>
          <p:cNvSpPr/>
          <p:nvPr/>
        </p:nvSpPr>
        <p:spPr>
          <a:xfrm>
            <a:off x="3118280" y="5406761"/>
            <a:ext cx="1907646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>
            <a:spLocks noGrp="1"/>
          </p:cNvSpPr>
          <p:nvPr>
            <p:ph type="body" idx="20"/>
          </p:nvPr>
        </p:nvSpPr>
        <p:spPr>
          <a:xfrm>
            <a:off x="3338413" y="5493544"/>
            <a:ext cx="1543579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Shape 22"/>
          <p:cNvSpPr/>
          <p:nvPr/>
        </p:nvSpPr>
        <p:spPr>
          <a:xfrm>
            <a:off x="5159210" y="5406761"/>
            <a:ext cx="2479477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>
            <a:spLocks noGrp="1"/>
          </p:cNvSpPr>
          <p:nvPr>
            <p:ph type="body" idx="21"/>
          </p:nvPr>
        </p:nvSpPr>
        <p:spPr>
          <a:xfrm>
            <a:off x="5379343" y="5493544"/>
            <a:ext cx="2115410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Shape 24"/>
          <p:cNvSpPr/>
          <p:nvPr/>
        </p:nvSpPr>
        <p:spPr>
          <a:xfrm>
            <a:off x="1066767" y="6366868"/>
            <a:ext cx="9566011" cy="1599076"/>
          </a:xfrm>
          <a:prstGeom prst="roundRect">
            <a:avLst>
              <a:gd name="adj" fmla="val 10722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7A8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1382117" y="6605985"/>
            <a:ext cx="419034" cy="419034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>
            <a:spLocks noGrp="1"/>
          </p:cNvSpPr>
          <p:nvPr>
            <p:ph type="body" idx="22"/>
          </p:nvPr>
        </p:nvSpPr>
        <p:spPr>
          <a:xfrm>
            <a:off x="1344017" y="6605985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Text 27"/>
          <p:cNvSpPr>
            <a:spLocks noGrp="1"/>
          </p:cNvSpPr>
          <p:nvPr>
            <p:ph type="body" idx="23"/>
          </p:nvPr>
        </p:nvSpPr>
        <p:spPr>
          <a:xfrm>
            <a:off x="1972469" y="6608300"/>
            <a:ext cx="1121139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Shape 28"/>
          <p:cNvSpPr/>
          <p:nvPr/>
        </p:nvSpPr>
        <p:spPr>
          <a:xfrm>
            <a:off x="1382117" y="7196336"/>
            <a:ext cx="2690978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>
            <a:spLocks noGrp="1"/>
          </p:cNvSpPr>
          <p:nvPr>
            <p:ph type="body" idx="24"/>
          </p:nvPr>
        </p:nvSpPr>
        <p:spPr>
          <a:xfrm>
            <a:off x="1602251" y="7283120"/>
            <a:ext cx="2331441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4" name="Shape 30"/>
          <p:cNvSpPr/>
          <p:nvPr/>
        </p:nvSpPr>
        <p:spPr>
          <a:xfrm>
            <a:off x="4206379" y="7196336"/>
            <a:ext cx="2192900" cy="530490"/>
          </a:xfrm>
          <a:prstGeom prst="roundRect">
            <a:avLst>
              <a:gd name="adj" fmla="val 50000"/>
            </a:avLst>
          </a:prstGeom>
          <a:ln w="10583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>
            <a:spLocks noGrp="1"/>
          </p:cNvSpPr>
          <p:nvPr>
            <p:ph type="body" idx="25"/>
          </p:nvPr>
        </p:nvSpPr>
        <p:spPr>
          <a:xfrm>
            <a:off x="4426512" y="7283120"/>
            <a:ext cx="1828833" cy="395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6" name="Shape 32"/>
          <p:cNvSpPr/>
          <p:nvPr/>
        </p:nvSpPr>
        <p:spPr>
          <a:xfrm>
            <a:off x="11242311" y="2844767"/>
            <a:ext cx="361818" cy="361818"/>
          </a:xfrm>
          <a:prstGeom prst="ellipse">
            <a:avLst/>
          </a:prstGeom>
          <a:ln w="10583">
            <a:solidFill>
              <a:srgbClr val="7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>
            <a:spLocks noGrp="1"/>
          </p:cNvSpPr>
          <p:nvPr>
            <p:ph type="body" idx="26"/>
          </p:nvPr>
        </p:nvSpPr>
        <p:spPr>
          <a:xfrm>
            <a:off x="11214795" y="2855350"/>
            <a:ext cx="416851" cy="37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000"/>
              </a:lnSpc>
              <a:buNone/>
              <a:defRPr sz="17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000"/>
              </a:lnSpc>
              <a:buNone/>
            </a:pPr>
            <a:r>
              <a:rPr lang="en-US" sz="17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8" name="Text 34"/>
          <p:cNvSpPr>
            <a:spLocks noGrp="1"/>
          </p:cNvSpPr>
          <p:nvPr>
            <p:ph type="body" idx="27"/>
          </p:nvPr>
        </p:nvSpPr>
        <p:spPr>
          <a:xfrm>
            <a:off x="11775448" y="2844767"/>
            <a:ext cx="560916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9" name="Shape 35"/>
          <p:cNvSpPr/>
          <p:nvPr/>
        </p:nvSpPr>
        <p:spPr>
          <a:xfrm>
            <a:off x="11242311" y="3901778"/>
            <a:ext cx="361818" cy="361818"/>
          </a:xfrm>
          <a:prstGeom prst="ellipse">
            <a:avLst/>
          </a:prstGeom>
          <a:ln w="10583">
            <a:solidFill>
              <a:srgbClr val="7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>
            <a:spLocks noGrp="1"/>
          </p:cNvSpPr>
          <p:nvPr>
            <p:ph type="body" idx="28"/>
          </p:nvPr>
        </p:nvSpPr>
        <p:spPr>
          <a:xfrm>
            <a:off x="11214795" y="3912361"/>
            <a:ext cx="416851" cy="37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000"/>
              </a:lnSpc>
              <a:buNone/>
              <a:defRPr sz="17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000"/>
              </a:lnSpc>
              <a:buNone/>
            </a:pPr>
            <a:r>
              <a:rPr lang="en-US" sz="17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1" name="Text 37"/>
          <p:cNvSpPr>
            <a:spLocks noGrp="1"/>
          </p:cNvSpPr>
          <p:nvPr>
            <p:ph type="body" idx="29"/>
          </p:nvPr>
        </p:nvSpPr>
        <p:spPr>
          <a:xfrm>
            <a:off x="11775448" y="3901778"/>
            <a:ext cx="560916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2" name="Shape 38"/>
          <p:cNvSpPr/>
          <p:nvPr/>
        </p:nvSpPr>
        <p:spPr>
          <a:xfrm>
            <a:off x="11242311" y="4958788"/>
            <a:ext cx="361818" cy="361818"/>
          </a:xfrm>
          <a:prstGeom prst="ellipse">
            <a:avLst/>
          </a:prstGeom>
          <a:ln w="10583">
            <a:solidFill>
              <a:srgbClr val="7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>
            <a:spLocks noGrp="1"/>
          </p:cNvSpPr>
          <p:nvPr>
            <p:ph type="body" idx="30"/>
          </p:nvPr>
        </p:nvSpPr>
        <p:spPr>
          <a:xfrm>
            <a:off x="11214795" y="4969371"/>
            <a:ext cx="416851" cy="378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000"/>
              </a:lnSpc>
              <a:buNone/>
              <a:defRPr sz="17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000"/>
              </a:lnSpc>
              <a:buNone/>
            </a:pPr>
            <a:r>
              <a:rPr lang="en-US" sz="17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4" name="Text 40"/>
          <p:cNvSpPr>
            <a:spLocks noGrp="1"/>
          </p:cNvSpPr>
          <p:nvPr>
            <p:ph type="body" idx="31"/>
          </p:nvPr>
        </p:nvSpPr>
        <p:spPr>
          <a:xfrm>
            <a:off x="11775448" y="4958788"/>
            <a:ext cx="5609160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5" name="Text 41"/>
          <p:cNvSpPr>
            <a:spLocks noGrp="1"/>
          </p:cNvSpPr>
          <p:nvPr>
            <p:ph type="body" idx="32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46" name="Text 42"/>
          <p:cNvSpPr>
            <a:spLocks noGrp="1"/>
          </p:cNvSpPr>
          <p:nvPr>
            <p:ph type="body" idx="33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237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 How data move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5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3649432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2133881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2597216"/>
            <a:ext cx="5029233" cy="5811408"/>
          </a:xfrm>
          <a:prstGeom prst="roundRect">
            <a:avLst>
              <a:gd name="adj" fmla="val 3788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420151" y="2912566"/>
            <a:ext cx="4754711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 kern="0" spc="173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 kern="0" spc="173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420151" y="3374430"/>
            <a:ext cx="475471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1420151" y="3936339"/>
            <a:ext cx="4754711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5"/>
          </p:nvPr>
        </p:nvSpPr>
        <p:spPr>
          <a:xfrm>
            <a:off x="6057900" y="5260082"/>
            <a:ext cx="609501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7692"/>
              </a:lnSpc>
              <a:buNone/>
              <a:defRPr sz="2550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692"/>
              </a:lnSpc>
              <a:buNone/>
            </a:pPr>
            <a:r>
              <a:rPr lang="en-US" sz="2550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6629301" y="2597216"/>
            <a:ext cx="5029233" cy="5811408"/>
          </a:xfrm>
          <a:prstGeom prst="roundRect">
            <a:avLst>
              <a:gd name="adj" fmla="val 3788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7A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6982685" y="2912566"/>
            <a:ext cx="4754711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 kern="0" spc="173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 kern="0" spc="173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6982685" y="3374430"/>
            <a:ext cx="475471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8"/>
          </p:nvPr>
        </p:nvSpPr>
        <p:spPr>
          <a:xfrm>
            <a:off x="6982685" y="3936339"/>
            <a:ext cx="4452139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9"/>
          </p:nvPr>
        </p:nvSpPr>
        <p:spPr>
          <a:xfrm>
            <a:off x="11620435" y="5260082"/>
            <a:ext cx="609501" cy="52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7692"/>
              </a:lnSpc>
              <a:buNone/>
              <a:defRPr sz="2550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692"/>
              </a:lnSpc>
              <a:buNone/>
            </a:pPr>
            <a:r>
              <a:rPr lang="en-US" sz="2550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12191835" y="2597216"/>
            <a:ext cx="5029399" cy="5811408"/>
          </a:xfrm>
          <a:prstGeom prst="roundRect">
            <a:avLst>
              <a:gd name="adj" fmla="val 3788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20"/>
          </p:nvPr>
        </p:nvSpPr>
        <p:spPr>
          <a:xfrm>
            <a:off x="12545219" y="2912566"/>
            <a:ext cx="4754893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725" b="1" kern="0" spc="173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000"/>
              </a:lnSpc>
              <a:buNone/>
            </a:pPr>
            <a:r>
              <a:rPr lang="en-US" sz="1725" b="1" kern="0" spc="173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Text 16"/>
          <p:cNvSpPr>
            <a:spLocks noGrp="1"/>
          </p:cNvSpPr>
          <p:nvPr>
            <p:ph type="body" idx="21"/>
          </p:nvPr>
        </p:nvSpPr>
        <p:spPr>
          <a:xfrm>
            <a:off x="12545219" y="3374430"/>
            <a:ext cx="47548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2"/>
          </p:nvPr>
        </p:nvSpPr>
        <p:spPr>
          <a:xfrm>
            <a:off x="12545219" y="3936339"/>
            <a:ext cx="4754893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Shape 18"/>
          <p:cNvSpPr/>
          <p:nvPr/>
        </p:nvSpPr>
        <p:spPr>
          <a:xfrm>
            <a:off x="1066767" y="8484692"/>
            <a:ext cx="16154467" cy="773741"/>
          </a:xfrm>
          <a:prstGeom prst="roundRect">
            <a:avLst>
              <a:gd name="adj" fmla="val 19697"/>
            </a:avLst>
          </a:prstGeom>
          <a:solidFill>
            <a:srgbClr val="FFFFFF">
              <a:alpha val="4000"/>
            </a:srgbClr>
          </a:solidFill>
          <a:ln w="10583">
            <a:solidFill>
              <a:srgbClr val="FFFFFF">
                <a:alpha val="2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>
            <a:spLocks noGrp="1"/>
          </p:cNvSpPr>
          <p:nvPr>
            <p:ph type="body" idx="23"/>
          </p:nvPr>
        </p:nvSpPr>
        <p:spPr>
          <a:xfrm>
            <a:off x="1363100" y="8685775"/>
            <a:ext cx="331023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6A2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6A21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4"/>
          </p:nvPr>
        </p:nvSpPr>
        <p:spPr>
          <a:xfrm>
            <a:off x="4562905" y="8685775"/>
            <a:ext cx="938136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5"/>
          </p:nvPr>
        </p:nvSpPr>
        <p:spPr>
          <a:xfrm>
            <a:off x="1066767" y="9258433"/>
            <a:ext cx="3788635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6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1082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 Case study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3037583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460847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Shape 3"/>
          <p:cNvSpPr/>
          <p:nvPr/>
        </p:nvSpPr>
        <p:spPr>
          <a:xfrm>
            <a:off x="13370223" y="947705"/>
            <a:ext cx="1755510" cy="494936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>
            <a:spLocks noGrp="1"/>
          </p:cNvSpPr>
          <p:nvPr>
            <p:ph type="body" idx="11"/>
          </p:nvPr>
        </p:nvSpPr>
        <p:spPr>
          <a:xfrm>
            <a:off x="13617873" y="1023905"/>
            <a:ext cx="1336410" cy="380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1066767" y="1857210"/>
            <a:ext cx="16154467" cy="2372573"/>
          </a:xfrm>
          <a:prstGeom prst="roundRect">
            <a:avLst>
              <a:gd name="adj" fmla="val 1166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2"/>
          </p:nvPr>
        </p:nvSpPr>
        <p:spPr>
          <a:xfrm>
            <a:off x="1600068" y="2554536"/>
            <a:ext cx="356071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marL="0" indent="0" algn="l">
              <a:lnSpc>
                <a:spcPct val="71471"/>
              </a:lnSpc>
              <a:buNone/>
              <a:defRPr sz="112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71471"/>
              </a:lnSpc>
              <a:buNone/>
            </a:pPr>
            <a:r>
              <a:rPr lang="en-US" sz="112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3"/>
          </p:nvPr>
        </p:nvSpPr>
        <p:spPr>
          <a:xfrm>
            <a:off x="5370380" y="2699726"/>
            <a:ext cx="10725250" cy="552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7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7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5370380" y="3309425"/>
            <a:ext cx="1072525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E3F4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E3F4E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1066767" y="5211643"/>
            <a:ext cx="133284" cy="133284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1333335" y="5092580"/>
            <a:ext cx="1799729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 kern="0" spc="156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 kern="0" spc="156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1066767" y="5597438"/>
            <a:ext cx="8142923" cy="86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364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8364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/>
          <p:nvPr/>
        </p:nvSpPr>
        <p:spPr>
          <a:xfrm>
            <a:off x="9315318" y="5211643"/>
            <a:ext cx="133284" cy="133284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>
            <a:spLocks noGrp="1"/>
          </p:cNvSpPr>
          <p:nvPr>
            <p:ph type="body" idx="17"/>
          </p:nvPr>
        </p:nvSpPr>
        <p:spPr>
          <a:xfrm>
            <a:off x="9581886" y="5092580"/>
            <a:ext cx="1642385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 kern="0" spc="156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 kern="0" spc="156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9315318" y="5597438"/>
            <a:ext cx="8143093" cy="86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364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8364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066767" y="9076531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9"/>
          </p:nvPr>
        </p:nvSpPr>
        <p:spPr>
          <a:xfrm>
            <a:off x="1066767" y="9258433"/>
            <a:ext cx="418026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0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9696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 We put this in our own voice, without qu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"/>
          </p:nvPr>
        </p:nvSpPr>
        <p:spPr>
          <a:xfrm>
            <a:off x="1524000" y="3721365"/>
            <a:ext cx="15309710" cy="194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91200"/>
              </a:lnSpc>
              <a:buNone/>
              <a:defRPr sz="6600" kern="0" spc="-66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91200"/>
              </a:lnSpc>
              <a:buNone/>
            </a:pPr>
            <a:r>
              <a:rPr lang="en-US" sz="6600" kern="0" spc="-66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6" name="Shape 2"/>
          <p:cNvSpPr/>
          <p:nvPr/>
        </p:nvSpPr>
        <p:spPr>
          <a:xfrm>
            <a:off x="1524000" y="6351323"/>
            <a:ext cx="571500" cy="28443"/>
          </a:xfrm>
          <a:prstGeom prst="roundRect">
            <a:avLst>
              <a:gd name="adj" fmla="val 49999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2305017" y="6165619"/>
            <a:ext cx="2818193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 Your team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900826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267487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>
            <a:spLocks noGrp="1"/>
          </p:cNvSpPr>
          <p:nvPr>
            <p:ph type="pic" idx="30"/>
          </p:nvPr>
        </p:nvSpPr>
        <p:spPr>
          <a:xfrm>
            <a:off x="1895409" y="2901983"/>
            <a:ext cx="2095500" cy="2095500"/>
          </a:xfrm>
          <a:prstGeom prst="ellipse">
            <a:avLst/>
          </a:prstGeom>
          <a:ln w="21167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879128" y="5207000"/>
            <a:ext cx="41280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879128" y="5673659"/>
            <a:ext cx="412806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879128" y="6121301"/>
            <a:ext cx="412806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Shape 8"/>
          <p:cNvSpPr>
            <a:spLocks noGrp="1"/>
          </p:cNvSpPr>
          <p:nvPr>
            <p:ph type="pic" idx="31"/>
          </p:nvPr>
        </p:nvSpPr>
        <p:spPr>
          <a:xfrm>
            <a:off x="6029193" y="2901983"/>
            <a:ext cx="2095500" cy="2095500"/>
          </a:xfrm>
          <a:prstGeom prst="ellipse">
            <a:avLst/>
          </a:prstGeom>
          <a:ln w="21167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5012904" y="5207000"/>
            <a:ext cx="41282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5012904" y="5673659"/>
            <a:ext cx="412824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5012904" y="6121301"/>
            <a:ext cx="412824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Shape 12"/>
          <p:cNvSpPr>
            <a:spLocks noGrp="1"/>
          </p:cNvSpPr>
          <p:nvPr>
            <p:ph type="pic" idx="32"/>
          </p:nvPr>
        </p:nvSpPr>
        <p:spPr>
          <a:xfrm>
            <a:off x="10163142" y="2901983"/>
            <a:ext cx="2095500" cy="2095500"/>
          </a:xfrm>
          <a:prstGeom prst="ellipse">
            <a:avLst/>
          </a:prstGeom>
          <a:ln w="21167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8"/>
          </p:nvPr>
        </p:nvSpPr>
        <p:spPr>
          <a:xfrm>
            <a:off x="9146861" y="5207000"/>
            <a:ext cx="41280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Text 14"/>
          <p:cNvSpPr>
            <a:spLocks noGrp="1"/>
          </p:cNvSpPr>
          <p:nvPr>
            <p:ph type="body" idx="19"/>
          </p:nvPr>
        </p:nvSpPr>
        <p:spPr>
          <a:xfrm>
            <a:off x="9146861" y="5673659"/>
            <a:ext cx="412806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20"/>
          </p:nvPr>
        </p:nvSpPr>
        <p:spPr>
          <a:xfrm>
            <a:off x="9146861" y="6121301"/>
            <a:ext cx="412806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Shape 16"/>
          <p:cNvSpPr>
            <a:spLocks noGrp="1"/>
          </p:cNvSpPr>
          <p:nvPr>
            <p:ph type="pic" idx="33"/>
          </p:nvPr>
        </p:nvSpPr>
        <p:spPr>
          <a:xfrm>
            <a:off x="14296926" y="2901983"/>
            <a:ext cx="2095500" cy="2095500"/>
          </a:xfrm>
          <a:prstGeom prst="ellipse">
            <a:avLst/>
          </a:prstGeom>
          <a:ln w="21167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1"/>
          </p:nvPr>
        </p:nvSpPr>
        <p:spPr>
          <a:xfrm>
            <a:off x="13280637" y="5207000"/>
            <a:ext cx="41282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5714"/>
              </a:lnSpc>
              <a:buNone/>
              <a:defRPr sz="22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22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Text 18"/>
          <p:cNvSpPr>
            <a:spLocks noGrp="1"/>
          </p:cNvSpPr>
          <p:nvPr>
            <p:ph type="body" idx="22"/>
          </p:nvPr>
        </p:nvSpPr>
        <p:spPr>
          <a:xfrm>
            <a:off x="13280637" y="5673659"/>
            <a:ext cx="412824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3"/>
          </p:nvPr>
        </p:nvSpPr>
        <p:spPr>
          <a:xfrm>
            <a:off x="13280637" y="6121301"/>
            <a:ext cx="412824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ctr">
              <a:lnSpc>
                <a:spcPct val="116379"/>
              </a:lnSpc>
              <a:buNone/>
              <a:defRPr sz="187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6379"/>
              </a:lnSpc>
              <a:buNone/>
            </a:pPr>
            <a:r>
              <a:rPr lang="en-US" sz="187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4"/>
          </p:nvPr>
        </p:nvSpPr>
        <p:spPr>
          <a:xfrm>
            <a:off x="1066767" y="9258433"/>
            <a:ext cx="1776991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51569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 Executive summary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4028778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2551162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2787716"/>
            <a:ext cx="5181534" cy="6813517"/>
          </a:xfrm>
          <a:prstGeom prst="roundRect">
            <a:avLst>
              <a:gd name="adj" fmla="val 404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458350" y="3141100"/>
            <a:ext cx="483820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458350" y="3655219"/>
            <a:ext cx="4530318" cy="86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364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8364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6553068" y="2787716"/>
            <a:ext cx="5181699" cy="6813517"/>
          </a:xfrm>
          <a:prstGeom prst="roundRect">
            <a:avLst>
              <a:gd name="adj" fmla="val 4044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6934068" y="3130517"/>
            <a:ext cx="4861669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6934068" y="3644636"/>
            <a:ext cx="4552290" cy="1278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364"/>
              </a:lnSpc>
              <a:buNone/>
              <a:defRPr sz="21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8364"/>
              </a:lnSpc>
              <a:buNone/>
            </a:pPr>
            <a:r>
              <a:rPr lang="en-US" sz="21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12039535" y="2787716"/>
            <a:ext cx="5181534" cy="6813517"/>
          </a:xfrm>
          <a:prstGeom prst="roundRect">
            <a:avLst>
              <a:gd name="adj" fmla="val 4044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E0605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12431118" y="3141100"/>
            <a:ext cx="483820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 b="1" kern="0" spc="180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 b="1" kern="0" spc="180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7"/>
          </p:nvPr>
        </p:nvSpPr>
        <p:spPr>
          <a:xfrm>
            <a:off x="12431118" y="3655219"/>
            <a:ext cx="4530318" cy="86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8364"/>
              </a:lnSpc>
              <a:buNone/>
              <a:defRPr sz="21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8364"/>
              </a:lnSpc>
              <a:buNone/>
            </a:pPr>
            <a:r>
              <a:rPr lang="en-US" sz="21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6486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 Decision required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3788999" cy="561909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228740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61960"/>
            <a:ext cx="14394211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6127"/>
              </a:lnSpc>
              <a:buNone/>
              <a:defRPr sz="52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6127"/>
              </a:lnSpc>
              <a:buNone/>
            </a:pPr>
            <a:r>
              <a:rPr lang="en-US" sz="52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659022"/>
            <a:ext cx="5194267" cy="1850099"/>
          </a:xfrm>
          <a:prstGeom prst="roundRect">
            <a:avLst>
              <a:gd name="adj" fmla="val 1029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401134" y="3955356"/>
            <a:ext cx="497808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401134" y="4469640"/>
            <a:ext cx="4978086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6546784" y="3659022"/>
            <a:ext cx="5194267" cy="1850099"/>
          </a:xfrm>
          <a:prstGeom prst="roundRect">
            <a:avLst>
              <a:gd name="adj" fmla="val 1029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6881151" y="3955356"/>
            <a:ext cx="497808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Text 9"/>
          <p:cNvSpPr>
            <a:spLocks noGrp="1"/>
          </p:cNvSpPr>
          <p:nvPr>
            <p:ph type="body" idx="15"/>
          </p:nvPr>
        </p:nvSpPr>
        <p:spPr>
          <a:xfrm>
            <a:off x="6881151" y="4469640"/>
            <a:ext cx="4661299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4" name="Shape 10"/>
          <p:cNvSpPr/>
          <p:nvPr/>
        </p:nvSpPr>
        <p:spPr>
          <a:xfrm>
            <a:off x="12026801" y="3659022"/>
            <a:ext cx="5194432" cy="1850099"/>
          </a:xfrm>
          <a:prstGeom prst="roundRect">
            <a:avLst>
              <a:gd name="adj" fmla="val 10297"/>
            </a:avLst>
          </a:prstGeom>
          <a:solidFill>
            <a:srgbClr val="FFFFFF">
              <a:alpha val="5000"/>
            </a:srgbClr>
          </a:solidFill>
          <a:ln w="10583">
            <a:solidFill>
              <a:srgbClr val="E0605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>
            <a:spLocks noGrp="1"/>
          </p:cNvSpPr>
          <p:nvPr>
            <p:ph type="body" idx="16"/>
          </p:nvPr>
        </p:nvSpPr>
        <p:spPr>
          <a:xfrm>
            <a:off x="12361169" y="3955356"/>
            <a:ext cx="4978268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7"/>
          </p:nvPr>
        </p:nvSpPr>
        <p:spPr>
          <a:xfrm>
            <a:off x="12361169" y="4469640"/>
            <a:ext cx="4661469" cy="78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7000"/>
              </a:lnSpc>
              <a:buNone/>
              <a:defRPr sz="195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1066767" y="8615495"/>
            <a:ext cx="16154467" cy="985738"/>
          </a:xfrm>
          <a:prstGeom prst="roundRect">
            <a:avLst>
              <a:gd name="adj" fmla="val 19326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8"/>
          </p:nvPr>
        </p:nvSpPr>
        <p:spPr>
          <a:xfrm>
            <a:off x="1447767" y="8901245"/>
            <a:ext cx="8229203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147"/>
              </a:lnSpc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147"/>
              </a:lnSpc>
              <a:buNone/>
            </a:pPr>
            <a:r>
              <a:rPr lang="en-US" sz="217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Text 15"/>
          <p:cNvSpPr>
            <a:spLocks noGrp="1"/>
          </p:cNvSpPr>
          <p:nvPr>
            <p:ph type="body" idx="19"/>
          </p:nvPr>
        </p:nvSpPr>
        <p:spPr>
          <a:xfrm>
            <a:off x="14194896" y="8915467"/>
            <a:ext cx="2909871" cy="4237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55948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 Priorities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760928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127588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Text 4"/>
          <p:cNvSpPr>
            <a:spLocks noGrp="1"/>
          </p:cNvSpPr>
          <p:nvPr>
            <p:ph type="body" idx="12"/>
          </p:nvPr>
        </p:nvSpPr>
        <p:spPr>
          <a:xfrm rot="-5400000">
            <a:off x="823863" y="5584974"/>
            <a:ext cx="1057275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1562034" y="2749682"/>
            <a:ext cx="4330072" cy="2921166"/>
          </a:xfrm>
          <a:prstGeom prst="roundRect">
            <a:avLst>
              <a:gd name="adj" fmla="val 5869"/>
            </a:avLst>
          </a:prstGeom>
          <a:solidFill>
            <a:srgbClr val="4FD08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1828602" y="2959199"/>
            <a:ext cx="41766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Shape 7"/>
          <p:cNvSpPr/>
          <p:nvPr/>
        </p:nvSpPr>
        <p:spPr>
          <a:xfrm>
            <a:off x="1828602" y="3468688"/>
            <a:ext cx="419034" cy="419034"/>
          </a:xfrm>
          <a:prstGeom prst="ellipse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>
            <a:spLocks noGrp="1"/>
          </p:cNvSpPr>
          <p:nvPr>
            <p:ph type="body" idx="14"/>
          </p:nvPr>
        </p:nvSpPr>
        <p:spPr>
          <a:xfrm>
            <a:off x="1790502" y="3468688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2361902" y="3468688"/>
            <a:ext cx="419034" cy="419034"/>
          </a:xfrm>
          <a:prstGeom prst="ellipse">
            <a:avLst/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5"/>
          </p:nvPr>
        </p:nvSpPr>
        <p:spPr>
          <a:xfrm>
            <a:off x="2323802" y="3468688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Shape 11"/>
          <p:cNvSpPr/>
          <p:nvPr/>
        </p:nvSpPr>
        <p:spPr>
          <a:xfrm>
            <a:off x="6063424" y="2749682"/>
            <a:ext cx="4330237" cy="2921166"/>
          </a:xfrm>
          <a:prstGeom prst="roundRect">
            <a:avLst>
              <a:gd name="adj" fmla="val 5869"/>
            </a:avLst>
          </a:prstGeom>
          <a:solidFill>
            <a:srgbClr val="7A8B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>
            <a:spLocks noGrp="1"/>
          </p:cNvSpPr>
          <p:nvPr>
            <p:ph type="body" idx="16"/>
          </p:nvPr>
        </p:nvSpPr>
        <p:spPr>
          <a:xfrm>
            <a:off x="6329991" y="2959199"/>
            <a:ext cx="417681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Shape 13"/>
          <p:cNvSpPr/>
          <p:nvPr/>
        </p:nvSpPr>
        <p:spPr>
          <a:xfrm>
            <a:off x="6329991" y="3468688"/>
            <a:ext cx="419034" cy="419034"/>
          </a:xfrm>
          <a:prstGeom prst="ellipse">
            <a:avLst/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>
            <a:spLocks noGrp="1"/>
          </p:cNvSpPr>
          <p:nvPr>
            <p:ph type="body" idx="17"/>
          </p:nvPr>
        </p:nvSpPr>
        <p:spPr>
          <a:xfrm>
            <a:off x="6291891" y="3468688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9" name="Shape 15"/>
          <p:cNvSpPr/>
          <p:nvPr/>
        </p:nvSpPr>
        <p:spPr>
          <a:xfrm>
            <a:off x="1562034" y="5842165"/>
            <a:ext cx="4330072" cy="2921166"/>
          </a:xfrm>
          <a:prstGeom prst="roundRect">
            <a:avLst>
              <a:gd name="adj" fmla="val 5869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>
            <a:spLocks noGrp="1"/>
          </p:cNvSpPr>
          <p:nvPr>
            <p:ph type="body" idx="18"/>
          </p:nvPr>
        </p:nvSpPr>
        <p:spPr>
          <a:xfrm>
            <a:off x="1828602" y="6051682"/>
            <a:ext cx="41766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Shape 17"/>
          <p:cNvSpPr/>
          <p:nvPr/>
        </p:nvSpPr>
        <p:spPr>
          <a:xfrm>
            <a:off x="1828602" y="6561171"/>
            <a:ext cx="419034" cy="419034"/>
          </a:xfrm>
          <a:prstGeom prst="ellipse">
            <a:avLst/>
          </a:prstGeom>
          <a:solidFill>
            <a:srgbClr val="8A91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>
            <a:spLocks noGrp="1"/>
          </p:cNvSpPr>
          <p:nvPr>
            <p:ph type="body" idx="19"/>
          </p:nvPr>
        </p:nvSpPr>
        <p:spPr>
          <a:xfrm>
            <a:off x="1790502" y="6561171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Shape 19"/>
          <p:cNvSpPr/>
          <p:nvPr/>
        </p:nvSpPr>
        <p:spPr>
          <a:xfrm>
            <a:off x="6063424" y="5842165"/>
            <a:ext cx="4330237" cy="2921166"/>
          </a:xfrm>
          <a:prstGeom prst="roundRect">
            <a:avLst>
              <a:gd name="adj" fmla="val 5869"/>
            </a:avLst>
          </a:prstGeom>
          <a:solidFill>
            <a:srgbClr val="E06058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>
            <a:spLocks noGrp="1"/>
          </p:cNvSpPr>
          <p:nvPr>
            <p:ph type="body" idx="20"/>
          </p:nvPr>
        </p:nvSpPr>
        <p:spPr>
          <a:xfrm>
            <a:off x="6329991" y="6051682"/>
            <a:ext cx="417681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6379"/>
              </a:lnSpc>
              <a:buNone/>
              <a:defRPr sz="187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6379"/>
              </a:lnSpc>
              <a:buNone/>
            </a:pPr>
            <a:r>
              <a:rPr lang="en-US" sz="187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Shape 21"/>
          <p:cNvSpPr/>
          <p:nvPr/>
        </p:nvSpPr>
        <p:spPr>
          <a:xfrm>
            <a:off x="6329991" y="6561171"/>
            <a:ext cx="419034" cy="419034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>
            <a:spLocks noGrp="1"/>
          </p:cNvSpPr>
          <p:nvPr>
            <p:ph type="body" idx="21"/>
          </p:nvPr>
        </p:nvSpPr>
        <p:spPr>
          <a:xfrm>
            <a:off x="6291891" y="6561171"/>
            <a:ext cx="495234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5714"/>
              </a:lnSpc>
              <a:buNone/>
              <a:defRPr sz="18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5714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2"/>
          </p:nvPr>
        </p:nvSpPr>
        <p:spPr>
          <a:xfrm>
            <a:off x="1562034" y="8915731"/>
            <a:ext cx="9096575" cy="380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8" name="Text 24"/>
          <p:cNvSpPr>
            <a:spLocks noGrp="1"/>
          </p:cNvSpPr>
          <p:nvPr>
            <p:ph type="body" idx="23"/>
          </p:nvPr>
        </p:nvSpPr>
        <p:spPr>
          <a:xfrm>
            <a:off x="11003195" y="2806733"/>
            <a:ext cx="165001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9" name="Text 25"/>
          <p:cNvSpPr>
            <a:spLocks noGrp="1"/>
          </p:cNvSpPr>
          <p:nvPr>
            <p:ph type="body" idx="24"/>
          </p:nvPr>
        </p:nvSpPr>
        <p:spPr>
          <a:xfrm>
            <a:off x="11244296" y="2806733"/>
            <a:ext cx="325039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0" name="Text 26"/>
          <p:cNvSpPr>
            <a:spLocks noGrp="1"/>
          </p:cNvSpPr>
          <p:nvPr>
            <p:ph type="body" idx="25"/>
          </p:nvPr>
        </p:nvSpPr>
        <p:spPr>
          <a:xfrm>
            <a:off x="11003195" y="3401880"/>
            <a:ext cx="221555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4FD0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4FD08A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1" name="Text 27"/>
          <p:cNvSpPr>
            <a:spLocks noGrp="1"/>
          </p:cNvSpPr>
          <p:nvPr>
            <p:ph type="body" idx="26"/>
          </p:nvPr>
        </p:nvSpPr>
        <p:spPr>
          <a:xfrm>
            <a:off x="11300851" y="3401880"/>
            <a:ext cx="325039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2" name="Text 28"/>
          <p:cNvSpPr>
            <a:spLocks noGrp="1"/>
          </p:cNvSpPr>
          <p:nvPr>
            <p:ph type="body" idx="27"/>
          </p:nvPr>
        </p:nvSpPr>
        <p:spPr>
          <a:xfrm>
            <a:off x="11003195" y="3997028"/>
            <a:ext cx="228501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7A8B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7A8B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3" name="Text 29"/>
          <p:cNvSpPr>
            <a:spLocks noGrp="1"/>
          </p:cNvSpPr>
          <p:nvPr>
            <p:ph type="body" idx="28"/>
          </p:nvPr>
        </p:nvSpPr>
        <p:spPr>
          <a:xfrm>
            <a:off x="11307796" y="3997028"/>
            <a:ext cx="325039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4" name="Text 30"/>
          <p:cNvSpPr>
            <a:spLocks noGrp="1"/>
          </p:cNvSpPr>
          <p:nvPr>
            <p:ph type="body" idx="29"/>
          </p:nvPr>
        </p:nvSpPr>
        <p:spPr>
          <a:xfrm>
            <a:off x="11003195" y="4592175"/>
            <a:ext cx="2413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B6BBCC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5" name="Text 31"/>
          <p:cNvSpPr>
            <a:spLocks noGrp="1"/>
          </p:cNvSpPr>
          <p:nvPr>
            <p:ph type="body" idx="30"/>
          </p:nvPr>
        </p:nvSpPr>
        <p:spPr>
          <a:xfrm>
            <a:off x="11320695" y="4592175"/>
            <a:ext cx="325039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6" name="Text 32"/>
          <p:cNvSpPr>
            <a:spLocks noGrp="1"/>
          </p:cNvSpPr>
          <p:nvPr>
            <p:ph type="body" idx="31"/>
          </p:nvPr>
        </p:nvSpPr>
        <p:spPr>
          <a:xfrm>
            <a:off x="11003195" y="5187322"/>
            <a:ext cx="233131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E0605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E06058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7" name="Text 33"/>
          <p:cNvSpPr>
            <a:spLocks noGrp="1"/>
          </p:cNvSpPr>
          <p:nvPr>
            <p:ph type="body" idx="32"/>
          </p:nvPr>
        </p:nvSpPr>
        <p:spPr>
          <a:xfrm>
            <a:off x="11312426" y="5187322"/>
            <a:ext cx="325039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8" name="Text 34"/>
          <p:cNvSpPr>
            <a:spLocks noGrp="1"/>
          </p:cNvSpPr>
          <p:nvPr>
            <p:ph type="body" idx="33"/>
          </p:nvPr>
        </p:nvSpPr>
        <p:spPr>
          <a:xfrm>
            <a:off x="1066767" y="9258433"/>
            <a:ext cx="2491317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39" name="Text 35"/>
          <p:cNvSpPr>
            <a:spLocks noGrp="1"/>
          </p:cNvSpPr>
          <p:nvPr>
            <p:ph type="body" idx="34"/>
          </p:nvPr>
        </p:nvSpPr>
        <p:spPr>
          <a:xfrm>
            <a:off x="14627490" y="9258433"/>
            <a:ext cx="2853118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9895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 Appendix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0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280955" y="914301"/>
            <a:ext cx="2849563" cy="561909"/>
          </a:xfrm>
          <a:prstGeom prst="roundRect">
            <a:avLst>
              <a:gd name="adj" fmla="val 50000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>
            <a:spLocks noGrp="1"/>
          </p:cNvSpPr>
          <p:nvPr>
            <p:ph type="body" idx="10"/>
          </p:nvPr>
        </p:nvSpPr>
        <p:spPr>
          <a:xfrm>
            <a:off x="1066767" y="999960"/>
            <a:ext cx="121622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marL="0" indent="0" algn="l">
              <a:lnSpc>
                <a:spcPct val="117000"/>
              </a:lnSpc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7000"/>
              </a:lnSpc>
              <a:buNone/>
            </a:pPr>
            <a:r>
              <a:rPr lang="en-US" sz="1950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Text 3"/>
          <p:cNvSpPr>
            <a:spLocks noGrp="1"/>
          </p:cNvSpPr>
          <p:nvPr>
            <p:ph type="body" idx="11"/>
          </p:nvPr>
        </p:nvSpPr>
        <p:spPr>
          <a:xfrm>
            <a:off x="1066767" y="1742777"/>
            <a:ext cx="17769914" cy="664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4497"/>
              </a:lnSpc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4497"/>
              </a:lnSpc>
              <a:buNone/>
            </a:pPr>
            <a:r>
              <a:rPr lang="en-US" sz="465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8" name="Shape 4"/>
          <p:cNvSpPr/>
          <p:nvPr/>
        </p:nvSpPr>
        <p:spPr>
          <a:xfrm>
            <a:off x="1066767" y="3439914"/>
            <a:ext cx="16154467" cy="10583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>
            <a:spLocks noGrp="1"/>
          </p:cNvSpPr>
          <p:nvPr>
            <p:ph type="body" idx="12"/>
          </p:nvPr>
        </p:nvSpPr>
        <p:spPr>
          <a:xfrm>
            <a:off x="1066767" y="2921000"/>
            <a:ext cx="93345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2190585" y="2921000"/>
            <a:ext cx="706976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8884213" y="2921000"/>
            <a:ext cx="63628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2" name="Text 8"/>
          <p:cNvSpPr>
            <a:spLocks noGrp="1"/>
          </p:cNvSpPr>
          <p:nvPr>
            <p:ph type="body" idx="15"/>
          </p:nvPr>
        </p:nvSpPr>
        <p:spPr>
          <a:xfrm>
            <a:off x="14935234" y="2921000"/>
            <a:ext cx="251460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3" name="Shape 9"/>
          <p:cNvSpPr/>
          <p:nvPr/>
        </p:nvSpPr>
        <p:spPr>
          <a:xfrm>
            <a:off x="1066767" y="4255162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>
            <a:spLocks noGrp="1"/>
          </p:cNvSpPr>
          <p:nvPr>
            <p:ph type="body" idx="16"/>
          </p:nvPr>
        </p:nvSpPr>
        <p:spPr>
          <a:xfrm>
            <a:off x="1066767" y="3660014"/>
            <a:ext cx="93345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5" name="Text 11"/>
          <p:cNvSpPr>
            <a:spLocks noGrp="1"/>
          </p:cNvSpPr>
          <p:nvPr>
            <p:ph type="body" idx="17"/>
          </p:nvPr>
        </p:nvSpPr>
        <p:spPr>
          <a:xfrm>
            <a:off x="2190585" y="3660014"/>
            <a:ext cx="706976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6" name="Text 12"/>
          <p:cNvSpPr>
            <a:spLocks noGrp="1"/>
          </p:cNvSpPr>
          <p:nvPr>
            <p:ph type="body" idx="18"/>
          </p:nvPr>
        </p:nvSpPr>
        <p:spPr>
          <a:xfrm>
            <a:off x="8884213" y="3660014"/>
            <a:ext cx="63628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7" name="Text 13"/>
          <p:cNvSpPr>
            <a:spLocks noGrp="1"/>
          </p:cNvSpPr>
          <p:nvPr>
            <p:ph type="body" idx="19"/>
          </p:nvPr>
        </p:nvSpPr>
        <p:spPr>
          <a:xfrm>
            <a:off x="14935234" y="3660014"/>
            <a:ext cx="251460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8" name="Shape 14"/>
          <p:cNvSpPr/>
          <p:nvPr/>
        </p:nvSpPr>
        <p:spPr>
          <a:xfrm>
            <a:off x="1066767" y="5070409"/>
            <a:ext cx="16154467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>
            <a:spLocks noGrp="1"/>
          </p:cNvSpPr>
          <p:nvPr>
            <p:ph type="body" idx="20"/>
          </p:nvPr>
        </p:nvSpPr>
        <p:spPr>
          <a:xfrm>
            <a:off x="1066767" y="4475262"/>
            <a:ext cx="93345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0" name="Text 16"/>
          <p:cNvSpPr>
            <a:spLocks noGrp="1"/>
          </p:cNvSpPr>
          <p:nvPr>
            <p:ph type="body" idx="21"/>
          </p:nvPr>
        </p:nvSpPr>
        <p:spPr>
          <a:xfrm>
            <a:off x="2190585" y="4475262"/>
            <a:ext cx="706976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1" name="Text 17"/>
          <p:cNvSpPr>
            <a:spLocks noGrp="1"/>
          </p:cNvSpPr>
          <p:nvPr>
            <p:ph type="body" idx="22"/>
          </p:nvPr>
        </p:nvSpPr>
        <p:spPr>
          <a:xfrm>
            <a:off x="8884213" y="4475262"/>
            <a:ext cx="63628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2" name="Text 18"/>
          <p:cNvSpPr>
            <a:spLocks noGrp="1"/>
          </p:cNvSpPr>
          <p:nvPr>
            <p:ph type="body" idx="23"/>
          </p:nvPr>
        </p:nvSpPr>
        <p:spPr>
          <a:xfrm>
            <a:off x="14935234" y="4475262"/>
            <a:ext cx="251460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3" name="Text 19"/>
          <p:cNvSpPr>
            <a:spLocks noGrp="1"/>
          </p:cNvSpPr>
          <p:nvPr>
            <p:ph type="body" idx="24"/>
          </p:nvPr>
        </p:nvSpPr>
        <p:spPr>
          <a:xfrm>
            <a:off x="1066767" y="5290510"/>
            <a:ext cx="93345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 b="1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4" name="Text 20"/>
          <p:cNvSpPr>
            <a:spLocks noGrp="1"/>
          </p:cNvSpPr>
          <p:nvPr>
            <p:ph type="body" idx="25"/>
          </p:nvPr>
        </p:nvSpPr>
        <p:spPr>
          <a:xfrm>
            <a:off x="2190585" y="5290510"/>
            <a:ext cx="7069766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5" name="Text 21"/>
          <p:cNvSpPr>
            <a:spLocks noGrp="1"/>
          </p:cNvSpPr>
          <p:nvPr>
            <p:ph type="body" idx="26"/>
          </p:nvPr>
        </p:nvSpPr>
        <p:spPr>
          <a:xfrm>
            <a:off x="8884213" y="5290510"/>
            <a:ext cx="6362899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6" name="Text 22"/>
          <p:cNvSpPr>
            <a:spLocks noGrp="1"/>
          </p:cNvSpPr>
          <p:nvPr>
            <p:ph type="body" idx="27"/>
          </p:nvPr>
        </p:nvSpPr>
        <p:spPr>
          <a:xfrm>
            <a:off x="14935234" y="5290510"/>
            <a:ext cx="251460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906"/>
              </a:lnSpc>
              <a:buNone/>
              <a:defRPr sz="20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906"/>
              </a:lnSpc>
              <a:buNone/>
            </a:pPr>
            <a:r>
              <a:rPr lang="en-US" sz="2025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27" name="Text 23"/>
          <p:cNvSpPr>
            <a:spLocks noGrp="1"/>
          </p:cNvSpPr>
          <p:nvPr>
            <p:ph type="body" idx="28"/>
          </p:nvPr>
        </p:nvSpPr>
        <p:spPr>
          <a:xfrm>
            <a:off x="1066767" y="9258433"/>
            <a:ext cx="1776991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1800">
                <a:solidFill>
                  <a:srgbClr val="9BA3B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1800">
                <a:solidFill>
                  <a:srgbClr val="9BA3BE"/>
                </a:solidFill>
                <a:latin typeface="DM Sans" pitchFamily="34" charset="0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986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 Insight-driven. Experience-led. Always c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6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6766" y="914308"/>
            <a:ext cx="3202653" cy="1257029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body" idx="10"/>
          </p:nvPr>
        </p:nvSpPr>
        <p:spPr>
          <a:xfrm>
            <a:off x="1066767" y="4801526"/>
            <a:ext cx="14235978" cy="209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86018"/>
              </a:lnSpc>
              <a:buNone/>
              <a:defRPr sz="750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</a:lstStyle>
          <a:p>
            <a:pPr marL="0" lvl="0" indent="0" algn="l">
              <a:lnSpc>
                <a:spcPct val="86018"/>
              </a:lnSpc>
              <a:buNone/>
            </a:pPr>
            <a:r>
              <a:rPr lang="en-US" sz="7500">
                <a:solidFill>
                  <a:srgbClr val="FFFFFF"/>
                </a:solidFill>
                <a:latin typeface="Marcellus" pitchFamily="34" charset="0"/>
              </a:rPr>
              <a:t>Click to edit Master text styles</a:t>
            </a:r>
          </a:p>
        </p:txBody>
      </p:sp>
      <p:sp>
        <p:nvSpPr>
          <p:cNvPr id="6" name="Text 2"/>
          <p:cNvSpPr>
            <a:spLocks noGrp="1"/>
          </p:cNvSpPr>
          <p:nvPr>
            <p:ph type="body" idx="11"/>
          </p:nvPr>
        </p:nvSpPr>
        <p:spPr>
          <a:xfrm>
            <a:off x="1066767" y="7163428"/>
            <a:ext cx="11972522" cy="95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3684"/>
              </a:lnSpc>
              <a:buNone/>
              <a:defRPr sz="240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3684"/>
              </a:lnSpc>
              <a:buNone/>
            </a:pPr>
            <a:r>
              <a:rPr lang="en-US" sz="2400">
                <a:solidFill>
                  <a:srgbClr val="C6CCE0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7" name="Shape 3"/>
          <p:cNvSpPr/>
          <p:nvPr/>
        </p:nvSpPr>
        <p:spPr>
          <a:xfrm>
            <a:off x="1066767" y="8610865"/>
            <a:ext cx="2871225" cy="7618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>
            <a:spLocks noGrp="1"/>
          </p:cNvSpPr>
          <p:nvPr>
            <p:ph type="body" idx="12"/>
          </p:nvPr>
        </p:nvSpPr>
        <p:spPr>
          <a:xfrm>
            <a:off x="1447767" y="8777387"/>
            <a:ext cx="179645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5714"/>
              </a:lnSpc>
              <a:buNone/>
              <a:defRPr sz="2250" b="1">
                <a:solidFill>
                  <a:srgbClr val="212D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5714"/>
              </a:lnSpc>
              <a:buNone/>
            </a:pPr>
            <a:r>
              <a:rPr lang="en-US" sz="2250" b="1">
                <a:solidFill>
                  <a:srgbClr val="212D5E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9" name="Shape 5"/>
          <p:cNvSpPr/>
          <p:nvPr/>
        </p:nvSpPr>
        <p:spPr>
          <a:xfrm>
            <a:off x="3271408" y="8744149"/>
            <a:ext cx="495267" cy="495267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>
            <a:spLocks noGrp="1"/>
          </p:cNvSpPr>
          <p:nvPr>
            <p:ph type="body" idx="13"/>
          </p:nvPr>
        </p:nvSpPr>
        <p:spPr>
          <a:xfrm>
            <a:off x="3233308" y="8744149"/>
            <a:ext cx="571467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>
            <a:lvl1pPr marL="0" indent="0" algn="ctr">
              <a:lnSpc>
                <a:spcPct val="114545"/>
              </a:lnSpc>
              <a:buNone/>
              <a:defRPr sz="210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ctr">
              <a:lnSpc>
                <a:spcPct val="114545"/>
              </a:lnSpc>
              <a:buNone/>
            </a:pPr>
            <a:r>
              <a:rPr lang="en-US" sz="2100">
                <a:solidFill>
                  <a:srgbClr val="FFFFFF"/>
                </a:solidFill>
                <a:latin typeface="DM Sans" pitchFamily="34" charset="0"/>
              </a:rPr>
              <a:t>Click to edit Master text styles</a:t>
            </a:r>
          </a:p>
        </p:txBody>
      </p:sp>
      <p:sp>
        <p:nvSpPr>
          <p:cNvPr id="11" name="Text 7"/>
          <p:cNvSpPr>
            <a:spLocks noGrp="1"/>
          </p:cNvSpPr>
          <p:nvPr>
            <p:ph type="body" idx="14"/>
          </p:nvPr>
        </p:nvSpPr>
        <p:spPr>
          <a:xfrm>
            <a:off x="4318992" y="8791774"/>
            <a:ext cx="329495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marL="0" indent="0" algn="l">
              <a:lnSpc>
                <a:spcPct val="114545"/>
              </a:lnSpc>
              <a:buNone/>
              <a:defRPr sz="210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lvl="0" indent="0" algn="l">
              <a:lnSpc>
                <a:spcPct val="114545"/>
              </a:lnSpc>
              <a:buNone/>
            </a:pPr>
            <a:r>
              <a:rPr lang="en-US" sz="2100">
                <a:solidFill>
                  <a:srgbClr val="8A93B0"/>
                </a:solidFill>
                <a:latin typeface="DM Sans" pitchFamily="34" charset="0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2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6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9629EEE9-1310-88C8-58EC-7A04D83954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909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3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51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1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5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106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6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88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FD08A">
                  <a:alpha val="14000"/>
                </a:srgbClr>
              </a:gs>
              <a:gs pos="55000">
                <a:srgbClr val="4FD08A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215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colour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FD08A">
                  <a:alpha val="14000"/>
                </a:srgbClr>
              </a:gs>
              <a:gs pos="55000">
                <a:srgbClr val="4FD08A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62908A06-5DA1-9566-6950-28434A25B30C}"/>
              </a:ext>
            </a:extLst>
          </p:cNvPr>
          <p:cNvSpPr/>
          <p:nvPr userDrawn="1"/>
        </p:nvSpPr>
        <p:spPr>
          <a:xfrm>
            <a:off x="-1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5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7E3CC26-CCD3-E6D1-051F-567D34A0AC2B}"/>
              </a:ext>
            </a:extLst>
          </p:cNvPr>
          <p:cNvSpPr/>
          <p:nvPr userDrawn="1"/>
        </p:nvSpPr>
        <p:spPr>
          <a:xfrm>
            <a:off x="-2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827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Logo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FD08A">
                  <a:alpha val="14000"/>
                </a:srgbClr>
              </a:gs>
              <a:gs pos="55000">
                <a:srgbClr val="4FD08A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2908A06-5DA1-9566-6950-28434A25B30C}"/>
              </a:ext>
            </a:extLst>
          </p:cNvPr>
          <p:cNvSpPr/>
          <p:nvPr userDrawn="1"/>
        </p:nvSpPr>
        <p:spPr>
          <a:xfrm>
            <a:off x="-1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4B64FF">
                  <a:alpha val="15000"/>
                </a:srgbClr>
              </a:gs>
              <a:gs pos="55000">
                <a:srgbClr val="4B64FF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7E3CC26-CCD3-E6D1-051F-567D34A0AC2B}"/>
              </a:ext>
            </a:extLst>
          </p:cNvPr>
          <p:cNvSpPr/>
          <p:nvPr userDrawn="1"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 descr="The image depicts a simple geometric figure, possibly a cube or a cuboid, with its sides and edges clearly defined.&#10;&#10;AI-generated content may be incorrect.">
            <a:extLst>
              <a:ext uri="{FF2B5EF4-FFF2-40B4-BE49-F238E27FC236}">
                <a16:creationId xmlns:a16="http://schemas.microsoft.com/office/drawing/2014/main" id="{AA5C7857-9935-1206-837D-E5A3975421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9513" y="3249906"/>
            <a:ext cx="9648973" cy="37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4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D3CF0BC1-4C8B-19D5-269D-D34F94D429D3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alphaModFix amt="40000"/>
          </a:blip>
          <a:srcRect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solidFill>
            <a:srgbClr val="151A26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188" r:id="rId2"/>
    <p:sldLayoutId id="2147484143" r:id="rId3"/>
    <p:sldLayoutId id="2147484144" r:id="rId4"/>
    <p:sldLayoutId id="2147484145" r:id="rId5"/>
    <p:sldLayoutId id="2147484146" r:id="rId6"/>
    <p:sldLayoutId id="2147484193" r:id="rId7"/>
    <p:sldLayoutId id="2147484194" r:id="rId8"/>
    <p:sldLayoutId id="2147484149" r:id="rId9"/>
    <p:sldLayoutId id="2147484150" r:id="rId10"/>
    <p:sldLayoutId id="2147484151" r:id="rId11"/>
    <p:sldLayoutId id="2147484152" r:id="rId12"/>
    <p:sldLayoutId id="2147484153" r:id="rId13"/>
    <p:sldLayoutId id="2147484155" r:id="rId14"/>
    <p:sldLayoutId id="2147484202" r:id="rId15"/>
    <p:sldLayoutId id="2147484203" r:id="rId16"/>
    <p:sldLayoutId id="2147484158" r:id="rId17"/>
    <p:sldLayoutId id="2147484159" r:id="rId18"/>
    <p:sldLayoutId id="2147484160" r:id="rId19"/>
    <p:sldLayoutId id="2147484161" r:id="rId20"/>
    <p:sldLayoutId id="2147484208" r:id="rId21"/>
    <p:sldLayoutId id="2147484163" r:id="rId22"/>
    <p:sldLayoutId id="2147484210" r:id="rId23"/>
    <p:sldLayoutId id="2147484211" r:id="rId24"/>
    <p:sldLayoutId id="2147484212" r:id="rId25"/>
    <p:sldLayoutId id="2147484213" r:id="rId26"/>
    <p:sldLayoutId id="2147484214" r:id="rId27"/>
    <p:sldLayoutId id="2147484215" r:id="rId28"/>
    <p:sldLayoutId id="2147484216" r:id="rId29"/>
    <p:sldLayoutId id="2147484217" r:id="rId30"/>
    <p:sldLayoutId id="2147484218" r:id="rId31"/>
    <p:sldLayoutId id="2147484219" r:id="rId32"/>
    <p:sldLayoutId id="2147484220" r:id="rId33"/>
    <p:sldLayoutId id="2147484221" r:id="rId34"/>
    <p:sldLayoutId id="2147484222" r:id="rId35"/>
    <p:sldLayoutId id="2147484223" r:id="rId36"/>
    <p:sldLayoutId id="2147484224" r:id="rId37"/>
    <p:sldLayoutId id="2147484225" r:id="rId38"/>
    <p:sldLayoutId id="2147484180" r:id="rId39"/>
    <p:sldLayoutId id="2147484181" r:id="rId40"/>
    <p:sldLayoutId id="2147484182" r:id="rId41"/>
    <p:sldLayoutId id="2147484226" r:id="rId42"/>
    <p:sldLayoutId id="2147484227" r:id="rId43"/>
    <p:sldLayoutId id="2147484228" r:id="rId44"/>
    <p:sldLayoutId id="2147484229" r:id="rId45"/>
    <p:sldLayoutId id="2147484230" r:id="rId46"/>
    <p:sldLayoutId id="2147484231" r:id="rId47"/>
    <p:sldLayoutId id="2147484232" r:id="rId4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2.png"/><Relationship Id="rId4" Type="http://schemas.openxmlformats.org/officeDocument/2006/relationships/image" Target="../media/image4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2.svg"/><Relationship Id="rId4" Type="http://schemas.openxmlformats.org/officeDocument/2006/relationships/image" Target="../media/image4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2683658-ECA7-3341-5B17-C55529724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6000"/>
                    </a14:imgEffect>
                    <a14:imgEffect>
                      <a14:brightnessContrast bright="63000"/>
                    </a14:imgEffect>
                  </a14:imgLayer>
                </a14:imgProps>
              </a:ext>
            </a:extLst>
          </a:blip>
          <a:srcRect t="16865" b="15376"/>
          <a:stretch>
            <a:fillRect/>
          </a:stretch>
        </p:blipFill>
        <p:spPr bwMode="auto">
          <a:xfrm>
            <a:off x="0" y="2418606"/>
            <a:ext cx="18288000" cy="786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4F578B3D-D0FB-D18B-8799-D53014265D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131715">
            <a:off x="17043952" y="1466784"/>
            <a:ext cx="857250" cy="800034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8246F8CC-D344-BA54-6135-2CBA6891B90C}"/>
              </a:ext>
            </a:extLst>
          </p:cNvPr>
          <p:cNvSpPr/>
          <p:nvPr/>
        </p:nvSpPr>
        <p:spPr>
          <a:xfrm>
            <a:off x="837369" y="2102952"/>
            <a:ext cx="114267" cy="114267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20E543F2-FA6D-1D32-A5F5-443393713C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5076" y="417018"/>
            <a:ext cx="3879575" cy="1522719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7813A21C-9040-203B-A430-744CEA810652}"/>
              </a:ext>
            </a:extLst>
          </p:cNvPr>
          <p:cNvSpPr/>
          <p:nvPr/>
        </p:nvSpPr>
        <p:spPr>
          <a:xfrm>
            <a:off x="5393635" y="805714"/>
            <a:ext cx="11807687" cy="732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2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Your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2D5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trusted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4B64FF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global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2D5E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9999"/>
                </a:solidFill>
                <a:effectLst/>
                <a:uLnTx/>
                <a:uFillTx/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Databricks Champions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351DE6-CA4E-5FA7-0CA6-0005443E6894}"/>
              </a:ext>
            </a:extLst>
          </p:cNvPr>
          <p:cNvCxnSpPr/>
          <p:nvPr/>
        </p:nvCxnSpPr>
        <p:spPr>
          <a:xfrm>
            <a:off x="0" y="2418606"/>
            <a:ext cx="18288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39F46BE3-5896-E469-B5BE-1A004049B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8289" y="1736680"/>
            <a:ext cx="1322751" cy="1333500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2E11FEC9-D400-4733-DE50-D8D48E3635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5808" y="1936771"/>
            <a:ext cx="933318" cy="933318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E50ED0D1-D549-56F3-0267-684CD31C53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3893" y="1936771"/>
            <a:ext cx="1525654" cy="933318"/>
          </a:xfrm>
          <a:prstGeom prst="rect">
            <a:avLst/>
          </a:prstGeom>
        </p:spPr>
      </p:pic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C01BF186-6CD2-374A-8DC8-130A30C30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132237" y="-299258"/>
            <a:ext cx="1069085" cy="10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9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50371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4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3500" y="-342801"/>
            <a:ext cx="990534" cy="9333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1" y="952500"/>
            <a:ext cx="114267" cy="114267"/>
          </a:xfrm>
          <a:prstGeom prst="ellipse">
            <a:avLst/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-411584" y="997102"/>
            <a:ext cx="4019022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936138" y="1082760"/>
            <a:ext cx="2540430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People-led delivery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066767" y="2557708"/>
            <a:ext cx="8222465" cy="1797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87537"/>
              </a:lnSpc>
            </a:pPr>
            <a:r>
              <a:rPr lang="en-US" sz="6300">
                <a:solidFill>
                  <a:srgbClr val="FFFFFF"/>
                </a:solidFill>
                <a:latin typeface="Marcellus"/>
                <a:ea typeface="Marcellus"/>
              </a:rPr>
              <a:t>A bit about </a:t>
            </a:r>
            <a:endParaRPr lang="en-US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87537"/>
              </a:lnSpc>
            </a:pPr>
            <a:r>
              <a:rPr lang="en-US" sz="6300">
                <a:solidFill>
                  <a:srgbClr val="FFD1D1"/>
                </a:solidFill>
                <a:latin typeface="Marcellus"/>
                <a:ea typeface="Marcellus"/>
              </a:rPr>
              <a:t>Advancing Analytics</a:t>
            </a:r>
            <a:endParaRPr lang="en-US">
              <a:solidFill>
                <a:srgbClr val="FFD1D1"/>
              </a:solidFill>
              <a:ea typeface="Calibri"/>
              <a:cs typeface="Calibri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1066767" y="4809965"/>
            <a:ext cx="133284" cy="133284"/>
          </a:xfrm>
          <a:prstGeom prst="ellipse">
            <a:avLst/>
          </a:prstGeom>
          <a:solidFill>
            <a:srgbClr val="D653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1409568" y="4676681"/>
            <a:ext cx="8307421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10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100+ specialists </a:t>
            </a:r>
            <a:r>
              <a:rPr lang="en-US" sz="2325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data strategy, engineering and AI.</a:t>
            </a:r>
            <a:endParaRPr lang="en-US" sz="2325" dirty="0"/>
          </a:p>
        </p:txBody>
      </p:sp>
      <p:sp>
        <p:nvSpPr>
          <p:cNvPr id="12" name="Shape 7"/>
          <p:cNvSpPr/>
          <p:nvPr/>
        </p:nvSpPr>
        <p:spPr>
          <a:xfrm>
            <a:off x="1066767" y="5633976"/>
            <a:ext cx="133284" cy="133284"/>
          </a:xfrm>
          <a:prstGeom prst="ellipse">
            <a:avLst/>
          </a:prstGeom>
          <a:solidFill>
            <a:srgbClr val="7A8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409568" y="5500693"/>
            <a:ext cx="8372178" cy="481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10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Databricks Champions </a:t>
            </a:r>
            <a:r>
              <a:rPr lang="en-US" sz="2325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2 Databricks MVPs on staff.</a:t>
            </a:r>
            <a:endParaRPr lang="en-US" sz="2325" dirty="0"/>
          </a:p>
        </p:txBody>
      </p:sp>
      <p:sp>
        <p:nvSpPr>
          <p:cNvPr id="14" name="Shape 9"/>
          <p:cNvSpPr/>
          <p:nvPr/>
        </p:nvSpPr>
        <p:spPr>
          <a:xfrm>
            <a:off x="1066767" y="6457988"/>
            <a:ext cx="133284" cy="133284"/>
          </a:xfrm>
          <a:prstGeom prst="ellipse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409568" y="6324705"/>
            <a:ext cx="7869380" cy="924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10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Community-led </a:t>
            </a:r>
            <a:r>
              <a:rPr lang="en-US" sz="2325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we run the meetups, we write the blogs, we teach the courses.</a:t>
            </a:r>
            <a:endParaRPr lang="en-US" sz="232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2422" y="993304"/>
            <a:ext cx="952500" cy="95250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641518"/>
            <a:ext cx="10401170" cy="91259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83837F-CC95-00EF-683E-2FD53B2532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1811" y="7097486"/>
            <a:ext cx="2693762" cy="27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2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10">
            <a:extLst>
              <a:ext uri="{FF2B5EF4-FFF2-40B4-BE49-F238E27FC236}">
                <a16:creationId xmlns:a16="http://schemas.microsoft.com/office/drawing/2014/main" id="{E605C5CD-42C6-4F8C-7C87-6334E408BEF8}"/>
              </a:ext>
            </a:extLst>
          </p:cNvPr>
          <p:cNvSpPr/>
          <p:nvPr/>
        </p:nvSpPr>
        <p:spPr>
          <a:xfrm>
            <a:off x="1015226" y="7432213"/>
            <a:ext cx="3799965" cy="1806356"/>
          </a:xfrm>
          <a:prstGeom prst="roundRect">
            <a:avLst>
              <a:gd name="adj" fmla="val 6828"/>
            </a:avLst>
          </a:prstGeom>
          <a:solidFill>
            <a:srgbClr val="FFFFFF">
              <a:alpha val="5000"/>
            </a:srgbClr>
          </a:solidFill>
          <a:ln w="57150">
            <a:solidFill>
              <a:srgbClr val="7A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A2C0B-E2EF-1CDE-BA9E-51B54C94F475}"/>
              </a:ext>
            </a:extLst>
          </p:cNvPr>
          <p:cNvSpPr txBox="1"/>
          <p:nvPr/>
        </p:nvSpPr>
        <p:spPr>
          <a:xfrm>
            <a:off x="1015226" y="847725"/>
            <a:ext cx="14967724" cy="702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83700"/>
              </a:lnSpc>
              <a:spcBef>
                <a:spcPct val="20000"/>
              </a:spcBef>
              <a:buFont typeface="Arial" pitchFamily="34" charset="0"/>
              <a:buNone/>
              <a:defRPr sz="465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Speaker Introduction – Ash Warren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BE6469-8A68-43BD-7B78-F71B504C25CB}"/>
              </a:ext>
            </a:extLst>
          </p:cNvPr>
          <p:cNvSpPr/>
          <p:nvPr/>
        </p:nvSpPr>
        <p:spPr>
          <a:xfrm>
            <a:off x="1071727" y="2026247"/>
            <a:ext cx="16144545" cy="7018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735B8"/>
              </a:gs>
              <a:gs pos="50000">
                <a:srgbClr val="4860F9"/>
              </a:gs>
              <a:gs pos="100000">
                <a:srgbClr val="7A8B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87C1E1-323D-CAEC-58F8-DE949BF85747}"/>
              </a:ext>
            </a:extLst>
          </p:cNvPr>
          <p:cNvCxnSpPr>
            <a:cxnSpLocks/>
          </p:cNvCxnSpPr>
          <p:nvPr/>
        </p:nvCxnSpPr>
        <p:spPr>
          <a:xfrm>
            <a:off x="1066767" y="1711595"/>
            <a:ext cx="16144545" cy="0"/>
          </a:xfrm>
          <a:prstGeom prst="line">
            <a:avLst/>
          </a:prstGeom>
          <a:ln w="12700">
            <a:solidFill>
              <a:srgbClr val="4649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DCC9A09-8BA8-181A-AE64-9B92047F2293}"/>
              </a:ext>
            </a:extLst>
          </p:cNvPr>
          <p:cNvSpPr txBox="1">
            <a:spLocks/>
          </p:cNvSpPr>
          <p:nvPr/>
        </p:nvSpPr>
        <p:spPr>
          <a:xfrm>
            <a:off x="1205450" y="2182813"/>
            <a:ext cx="15877101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 algn="ctr">
              <a:lnSpc>
                <a:spcPct val="114545"/>
              </a:lnSpc>
              <a:spcBef>
                <a:spcPct val="20000"/>
              </a:spcBef>
              <a:buFont typeface="Arial" pitchFamily="34" charset="0"/>
              <a:buNone/>
              <a:defRPr sz="210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I help people with their Analytics Engineering, Databricks AI/BI &amp; Genie problems</a:t>
            </a:r>
          </a:p>
        </p:txBody>
      </p:sp>
      <p:pic>
        <p:nvPicPr>
          <p:cNvPr id="29" name="Picture Placeholder 18">
            <a:extLst>
              <a:ext uri="{FF2B5EF4-FFF2-40B4-BE49-F238E27FC236}">
                <a16:creationId xmlns:a16="http://schemas.microsoft.com/office/drawing/2014/main" id="{73DB3B32-BCE4-99EC-6713-ED0E3C5D5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0" r="1900"/>
          <a:stretch>
            <a:fillRect/>
          </a:stretch>
        </p:blipFill>
        <p:spPr>
          <a:xfrm>
            <a:off x="12068175" y="3144838"/>
            <a:ext cx="5143500" cy="5346700"/>
          </a:xfrm>
          <a:prstGeom prst="roundRect">
            <a:avLst>
              <a:gd name="adj" fmla="val 3402"/>
            </a:avLst>
          </a:prstGeom>
          <a:ln w="21167">
            <a:solidFill>
              <a:srgbClr val="FFFFFF"/>
            </a:solidFill>
            <a:prstDash val="solid"/>
          </a:ln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AF3034F-75E2-A385-CC76-1D202B9D7B25}"/>
              </a:ext>
            </a:extLst>
          </p:cNvPr>
          <p:cNvSpPr txBox="1">
            <a:spLocks/>
          </p:cNvSpPr>
          <p:nvPr/>
        </p:nvSpPr>
        <p:spPr>
          <a:xfrm>
            <a:off x="1066767" y="3144738"/>
            <a:ext cx="10713476" cy="189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116878"/>
              </a:lnSpc>
              <a:spcBef>
                <a:spcPct val="20000"/>
              </a:spcBef>
              <a:buFont typeface="Arial" pitchFamily="34" charset="0"/>
              <a:buNone/>
              <a:defRPr sz="2325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My background is as a Power BI developer. In recent years, I’ve shifted to being Databricks focused &amp; now spend most of my time helping enterprise clients with data modelling, analytics engineering and implementing &amp; governing their analytical products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345BFF4-C8A5-80C8-A158-6843BC497EF5}"/>
              </a:ext>
            </a:extLst>
          </p:cNvPr>
          <p:cNvSpPr txBox="1">
            <a:spLocks/>
          </p:cNvSpPr>
          <p:nvPr/>
        </p:nvSpPr>
        <p:spPr>
          <a:xfrm>
            <a:off x="1409568" y="5162626"/>
            <a:ext cx="9894828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115147"/>
              </a:lnSpc>
              <a:spcBef>
                <a:spcPct val="20000"/>
              </a:spcBef>
              <a:buFont typeface="Arial" pitchFamily="34" charset="0"/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Regular community speaker </a:t>
            </a:r>
            <a:r>
              <a:rPr lang="en-GB" b="0" dirty="0">
                <a:solidFill>
                  <a:srgbClr val="C6CCE0"/>
                </a:solidFill>
              </a:rPr>
              <a:t>–</a:t>
            </a:r>
            <a:r>
              <a:rPr lang="en-GB" b="0" dirty="0"/>
              <a:t> </a:t>
            </a:r>
            <a:r>
              <a:rPr lang="en-GB" b="0" dirty="0">
                <a:solidFill>
                  <a:srgbClr val="C6CCE0"/>
                </a:solidFill>
              </a:rPr>
              <a:t>this is my 10th session this year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DF113306-2914-0B87-E09F-2955E82E78AB}"/>
              </a:ext>
            </a:extLst>
          </p:cNvPr>
          <p:cNvSpPr txBox="1">
            <a:spLocks/>
          </p:cNvSpPr>
          <p:nvPr/>
        </p:nvSpPr>
        <p:spPr>
          <a:xfrm>
            <a:off x="1409567" y="5862614"/>
            <a:ext cx="9894829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115147"/>
              </a:lnSpc>
              <a:spcBef>
                <a:spcPct val="20000"/>
              </a:spcBef>
              <a:buFont typeface="Arial" pitchFamily="34" charset="0"/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Spoke at </a:t>
            </a:r>
            <a:r>
              <a:rPr lang="en-GB" dirty="0" err="1"/>
              <a:t>Data+AI</a:t>
            </a:r>
            <a:r>
              <a:rPr lang="en-GB" dirty="0"/>
              <a:t> Summit 2026 </a:t>
            </a:r>
            <a:r>
              <a:rPr lang="en-GB" b="0" dirty="0">
                <a:solidFill>
                  <a:srgbClr val="C6CCE0"/>
                </a:solidFill>
              </a:rPr>
              <a:t>– Why it’s time to take AI/BI seriously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68D2117-7696-2A7A-ACBB-C188A0ECA610}"/>
              </a:ext>
            </a:extLst>
          </p:cNvPr>
          <p:cNvSpPr txBox="1">
            <a:spLocks/>
          </p:cNvSpPr>
          <p:nvPr/>
        </p:nvSpPr>
        <p:spPr>
          <a:xfrm>
            <a:off x="1409567" y="6562602"/>
            <a:ext cx="11430133" cy="452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115147"/>
              </a:lnSpc>
              <a:spcBef>
                <a:spcPct val="20000"/>
              </a:spcBef>
              <a:buFont typeface="Arial" pitchFamily="34" charset="0"/>
              <a:buNone/>
              <a:defRPr sz="2175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Co-organise user groups </a:t>
            </a:r>
            <a:r>
              <a:rPr lang="en-GB" b="0" dirty="0">
                <a:solidFill>
                  <a:srgbClr val="C6CCE0"/>
                </a:solidFill>
              </a:rPr>
              <a:t>– I’m passionate about giving back to the community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2E717AB-4B56-D316-9B48-DA5A7D05635A}"/>
              </a:ext>
            </a:extLst>
          </p:cNvPr>
          <p:cNvSpPr/>
          <p:nvPr/>
        </p:nvSpPr>
        <p:spPr>
          <a:xfrm>
            <a:off x="1066767" y="5995361"/>
            <a:ext cx="136800" cy="136800"/>
          </a:xfrm>
          <a:prstGeom prst="ellipse">
            <a:avLst/>
          </a:prstGeom>
          <a:solidFill>
            <a:srgbClr val="7A8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ADE9B40-9DA6-5817-A44A-5114DA410141}"/>
              </a:ext>
            </a:extLst>
          </p:cNvPr>
          <p:cNvSpPr/>
          <p:nvPr/>
        </p:nvSpPr>
        <p:spPr>
          <a:xfrm>
            <a:off x="1063342" y="5294620"/>
            <a:ext cx="136800" cy="136800"/>
          </a:xfrm>
          <a:prstGeom prst="ellipse">
            <a:avLst/>
          </a:prstGeom>
          <a:solidFill>
            <a:srgbClr val="D65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C1DEFB9-B76D-DC73-68F4-A859AF4F7C3B}"/>
              </a:ext>
            </a:extLst>
          </p:cNvPr>
          <p:cNvSpPr/>
          <p:nvPr/>
        </p:nvSpPr>
        <p:spPr>
          <a:xfrm>
            <a:off x="1065723" y="6695082"/>
            <a:ext cx="136800" cy="136800"/>
          </a:xfrm>
          <a:prstGeom prst="ellipse">
            <a:avLst/>
          </a:prstGeom>
          <a:solidFill>
            <a:srgbClr val="4FD0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ECAC99B-F545-5045-BD5F-74AB1BFB365F}"/>
              </a:ext>
            </a:extLst>
          </p:cNvPr>
          <p:cNvGrpSpPr/>
          <p:nvPr/>
        </p:nvGrpSpPr>
        <p:grpSpPr>
          <a:xfrm>
            <a:off x="1182281" y="7719046"/>
            <a:ext cx="3364079" cy="1188000"/>
            <a:chOff x="4340156" y="4006437"/>
            <a:chExt cx="3364079" cy="1188000"/>
          </a:xfrm>
          <a:noFill/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3EC0530-1226-85E5-E848-8CF4EBD00210}"/>
                </a:ext>
              </a:extLst>
            </p:cNvPr>
            <p:cNvGrpSpPr/>
            <p:nvPr/>
          </p:nvGrpSpPr>
          <p:grpSpPr>
            <a:xfrm>
              <a:off x="4340156" y="4241816"/>
              <a:ext cx="1867135" cy="698509"/>
              <a:chOff x="3018651" y="3429000"/>
              <a:chExt cx="1867135" cy="698509"/>
            </a:xfrm>
            <a:grpFill/>
          </p:grpSpPr>
          <p:pic>
            <p:nvPicPr>
              <p:cNvPr id="48" name="Picture 2" descr="Linkedin logo png, Linkedin logo transparent png, Linkedin icon transparent  free png 23986926 PNG">
                <a:extLst>
                  <a:ext uri="{FF2B5EF4-FFF2-40B4-BE49-F238E27FC236}">
                    <a16:creationId xmlns:a16="http://schemas.microsoft.com/office/drawing/2014/main" id="{2B4F4D7A-00F7-412D-39A7-48F9F90DCA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8651" y="3429000"/>
                <a:ext cx="698509" cy="698509"/>
              </a:xfrm>
              <a:prstGeom prst="rect">
                <a:avLst/>
              </a:prstGeom>
              <a:grpFill/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823446-11FC-C36A-954C-22ED9F189EB6}"/>
                  </a:ext>
                </a:extLst>
              </p:cNvPr>
              <p:cNvSpPr txBox="1"/>
              <p:nvPr/>
            </p:nvSpPr>
            <p:spPr>
              <a:xfrm>
                <a:off x="3656843" y="3575250"/>
                <a:ext cx="1228943" cy="4001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DM Sans"/>
                    <a:ea typeface="+mn-ea"/>
                    <a:cs typeface="+mn-cs"/>
                  </a:rPr>
                  <a:t>/aw2571</a:t>
                </a:r>
              </a:p>
            </p:txBody>
          </p:sp>
        </p:grpSp>
        <p:pic>
          <p:nvPicPr>
            <p:cNvPr id="47" name="Picture 46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3F04E092-DB11-EA09-F572-D757B3004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10085" t="10083" r="9988" b="9049"/>
            <a:stretch>
              <a:fillRect/>
            </a:stretch>
          </p:blipFill>
          <p:spPr>
            <a:xfrm>
              <a:off x="6530049" y="4006437"/>
              <a:ext cx="1174186" cy="118800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39623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9D27C68D-4C7C-4A3D-0CE9-3A2DF3C94B3C}"/>
              </a:ext>
            </a:extLst>
          </p:cNvPr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2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r="100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909D2E7E-055A-D8FC-8E50-954D14B08BA1}"/>
              </a:ext>
            </a:extLst>
          </p:cNvPr>
          <p:cNvSpPr/>
          <p:nvPr/>
        </p:nvSpPr>
        <p:spPr>
          <a:xfrm>
            <a:off x="-280955" y="957905"/>
            <a:ext cx="3384078" cy="561909"/>
          </a:xfrm>
          <a:prstGeom prst="roundRect">
            <a:avLst>
              <a:gd name="adj" fmla="val 50000"/>
            </a:avLst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685EE022-C9FF-391A-9C66-E44943342FD3}"/>
              </a:ext>
            </a:extLst>
          </p:cNvPr>
          <p:cNvSpPr txBox="1">
            <a:spLocks/>
          </p:cNvSpPr>
          <p:nvPr/>
        </p:nvSpPr>
        <p:spPr>
          <a:xfrm>
            <a:off x="1066767" y="1038159"/>
            <a:ext cx="1950098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>
            <a:lvl1pPr indent="0">
              <a:lnSpc>
                <a:spcPct val="117000"/>
              </a:lnSpc>
              <a:spcBef>
                <a:spcPct val="20000"/>
              </a:spcBef>
              <a:buFont typeface="Arial" pitchFamily="34" charset="0"/>
              <a:buNone/>
              <a:defRPr sz="195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Genie Use-Case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66A4AF20-92DB-BB7D-70EF-6CBAE55D97AF}"/>
              </a:ext>
            </a:extLst>
          </p:cNvPr>
          <p:cNvSpPr txBox="1">
            <a:spLocks/>
          </p:cNvSpPr>
          <p:nvPr/>
        </p:nvSpPr>
        <p:spPr>
          <a:xfrm>
            <a:off x="1066767" y="1800159"/>
            <a:ext cx="14636024" cy="151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>
            <a:lvl1pPr indent="0">
              <a:lnSpc>
                <a:spcPct val="86400"/>
              </a:lnSpc>
              <a:spcBef>
                <a:spcPct val="20000"/>
              </a:spcBef>
              <a:buFont typeface="Arial" pitchFamily="34" charset="0"/>
              <a:buNone/>
              <a:defRPr sz="5400">
                <a:solidFill>
                  <a:srgbClr val="FFFFFF"/>
                </a:solidFill>
                <a:latin typeface="Marcellus"/>
                <a:ea typeface="Marcellus"/>
                <a:cs typeface="Marcellus" pitchFamily="34" charset="-12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dirty="0"/>
              <a:t>A lot of our customers </a:t>
            </a:r>
            <a:endParaRPr lang="en-US" dirty="0"/>
          </a:p>
          <a:p>
            <a:r>
              <a:rPr lang="en-GB" dirty="0"/>
              <a:t>have a </a:t>
            </a:r>
            <a:r>
              <a:rPr lang="en-GB" dirty="0">
                <a:solidFill>
                  <a:srgbClr val="D6534C"/>
                </a:solidFill>
              </a:rPr>
              <a:t>similar background </a:t>
            </a:r>
            <a:r>
              <a:rPr lang="en-GB" dirty="0"/>
              <a:t>to me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AAF4BC5-E0AA-68B8-FF44-E688D6660C77}"/>
              </a:ext>
            </a:extLst>
          </p:cNvPr>
          <p:cNvGrpSpPr/>
          <p:nvPr/>
        </p:nvGrpSpPr>
        <p:grpSpPr>
          <a:xfrm>
            <a:off x="1066767" y="3776431"/>
            <a:ext cx="5224975" cy="3069001"/>
            <a:chOff x="1066767" y="3776431"/>
            <a:chExt cx="5224975" cy="3069001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1E356BB8-B88E-7891-C146-832D56B58026}"/>
                </a:ext>
              </a:extLst>
            </p:cNvPr>
            <p:cNvSpPr/>
            <p:nvPr/>
          </p:nvSpPr>
          <p:spPr>
            <a:xfrm>
              <a:off x="1066767" y="3776431"/>
              <a:ext cx="5156234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E06058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0" name="Image 2" descr="preencoded.png">
              <a:extLst>
                <a:ext uri="{FF2B5EF4-FFF2-40B4-BE49-F238E27FC236}">
                  <a16:creationId xmlns:a16="http://schemas.microsoft.com/office/drawing/2014/main" id="{0C400F8B-87E9-E87C-270A-A7AB72B339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39168" y="4110799"/>
              <a:ext cx="704784" cy="666750"/>
            </a:xfrm>
            <a:prstGeom prst="rect">
              <a:avLst/>
            </a:prstGeom>
          </p:spPr>
        </p:pic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194545C7-8871-0528-CFB1-F71B69BAD410}"/>
                </a:ext>
              </a:extLst>
            </p:cNvPr>
            <p:cNvSpPr/>
            <p:nvPr/>
          </p:nvSpPr>
          <p:spPr>
            <a:xfrm>
              <a:off x="1401068" y="4110799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7692"/>
                </a:lnSpc>
                <a:buNone/>
              </a:pPr>
              <a:r>
                <a:rPr lang="en-US" sz="2550" b="1" dirty="0">
                  <a:solidFill>
                    <a:srgbClr val="E06058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1</a:t>
              </a:r>
              <a:endParaRPr lang="en-US" sz="2550" dirty="0"/>
            </a:p>
          </p:txBody>
        </p:sp>
        <p:sp>
          <p:nvSpPr>
            <p:cNvPr id="34" name="Text 8">
              <a:extLst>
                <a:ext uri="{FF2B5EF4-FFF2-40B4-BE49-F238E27FC236}">
                  <a16:creationId xmlns:a16="http://schemas.microsoft.com/office/drawing/2014/main" id="{DA516FCE-3D37-C991-50FD-548F87F205B5}"/>
                </a:ext>
              </a:extLst>
            </p:cNvPr>
            <p:cNvSpPr/>
            <p:nvPr/>
          </p:nvSpPr>
          <p:spPr>
            <a:xfrm>
              <a:off x="1439168" y="4948866"/>
              <a:ext cx="4852574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US" sz="2325" b="1" dirty="0">
                  <a:solidFill>
                    <a:srgbClr val="E06058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Established Power BI skillset</a:t>
              </a: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BBF12AA2-3011-F30B-F726-28D6AB8B1016}"/>
                </a:ext>
              </a:extLst>
            </p:cNvPr>
            <p:cNvSpPr/>
            <p:nvPr/>
          </p:nvSpPr>
          <p:spPr>
            <a:xfrm>
              <a:off x="1439168" y="5354175"/>
              <a:ext cx="4543774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3906"/>
                </a:lnSpc>
                <a:buNone/>
              </a:pPr>
              <a:r>
                <a:rPr lang="en-GB" sz="2025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Power BI used for visualisation for years but is becoming a bottleneck for delivering value quickly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E763B50-9267-CB68-0A2A-B3954813592D}"/>
              </a:ext>
            </a:extLst>
          </p:cNvPr>
          <p:cNvGrpSpPr/>
          <p:nvPr/>
        </p:nvGrpSpPr>
        <p:grpSpPr>
          <a:xfrm>
            <a:off x="6565801" y="3776431"/>
            <a:ext cx="5224975" cy="3069001"/>
            <a:chOff x="6565801" y="3776431"/>
            <a:chExt cx="5224975" cy="3069001"/>
          </a:xfrm>
        </p:grpSpPr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A28271F9-5574-5F6F-602A-1CF573C53D24}"/>
                </a:ext>
              </a:extLst>
            </p:cNvPr>
            <p:cNvSpPr/>
            <p:nvPr/>
          </p:nvSpPr>
          <p:spPr>
            <a:xfrm>
              <a:off x="6565801" y="3776431"/>
              <a:ext cx="5156234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7A8BFF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3" descr="preencoded.png">
              <a:extLst>
                <a:ext uri="{FF2B5EF4-FFF2-40B4-BE49-F238E27FC236}">
                  <a16:creationId xmlns:a16="http://schemas.microsoft.com/office/drawing/2014/main" id="{7494572B-32E3-F8D9-9C28-D0E12EBEDB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38202" y="4110799"/>
              <a:ext cx="704784" cy="666750"/>
            </a:xfrm>
            <a:prstGeom prst="rect">
              <a:avLst/>
            </a:prstGeom>
          </p:spPr>
        </p:pic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26E8E716-A191-B515-AF62-6BE1EF5E90F2}"/>
                </a:ext>
              </a:extLst>
            </p:cNvPr>
            <p:cNvSpPr/>
            <p:nvPr/>
          </p:nvSpPr>
          <p:spPr>
            <a:xfrm>
              <a:off x="6900102" y="4110799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3684"/>
                </a:lnSpc>
                <a:buNone/>
              </a:pPr>
              <a:r>
                <a:rPr lang="en-US" sz="2400" b="1" dirty="0">
                  <a:solidFill>
                    <a:srgbClr val="7A8B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44" name="Text 12">
              <a:extLst>
                <a:ext uri="{FF2B5EF4-FFF2-40B4-BE49-F238E27FC236}">
                  <a16:creationId xmlns:a16="http://schemas.microsoft.com/office/drawing/2014/main" id="{AAB21691-0A45-5FFC-EDA9-4B2CFD50CB47}"/>
                </a:ext>
              </a:extLst>
            </p:cNvPr>
            <p:cNvSpPr/>
            <p:nvPr/>
          </p:nvSpPr>
          <p:spPr>
            <a:xfrm>
              <a:off x="6938202" y="4948866"/>
              <a:ext cx="4852574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GB" sz="2325" b="1" dirty="0">
                  <a:solidFill>
                    <a:srgbClr val="7A8BF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Now powered by a Databricks</a:t>
              </a:r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789F565E-6A32-766F-1A4B-8651E7C74CDA}"/>
                </a:ext>
              </a:extLst>
            </p:cNvPr>
            <p:cNvSpPr/>
            <p:nvPr/>
          </p:nvSpPr>
          <p:spPr>
            <a:xfrm>
              <a:off x="6938202" y="5354175"/>
              <a:ext cx="4543774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3906"/>
                </a:lnSpc>
                <a:buNone/>
              </a:pPr>
              <a:r>
                <a:rPr lang="en-GB" sz="2025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Their </a:t>
              </a:r>
              <a:r>
                <a:rPr lang="en-GB" sz="2025" dirty="0" err="1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lakehouse</a:t>
              </a:r>
              <a:r>
                <a:rPr lang="en-GB" sz="2025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in Databricks is generating considerable value and enabling their engineers to move fast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F32BB60-0092-3685-4782-8C2E47D7A622}"/>
              </a:ext>
            </a:extLst>
          </p:cNvPr>
          <p:cNvGrpSpPr/>
          <p:nvPr/>
        </p:nvGrpSpPr>
        <p:grpSpPr>
          <a:xfrm>
            <a:off x="12064836" y="3776431"/>
            <a:ext cx="5225156" cy="3069001"/>
            <a:chOff x="12064836" y="3776431"/>
            <a:chExt cx="5225156" cy="3069001"/>
          </a:xfrm>
        </p:grpSpPr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C93D670F-EC8C-D3EC-C8C4-909C875C657A}"/>
                </a:ext>
              </a:extLst>
            </p:cNvPr>
            <p:cNvSpPr/>
            <p:nvPr/>
          </p:nvSpPr>
          <p:spPr>
            <a:xfrm>
              <a:off x="12064836" y="3776431"/>
              <a:ext cx="5156399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4FD08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0" name="Image 4" descr="preencoded.png">
              <a:extLst>
                <a:ext uri="{FF2B5EF4-FFF2-40B4-BE49-F238E27FC236}">
                  <a16:creationId xmlns:a16="http://schemas.microsoft.com/office/drawing/2014/main" id="{4D9A7A85-0E67-879A-F65C-E60DA58759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437236" y="4110799"/>
              <a:ext cx="704784" cy="666750"/>
            </a:xfrm>
            <a:prstGeom prst="rect">
              <a:avLst/>
            </a:prstGeom>
          </p:spPr>
        </p:pic>
        <p:sp>
          <p:nvSpPr>
            <p:cNvPr id="52" name="Text 15">
              <a:extLst>
                <a:ext uri="{FF2B5EF4-FFF2-40B4-BE49-F238E27FC236}">
                  <a16:creationId xmlns:a16="http://schemas.microsoft.com/office/drawing/2014/main" id="{3A076F57-6EC8-ADC0-AF03-41E1C5723C1F}"/>
                </a:ext>
              </a:extLst>
            </p:cNvPr>
            <p:cNvSpPr/>
            <p:nvPr/>
          </p:nvSpPr>
          <p:spPr>
            <a:xfrm>
              <a:off x="12399136" y="4110799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3684"/>
                </a:lnSpc>
                <a:buNone/>
              </a:pPr>
              <a:r>
                <a:rPr lang="en-US" sz="2400" b="1" dirty="0">
                  <a:solidFill>
                    <a:srgbClr val="4FD08A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54" name="Text 16">
              <a:extLst>
                <a:ext uri="{FF2B5EF4-FFF2-40B4-BE49-F238E27FC236}">
                  <a16:creationId xmlns:a16="http://schemas.microsoft.com/office/drawing/2014/main" id="{D1366F18-4A13-7556-3CFB-B15CE1EB38DF}"/>
                </a:ext>
              </a:extLst>
            </p:cNvPr>
            <p:cNvSpPr/>
            <p:nvPr/>
          </p:nvSpPr>
          <p:spPr>
            <a:xfrm>
              <a:off x="12437236" y="4948866"/>
              <a:ext cx="4852756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US" sz="2325" b="1" dirty="0">
                  <a:solidFill>
                    <a:srgbClr val="4FD08A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Strong use-case for Genie</a:t>
              </a:r>
            </a:p>
          </p:txBody>
        </p:sp>
        <p:sp>
          <p:nvSpPr>
            <p:cNvPr id="56" name="Text 17">
              <a:extLst>
                <a:ext uri="{FF2B5EF4-FFF2-40B4-BE49-F238E27FC236}">
                  <a16:creationId xmlns:a16="http://schemas.microsoft.com/office/drawing/2014/main" id="{B0055B00-9E80-E745-21DD-24FEF2C34371}"/>
                </a:ext>
              </a:extLst>
            </p:cNvPr>
            <p:cNvSpPr/>
            <p:nvPr/>
          </p:nvSpPr>
          <p:spPr>
            <a:xfrm>
              <a:off x="12437236" y="5354175"/>
              <a:ext cx="4543945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3906"/>
                </a:lnSpc>
                <a:buNone/>
              </a:pPr>
              <a:r>
                <a:rPr lang="en-GB" sz="2025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And they now want their analytics to match that pace &amp; leverage all the work that has gone into the platform</a:t>
              </a:r>
            </a:p>
          </p:txBody>
        </p:sp>
      </p:grpSp>
      <p:sp>
        <p:nvSpPr>
          <p:cNvPr id="64" name="Text 20">
            <a:extLst>
              <a:ext uri="{FF2B5EF4-FFF2-40B4-BE49-F238E27FC236}">
                <a16:creationId xmlns:a16="http://schemas.microsoft.com/office/drawing/2014/main" id="{6FC6D428-D59C-B06D-E5AC-C60F8925EEB6}"/>
              </a:ext>
            </a:extLst>
          </p:cNvPr>
          <p:cNvSpPr/>
          <p:nvPr/>
        </p:nvSpPr>
        <p:spPr>
          <a:xfrm>
            <a:off x="1066767" y="7383294"/>
            <a:ext cx="15914414" cy="1945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lnSpc>
                <a:spcPct val="111309"/>
              </a:lnSpc>
              <a:buNone/>
            </a:pPr>
            <a:r>
              <a:rPr lang="en-US" sz="2800" dirty="0">
                <a:solidFill>
                  <a:srgbClr val="BCC2D6"/>
                </a:solidFill>
                <a:latin typeface="DM Sans" pitchFamily="2" charset="0"/>
              </a:rPr>
              <a:t>Ultimately, Genie enables users to interact with their data themselves and answer their exact questions on the fly, rather than having to wait on the development of a generic report</a:t>
            </a:r>
          </a:p>
        </p:txBody>
      </p:sp>
      <p:pic>
        <p:nvPicPr>
          <p:cNvPr id="84" name="Image 1" descr="preencoded.png">
            <a:extLst>
              <a:ext uri="{FF2B5EF4-FFF2-40B4-BE49-F238E27FC236}">
                <a16:creationId xmlns:a16="http://schemas.microsoft.com/office/drawing/2014/main" id="{7B85F83B-5745-6873-2849-2D8FBF211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9899" y="609534"/>
            <a:ext cx="800034" cy="82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3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1">
            <a:extLst>
              <a:ext uri="{FF2B5EF4-FFF2-40B4-BE49-F238E27FC236}">
                <a16:creationId xmlns:a16="http://schemas.microsoft.com/office/drawing/2014/main" id="{F35A1B04-C025-FA75-ADBA-B616C0698390}"/>
              </a:ext>
            </a:extLst>
          </p:cNvPr>
          <p:cNvSpPr/>
          <p:nvPr/>
        </p:nvSpPr>
        <p:spPr>
          <a:xfrm>
            <a:off x="-280955" y="914301"/>
            <a:ext cx="3257619" cy="561909"/>
          </a:xfrm>
          <a:prstGeom prst="roundRect">
            <a:avLst>
              <a:gd name="adj" fmla="val 50000"/>
            </a:avLst>
          </a:prstGeom>
          <a:solidFill>
            <a:srgbClr val="4B6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3347CF40-13D6-46D7-70F3-AA3EA6DE35C6}"/>
              </a:ext>
            </a:extLst>
          </p:cNvPr>
          <p:cNvSpPr/>
          <p:nvPr/>
        </p:nvSpPr>
        <p:spPr>
          <a:xfrm>
            <a:off x="1066767" y="999960"/>
            <a:ext cx="1841803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 Shift</a:t>
            </a:r>
            <a:endParaRPr lang="en-US" sz="195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A648FBC-65E6-1C83-4AF6-A209C415C2C1}"/>
              </a:ext>
            </a:extLst>
          </p:cNvPr>
          <p:cNvSpPr/>
          <p:nvPr/>
        </p:nvSpPr>
        <p:spPr>
          <a:xfrm>
            <a:off x="1066767" y="1718965"/>
            <a:ext cx="14824542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127"/>
              </a:lnSpc>
              <a:buNone/>
            </a:pPr>
            <a:r>
              <a:rPr lang="en-US" sz="525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industry is shifting towards tools like </a:t>
            </a:r>
            <a:r>
              <a:rPr lang="en-US" sz="5250" dirty="0">
                <a:solidFill>
                  <a:srgbClr val="7A8BFF"/>
                </a:solidFill>
                <a:latin typeface="Marcellus" pitchFamily="34" charset="0"/>
              </a:rPr>
              <a:t>Genie</a:t>
            </a:r>
            <a:endParaRPr lang="en-US" sz="525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12CBE33-1D42-6E07-09C1-9EE61BFDF705}"/>
              </a:ext>
            </a:extLst>
          </p:cNvPr>
          <p:cNvSpPr/>
          <p:nvPr/>
        </p:nvSpPr>
        <p:spPr>
          <a:xfrm>
            <a:off x="1028667" y="2567041"/>
            <a:ext cx="16806946" cy="64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71"/>
              </a:lnSpc>
              <a:buNone/>
            </a:pPr>
            <a:r>
              <a:rPr lang="en-US" sz="2250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the Gartner Magic Quadrants for Analytics and Business Intelligence 2026. </a:t>
            </a:r>
            <a:endParaRPr lang="en-US" sz="22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CB4ED90-F9A2-C717-01AC-099877A0F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083" y="3405553"/>
            <a:ext cx="5517840" cy="5819706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362CAF0-C71F-1C93-2679-3D88D4B796F4}"/>
              </a:ext>
            </a:extLst>
          </p:cNvPr>
          <p:cNvSpPr/>
          <p:nvPr/>
        </p:nvSpPr>
        <p:spPr>
          <a:xfrm>
            <a:off x="5049882" y="6343626"/>
            <a:ext cx="808521" cy="30801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AFDAF00B-7A99-ED55-AB6D-0687A502BA56}"/>
              </a:ext>
            </a:extLst>
          </p:cNvPr>
          <p:cNvSpPr/>
          <p:nvPr/>
        </p:nvSpPr>
        <p:spPr>
          <a:xfrm>
            <a:off x="7261793" y="3405553"/>
            <a:ext cx="10173268" cy="5819706"/>
          </a:xfrm>
          <a:prstGeom prst="roundRect">
            <a:avLst>
              <a:gd name="adj" fmla="val 4715"/>
            </a:avLst>
          </a:prstGeom>
          <a:solidFill>
            <a:srgbClr val="212D5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57F72FBF-EBF2-3869-2937-847821A325E8}"/>
              </a:ext>
            </a:extLst>
          </p:cNvPr>
          <p:cNvSpPr/>
          <p:nvPr/>
        </p:nvSpPr>
        <p:spPr>
          <a:xfrm>
            <a:off x="7677692" y="3709620"/>
            <a:ext cx="9502820" cy="366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kern="0" spc="207" dirty="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725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1E855FA7-7936-F540-0EC6-A4E3A183AB4F}"/>
              </a:ext>
            </a:extLst>
          </p:cNvPr>
          <p:cNvSpPr/>
          <p:nvPr/>
        </p:nvSpPr>
        <p:spPr>
          <a:xfrm>
            <a:off x="7677691" y="5940594"/>
            <a:ext cx="93600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319121DF-B3B3-DF0A-06A4-1DA05771BB64}"/>
              </a:ext>
            </a:extLst>
          </p:cNvPr>
          <p:cNvSpPr/>
          <p:nvPr/>
        </p:nvSpPr>
        <p:spPr>
          <a:xfrm>
            <a:off x="7677692" y="4247717"/>
            <a:ext cx="950282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vision axis is shifting right</a:t>
            </a:r>
            <a:endParaRPr lang="en-US" sz="2025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BB6C73E8-BDA2-EA25-2B59-B2B0FE26A3F3}"/>
              </a:ext>
            </a:extLst>
          </p:cNvPr>
          <p:cNvSpPr/>
          <p:nvPr/>
        </p:nvSpPr>
        <p:spPr>
          <a:xfrm>
            <a:off x="7677692" y="4690398"/>
            <a:ext cx="9410245" cy="1075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379"/>
              </a:lnSpc>
            </a:pPr>
            <a:r>
              <a:rPr lang="en-US" sz="1875" dirty="0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to last year, the typical leaders have all seen their position move left despite all of them improving as products. The vision axis is being pushed right by a new wave of analytics tooling, spearheaded by Databricks Genie </a:t>
            </a:r>
            <a:endParaRPr lang="en-US" sz="1875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C3B74E97-49B5-3274-C393-78B358E64A8D}"/>
              </a:ext>
            </a:extLst>
          </p:cNvPr>
          <p:cNvSpPr/>
          <p:nvPr/>
        </p:nvSpPr>
        <p:spPr>
          <a:xfrm>
            <a:off x="7677691" y="7517336"/>
            <a:ext cx="9360000" cy="10583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61C2EB14-EFDA-791C-3CA9-B72675003521}"/>
              </a:ext>
            </a:extLst>
          </p:cNvPr>
          <p:cNvSpPr/>
          <p:nvPr/>
        </p:nvSpPr>
        <p:spPr>
          <a:xfrm>
            <a:off x="7677692" y="6141678"/>
            <a:ext cx="950282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906"/>
              </a:lnSpc>
            </a:pPr>
            <a:r>
              <a:rPr lang="en-US" sz="20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strongest ever debut</a:t>
            </a:r>
            <a:endParaRPr lang="en-US" sz="2025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6AE3BAA4-7DEE-6B9F-72E1-36DC8A759BBB}"/>
              </a:ext>
            </a:extLst>
          </p:cNvPr>
          <p:cNvSpPr/>
          <p:nvPr/>
        </p:nvSpPr>
        <p:spPr>
          <a:xfrm>
            <a:off x="7677692" y="6584359"/>
            <a:ext cx="9410245" cy="81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379"/>
              </a:lnSpc>
            </a:pPr>
            <a:r>
              <a:rPr lang="en-US" sz="1875" dirty="0">
                <a:solidFill>
                  <a:srgbClr val="D7DA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made the strongest ever debut – one of only two ever to land outside the Niche Players. This is mostly driven by the vision of Genie</a:t>
            </a:r>
            <a:endParaRPr lang="en-US" sz="1875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AD1B4E74-07FB-AD23-4120-F3B5F16DC5CF}"/>
              </a:ext>
            </a:extLst>
          </p:cNvPr>
          <p:cNvSpPr/>
          <p:nvPr/>
        </p:nvSpPr>
        <p:spPr>
          <a:xfrm>
            <a:off x="7677692" y="7718419"/>
            <a:ext cx="9502820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06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to kick on</a:t>
            </a:r>
            <a:endParaRPr lang="en-US" sz="2025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EF9B3258-F4DD-6E2E-2275-405243FE1707}"/>
              </a:ext>
            </a:extLst>
          </p:cNvPr>
          <p:cNvSpPr/>
          <p:nvPr/>
        </p:nvSpPr>
        <p:spPr>
          <a:xfrm>
            <a:off x="7677692" y="8161101"/>
            <a:ext cx="9410245" cy="79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379"/>
              </a:lnSpc>
            </a:pPr>
            <a:r>
              <a:rPr lang="en-US" sz="1875" dirty="0">
                <a:solidFill>
                  <a:srgbClr val="D7DAE4"/>
                </a:solidFill>
                <a:latin typeface="DM Sans" pitchFamily="34" charset="0"/>
              </a:rPr>
              <a:t>Most of the exciting Genie announcements that power this vision, such as Ontology, aren’t GA yet. When they are, expect Databricks’ ability to execute to rise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414789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troducing-genie-one-genie-ontology-and-genie-blog-img-61-ezgif.com-gif-to-mp4-converter">
            <a:hlinkClick r:id="" action="ppaction://media"/>
            <a:extLst>
              <a:ext uri="{FF2B5EF4-FFF2-40B4-BE49-F238E27FC236}">
                <a16:creationId xmlns:a16="http://schemas.microsoft.com/office/drawing/2014/main" id="{EEBFB01A-6498-F2A7-86EA-3EDB158044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1450" y="412918"/>
            <a:ext cx="17705100" cy="94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4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4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4C65F-CA04-25F6-2CDF-0920DF12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52" y="2614543"/>
            <a:ext cx="10953347" cy="6949566"/>
          </a:xfrm>
          <a:prstGeom prst="rect">
            <a:avLst/>
          </a:prstGeom>
        </p:spPr>
      </p:pic>
      <p:sp>
        <p:nvSpPr>
          <p:cNvPr id="4" name="Text 20">
            <a:extLst>
              <a:ext uri="{FF2B5EF4-FFF2-40B4-BE49-F238E27FC236}">
                <a16:creationId xmlns:a16="http://schemas.microsoft.com/office/drawing/2014/main" id="{95EC1192-9988-121B-75C6-FB8BADF20A87}"/>
              </a:ext>
            </a:extLst>
          </p:cNvPr>
          <p:cNvSpPr/>
          <p:nvPr/>
        </p:nvSpPr>
        <p:spPr>
          <a:xfrm>
            <a:off x="651752" y="2990883"/>
            <a:ext cx="5107022" cy="6838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>
              <a:lnSpc>
                <a:spcPct val="11130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CC2D6"/>
                </a:solidFill>
                <a:latin typeface="DM Sans" pitchFamily="2" charset="0"/>
              </a:rPr>
              <a:t>Ontology scans all the entities within your Databricks estate as well as any connected apps (such as Teams, Slack, Google Drive, </a:t>
            </a:r>
            <a:r>
              <a:rPr lang="en-US" sz="2400" dirty="0" err="1">
                <a:solidFill>
                  <a:srgbClr val="BCC2D6"/>
                </a:solidFill>
                <a:latin typeface="DM Sans" pitchFamily="2" charset="0"/>
              </a:rPr>
              <a:t>Sharepoint</a:t>
            </a:r>
            <a:r>
              <a:rPr lang="en-US" sz="2400" dirty="0">
                <a:solidFill>
                  <a:srgbClr val="BCC2D6"/>
                </a:solidFill>
                <a:latin typeface="DM Sans" pitchFamily="2" charset="0"/>
              </a:rPr>
              <a:t>, etc.)</a:t>
            </a:r>
          </a:p>
          <a:p>
            <a:pPr>
              <a:lnSpc>
                <a:spcPct val="111309"/>
              </a:lnSpc>
            </a:pPr>
            <a:endParaRPr lang="en-US" sz="2400" dirty="0">
              <a:solidFill>
                <a:srgbClr val="BCC2D6"/>
              </a:solidFill>
              <a:latin typeface="DM Sans" pitchFamily="2" charset="0"/>
            </a:endParaRPr>
          </a:p>
          <a:p>
            <a:pPr marL="342900" indent="-342900">
              <a:lnSpc>
                <a:spcPct val="11130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CC2D6"/>
                </a:solidFill>
                <a:latin typeface="DM Sans" pitchFamily="2" charset="0"/>
              </a:rPr>
              <a:t>From this it creates a Knowledge Graph of your domains, business terms, metric definitions, </a:t>
            </a:r>
            <a:r>
              <a:rPr lang="en-US" sz="2400" dirty="0" err="1">
                <a:solidFill>
                  <a:srgbClr val="BCC2D6"/>
                </a:solidFill>
                <a:latin typeface="DM Sans" pitchFamily="2" charset="0"/>
              </a:rPr>
              <a:t>etc</a:t>
            </a:r>
            <a:r>
              <a:rPr lang="en-US" sz="2400" dirty="0">
                <a:solidFill>
                  <a:srgbClr val="BCC2D6"/>
                </a:solidFill>
                <a:latin typeface="DM Sans" pitchFamily="2" charset="0"/>
              </a:rPr>
              <a:t> &amp; all the relationships between them</a:t>
            </a:r>
          </a:p>
          <a:p>
            <a:pPr marL="342900" indent="-342900">
              <a:lnSpc>
                <a:spcPct val="111309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BCC2D6"/>
              </a:solidFill>
              <a:latin typeface="DM Sans" pitchFamily="2" charset="0"/>
            </a:endParaRPr>
          </a:p>
          <a:p>
            <a:pPr marL="342900" indent="-342900">
              <a:lnSpc>
                <a:spcPct val="11130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CC2D6"/>
                </a:solidFill>
                <a:latin typeface="DM Sans" pitchFamily="2" charset="0"/>
              </a:rPr>
              <a:t>This then enables Genie to answer questions with context of your business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5649A-379E-6115-18D5-4FAFAB284EBB}"/>
              </a:ext>
            </a:extLst>
          </p:cNvPr>
          <p:cNvSpPr txBox="1"/>
          <p:nvPr/>
        </p:nvSpPr>
        <p:spPr>
          <a:xfrm>
            <a:off x="651752" y="735665"/>
            <a:ext cx="133949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Marcellus" panose="020E0602050203020307" pitchFamily="34" charset="0"/>
              </a:rPr>
              <a:t>Genie Ontology might know more about your business than you do</a:t>
            </a:r>
          </a:p>
        </p:txBody>
      </p:sp>
    </p:spTree>
    <p:extLst>
      <p:ext uri="{BB962C8B-B14F-4D97-AF65-F5344CB8AC3E}">
        <p14:creationId xmlns:p14="http://schemas.microsoft.com/office/powerpoint/2010/main" val="158176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A1FAAF-FF50-49E6-B026-F92A18743B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89600"/>
              </a:lnSpc>
              <a:buNone/>
            </a:pPr>
            <a:r>
              <a:rPr lang="en-GB" sz="7200" kern="0" spc="-78" dirty="0">
                <a:solidFill>
                  <a:srgbClr val="FFFFFF"/>
                </a:solidFill>
                <a:latin typeface="Marcellus" pitchFamily="34" charset="0"/>
              </a:rPr>
              <a:t>Genie Ontology makes </a:t>
            </a:r>
            <a:r>
              <a:rPr lang="en-GB" sz="7200" kern="0" spc="-78" dirty="0">
                <a:solidFill>
                  <a:srgbClr val="7A8BFF"/>
                </a:solidFill>
                <a:latin typeface="Marcellus" pitchFamily="34" charset="0"/>
              </a:rPr>
              <a:t>Governance</a:t>
            </a:r>
            <a:r>
              <a:rPr lang="en-GB" sz="7200" kern="0" spc="-78" dirty="0">
                <a:solidFill>
                  <a:srgbClr val="FFFFFF"/>
                </a:solidFill>
                <a:latin typeface="Marcellus" pitchFamily="34" charset="0"/>
              </a:rPr>
              <a:t> more important than ever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47EF70-8D40-1BAB-53AE-CFE8FB4F68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305017" y="6165619"/>
            <a:ext cx="12957681" cy="438117"/>
          </a:xfrm>
        </p:spPr>
        <p:txBody>
          <a:bodyPr>
            <a:normAutofit/>
          </a:bodyPr>
          <a:lstStyle/>
          <a:p>
            <a:r>
              <a:rPr lang="en-GB" dirty="0"/>
              <a:t>A well-governed Databricks estate, will help Genie produce better answers</a:t>
            </a:r>
          </a:p>
        </p:txBody>
      </p:sp>
    </p:spTree>
    <p:extLst>
      <p:ext uri="{BB962C8B-B14F-4D97-AF65-F5344CB8AC3E}">
        <p14:creationId xmlns:p14="http://schemas.microsoft.com/office/powerpoint/2010/main" val="83417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676489-879F-B885-E6B1-859F65E771E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ctr">
            <a:noAutofit/>
          </a:bodyPr>
          <a:lstStyle/>
          <a:p>
            <a:r>
              <a:rPr lang="en-GB" sz="6600" dirty="0"/>
              <a:t>The challenges our clients face with Genie are mostly </a:t>
            </a:r>
            <a:r>
              <a:rPr lang="en-GB" sz="6600" dirty="0">
                <a:solidFill>
                  <a:srgbClr val="D6534C"/>
                </a:solidFill>
              </a:rPr>
              <a:t>People</a:t>
            </a:r>
            <a:r>
              <a:rPr lang="en-GB" sz="6600" dirty="0"/>
              <a:t> and </a:t>
            </a:r>
            <a:r>
              <a:rPr lang="en-GB" sz="6600" dirty="0">
                <a:solidFill>
                  <a:srgbClr val="D6534C"/>
                </a:solidFill>
              </a:rPr>
              <a:t>Process</a:t>
            </a:r>
            <a:r>
              <a:rPr lang="en-GB" sz="6600" dirty="0"/>
              <a:t> related</a:t>
            </a:r>
            <a:endParaRPr lang="en-GB" sz="6600" dirty="0">
              <a:solidFill>
                <a:srgbClr val="D6534C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65D79E-F548-9C51-915B-548BCD56F46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524000" y="6235430"/>
            <a:ext cx="12899877" cy="1332689"/>
          </a:xfrm>
        </p:spPr>
        <p:txBody>
          <a:bodyPr>
            <a:normAutofit/>
          </a:bodyPr>
          <a:lstStyle/>
          <a:p>
            <a:r>
              <a:rPr lang="en-GB" dirty="0"/>
              <a:t>The technology is already more capable than their people and processes can currently handle. What they are lacking is the Governance strategy sitting behind Genie to make it successful</a:t>
            </a:r>
          </a:p>
        </p:txBody>
      </p:sp>
    </p:spTree>
    <p:extLst>
      <p:ext uri="{BB962C8B-B14F-4D97-AF65-F5344CB8AC3E}">
        <p14:creationId xmlns:p14="http://schemas.microsoft.com/office/powerpoint/2010/main" val="271366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FA8F7533-2AA1-EEE6-D6F0-E3242E5E00EE}"/>
              </a:ext>
            </a:extLst>
          </p:cNvPr>
          <p:cNvSpPr/>
          <p:nvPr/>
        </p:nvSpPr>
        <p:spPr>
          <a:xfrm>
            <a:off x="1524000" y="3385013"/>
            <a:ext cx="685767" cy="31750"/>
          </a:xfrm>
          <a:prstGeom prst="rect">
            <a:avLst/>
          </a:prstGeom>
          <a:solidFill>
            <a:srgbClr val="4FD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C79A25C-2FE9-F1B9-6521-A0A6CA32D424}"/>
              </a:ext>
            </a:extLst>
          </p:cNvPr>
          <p:cNvSpPr/>
          <p:nvPr/>
        </p:nvSpPr>
        <p:spPr>
          <a:xfrm>
            <a:off x="1524000" y="3835797"/>
            <a:ext cx="15628048" cy="2256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GB" sz="7800" kern="0" spc="-78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If your users don’t </a:t>
            </a:r>
            <a:r>
              <a:rPr lang="en-GB" sz="7800" kern="0" spc="-78" dirty="0">
                <a:solidFill>
                  <a:srgbClr val="4FD08A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 Genie,</a:t>
            </a:r>
            <a:r>
              <a:rPr lang="en-GB" sz="7800" kern="0" spc="-78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</a:p>
          <a:p>
            <a:pPr marL="0" indent="0" algn="l">
              <a:lnSpc>
                <a:spcPct val="89600"/>
              </a:lnSpc>
              <a:buNone/>
            </a:pPr>
            <a:r>
              <a:rPr lang="en-GB" sz="7800" kern="0" spc="-78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then they won’t use it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BB53E1D-E901-8CBB-7767-4FD50C145B4D}"/>
              </a:ext>
            </a:extLst>
          </p:cNvPr>
          <p:cNvSpPr/>
          <p:nvPr/>
        </p:nvSpPr>
        <p:spPr>
          <a:xfrm>
            <a:off x="1524000" y="6473362"/>
            <a:ext cx="12899877" cy="1269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GB" sz="2250" dirty="0">
                <a:solidFill>
                  <a:srgbClr val="B6BB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best way to set yourself up for success with Genie is to define your governance strategy upfront. A clear approach to governance, will help you win trust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413980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1">
            <a:extLst>
              <a:ext uri="{FF2B5EF4-FFF2-40B4-BE49-F238E27FC236}">
                <a16:creationId xmlns:a16="http://schemas.microsoft.com/office/drawing/2014/main" id="{422DA77D-9529-9655-C98D-5CB72A00C515}"/>
              </a:ext>
            </a:extLst>
          </p:cNvPr>
          <p:cNvSpPr/>
          <p:nvPr/>
        </p:nvSpPr>
        <p:spPr>
          <a:xfrm>
            <a:off x="-280956" y="914301"/>
            <a:ext cx="3033883" cy="561909"/>
          </a:xfrm>
          <a:prstGeom prst="roundRect">
            <a:avLst>
              <a:gd name="adj" fmla="val 50000"/>
            </a:avLst>
          </a:prstGeom>
          <a:solidFill>
            <a:srgbClr val="3CAB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2">
            <a:extLst>
              <a:ext uri="{FF2B5EF4-FFF2-40B4-BE49-F238E27FC236}">
                <a16:creationId xmlns:a16="http://schemas.microsoft.com/office/drawing/2014/main" id="{26EDB973-A921-7156-C677-BFBA5036DD8C}"/>
              </a:ext>
            </a:extLst>
          </p:cNvPr>
          <p:cNvSpPr/>
          <p:nvPr/>
        </p:nvSpPr>
        <p:spPr>
          <a:xfrm>
            <a:off x="1066767" y="999960"/>
            <a:ext cx="1754254" cy="4096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</a:t>
            </a:r>
            <a:endParaRPr lang="en-US" sz="195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8D5B9FA9-FC90-8E3C-6AD5-F1E72FFBCB06}"/>
              </a:ext>
            </a:extLst>
          </p:cNvPr>
          <p:cNvSpPr/>
          <p:nvPr/>
        </p:nvSpPr>
        <p:spPr>
          <a:xfrm>
            <a:off x="1066767" y="1742777"/>
            <a:ext cx="16116368" cy="1791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9571"/>
              </a:lnSpc>
            </a:pPr>
            <a:r>
              <a:rPr lang="en-GB" sz="4800" dirty="0">
                <a:solidFill>
                  <a:schemeClr val="bg1"/>
                </a:solidFill>
                <a:latin typeface="Marcellus" panose="020E0602050203020307" pitchFamily="34" charset="0"/>
                <a:ea typeface="DM Sans" pitchFamily="34" charset="-122"/>
                <a:cs typeface="DM Sans" pitchFamily="34" charset="-120"/>
              </a:rPr>
              <a:t>Organisations that can </a:t>
            </a:r>
            <a:r>
              <a:rPr lang="en-GB" sz="4800" dirty="0">
                <a:solidFill>
                  <a:srgbClr val="4FD08A"/>
                </a:solidFill>
                <a:latin typeface="Marcellus" panose="020E0602050203020307" pitchFamily="34" charset="0"/>
                <a:ea typeface="DM Sans" pitchFamily="34" charset="-122"/>
                <a:cs typeface="DM Sans" pitchFamily="34" charset="-120"/>
              </a:rPr>
              <a:t>answer these questions</a:t>
            </a:r>
            <a:r>
              <a:rPr lang="en-GB" sz="4800" dirty="0">
                <a:solidFill>
                  <a:schemeClr val="bg1"/>
                </a:solidFill>
                <a:latin typeface="Marcellus" panose="020E0602050203020307" pitchFamily="34" charset="0"/>
                <a:ea typeface="DM Sans" pitchFamily="34" charset="-122"/>
                <a:cs typeface="DM Sans" pitchFamily="34" charset="-120"/>
              </a:rPr>
              <a:t>, are the ones that are going to </a:t>
            </a:r>
            <a:r>
              <a:rPr lang="en-GB" sz="4800" dirty="0">
                <a:solidFill>
                  <a:srgbClr val="4FD08A"/>
                </a:solidFill>
                <a:latin typeface="Marcellus" panose="020E0602050203020307" pitchFamily="34" charset="0"/>
                <a:ea typeface="DM Sans" pitchFamily="34" charset="-122"/>
                <a:cs typeface="DM Sans" pitchFamily="34" charset="-120"/>
              </a:rPr>
              <a:t>get success out of Genie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5C8A9F-612D-F88D-C194-1D1174072D76}"/>
              </a:ext>
            </a:extLst>
          </p:cNvPr>
          <p:cNvGrpSpPr/>
          <p:nvPr/>
        </p:nvGrpSpPr>
        <p:grpSpPr>
          <a:xfrm>
            <a:off x="6565801" y="4660882"/>
            <a:ext cx="5263075" cy="3069001"/>
            <a:chOff x="6565801" y="4347498"/>
            <a:chExt cx="5263075" cy="3069001"/>
          </a:xfrm>
        </p:grpSpPr>
        <p:sp>
          <p:nvSpPr>
            <p:cNvPr id="125" name="Shape 10">
              <a:extLst>
                <a:ext uri="{FF2B5EF4-FFF2-40B4-BE49-F238E27FC236}">
                  <a16:creationId xmlns:a16="http://schemas.microsoft.com/office/drawing/2014/main" id="{D52475F2-A187-36BA-58E1-46FC9F6E687D}"/>
                </a:ext>
              </a:extLst>
            </p:cNvPr>
            <p:cNvSpPr/>
            <p:nvPr/>
          </p:nvSpPr>
          <p:spPr>
            <a:xfrm>
              <a:off x="6565801" y="4347498"/>
              <a:ext cx="5156234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7A8BFF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Text 13">
              <a:extLst>
                <a:ext uri="{FF2B5EF4-FFF2-40B4-BE49-F238E27FC236}">
                  <a16:creationId xmlns:a16="http://schemas.microsoft.com/office/drawing/2014/main" id="{1718872F-1CC3-6634-500A-03953C4977B0}"/>
                </a:ext>
              </a:extLst>
            </p:cNvPr>
            <p:cNvSpPr/>
            <p:nvPr/>
          </p:nvSpPr>
          <p:spPr>
            <a:xfrm>
              <a:off x="6976302" y="5701947"/>
              <a:ext cx="4543774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>
                <a:lnSpc>
                  <a:spcPct val="114545"/>
                </a:lnSpc>
              </a:pPr>
              <a:r>
                <a:rPr lang="en-US" sz="2000" dirty="0">
                  <a:solidFill>
                    <a:srgbClr val="C6CCE0"/>
                  </a:solidFill>
                  <a:latin typeface="DM Sans" pitchFamily="34" charset="0"/>
                </a:rPr>
                <a:t>Who is taking responsibility for ensuring the accuracy of Genie within the context of your business?</a:t>
              </a:r>
              <a:endParaRPr lang="en-US" sz="2000" dirty="0"/>
            </a:p>
          </p:txBody>
        </p:sp>
        <p:pic>
          <p:nvPicPr>
            <p:cNvPr id="146" name="Image 3" descr="preencoded.png">
              <a:extLst>
                <a:ext uri="{FF2B5EF4-FFF2-40B4-BE49-F238E27FC236}">
                  <a16:creationId xmlns:a16="http://schemas.microsoft.com/office/drawing/2014/main" id="{6B9C8D8D-0904-1560-80A3-7CEAC641ED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76302" y="4458571"/>
              <a:ext cx="704784" cy="666750"/>
            </a:xfrm>
            <a:prstGeom prst="rect">
              <a:avLst/>
            </a:prstGeom>
          </p:spPr>
        </p:pic>
        <p:sp>
          <p:nvSpPr>
            <p:cNvPr id="148" name="Text 11">
              <a:extLst>
                <a:ext uri="{FF2B5EF4-FFF2-40B4-BE49-F238E27FC236}">
                  <a16:creationId xmlns:a16="http://schemas.microsoft.com/office/drawing/2014/main" id="{6B230933-7BBB-0C8B-EAB5-99E69C6A655D}"/>
                </a:ext>
              </a:extLst>
            </p:cNvPr>
            <p:cNvSpPr/>
            <p:nvPr/>
          </p:nvSpPr>
          <p:spPr>
            <a:xfrm>
              <a:off x="6938202" y="4458571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3684"/>
                </a:lnSpc>
                <a:buNone/>
              </a:pPr>
              <a:r>
                <a:rPr lang="en-US" sz="2400" b="1" dirty="0">
                  <a:solidFill>
                    <a:srgbClr val="7A8B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150" name="Text 12">
              <a:extLst>
                <a:ext uri="{FF2B5EF4-FFF2-40B4-BE49-F238E27FC236}">
                  <a16:creationId xmlns:a16="http://schemas.microsoft.com/office/drawing/2014/main" id="{41C15368-2086-72A1-5BBD-271C193E055B}"/>
                </a:ext>
              </a:extLst>
            </p:cNvPr>
            <p:cNvSpPr/>
            <p:nvPr/>
          </p:nvSpPr>
          <p:spPr>
            <a:xfrm>
              <a:off x="6976302" y="5296638"/>
              <a:ext cx="4852574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US" sz="2325" b="1" dirty="0">
                  <a:solidFill>
                    <a:srgbClr val="7A8BF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Responsibility</a:t>
              </a:r>
              <a:endParaRPr lang="en-US" sz="2325" dirty="0"/>
            </a:p>
          </p:txBody>
        </p:sp>
        <p:sp>
          <p:nvSpPr>
            <p:cNvPr id="105" name="Text 11">
              <a:extLst>
                <a:ext uri="{FF2B5EF4-FFF2-40B4-BE49-F238E27FC236}">
                  <a16:creationId xmlns:a16="http://schemas.microsoft.com/office/drawing/2014/main" id="{DADE3EA2-AB02-3BE1-18EE-09C8392D2CA5}"/>
                </a:ext>
              </a:extLst>
            </p:cNvPr>
            <p:cNvSpPr/>
            <p:nvPr/>
          </p:nvSpPr>
          <p:spPr>
            <a:xfrm>
              <a:off x="6907544" y="5657933"/>
              <a:ext cx="4543774" cy="150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4545"/>
                </a:lnSpc>
                <a:buNone/>
              </a:pPr>
              <a:endParaRPr lang="en-US" sz="203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07291-0D01-DE70-698B-CB07746D0A2E}"/>
              </a:ext>
            </a:extLst>
          </p:cNvPr>
          <p:cNvGrpSpPr/>
          <p:nvPr/>
        </p:nvGrpSpPr>
        <p:grpSpPr>
          <a:xfrm>
            <a:off x="12064836" y="4660882"/>
            <a:ext cx="5263256" cy="3069001"/>
            <a:chOff x="12064836" y="4347498"/>
            <a:chExt cx="5263256" cy="3069001"/>
          </a:xfrm>
        </p:grpSpPr>
        <p:sp>
          <p:nvSpPr>
            <p:cNvPr id="127" name="Shape 14">
              <a:extLst>
                <a:ext uri="{FF2B5EF4-FFF2-40B4-BE49-F238E27FC236}">
                  <a16:creationId xmlns:a16="http://schemas.microsoft.com/office/drawing/2014/main" id="{040DB3BB-A840-E6E2-1017-60AF9330B71A}"/>
                </a:ext>
              </a:extLst>
            </p:cNvPr>
            <p:cNvSpPr/>
            <p:nvPr/>
          </p:nvSpPr>
          <p:spPr>
            <a:xfrm>
              <a:off x="12064836" y="4347498"/>
              <a:ext cx="5156399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4FD08A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Text 17">
              <a:extLst>
                <a:ext uri="{FF2B5EF4-FFF2-40B4-BE49-F238E27FC236}">
                  <a16:creationId xmlns:a16="http://schemas.microsoft.com/office/drawing/2014/main" id="{F7BE8C45-16AA-A84F-908C-FC0E6297FAFF}"/>
                </a:ext>
              </a:extLst>
            </p:cNvPr>
            <p:cNvSpPr/>
            <p:nvPr/>
          </p:nvSpPr>
          <p:spPr>
            <a:xfrm>
              <a:off x="12475336" y="5701947"/>
              <a:ext cx="4543945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>
                <a:lnSpc>
                  <a:spcPct val="114545"/>
                </a:lnSpc>
              </a:pPr>
              <a:r>
                <a:rPr lang="en-US" sz="2000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How are you going to enable users to get the most out of Genie, and </a:t>
              </a:r>
              <a:r>
                <a:rPr lang="en-GB" sz="2000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support them when issues arise?</a:t>
              </a:r>
              <a:endParaRPr lang="en-US" sz="2000" dirty="0"/>
            </a:p>
          </p:txBody>
        </p:sp>
        <p:pic>
          <p:nvPicPr>
            <p:cNvPr id="152" name="Image 4" descr="preencoded.png">
              <a:extLst>
                <a:ext uri="{FF2B5EF4-FFF2-40B4-BE49-F238E27FC236}">
                  <a16:creationId xmlns:a16="http://schemas.microsoft.com/office/drawing/2014/main" id="{3946B8D1-1736-8F93-C4C0-A6B640C62C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475336" y="4458571"/>
              <a:ext cx="704784" cy="666750"/>
            </a:xfrm>
            <a:prstGeom prst="rect">
              <a:avLst/>
            </a:prstGeom>
          </p:spPr>
        </p:pic>
        <p:sp>
          <p:nvSpPr>
            <p:cNvPr id="154" name="Text 15">
              <a:extLst>
                <a:ext uri="{FF2B5EF4-FFF2-40B4-BE49-F238E27FC236}">
                  <a16:creationId xmlns:a16="http://schemas.microsoft.com/office/drawing/2014/main" id="{6759B84A-9F25-0C21-8089-9FFCB0367810}"/>
                </a:ext>
              </a:extLst>
            </p:cNvPr>
            <p:cNvSpPr/>
            <p:nvPr/>
          </p:nvSpPr>
          <p:spPr>
            <a:xfrm>
              <a:off x="12437236" y="4458571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3684"/>
                </a:lnSpc>
                <a:buNone/>
              </a:pPr>
              <a:r>
                <a:rPr lang="en-US" sz="2400" b="1" dirty="0">
                  <a:solidFill>
                    <a:srgbClr val="4FD08A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156" name="Text 16">
              <a:extLst>
                <a:ext uri="{FF2B5EF4-FFF2-40B4-BE49-F238E27FC236}">
                  <a16:creationId xmlns:a16="http://schemas.microsoft.com/office/drawing/2014/main" id="{B5643B1D-B0F4-4630-6917-B564F5293411}"/>
                </a:ext>
              </a:extLst>
            </p:cNvPr>
            <p:cNvSpPr/>
            <p:nvPr/>
          </p:nvSpPr>
          <p:spPr>
            <a:xfrm>
              <a:off x="12475336" y="5296638"/>
              <a:ext cx="4852756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US" sz="2325" b="1" dirty="0">
                  <a:solidFill>
                    <a:srgbClr val="4FD08A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Enablement</a:t>
              </a:r>
              <a:endParaRPr lang="en-US" sz="2325" dirty="0"/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D07D4F37-48B7-4297-A41F-C9B06953E629}"/>
                </a:ext>
              </a:extLst>
            </p:cNvPr>
            <p:cNvSpPr/>
            <p:nvPr/>
          </p:nvSpPr>
          <p:spPr>
            <a:xfrm>
              <a:off x="12406578" y="5657933"/>
              <a:ext cx="4543945" cy="150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4545"/>
                </a:lnSpc>
                <a:buNone/>
              </a:pPr>
              <a:endParaRPr lang="en-US" sz="2030" dirty="0"/>
            </a:p>
          </p:txBody>
        </p:sp>
      </p:grpSp>
      <p:sp>
        <p:nvSpPr>
          <p:cNvPr id="117" name="Text 5">
            <a:extLst>
              <a:ext uri="{FF2B5EF4-FFF2-40B4-BE49-F238E27FC236}">
                <a16:creationId xmlns:a16="http://schemas.microsoft.com/office/drawing/2014/main" id="{00FFD694-2D31-7949-7BFE-F0B5172CA5A0}"/>
              </a:ext>
            </a:extLst>
          </p:cNvPr>
          <p:cNvSpPr/>
          <p:nvPr/>
        </p:nvSpPr>
        <p:spPr>
          <a:xfrm>
            <a:off x="1235985" y="8151584"/>
            <a:ext cx="15179088" cy="122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9571"/>
              </a:lnSpc>
              <a:buNone/>
            </a:pPr>
            <a:endParaRPr lang="en-GB" sz="2800" dirty="0">
              <a:solidFill>
                <a:schemeClr val="bg1"/>
              </a:solidFill>
              <a:latin typeface="Marcellus" panose="020E0602050203020307" pitchFamily="34" charset="0"/>
              <a:ea typeface="DM Sans" pitchFamily="34" charset="-122"/>
              <a:cs typeface="DM Sans" pitchFamily="34" charset="-12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8CD3F7-B423-5B7A-A128-CA63922AB1E1}"/>
              </a:ext>
            </a:extLst>
          </p:cNvPr>
          <p:cNvGrpSpPr/>
          <p:nvPr/>
        </p:nvGrpSpPr>
        <p:grpSpPr>
          <a:xfrm>
            <a:off x="1066767" y="4660882"/>
            <a:ext cx="5263075" cy="3069001"/>
            <a:chOff x="1066767" y="4347498"/>
            <a:chExt cx="5263075" cy="3069001"/>
          </a:xfrm>
        </p:grpSpPr>
        <p:sp>
          <p:nvSpPr>
            <p:cNvPr id="123" name="Shape 6">
              <a:extLst>
                <a:ext uri="{FF2B5EF4-FFF2-40B4-BE49-F238E27FC236}">
                  <a16:creationId xmlns:a16="http://schemas.microsoft.com/office/drawing/2014/main" id="{270CAB01-1F4A-2C2F-85AA-381FFB7BD593}"/>
                </a:ext>
              </a:extLst>
            </p:cNvPr>
            <p:cNvSpPr/>
            <p:nvPr/>
          </p:nvSpPr>
          <p:spPr>
            <a:xfrm>
              <a:off x="1066767" y="4347498"/>
              <a:ext cx="5156234" cy="3069001"/>
            </a:xfrm>
            <a:prstGeom prst="roundRect">
              <a:avLst>
                <a:gd name="adj" fmla="val 6828"/>
              </a:avLst>
            </a:prstGeom>
            <a:solidFill>
              <a:srgbClr val="FFFFFF">
                <a:alpha val="5000"/>
              </a:srgbClr>
            </a:solidFill>
            <a:ln w="10583">
              <a:solidFill>
                <a:srgbClr val="E06058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Text 9">
              <a:extLst>
                <a:ext uri="{FF2B5EF4-FFF2-40B4-BE49-F238E27FC236}">
                  <a16:creationId xmlns:a16="http://schemas.microsoft.com/office/drawing/2014/main" id="{1BD8CD00-8A06-A4C7-1A1E-F2F37F88C630}"/>
                </a:ext>
              </a:extLst>
            </p:cNvPr>
            <p:cNvSpPr/>
            <p:nvPr/>
          </p:nvSpPr>
          <p:spPr>
            <a:xfrm>
              <a:off x="1477268" y="5701947"/>
              <a:ext cx="4543774" cy="119499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>
                <a:lnSpc>
                  <a:spcPct val="114545"/>
                </a:lnSpc>
              </a:pPr>
              <a:r>
                <a:rPr lang="en-US" sz="2000" dirty="0">
                  <a:solidFill>
                    <a:srgbClr val="C6CCE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Who owns Genie and is willing to take accountability for both it’s success and failures within your organization?</a:t>
              </a:r>
              <a:endParaRPr lang="en-US" sz="2000" dirty="0"/>
            </a:p>
          </p:txBody>
        </p:sp>
        <p:pic>
          <p:nvPicPr>
            <p:cNvPr id="140" name="Image 2" descr="preencoded.png">
              <a:extLst>
                <a:ext uri="{FF2B5EF4-FFF2-40B4-BE49-F238E27FC236}">
                  <a16:creationId xmlns:a16="http://schemas.microsoft.com/office/drawing/2014/main" id="{B684082E-68B5-0A6C-0B8D-B2D689CE71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77268" y="4458571"/>
              <a:ext cx="704784" cy="666750"/>
            </a:xfrm>
            <a:prstGeom prst="rect">
              <a:avLst/>
            </a:prstGeom>
          </p:spPr>
        </p:pic>
        <p:sp>
          <p:nvSpPr>
            <p:cNvPr id="142" name="Text 7">
              <a:extLst>
                <a:ext uri="{FF2B5EF4-FFF2-40B4-BE49-F238E27FC236}">
                  <a16:creationId xmlns:a16="http://schemas.microsoft.com/office/drawing/2014/main" id="{44AC518D-4B6E-4826-6DB6-5CFF427EDADF}"/>
                </a:ext>
              </a:extLst>
            </p:cNvPr>
            <p:cNvSpPr/>
            <p:nvPr/>
          </p:nvSpPr>
          <p:spPr>
            <a:xfrm>
              <a:off x="1439168" y="4458571"/>
              <a:ext cx="780984" cy="704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lnSpc>
                  <a:spcPct val="117692"/>
                </a:lnSpc>
                <a:buNone/>
              </a:pPr>
              <a:r>
                <a:rPr lang="en-US" sz="2550" b="1" dirty="0">
                  <a:solidFill>
                    <a:srgbClr val="E06058"/>
                  </a:solidFill>
                  <a:latin typeface="DM Sans" pitchFamily="34" charset="0"/>
                </a:rPr>
                <a:t>1</a:t>
              </a:r>
              <a:endParaRPr lang="en-US" sz="2550" dirty="0"/>
            </a:p>
          </p:txBody>
        </p:sp>
        <p:sp>
          <p:nvSpPr>
            <p:cNvPr id="144" name="Text 8">
              <a:extLst>
                <a:ext uri="{FF2B5EF4-FFF2-40B4-BE49-F238E27FC236}">
                  <a16:creationId xmlns:a16="http://schemas.microsoft.com/office/drawing/2014/main" id="{83783B3D-67EA-8661-FB3B-D1F3D585C469}"/>
                </a:ext>
              </a:extLst>
            </p:cNvPr>
            <p:cNvSpPr/>
            <p:nvPr/>
          </p:nvSpPr>
          <p:spPr>
            <a:xfrm>
              <a:off x="1477268" y="5296638"/>
              <a:ext cx="4852574" cy="34815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3700"/>
                </a:lnSpc>
                <a:buNone/>
              </a:pPr>
              <a:r>
                <a:rPr lang="en-US" sz="2325" b="1" dirty="0">
                  <a:solidFill>
                    <a:srgbClr val="E06058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Accountability</a:t>
              </a:r>
              <a:endParaRPr lang="en-US" sz="2325" dirty="0"/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893C4D04-54D1-A86D-5145-7CD8566117DD}"/>
                </a:ext>
              </a:extLst>
            </p:cNvPr>
            <p:cNvSpPr/>
            <p:nvPr/>
          </p:nvSpPr>
          <p:spPr>
            <a:xfrm>
              <a:off x="1408510" y="5657933"/>
              <a:ext cx="4543774" cy="150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14545"/>
                </a:lnSpc>
                <a:buNone/>
              </a:pPr>
              <a:endParaRPr lang="en-US" sz="2030" dirty="0"/>
            </a:p>
          </p:txBody>
        </p:sp>
        <p:pic>
          <p:nvPicPr>
            <p:cNvPr id="136" name="Image 2" descr="preencoded.png">
              <a:extLst>
                <a:ext uri="{FF2B5EF4-FFF2-40B4-BE49-F238E27FC236}">
                  <a16:creationId xmlns:a16="http://schemas.microsoft.com/office/drawing/2014/main" id="{8893B269-D67A-1CD7-DEE6-D3094DE229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77268" y="4458571"/>
              <a:ext cx="704784" cy="66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98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AA2923">
                  <a:alpha val="26000"/>
                </a:srgbClr>
              </a:gs>
              <a:gs pos="55000">
                <a:srgbClr val="AA2923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66" y="914301"/>
            <a:ext cx="3651149" cy="14330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6767" y="4801526"/>
            <a:ext cx="14235978" cy="209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18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Insight-driven. Experience-led. Always curious.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1066767" y="7163428"/>
            <a:ext cx="11972522" cy="95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84"/>
              </a:lnSpc>
              <a:buNone/>
            </a:pPr>
            <a:r>
              <a:rPr lang="en-US" sz="2400" dirty="0">
                <a:solidFill>
                  <a:srgbClr val="C6CC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Whether you're rethinking your data platform or scaling your next GenAI breakthrough, we'd love to talk.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066767" y="8610865"/>
            <a:ext cx="2871225" cy="7618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447767" y="8777387"/>
            <a:ext cx="179645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250" b="1" dirty="0">
                <a:solidFill>
                  <a:srgbClr val="212D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in touch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3271408" y="8744149"/>
            <a:ext cx="495267" cy="495267"/>
          </a:xfrm>
          <a:prstGeom prst="ellipse">
            <a:avLst/>
          </a:prstGeom>
          <a:solidFill>
            <a:srgbClr val="AA2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33308" y="8744149"/>
            <a:ext cx="571467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454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318992" y="8791774"/>
            <a:ext cx="3294956" cy="43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2100" dirty="0">
                <a:solidFill>
                  <a:srgbClr val="8A93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advancinganalytics.co.uk</a:t>
            </a:r>
            <a:endParaRPr lang="en-US" sz="21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3C7F78-F371-35CC-140A-C505F8DE38F0}"/>
              </a:ext>
            </a:extLst>
          </p:cNvPr>
          <p:cNvGrpSpPr/>
          <p:nvPr/>
        </p:nvGrpSpPr>
        <p:grpSpPr>
          <a:xfrm>
            <a:off x="13989034" y="1977445"/>
            <a:ext cx="1867135" cy="698509"/>
            <a:chOff x="3018651" y="3429000"/>
            <a:chExt cx="1867135" cy="698509"/>
          </a:xfrm>
          <a:noFill/>
        </p:grpSpPr>
        <p:pic>
          <p:nvPicPr>
            <p:cNvPr id="30" name="Picture 2" descr="Linkedin logo png, Linkedin logo transparent png, Linkedin icon transparent  free png 23986926 PNG">
              <a:extLst>
                <a:ext uri="{FF2B5EF4-FFF2-40B4-BE49-F238E27FC236}">
                  <a16:creationId xmlns:a16="http://schemas.microsoft.com/office/drawing/2014/main" id="{5EB5D31C-50C1-0C20-B107-932AF13384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8651" y="3429000"/>
              <a:ext cx="698509" cy="698509"/>
            </a:xfrm>
            <a:prstGeom prst="rect">
              <a:avLst/>
            </a:prstGeom>
            <a:grpFill/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CCF6AD-0D28-2379-F3BB-ECC3DC9E949C}"/>
                </a:ext>
              </a:extLst>
            </p:cNvPr>
            <p:cNvSpPr txBox="1"/>
            <p:nvPr/>
          </p:nvSpPr>
          <p:spPr>
            <a:xfrm>
              <a:off x="3656843" y="3575250"/>
              <a:ext cx="1228943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DM Sans"/>
                  <a:ea typeface="+mn-ea"/>
                  <a:cs typeface="+mn-cs"/>
                </a:rPr>
                <a:t>/aw2571</a:t>
              </a:r>
            </a:p>
          </p:txBody>
        </p:sp>
      </p:grpSp>
      <p:pic>
        <p:nvPicPr>
          <p:cNvPr id="29" name="Picture 2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1A1D7D4-A312-1C66-2771-9D3C2D40E53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0085" t="10083" r="9988" b="9049"/>
          <a:stretch>
            <a:fillRect/>
          </a:stretch>
        </p:blipFill>
        <p:spPr>
          <a:xfrm>
            <a:off x="16494361" y="1742608"/>
            <a:ext cx="1174186" cy="1188000"/>
          </a:xfrm>
          <a:prstGeom prst="rect">
            <a:avLst/>
          </a:prstGeom>
          <a:noFill/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A26DF34-ACCA-E295-1D7F-9F05128E3AA0}"/>
              </a:ext>
            </a:extLst>
          </p:cNvPr>
          <p:cNvSpPr txBox="1"/>
          <p:nvPr/>
        </p:nvSpPr>
        <p:spPr>
          <a:xfrm>
            <a:off x="13700616" y="411413"/>
            <a:ext cx="4129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Please add me on LinkedIn!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bg1"/>
                </a:solidFill>
                <a:latin typeface="DM Sans"/>
              </a:rPr>
              <a:t>I post tips &amp; tricks every Monday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81E9F040-8E36-9A63-EFE1-CAB2D9A34F87}"/>
              </a:ext>
            </a:extLst>
          </p:cNvPr>
          <p:cNvSpPr/>
          <p:nvPr/>
        </p:nvSpPr>
        <p:spPr>
          <a:xfrm>
            <a:off x="13437123" y="137633"/>
            <a:ext cx="4656375" cy="3069001"/>
          </a:xfrm>
          <a:prstGeom prst="roundRect">
            <a:avLst>
              <a:gd name="adj" fmla="val 6828"/>
            </a:avLst>
          </a:prstGeom>
          <a:solidFill>
            <a:srgbClr val="FFFFFF">
              <a:alpha val="5000"/>
            </a:srgbClr>
          </a:solidFill>
          <a:ln w="57150">
            <a:solidFill>
              <a:srgbClr val="7A8B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vancing_Analytics_Design_System" id="{95E16CB5-0F6B-42EA-8F3D-037CDD56B544}" vid="{3522C92F-D7FC-4AA6-9A70-872D6ED963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A1CBE1-03C3-4EA0-99E0-AF8D017832C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544bcf6-d5ec-4a32-b155-4f21fe17263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EE88AFD973DD4AB3CC9E62F6F2671B" ma:contentTypeVersion="4" ma:contentTypeDescription="Create a new document." ma:contentTypeScope="" ma:versionID="41748a9a8f0a663c8a99796a671b6b9c">
  <xsd:schema xmlns:xsd="http://www.w3.org/2001/XMLSchema" xmlns:xs="http://www.w3.org/2001/XMLSchema" xmlns:p="http://schemas.microsoft.com/office/2006/metadata/properties" xmlns:ns2="775fadea-5d59-4dfe-85ff-e03405e93791" targetNamespace="http://schemas.microsoft.com/office/2006/metadata/properties" ma:root="true" ma:fieldsID="b76204585ab8be39fa7ef74dadc3295d" ns2:_="">
    <xsd:import namespace="775fadea-5d59-4dfe-85ff-e03405e93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fadea-5d59-4dfe-85ff-e03405e93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E05BF1-3FB4-4C1C-8D30-7C09CC3E21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FF1682-28E0-4F7E-BD44-D1E254FCE3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5fadea-5d59-4dfe-85ff-e03405e93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E962A0-C5E8-4854-8A87-037D76791EAE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775fadea-5d59-4dfe-85ff-e03405e9379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AA DArk 2026</Template>
  <TotalTime>417</TotalTime>
  <Words>746</Words>
  <Application>Microsoft Office PowerPoint</Application>
  <PresentationFormat>Custom</PresentationFormat>
  <Paragraphs>72</Paragraphs>
  <Slides>12</Slides>
  <Notes>5</Notes>
  <HiddenSlides>1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DM Sans</vt:lpstr>
      <vt:lpstr>Marcellus</vt:lpstr>
      <vt:lpstr>Dark Mode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Advancing Analytics - 2026 Dark Mode</dc:subject>
  <dc:creator>Ashley Warren</dc:creator>
  <cp:lastModifiedBy>Ashley Warren</cp:lastModifiedBy>
  <cp:revision>6</cp:revision>
  <dcterms:created xsi:type="dcterms:W3CDTF">2026-07-27T07:24:33Z</dcterms:created>
  <dcterms:modified xsi:type="dcterms:W3CDTF">2026-08-10T15:47:11Z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9dc7-f9b0-4305-9613-ee7e95dc7b04_Enabled">
    <vt:lpwstr>true</vt:lpwstr>
  </property>
  <property fmtid="{D5CDD505-2E9C-101B-9397-08002B2CF9AE}" pid="3" name="MSIP_Label_2ae59dc7-f9b0-4305-9613-ee7e95dc7b04_SetDate">
    <vt:lpwstr>2026-07-12T18:51:42Z</vt:lpwstr>
  </property>
  <property fmtid="{D5CDD505-2E9C-101B-9397-08002B2CF9AE}" pid="4" name="MSIP_Label_2ae59dc7-f9b0-4305-9613-ee7e95dc7b04_Method">
    <vt:lpwstr>Standard</vt:lpwstr>
  </property>
  <property fmtid="{D5CDD505-2E9C-101B-9397-08002B2CF9AE}" pid="5" name="MSIP_Label_2ae59dc7-f9b0-4305-9613-ee7e95dc7b04_Name">
    <vt:lpwstr>CONFIDENTIAL</vt:lpwstr>
  </property>
  <property fmtid="{D5CDD505-2E9C-101B-9397-08002B2CF9AE}" pid="6" name="MSIP_Label_2ae59dc7-f9b0-4305-9613-ee7e95dc7b04_SiteId">
    <vt:lpwstr>6d2c78dd-1f85-4ccb-9ae3-cd5ea1cca361</vt:lpwstr>
  </property>
  <property fmtid="{D5CDD505-2E9C-101B-9397-08002B2CF9AE}" pid="7" name="MSIP_Label_2ae59dc7-f9b0-4305-9613-ee7e95dc7b04_ActionId">
    <vt:lpwstr>1a38ef4a-23c4-4e42-a914-950d216c1c7e</vt:lpwstr>
  </property>
  <property fmtid="{D5CDD505-2E9C-101B-9397-08002B2CF9AE}" pid="8" name="MSIP_Label_2ae59dc7-f9b0-4305-9613-ee7e95dc7b04_ContentBits">
    <vt:lpwstr>0</vt:lpwstr>
  </property>
  <property fmtid="{D5CDD505-2E9C-101B-9397-08002B2CF9AE}" pid="9" name="MSIP_Label_2ae59dc7-f9b0-4305-9613-ee7e95dc7b04_Tag">
    <vt:lpwstr>10, 3, 0, 1</vt:lpwstr>
  </property>
  <property fmtid="{D5CDD505-2E9C-101B-9397-08002B2CF9AE}" pid="10" name="ContentTypeId">
    <vt:lpwstr>0x0101007AEE88AFD973DD4AB3CC9E62F6F2671B</vt:lpwstr>
  </property>
</Properties>
</file>