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1775" r:id="rId5"/>
    <p:sldId id="1823" r:id="rId6"/>
    <p:sldId id="1814" r:id="rId7"/>
    <p:sldId id="1819" r:id="rId8"/>
    <p:sldId id="1817" r:id="rId9"/>
    <p:sldId id="1820" r:id="rId10"/>
    <p:sldId id="1818" r:id="rId11"/>
    <p:sldId id="1821" r:id="rId12"/>
    <p:sldId id="1833" r:id="rId13"/>
    <p:sldId id="1812" r:id="rId14"/>
    <p:sldId id="1793" r:id="rId15"/>
    <p:sldId id="1824" r:id="rId16"/>
    <p:sldId id="1825" r:id="rId17"/>
    <p:sldId id="1826" r:id="rId18"/>
    <p:sldId id="1832" r:id="rId19"/>
    <p:sldId id="1831" r:id="rId20"/>
    <p:sldId id="1827" r:id="rId21"/>
    <p:sldId id="1816" r:id="rId22"/>
    <p:sldId id="1828" r:id="rId23"/>
    <p:sldId id="1829" r:id="rId24"/>
    <p:sldId id="1830" r:id="rId25"/>
    <p:sldId id="182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86CA65F-C19C-4E26-8FA5-4512E2FADCD1}">
          <p14:sldIdLst>
            <p14:sldId id="1775"/>
          </p14:sldIdLst>
        </p14:section>
        <p14:section name="Tip 1" id="{EE1A88BA-055D-4164-A844-C9FBD584F917}">
          <p14:sldIdLst>
            <p14:sldId id="1823"/>
          </p14:sldIdLst>
        </p14:section>
        <p14:section name="Tip 2" id="{715AF389-E21D-475F-9CE6-7C966F711FCB}">
          <p14:sldIdLst>
            <p14:sldId id="1814"/>
            <p14:sldId id="1819"/>
            <p14:sldId id="1817"/>
            <p14:sldId id="1820"/>
            <p14:sldId id="1818"/>
            <p14:sldId id="1821"/>
            <p14:sldId id="1833"/>
          </p14:sldIdLst>
        </p14:section>
        <p14:section name="Tip3" id="{9E478C31-C93A-4066-ADD6-15A23B6D421A}">
          <p14:sldIdLst>
            <p14:sldId id="1812"/>
          </p14:sldIdLst>
        </p14:section>
        <p14:section name="Tip 4" id="{062FE2AA-3D3C-4AF4-A8CE-0B9CD3954D2A}">
          <p14:sldIdLst>
            <p14:sldId id="1793"/>
          </p14:sldIdLst>
        </p14:section>
        <p14:section name="Tip 5" id="{9FC2B66A-C659-483B-B2F8-E4BBFF5F2DF5}">
          <p14:sldIdLst>
            <p14:sldId id="1824"/>
            <p14:sldId id="1825"/>
          </p14:sldIdLst>
        </p14:section>
        <p14:section name="Tip 6" id="{F28201B7-CE06-4F97-8C04-7280ECCDC7EF}">
          <p14:sldIdLst>
            <p14:sldId id="1826"/>
            <p14:sldId id="1832"/>
            <p14:sldId id="1831"/>
          </p14:sldIdLst>
        </p14:section>
        <p14:section name="Tip 7" id="{94F17921-2A78-4ED6-B764-8B0DBABAD2C5}">
          <p14:sldIdLst>
            <p14:sldId id="1827"/>
          </p14:sldIdLst>
        </p14:section>
        <p14:section name="Tip 8" id="{B448E152-5852-4514-983D-7356A95646F3}">
          <p14:sldIdLst>
            <p14:sldId id="1816"/>
          </p14:sldIdLst>
        </p14:section>
        <p14:section name="Tip 9" id="{9B6C4A77-1344-42D7-A362-1862D4B5B73E}">
          <p14:sldIdLst>
            <p14:sldId id="1828"/>
          </p14:sldIdLst>
        </p14:section>
        <p14:section name="Tip 10" id="{073BBBE6-51CD-4B63-BEAF-2BFC331895C8}">
          <p14:sldIdLst>
            <p14:sldId id="1829"/>
          </p14:sldIdLst>
        </p14:section>
        <p14:section name="Ending" id="{CC046198-0310-4AC1-8CAF-D5D8DCD565B8}">
          <p14:sldIdLst>
            <p14:sldId id="1830"/>
            <p14:sldId id="18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A2924"/>
    <a:srgbClr val="E2CDCC"/>
    <a:srgbClr val="4A69F6"/>
    <a:srgbClr val="212D5E"/>
    <a:srgbClr val="3CAB68"/>
    <a:srgbClr val="212D5D"/>
    <a:srgbClr val="D9D9D9"/>
    <a:srgbClr val="4B64FF"/>
    <a:srgbClr val="AA2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F899B-FB45-49F1-B1C8-E5C4471C38AE}" v="25" dt="2025-08-21T15:34:11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6" autoAdjust="0"/>
    <p:restoredTop sz="89020" autoAdjust="0"/>
  </p:normalViewPr>
  <p:slideViewPr>
    <p:cSldViewPr snapToGrid="0">
      <p:cViewPr varScale="1">
        <p:scale>
          <a:sx n="87" d="100"/>
          <a:sy n="87" d="100"/>
        </p:scale>
        <p:origin x="344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00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Warren" userId="d10fd33e-1b6e-46b9-9a62-07bf763cb9b8" providerId="ADAL" clId="{8A72945E-7DA7-463E-9F84-C1BE774573C2}"/>
    <pc:docChg chg="undo custSel addSld delSld modSld sldOrd addSection modSection">
      <pc:chgData name="Ashley Warren" userId="d10fd33e-1b6e-46b9-9a62-07bf763cb9b8" providerId="ADAL" clId="{8A72945E-7DA7-463E-9F84-C1BE774573C2}" dt="2025-07-17T15:32:32.592" v="3073" actId="20577"/>
      <pc:docMkLst>
        <pc:docMk/>
      </pc:docMkLst>
      <pc:sldChg chg="modSp mod">
        <pc:chgData name="Ashley Warren" userId="d10fd33e-1b6e-46b9-9a62-07bf763cb9b8" providerId="ADAL" clId="{8A72945E-7DA7-463E-9F84-C1BE774573C2}" dt="2025-07-02T10:43:18.137" v="5" actId="20577"/>
        <pc:sldMkLst>
          <pc:docMk/>
          <pc:sldMk cId="3438599940" sldId="1775"/>
        </pc:sldMkLst>
        <pc:spChg chg="mod">
          <ac:chgData name="Ashley Warren" userId="d10fd33e-1b6e-46b9-9a62-07bf763cb9b8" providerId="ADAL" clId="{8A72945E-7DA7-463E-9F84-C1BE774573C2}" dt="2025-07-02T10:43:18.137" v="5" actId="20577"/>
          <ac:spMkLst>
            <pc:docMk/>
            <pc:sldMk cId="3438599940" sldId="1775"/>
            <ac:spMk id="12" creationId="{729638F4-617E-3127-11B5-CFC0C0D81755}"/>
          </ac:spMkLst>
        </pc:spChg>
      </pc:sldChg>
      <pc:sldChg chg="modSp mod">
        <pc:chgData name="Ashley Warren" userId="d10fd33e-1b6e-46b9-9a62-07bf763cb9b8" providerId="ADAL" clId="{8A72945E-7DA7-463E-9F84-C1BE774573C2}" dt="2025-07-03T07:33:21.878" v="1737" actId="207"/>
        <pc:sldMkLst>
          <pc:docMk/>
          <pc:sldMk cId="3566581155" sldId="1814"/>
        </pc:sldMkLst>
        <pc:spChg chg="mod">
          <ac:chgData name="Ashley Warren" userId="d10fd33e-1b6e-46b9-9a62-07bf763cb9b8" providerId="ADAL" clId="{8A72945E-7DA7-463E-9F84-C1BE774573C2}" dt="2025-07-03T07:33:21.878" v="1737" actId="207"/>
          <ac:spMkLst>
            <pc:docMk/>
            <pc:sldMk cId="3566581155" sldId="1814"/>
            <ac:spMk id="7" creationId="{7CB7ED62-BDC6-1E3A-DBFD-14E9D7C4D4AE}"/>
          </ac:spMkLst>
        </pc:spChg>
      </pc:sldChg>
      <pc:sldChg chg="modSp mod ord modShow">
        <pc:chgData name="Ashley Warren" userId="d10fd33e-1b6e-46b9-9a62-07bf763cb9b8" providerId="ADAL" clId="{8A72945E-7DA7-463E-9F84-C1BE774573C2}" dt="2025-07-03T07:32:59.981" v="1733" actId="207"/>
        <pc:sldMkLst>
          <pc:docMk/>
          <pc:sldMk cId="4239376431" sldId="1816"/>
        </pc:sldMkLst>
        <pc:spChg chg="mod">
          <ac:chgData name="Ashley Warren" userId="d10fd33e-1b6e-46b9-9a62-07bf763cb9b8" providerId="ADAL" clId="{8A72945E-7DA7-463E-9F84-C1BE774573C2}" dt="2025-07-03T07:32:59.981" v="1733" actId="207"/>
          <ac:spMkLst>
            <pc:docMk/>
            <pc:sldMk cId="4239376431" sldId="1816"/>
            <ac:spMk id="17" creationId="{08930301-1A40-0A44-CC50-83C506A210F7}"/>
          </ac:spMkLst>
        </pc:spChg>
        <pc:spChg chg="mod">
          <ac:chgData name="Ashley Warren" userId="d10fd33e-1b6e-46b9-9a62-07bf763cb9b8" providerId="ADAL" clId="{8A72945E-7DA7-463E-9F84-C1BE774573C2}" dt="2025-07-03T07:24:07.117" v="1596" actId="20577"/>
          <ac:spMkLst>
            <pc:docMk/>
            <pc:sldMk cId="4239376431" sldId="1816"/>
            <ac:spMk id="21" creationId="{19D33CD0-F22B-46F9-8FDE-6F1EE2029A56}"/>
          </ac:spMkLst>
        </pc:spChg>
        <pc:spChg chg="mod">
          <ac:chgData name="Ashley Warren" userId="d10fd33e-1b6e-46b9-9a62-07bf763cb9b8" providerId="ADAL" clId="{8A72945E-7DA7-463E-9F84-C1BE774573C2}" dt="2025-07-02T10:43:39.235" v="9" actId="20577"/>
          <ac:spMkLst>
            <pc:docMk/>
            <pc:sldMk cId="4239376431" sldId="1816"/>
            <ac:spMk id="26" creationId="{CB33FE13-FE1B-E8F1-BC6E-4115FCC0643E}"/>
          </ac:spMkLst>
        </pc:spChg>
      </pc:sldChg>
      <pc:sldChg chg="mod modShow">
        <pc:chgData name="Ashley Warren" userId="d10fd33e-1b6e-46b9-9a62-07bf763cb9b8" providerId="ADAL" clId="{8A72945E-7DA7-463E-9F84-C1BE774573C2}" dt="2025-07-02T10:44:51.760" v="13" actId="729"/>
        <pc:sldMkLst>
          <pc:docMk/>
          <pc:sldMk cId="1703368397" sldId="1822"/>
        </pc:sldMkLst>
      </pc:sldChg>
      <pc:sldChg chg="modSp">
        <pc:chgData name="Ashley Warren" userId="d10fd33e-1b6e-46b9-9a62-07bf763cb9b8" providerId="ADAL" clId="{8A72945E-7DA7-463E-9F84-C1BE774573C2}" dt="2025-07-03T07:33:15.579" v="1734" actId="207"/>
        <pc:sldMkLst>
          <pc:docMk/>
          <pc:sldMk cId="3398417094" sldId="1823"/>
        </pc:sldMkLst>
        <pc:spChg chg="mod">
          <ac:chgData name="Ashley Warren" userId="d10fd33e-1b6e-46b9-9a62-07bf763cb9b8" providerId="ADAL" clId="{8A72945E-7DA7-463E-9F84-C1BE774573C2}" dt="2025-07-03T07:33:15.579" v="1734" actId="207"/>
          <ac:spMkLst>
            <pc:docMk/>
            <pc:sldMk cId="3398417094" sldId="1823"/>
            <ac:spMk id="4" creationId="{0C76667F-8032-F0F3-536D-E4CD672DFBCC}"/>
          </ac:spMkLst>
        </pc:spChg>
      </pc:sldChg>
      <pc:sldChg chg="modSp mod">
        <pc:chgData name="Ashley Warren" userId="d10fd33e-1b6e-46b9-9a62-07bf763cb9b8" providerId="ADAL" clId="{8A72945E-7DA7-463E-9F84-C1BE774573C2}" dt="2025-07-03T07:33:47.952" v="1739" actId="207"/>
        <pc:sldMkLst>
          <pc:docMk/>
          <pc:sldMk cId="4165782006" sldId="1824"/>
        </pc:sldMkLst>
        <pc:spChg chg="mod">
          <ac:chgData name="Ashley Warren" userId="d10fd33e-1b6e-46b9-9a62-07bf763cb9b8" providerId="ADAL" clId="{8A72945E-7DA7-463E-9F84-C1BE774573C2}" dt="2025-07-03T07:33:47.952" v="1739" actId="207"/>
          <ac:spMkLst>
            <pc:docMk/>
            <pc:sldMk cId="4165782006" sldId="1824"/>
            <ac:spMk id="2" creationId="{83168B0D-26F1-61D0-928B-1F3189DFD88D}"/>
          </ac:spMkLst>
        </pc:spChg>
      </pc:sldChg>
      <pc:sldChg chg="addSp delSp modSp new mod modClrScheme chgLayout">
        <pc:chgData name="Ashley Warren" userId="d10fd33e-1b6e-46b9-9a62-07bf763cb9b8" providerId="ADAL" clId="{8A72945E-7DA7-463E-9F84-C1BE774573C2}" dt="2025-07-17T15:32:32.592" v="3073" actId="20577"/>
        <pc:sldMkLst>
          <pc:docMk/>
          <pc:sldMk cId="1884856776" sldId="1826"/>
        </pc:sldMkLst>
        <pc:spChg chg="add mod ord">
          <ac:chgData name="Ashley Warren" userId="d10fd33e-1b6e-46b9-9a62-07bf763cb9b8" providerId="ADAL" clId="{8A72945E-7DA7-463E-9F84-C1BE774573C2}" dt="2025-07-02T10:49:17.985" v="97" actId="20577"/>
          <ac:spMkLst>
            <pc:docMk/>
            <pc:sldMk cId="1884856776" sldId="1826"/>
            <ac:spMk id="9" creationId="{3C68B74F-3A9F-1917-5008-FE1FFF76A827}"/>
          </ac:spMkLst>
        </pc:spChg>
        <pc:spChg chg="add mod ord">
          <ac:chgData name="Ashley Warren" userId="d10fd33e-1b6e-46b9-9a62-07bf763cb9b8" providerId="ADAL" clId="{8A72945E-7DA7-463E-9F84-C1BE774573C2}" dt="2025-07-17T15:32:32.592" v="3073" actId="20577"/>
          <ac:spMkLst>
            <pc:docMk/>
            <pc:sldMk cId="1884856776" sldId="1826"/>
            <ac:spMk id="10" creationId="{1AA3E1C1-1293-E27B-1FC4-221F3DD850A9}"/>
          </ac:spMkLst>
        </pc:spChg>
        <pc:spChg chg="add mod">
          <ac:chgData name="Ashley Warren" userId="d10fd33e-1b6e-46b9-9a62-07bf763cb9b8" providerId="ADAL" clId="{8A72945E-7DA7-463E-9F84-C1BE774573C2}" dt="2025-07-02T10:45:26.333" v="19" actId="20577"/>
          <ac:spMkLst>
            <pc:docMk/>
            <pc:sldMk cId="1884856776" sldId="1826"/>
            <ac:spMk id="11" creationId="{1EDD29B9-6358-64C6-3CE0-EFDFFDAC8445}"/>
          </ac:spMkLst>
        </pc:spChg>
      </pc:sldChg>
      <pc:sldChg chg="addSp delSp modSp new del mod modClrScheme chgLayout">
        <pc:chgData name="Ashley Warren" userId="d10fd33e-1b6e-46b9-9a62-07bf763cb9b8" providerId="ADAL" clId="{8A72945E-7DA7-463E-9F84-C1BE774573C2}" dt="2025-07-02T10:50:53.384" v="228" actId="2696"/>
        <pc:sldMkLst>
          <pc:docMk/>
          <pc:sldMk cId="164361460" sldId="1827"/>
        </pc:sldMkLst>
      </pc:sldChg>
      <pc:sldChg chg="delSp modSp add mod delAnim modAnim">
        <pc:chgData name="Ashley Warren" userId="d10fd33e-1b6e-46b9-9a62-07bf763cb9b8" providerId="ADAL" clId="{8A72945E-7DA7-463E-9F84-C1BE774573C2}" dt="2025-07-03T07:32:44.365" v="1731" actId="207"/>
        <pc:sldMkLst>
          <pc:docMk/>
          <pc:sldMk cId="2024505713" sldId="1827"/>
        </pc:sldMkLst>
        <pc:spChg chg="mod">
          <ac:chgData name="Ashley Warren" userId="d10fd33e-1b6e-46b9-9a62-07bf763cb9b8" providerId="ADAL" clId="{8A72945E-7DA7-463E-9F84-C1BE774573C2}" dt="2025-07-03T07:32:44.365" v="1731" actId="207"/>
          <ac:spMkLst>
            <pc:docMk/>
            <pc:sldMk cId="2024505713" sldId="1827"/>
            <ac:spMk id="4" creationId="{3FF741C9-05D2-5AE9-F145-1A00D1DBEBA4}"/>
          </ac:spMkLst>
        </pc:spChg>
        <pc:spChg chg="mod">
          <ac:chgData name="Ashley Warren" userId="d10fd33e-1b6e-46b9-9a62-07bf763cb9b8" providerId="ADAL" clId="{8A72945E-7DA7-463E-9F84-C1BE774573C2}" dt="2025-07-02T11:06:39.441" v="1398" actId="14100"/>
          <ac:spMkLst>
            <pc:docMk/>
            <pc:sldMk cId="2024505713" sldId="1827"/>
            <ac:spMk id="6" creationId="{B1724D0D-267F-DF9A-0556-94F4DDD7A1F0}"/>
          </ac:spMkLst>
        </pc:spChg>
        <pc:spChg chg="mod">
          <ac:chgData name="Ashley Warren" userId="d10fd33e-1b6e-46b9-9a62-07bf763cb9b8" providerId="ADAL" clId="{8A72945E-7DA7-463E-9F84-C1BE774573C2}" dt="2025-07-02T10:50:58.687" v="230" actId="20577"/>
          <ac:spMkLst>
            <pc:docMk/>
            <pc:sldMk cId="2024505713" sldId="1827"/>
            <ac:spMk id="9" creationId="{84790F73-B325-B6C0-4E49-2B0B8B9B64EC}"/>
          </ac:spMkLst>
        </pc:spChg>
      </pc:sldChg>
      <pc:sldChg chg="addSp delSp modSp new mod modClrScheme delAnim modAnim chgLayout">
        <pc:chgData name="Ashley Warren" userId="d10fd33e-1b6e-46b9-9a62-07bf763cb9b8" providerId="ADAL" clId="{8A72945E-7DA7-463E-9F84-C1BE774573C2}" dt="2025-07-03T07:59:07.120" v="3069" actId="20577"/>
        <pc:sldMkLst>
          <pc:docMk/>
          <pc:sldMk cId="1415461561" sldId="1828"/>
        </pc:sldMkLst>
        <pc:spChg chg="add mod ord">
          <ac:chgData name="Ashley Warren" userId="d10fd33e-1b6e-46b9-9a62-07bf763cb9b8" providerId="ADAL" clId="{8A72945E-7DA7-463E-9F84-C1BE774573C2}" dt="2025-07-03T07:43:35.842" v="1799" actId="20577"/>
          <ac:spMkLst>
            <pc:docMk/>
            <pc:sldMk cId="1415461561" sldId="1828"/>
            <ac:spMk id="6" creationId="{E449BB2E-85DE-DE74-4CCA-E1652E5075A3}"/>
          </ac:spMkLst>
        </pc:spChg>
        <pc:spChg chg="add mod ord">
          <ac:chgData name="Ashley Warren" userId="d10fd33e-1b6e-46b9-9a62-07bf763cb9b8" providerId="ADAL" clId="{8A72945E-7DA7-463E-9F84-C1BE774573C2}" dt="2025-07-03T07:59:07.120" v="3069" actId="20577"/>
          <ac:spMkLst>
            <pc:docMk/>
            <pc:sldMk cId="1415461561" sldId="1828"/>
            <ac:spMk id="10" creationId="{EAACD5B2-863A-27F8-6A5F-C08F3E6A33BB}"/>
          </ac:spMkLst>
        </pc:spChg>
        <pc:spChg chg="add mod">
          <ac:chgData name="Ashley Warren" userId="d10fd33e-1b6e-46b9-9a62-07bf763cb9b8" providerId="ADAL" clId="{8A72945E-7DA7-463E-9F84-C1BE774573C2}" dt="2025-07-03T07:57:41.007" v="3004" actId="20577"/>
          <ac:spMkLst>
            <pc:docMk/>
            <pc:sldMk cId="1415461561" sldId="1828"/>
            <ac:spMk id="11" creationId="{B6C57B04-232A-0B7D-0CD9-0B497BFFF520}"/>
          </ac:spMkLst>
        </pc:spChg>
      </pc:sldChg>
      <pc:sldChg chg="addSp delSp modSp add mod modClrScheme modAnim chgLayout">
        <pc:chgData name="Ashley Warren" userId="d10fd33e-1b6e-46b9-9a62-07bf763cb9b8" providerId="ADAL" clId="{8A72945E-7DA7-463E-9F84-C1BE774573C2}" dt="2025-07-03T07:56:11.237" v="3002" actId="404"/>
        <pc:sldMkLst>
          <pc:docMk/>
          <pc:sldMk cId="4164521203" sldId="1829"/>
        </pc:sldMkLst>
        <pc:spChg chg="add mod ord">
          <ac:chgData name="Ashley Warren" userId="d10fd33e-1b6e-46b9-9a62-07bf763cb9b8" providerId="ADAL" clId="{8A72945E-7DA7-463E-9F84-C1BE774573C2}" dt="2025-07-03T07:56:11.237" v="3002" actId="404"/>
          <ac:spMkLst>
            <pc:docMk/>
            <pc:sldMk cId="4164521203" sldId="1829"/>
            <ac:spMk id="2" creationId="{70157A32-9410-71C6-14C6-CD482F3A26BB}"/>
          </ac:spMkLst>
        </pc:spChg>
        <pc:spChg chg="add mod ord">
          <ac:chgData name="Ashley Warren" userId="d10fd33e-1b6e-46b9-9a62-07bf763cb9b8" providerId="ADAL" clId="{8A72945E-7DA7-463E-9F84-C1BE774573C2}" dt="2025-07-03T07:56:06.847" v="3001" actId="6264"/>
          <ac:spMkLst>
            <pc:docMk/>
            <pc:sldMk cId="4164521203" sldId="1829"/>
            <ac:spMk id="5" creationId="{167C55D7-0574-FA6C-215E-4C911AADDB88}"/>
          </ac:spMkLst>
        </pc:spChg>
      </pc:sldChg>
      <pc:sldChg chg="addSp delSp modSp new mod modClrScheme chgLayout">
        <pc:chgData name="Ashley Warren" userId="d10fd33e-1b6e-46b9-9a62-07bf763cb9b8" providerId="ADAL" clId="{8A72945E-7DA7-463E-9F84-C1BE774573C2}" dt="2025-07-03T07:32:16.668" v="1728" actId="207"/>
        <pc:sldMkLst>
          <pc:docMk/>
          <pc:sldMk cId="4104537695" sldId="1830"/>
        </pc:sldMkLst>
        <pc:spChg chg="add del mod ord">
          <ac:chgData name="Ashley Warren" userId="d10fd33e-1b6e-46b9-9a62-07bf763cb9b8" providerId="ADAL" clId="{8A72945E-7DA7-463E-9F84-C1BE774573C2}" dt="2025-07-03T07:29:53.490" v="1684" actId="207"/>
          <ac:spMkLst>
            <pc:docMk/>
            <pc:sldMk cId="4104537695" sldId="1830"/>
            <ac:spMk id="2" creationId="{DCA0355C-211E-7954-218F-F9BD68441B1A}"/>
          </ac:spMkLst>
        </pc:spChg>
        <pc:spChg chg="mod">
          <ac:chgData name="Ashley Warren" userId="d10fd33e-1b6e-46b9-9a62-07bf763cb9b8" providerId="ADAL" clId="{8A72945E-7DA7-463E-9F84-C1BE774573C2}" dt="2025-07-03T07:30:44.745" v="1715"/>
          <ac:spMkLst>
            <pc:docMk/>
            <pc:sldMk cId="4104537695" sldId="1830"/>
            <ac:spMk id="7" creationId="{0220C368-27E0-549B-33C0-E12F835EC3F0}"/>
          </ac:spMkLst>
        </pc:spChg>
        <pc:grpChg chg="add mod">
          <ac:chgData name="Ashley Warren" userId="d10fd33e-1b6e-46b9-9a62-07bf763cb9b8" providerId="ADAL" clId="{8A72945E-7DA7-463E-9F84-C1BE774573C2}" dt="2025-07-03T07:30:44.745" v="1715"/>
          <ac:grpSpMkLst>
            <pc:docMk/>
            <pc:sldMk cId="4104537695" sldId="1830"/>
            <ac:grpSpMk id="5" creationId="{092E4517-3844-C443-82B8-1E6C01B4F5AA}"/>
          </ac:grpSpMkLst>
        </pc:grpChg>
        <pc:graphicFrameChg chg="add mod modGraphic">
          <ac:chgData name="Ashley Warren" userId="d10fd33e-1b6e-46b9-9a62-07bf763cb9b8" providerId="ADAL" clId="{8A72945E-7DA7-463E-9F84-C1BE774573C2}" dt="2025-07-03T07:32:16.668" v="1728" actId="207"/>
          <ac:graphicFrameMkLst>
            <pc:docMk/>
            <pc:sldMk cId="4104537695" sldId="1830"/>
            <ac:graphicFrameMk id="4" creationId="{6F695EC5-C1FC-F12E-6A10-1AD39FF56866}"/>
          </ac:graphicFrameMkLst>
        </pc:graphicFrameChg>
        <pc:picChg chg="mod">
          <ac:chgData name="Ashley Warren" userId="d10fd33e-1b6e-46b9-9a62-07bf763cb9b8" providerId="ADAL" clId="{8A72945E-7DA7-463E-9F84-C1BE774573C2}" dt="2025-07-03T07:30:44.745" v="1715"/>
          <ac:picMkLst>
            <pc:docMk/>
            <pc:sldMk cId="4104537695" sldId="1830"/>
            <ac:picMk id="6" creationId="{ED578E4C-19BB-94CC-6310-415A69371ABD}"/>
          </ac:picMkLst>
        </pc:picChg>
        <pc:picChg chg="mod">
          <ac:chgData name="Ashley Warren" userId="d10fd33e-1b6e-46b9-9a62-07bf763cb9b8" providerId="ADAL" clId="{8A72945E-7DA7-463E-9F84-C1BE774573C2}" dt="2025-07-03T07:30:44.745" v="1715"/>
          <ac:picMkLst>
            <pc:docMk/>
            <pc:sldMk cId="4104537695" sldId="1830"/>
            <ac:picMk id="8" creationId="{FCF811BD-F8C3-87E7-BA4D-DD07D730EAEB}"/>
          </ac:picMkLst>
        </pc:picChg>
      </pc:sldChg>
    </pc:docChg>
  </pc:docChgLst>
  <pc:docChgLst>
    <pc:chgData name="Ashley Warren" userId="d10fd33e-1b6e-46b9-9a62-07bf763cb9b8" providerId="ADAL" clId="{B696134A-B254-4888-BF0C-CCC79F3A9F94}"/>
    <pc:docChg chg="undo redo custSel addSld delSld modSld sldOrd addSection delSection modSection">
      <pc:chgData name="Ashley Warren" userId="d10fd33e-1b6e-46b9-9a62-07bf763cb9b8" providerId="ADAL" clId="{B696134A-B254-4888-BF0C-CCC79F3A9F94}" dt="2025-03-20T17:22:03.749" v="10100" actId="20577"/>
      <pc:docMkLst>
        <pc:docMk/>
      </pc:docMkLst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4273843210" sldId="1749"/>
        </pc:sldMkLst>
      </pc:sldChg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3369000140" sldId="1752"/>
        </pc:sldMkLst>
      </pc:sldChg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3729685325" sldId="1753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129762903" sldId="1759"/>
        </pc:sldMkLst>
      </pc:sldChg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4119353244" sldId="1760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170008404" sldId="1761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566162091" sldId="1762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514470249" sldId="1764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088289903" sldId="1765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1035410721" sldId="1766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329888755" sldId="1767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319670328" sldId="1768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4181956052" sldId="1769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4207131166" sldId="1770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595772152" sldId="1771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07761362" sldId="1772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959346129" sldId="1773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1919031176" sldId="1774"/>
        </pc:sldMkLst>
      </pc:sldChg>
      <pc:sldChg chg="modSp mod ord">
        <pc:chgData name="Ashley Warren" userId="d10fd33e-1b6e-46b9-9a62-07bf763cb9b8" providerId="ADAL" clId="{B696134A-B254-4888-BF0C-CCC79F3A9F94}" dt="2025-03-20T16:35:10.900" v="9236" actId="20577"/>
        <pc:sldMkLst>
          <pc:docMk/>
          <pc:sldMk cId="3438599940" sldId="1775"/>
        </pc:sldMkLst>
      </pc:sldChg>
      <pc:sldChg chg="modSp">
        <pc:chgData name="Ashley Warren" userId="d10fd33e-1b6e-46b9-9a62-07bf763cb9b8" providerId="ADAL" clId="{B696134A-B254-4888-BF0C-CCC79F3A9F94}" dt="2025-03-20T16:35:30.519" v="9246" actId="20577"/>
        <pc:sldMkLst>
          <pc:docMk/>
          <pc:sldMk cId="1887174488" sldId="1776"/>
        </pc:sldMkLst>
      </pc:sldChg>
      <pc:sldChg chg="modSp">
        <pc:chgData name="Ashley Warren" userId="d10fd33e-1b6e-46b9-9a62-07bf763cb9b8" providerId="ADAL" clId="{B696134A-B254-4888-BF0C-CCC79F3A9F94}" dt="2025-03-20T16:35:46.545" v="9253" actId="20577"/>
        <pc:sldMkLst>
          <pc:docMk/>
          <pc:sldMk cId="833029042" sldId="1777"/>
        </pc:sldMkLst>
      </pc:sldChg>
      <pc:sldChg chg="addSp modSp new mod modClrScheme chgLayout modNotesTx">
        <pc:chgData name="Ashley Warren" userId="d10fd33e-1b6e-46b9-9a62-07bf763cb9b8" providerId="ADAL" clId="{B696134A-B254-4888-BF0C-CCC79F3A9F94}" dt="2025-03-20T11:55:18.918" v="9063" actId="20577"/>
        <pc:sldMkLst>
          <pc:docMk/>
          <pc:sldMk cId="3402015288" sldId="1778"/>
        </pc:sldMkLst>
      </pc:sldChg>
      <pc:sldChg chg="modSp new mod ord modNotesTx">
        <pc:chgData name="Ashley Warren" userId="d10fd33e-1b6e-46b9-9a62-07bf763cb9b8" providerId="ADAL" clId="{B696134A-B254-4888-BF0C-CCC79F3A9F94}" dt="2025-03-20T11:55:26.440" v="9064" actId="20577"/>
        <pc:sldMkLst>
          <pc:docMk/>
          <pc:sldMk cId="3221114162" sldId="1779"/>
        </pc:sldMkLst>
      </pc:sldChg>
      <pc:sldChg chg="modSp new mod modNotesTx">
        <pc:chgData name="Ashley Warren" userId="d10fd33e-1b6e-46b9-9a62-07bf763cb9b8" providerId="ADAL" clId="{B696134A-B254-4888-BF0C-CCC79F3A9F94}" dt="2025-03-20T11:55:40.757" v="9065" actId="20577"/>
        <pc:sldMkLst>
          <pc:docMk/>
          <pc:sldMk cId="1725552035" sldId="1780"/>
        </pc:sldMkLst>
      </pc:sldChg>
      <pc:sldChg chg="addSp delSp modSp new mod modClrScheme modShow chgLayout">
        <pc:chgData name="Ashley Warren" userId="d10fd33e-1b6e-46b9-9a62-07bf763cb9b8" providerId="ADAL" clId="{B696134A-B254-4888-BF0C-CCC79F3A9F94}" dt="2025-03-20T11:41:31.790" v="9045" actId="729"/>
        <pc:sldMkLst>
          <pc:docMk/>
          <pc:sldMk cId="827034383" sldId="1781"/>
        </pc:sldMkLst>
      </pc:sldChg>
      <pc:sldChg chg="modSp mod modAnim">
        <pc:chgData name="Ashley Warren" userId="d10fd33e-1b6e-46b9-9a62-07bf763cb9b8" providerId="ADAL" clId="{B696134A-B254-4888-BF0C-CCC79F3A9F94}" dt="2025-03-20T16:37:28.356" v="9263" actId="20577"/>
        <pc:sldMkLst>
          <pc:docMk/>
          <pc:sldMk cId="34599905" sldId="1782"/>
        </pc:sldMkLst>
      </pc:sldChg>
      <pc:sldChg chg="addSp delSp modSp new del mod modClrScheme chgLayout">
        <pc:chgData name="Ashley Warren" userId="d10fd33e-1b6e-46b9-9a62-07bf763cb9b8" providerId="ADAL" clId="{B696134A-B254-4888-BF0C-CCC79F3A9F94}" dt="2025-02-14T16:40:15.891" v="882" actId="2696"/>
        <pc:sldMkLst>
          <pc:docMk/>
          <pc:sldMk cId="2951243298" sldId="1782"/>
        </pc:sldMkLst>
      </pc:sldChg>
      <pc:sldChg chg="modSp mod">
        <pc:chgData name="Ashley Warren" userId="d10fd33e-1b6e-46b9-9a62-07bf763cb9b8" providerId="ADAL" clId="{B696134A-B254-4888-BF0C-CCC79F3A9F94}" dt="2025-03-20T16:37:35.889" v="9264" actId="20577"/>
        <pc:sldMkLst>
          <pc:docMk/>
          <pc:sldMk cId="1529270931" sldId="1783"/>
        </pc:sldMkLst>
      </pc:sldChg>
      <pc:sldChg chg="modSp mod modShow">
        <pc:chgData name="Ashley Warren" userId="d10fd33e-1b6e-46b9-9a62-07bf763cb9b8" providerId="ADAL" clId="{B696134A-B254-4888-BF0C-CCC79F3A9F94}" dt="2025-03-20T11:41:37.450" v="9046" actId="729"/>
        <pc:sldMkLst>
          <pc:docMk/>
          <pc:sldMk cId="1202419147" sldId="1784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3-20T16:39:10.026" v="9336" actId="20577"/>
        <pc:sldMkLst>
          <pc:docMk/>
          <pc:sldMk cId="1988743146" sldId="1785"/>
        </pc:sldMkLst>
      </pc:sldChg>
      <pc:sldChg chg="addSp delSp modSp new del mod modClrScheme chgLayout">
        <pc:chgData name="Ashley Warren" userId="d10fd33e-1b6e-46b9-9a62-07bf763cb9b8" providerId="ADAL" clId="{B696134A-B254-4888-BF0C-CCC79F3A9F94}" dt="2025-02-20T16:44:14.797" v="1296" actId="2696"/>
        <pc:sldMkLst>
          <pc:docMk/>
          <pc:sldMk cId="2657252282" sldId="1786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2-26T16:24:29.905" v="3886" actId="20577"/>
        <pc:sldMkLst>
          <pc:docMk/>
          <pc:sldMk cId="1963653629" sldId="1787"/>
        </pc:sldMkLst>
      </pc:sldChg>
      <pc:sldChg chg="addSp delSp modSp new mod modClrScheme chgLayout modNotesTx">
        <pc:chgData name="Ashley Warren" userId="d10fd33e-1b6e-46b9-9a62-07bf763cb9b8" providerId="ADAL" clId="{B696134A-B254-4888-BF0C-CCC79F3A9F94}" dt="2025-03-20T11:55:09.427" v="9062" actId="20577"/>
        <pc:sldMkLst>
          <pc:docMk/>
          <pc:sldMk cId="2394039290" sldId="1788"/>
        </pc:sldMkLst>
      </pc:sldChg>
      <pc:sldChg chg="addSp delSp modSp new mod modClrScheme modAnim chgLayout">
        <pc:chgData name="Ashley Warren" userId="d10fd33e-1b6e-46b9-9a62-07bf763cb9b8" providerId="ADAL" clId="{B696134A-B254-4888-BF0C-CCC79F3A9F94}" dt="2025-03-20T16:43:57.933" v="9627" actId="20577"/>
        <pc:sldMkLst>
          <pc:docMk/>
          <pc:sldMk cId="1695709954" sldId="1789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2-20T17:03:27.936" v="1398" actId="20577"/>
        <pc:sldMkLst>
          <pc:docMk/>
          <pc:sldMk cId="2185037363" sldId="1790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2-20T17:08:12.252" v="1933" actId="20577"/>
        <pc:sldMkLst>
          <pc:docMk/>
          <pc:sldMk cId="1264041291" sldId="1791"/>
        </pc:sldMkLst>
      </pc:sldChg>
      <pc:sldChg chg="addSp delSp modSp new del mod modClrScheme chgLayout">
        <pc:chgData name="Ashley Warren" userId="d10fd33e-1b6e-46b9-9a62-07bf763cb9b8" providerId="ADAL" clId="{B696134A-B254-4888-BF0C-CCC79F3A9F94}" dt="2025-02-26T16:03:51.152" v="2680" actId="2696"/>
        <pc:sldMkLst>
          <pc:docMk/>
          <pc:sldMk cId="611330342" sldId="1792"/>
        </pc:sldMkLst>
      </pc:sldChg>
      <pc:sldChg chg="addSp delSp modSp add mod">
        <pc:chgData name="Ashley Warren" userId="d10fd33e-1b6e-46b9-9a62-07bf763cb9b8" providerId="ADAL" clId="{B696134A-B254-4888-BF0C-CCC79F3A9F94}" dt="2025-03-20T16:39:48.091" v="9345" actId="20577"/>
        <pc:sldMkLst>
          <pc:docMk/>
          <pc:sldMk cId="2441119260" sldId="1793"/>
        </pc:sldMkLst>
      </pc:sldChg>
      <pc:sldChg chg="modSp modAnim">
        <pc:chgData name="Ashley Warren" userId="d10fd33e-1b6e-46b9-9a62-07bf763cb9b8" providerId="ADAL" clId="{B696134A-B254-4888-BF0C-CCC79F3A9F94}" dt="2025-03-20T11:59:47.820" v="9131" actId="20577"/>
        <pc:sldMkLst>
          <pc:docMk/>
          <pc:sldMk cId="3183892945" sldId="1795"/>
        </pc:sldMkLst>
      </pc:sldChg>
      <pc:sldChg chg="addSp delSp modSp mod modClrScheme modAnim chgLayout">
        <pc:chgData name="Ashley Warren" userId="d10fd33e-1b6e-46b9-9a62-07bf763cb9b8" providerId="ADAL" clId="{B696134A-B254-4888-BF0C-CCC79F3A9F94}" dt="2025-03-20T17:22:03.749" v="10100" actId="20577"/>
        <pc:sldMkLst>
          <pc:docMk/>
          <pc:sldMk cId="3506752361" sldId="1796"/>
        </pc:sldMkLst>
      </pc:sldChg>
      <pc:sldChg chg="addSp delSp modSp mod delAnim modAnim">
        <pc:chgData name="Ashley Warren" userId="d10fd33e-1b6e-46b9-9a62-07bf763cb9b8" providerId="ADAL" clId="{B696134A-B254-4888-BF0C-CCC79F3A9F94}" dt="2025-03-20T17:20:57.959" v="9971" actId="6549"/>
        <pc:sldMkLst>
          <pc:docMk/>
          <pc:sldMk cId="2443839205" sldId="1797"/>
        </pc:sldMkLst>
      </pc:sldChg>
      <pc:sldChg chg="addSp delSp modSp mod delAnim modAnim">
        <pc:chgData name="Ashley Warren" userId="d10fd33e-1b6e-46b9-9a62-07bf763cb9b8" providerId="ADAL" clId="{B696134A-B254-4888-BF0C-CCC79F3A9F94}" dt="2025-03-14T16:56:29.042" v="7985" actId="1076"/>
        <pc:sldMkLst>
          <pc:docMk/>
          <pc:sldMk cId="969532049" sldId="1798"/>
        </pc:sldMkLst>
      </pc:sldChg>
      <pc:sldChg chg="addSp modSp mod modNotesTx">
        <pc:chgData name="Ashley Warren" userId="d10fd33e-1b6e-46b9-9a62-07bf763cb9b8" providerId="ADAL" clId="{B696134A-B254-4888-BF0C-CCC79F3A9F94}" dt="2025-03-20T09:18:59.513" v="9011" actId="20577"/>
        <pc:sldMkLst>
          <pc:docMk/>
          <pc:sldMk cId="1182127399" sldId="1799"/>
        </pc:sldMkLst>
      </pc:sldChg>
      <pc:sldChg chg="addSp delSp modSp mod modAnim">
        <pc:chgData name="Ashley Warren" userId="d10fd33e-1b6e-46b9-9a62-07bf763cb9b8" providerId="ADAL" clId="{B696134A-B254-4888-BF0C-CCC79F3A9F94}" dt="2025-03-20T17:15:52.438" v="9834" actId="404"/>
        <pc:sldMkLst>
          <pc:docMk/>
          <pc:sldMk cId="1799310407" sldId="1800"/>
        </pc:sldMkLst>
      </pc:sldChg>
      <pc:sldChg chg="addSp delSp modSp mod modClrScheme modAnim chgLayout">
        <pc:chgData name="Ashley Warren" userId="d10fd33e-1b6e-46b9-9a62-07bf763cb9b8" providerId="ADAL" clId="{B696134A-B254-4888-BF0C-CCC79F3A9F94}" dt="2025-03-20T09:20:21.063" v="9032"/>
        <pc:sldMkLst>
          <pc:docMk/>
          <pc:sldMk cId="2447673935" sldId="1801"/>
        </pc:sldMkLst>
      </pc:sldChg>
      <pc:sldChg chg="modSp mod">
        <pc:chgData name="Ashley Warren" userId="d10fd33e-1b6e-46b9-9a62-07bf763cb9b8" providerId="ADAL" clId="{B696134A-B254-4888-BF0C-CCC79F3A9F94}" dt="2025-03-20T15:26:41.388" v="9165" actId="20577"/>
        <pc:sldMkLst>
          <pc:docMk/>
          <pc:sldMk cId="385298239" sldId="1802"/>
        </pc:sldMkLst>
      </pc:sldChg>
      <pc:sldChg chg="addSp modSp mod modAnim">
        <pc:chgData name="Ashley Warren" userId="d10fd33e-1b6e-46b9-9a62-07bf763cb9b8" providerId="ADAL" clId="{B696134A-B254-4888-BF0C-CCC79F3A9F94}" dt="2025-03-20T15:21:04.695" v="9150"/>
        <pc:sldMkLst>
          <pc:docMk/>
          <pc:sldMk cId="916316274" sldId="1803"/>
        </pc:sldMkLst>
      </pc:sldChg>
      <pc:sldChg chg="modSp mod">
        <pc:chgData name="Ashley Warren" userId="d10fd33e-1b6e-46b9-9a62-07bf763cb9b8" providerId="ADAL" clId="{B696134A-B254-4888-BF0C-CCC79F3A9F94}" dt="2025-03-14T12:05:48.718" v="6923" actId="6549"/>
        <pc:sldMkLst>
          <pc:docMk/>
          <pc:sldMk cId="4223280131" sldId="1804"/>
        </pc:sldMkLst>
      </pc:sldChg>
      <pc:sldChg chg="addSp modSp mod modAnim">
        <pc:chgData name="Ashley Warren" userId="d10fd33e-1b6e-46b9-9a62-07bf763cb9b8" providerId="ADAL" clId="{B696134A-B254-4888-BF0C-CCC79F3A9F94}" dt="2025-03-20T17:17:49.940" v="9849" actId="1076"/>
        <pc:sldMkLst>
          <pc:docMk/>
          <pc:sldMk cId="1532201050" sldId="1805"/>
        </pc:sldMkLst>
      </pc:sldChg>
      <pc:sldChg chg="addSp delSp modSp mod modClrScheme chgLayout">
        <pc:chgData name="Ashley Warren" userId="d10fd33e-1b6e-46b9-9a62-07bf763cb9b8" providerId="ADAL" clId="{B696134A-B254-4888-BF0C-CCC79F3A9F94}" dt="2025-03-20T17:18:41.040" v="9850" actId="207"/>
        <pc:sldMkLst>
          <pc:docMk/>
          <pc:sldMk cId="1799807183" sldId="1806"/>
        </pc:sldMkLst>
      </pc:sldChg>
      <pc:sldChg chg="addSp delSp modSp new del mod modClrScheme delAnim modAnim chgLayout">
        <pc:chgData name="Ashley Warren" userId="d10fd33e-1b6e-46b9-9a62-07bf763cb9b8" providerId="ADAL" clId="{B696134A-B254-4888-BF0C-CCC79F3A9F94}" dt="2025-03-14T11:14:49.365" v="4503" actId="2696"/>
        <pc:sldMkLst>
          <pc:docMk/>
          <pc:sldMk cId="3250531575" sldId="1807"/>
        </pc:sldMkLst>
      </pc:sldChg>
      <pc:sldChg chg="modSp add mod modNotesTx">
        <pc:chgData name="Ashley Warren" userId="d10fd33e-1b6e-46b9-9a62-07bf763cb9b8" providerId="ADAL" clId="{B696134A-B254-4888-BF0C-CCC79F3A9F94}" dt="2025-03-20T11:55:50.206" v="9067" actId="6549"/>
        <pc:sldMkLst>
          <pc:docMk/>
          <pc:sldMk cId="2412244740" sldId="1808"/>
        </pc:sldMkLst>
      </pc:sldChg>
      <pc:sldChg chg="modSp new del mod">
        <pc:chgData name="Ashley Warren" userId="d10fd33e-1b6e-46b9-9a62-07bf763cb9b8" providerId="ADAL" clId="{B696134A-B254-4888-BF0C-CCC79F3A9F94}" dt="2025-03-14T11:25:11.478" v="4662" actId="2696"/>
        <pc:sldMkLst>
          <pc:docMk/>
          <pc:sldMk cId="1134050457" sldId="1809"/>
        </pc:sldMkLst>
      </pc:sldChg>
      <pc:sldChg chg="addSp delSp modSp new add del mod modClrScheme modAnim chgLayout">
        <pc:chgData name="Ashley Warren" userId="d10fd33e-1b6e-46b9-9a62-07bf763cb9b8" providerId="ADAL" clId="{B696134A-B254-4888-BF0C-CCC79F3A9F94}" dt="2025-03-14T16:28:16.853" v="7632" actId="2696"/>
        <pc:sldMkLst>
          <pc:docMk/>
          <pc:sldMk cId="3037526845" sldId="1809"/>
        </pc:sldMkLst>
      </pc:sldChg>
      <pc:sldChg chg="new del">
        <pc:chgData name="Ashley Warren" userId="d10fd33e-1b6e-46b9-9a62-07bf763cb9b8" providerId="ADAL" clId="{B696134A-B254-4888-BF0C-CCC79F3A9F94}" dt="2025-03-14T11:58:31.231" v="5892" actId="2696"/>
        <pc:sldMkLst>
          <pc:docMk/>
          <pc:sldMk cId="181399053" sldId="1810"/>
        </pc:sldMkLst>
      </pc:sldChg>
      <pc:sldChg chg="addSp modSp mod modAnim">
        <pc:chgData name="Ashley Warren" userId="d10fd33e-1b6e-46b9-9a62-07bf763cb9b8" providerId="ADAL" clId="{B696134A-B254-4888-BF0C-CCC79F3A9F94}" dt="2025-03-20T17:07:32.593" v="9691" actId="20577"/>
        <pc:sldMkLst>
          <pc:docMk/>
          <pc:sldMk cId="1275273107" sldId="1811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3-20T17:06:09.010" v="9633" actId="20577"/>
        <pc:sldMkLst>
          <pc:docMk/>
          <pc:sldMk cId="3644223449" sldId="1812"/>
        </pc:sldMkLst>
      </pc:sldChg>
    </pc:docChg>
  </pc:docChgLst>
  <pc:docChgLst>
    <pc:chgData name="Ashley Warren" userId="d10fd33e-1b6e-46b9-9a62-07bf763cb9b8" providerId="ADAL" clId="{AA55B4D0-6647-40F2-AA34-9E4AEB650157}"/>
    <pc:docChg chg="undo custSel addSld delSld modSld addSection delSection modSection">
      <pc:chgData name="Ashley Warren" userId="d10fd33e-1b6e-46b9-9a62-07bf763cb9b8" providerId="ADAL" clId="{AA55B4D0-6647-40F2-AA34-9E4AEB650157}" dt="2025-03-20T23:18:37.366" v="1591" actId="20577"/>
      <pc:docMkLst>
        <pc:docMk/>
      </pc:docMkLst>
      <pc:sldChg chg="addSp delSp modSp mod">
        <pc:chgData name="Ashley Warren" userId="d10fd33e-1b6e-46b9-9a62-07bf763cb9b8" providerId="ADAL" clId="{AA55B4D0-6647-40F2-AA34-9E4AEB650157}" dt="2025-03-20T22:56:35.612" v="310" actId="404"/>
        <pc:sldMkLst>
          <pc:docMk/>
          <pc:sldMk cId="3438599940" sldId="1775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887174488" sldId="1776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833029042" sldId="1777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402015288" sldId="1778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221114162" sldId="1779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725552035" sldId="1780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827034383" sldId="1781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4599905" sldId="1782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529270931" sldId="1783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202419147" sldId="1784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988743146" sldId="1785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963653629" sldId="1787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2394039290" sldId="1788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695709954" sldId="1789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264041291" sldId="1791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2441119260" sldId="1793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183892945" sldId="1795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3506752361" sldId="1796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2443839205" sldId="1797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969532049" sldId="1798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182127399" sldId="1799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799310407" sldId="1800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2447673935" sldId="1801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385298239" sldId="1802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916316274" sldId="1803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4223280131" sldId="1804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532201050" sldId="1805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2412244740" sldId="1808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275273107" sldId="1811"/>
        </pc:sldMkLst>
      </pc:sldChg>
      <pc:sldChg chg="addSp modSp mod">
        <pc:chgData name="Ashley Warren" userId="d10fd33e-1b6e-46b9-9a62-07bf763cb9b8" providerId="ADAL" clId="{AA55B4D0-6647-40F2-AA34-9E4AEB650157}" dt="2025-03-20T23:13:49.631" v="1287" actId="255"/>
        <pc:sldMkLst>
          <pc:docMk/>
          <pc:sldMk cId="3644223449" sldId="1812"/>
        </pc:sldMkLst>
      </pc:sldChg>
      <pc:sldChg chg="addSp delSp modSp new del mod modClrScheme chgLayout">
        <pc:chgData name="Ashley Warren" userId="d10fd33e-1b6e-46b9-9a62-07bf763cb9b8" providerId="ADAL" clId="{AA55B4D0-6647-40F2-AA34-9E4AEB650157}" dt="2025-03-20T22:56:46.092" v="311" actId="2696"/>
        <pc:sldMkLst>
          <pc:docMk/>
          <pc:sldMk cId="3676773766" sldId="1813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3:54.989" v="1288" actId="255"/>
        <pc:sldMkLst>
          <pc:docMk/>
          <pc:sldMk cId="3985019042" sldId="1813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3:45.388" v="1286" actId="1076"/>
        <pc:sldMkLst>
          <pc:docMk/>
          <pc:sldMk cId="3566581155" sldId="1814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01:19.940" v="415" actId="700"/>
        <pc:sldMkLst>
          <pc:docMk/>
          <pc:sldMk cId="2837988956" sldId="1815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5:10.392" v="1314" actId="207"/>
        <pc:sldMkLst>
          <pc:docMk/>
          <pc:sldMk cId="4239376431" sldId="1816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5:52.724" v="1326" actId="478"/>
        <pc:sldMkLst>
          <pc:docMk/>
          <pc:sldMk cId="1907619395" sldId="1817"/>
        </pc:sldMkLst>
      </pc:sldChg>
      <pc:sldChg chg="delSp new mod modClrScheme chgLayout">
        <pc:chgData name="Ashley Warren" userId="d10fd33e-1b6e-46b9-9a62-07bf763cb9b8" providerId="ADAL" clId="{AA55B4D0-6647-40F2-AA34-9E4AEB650157}" dt="2025-03-20T23:16:04.505" v="1327" actId="700"/>
        <pc:sldMkLst>
          <pc:docMk/>
          <pc:sldMk cId="2121118499" sldId="1818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6:32.673" v="1390" actId="20577"/>
        <pc:sldMkLst>
          <pc:docMk/>
          <pc:sldMk cId="1387490892" sldId="1819"/>
        </pc:sldMkLst>
      </pc:sldChg>
      <pc:sldChg chg="addSp modSp new mod modClrScheme chgLayout">
        <pc:chgData name="Ashley Warren" userId="d10fd33e-1b6e-46b9-9a62-07bf763cb9b8" providerId="ADAL" clId="{AA55B4D0-6647-40F2-AA34-9E4AEB650157}" dt="2025-03-20T23:16:45.732" v="1414" actId="20577"/>
        <pc:sldMkLst>
          <pc:docMk/>
          <pc:sldMk cId="3478147355" sldId="1820"/>
        </pc:sldMkLst>
      </pc:sldChg>
      <pc:sldChg chg="addSp modSp new mod modClrScheme chgLayout">
        <pc:chgData name="Ashley Warren" userId="d10fd33e-1b6e-46b9-9a62-07bf763cb9b8" providerId="ADAL" clId="{AA55B4D0-6647-40F2-AA34-9E4AEB650157}" dt="2025-03-20T23:18:37.366" v="1591" actId="20577"/>
        <pc:sldMkLst>
          <pc:docMk/>
          <pc:sldMk cId="1655222444" sldId="1821"/>
        </pc:sldMkLst>
      </pc:sldChg>
    </pc:docChg>
  </pc:docChgLst>
  <pc:docChgLst>
    <pc:chgData name="Ashley Warren" userId="d10fd33e-1b6e-46b9-9a62-07bf763cb9b8" providerId="ADAL" clId="{428D4425-BBD8-4116-88C2-C02C5F0CB188}"/>
    <pc:docChg chg="undo custSel addSld delSld modSld addSection delSection modSection">
      <pc:chgData name="Ashley Warren" userId="d10fd33e-1b6e-46b9-9a62-07bf763cb9b8" providerId="ADAL" clId="{428D4425-BBD8-4116-88C2-C02C5F0CB188}" dt="2025-06-13T12:50:05.654" v="1994" actId="2696"/>
      <pc:docMkLst>
        <pc:docMk/>
      </pc:docMkLst>
      <pc:sldChg chg="modSp mod">
        <pc:chgData name="Ashley Warren" userId="d10fd33e-1b6e-46b9-9a62-07bf763cb9b8" providerId="ADAL" clId="{428D4425-BBD8-4116-88C2-C02C5F0CB188}" dt="2025-06-05T11:23:27.438" v="35" actId="6549"/>
        <pc:sldMkLst>
          <pc:docMk/>
          <pc:sldMk cId="2441119260" sldId="1793"/>
        </pc:sldMkLst>
        <pc:spChg chg="mod">
          <ac:chgData name="Ashley Warren" userId="d10fd33e-1b6e-46b9-9a62-07bf763cb9b8" providerId="ADAL" clId="{428D4425-BBD8-4116-88C2-C02C5F0CB188}" dt="2025-06-05T11:23:27.438" v="35" actId="6549"/>
          <ac:spMkLst>
            <pc:docMk/>
            <pc:sldMk cId="2441119260" sldId="1793"/>
            <ac:spMk id="6" creationId="{03D2F377-33A6-0C12-8B26-EA63790D807C}"/>
          </ac:spMkLst>
        </pc:spChg>
      </pc:sldChg>
      <pc:sldChg chg="addSp modSp del mod">
        <pc:chgData name="Ashley Warren" userId="d10fd33e-1b6e-46b9-9a62-07bf763cb9b8" providerId="ADAL" clId="{428D4425-BBD8-4116-88C2-C02C5F0CB188}" dt="2025-06-05T11:25:10.278" v="123" actId="2696"/>
        <pc:sldMkLst>
          <pc:docMk/>
          <pc:sldMk cId="1799807183" sldId="1806"/>
        </pc:sldMkLst>
      </pc:sldChg>
      <pc:sldChg chg="modSp mod">
        <pc:chgData name="Ashley Warren" userId="d10fd33e-1b6e-46b9-9a62-07bf763cb9b8" providerId="ADAL" clId="{428D4425-BBD8-4116-88C2-C02C5F0CB188}" dt="2025-06-05T11:23:10.237" v="34" actId="115"/>
        <pc:sldMkLst>
          <pc:docMk/>
          <pc:sldMk cId="3644223449" sldId="1812"/>
        </pc:sldMkLst>
        <pc:spChg chg="mod">
          <ac:chgData name="Ashley Warren" userId="d10fd33e-1b6e-46b9-9a62-07bf763cb9b8" providerId="ADAL" clId="{428D4425-BBD8-4116-88C2-C02C5F0CB188}" dt="2025-06-05T11:23:10.237" v="34" actId="115"/>
          <ac:spMkLst>
            <pc:docMk/>
            <pc:sldMk cId="3644223449" sldId="1812"/>
            <ac:spMk id="15" creationId="{36C1A306-BF13-9CBD-73E9-3E050CC3E986}"/>
          </ac:spMkLst>
        </pc:spChg>
      </pc:sldChg>
      <pc:sldChg chg="addSp delSp modSp del mod modClrScheme chgLayout">
        <pc:chgData name="Ashley Warren" userId="d10fd33e-1b6e-46b9-9a62-07bf763cb9b8" providerId="ADAL" clId="{428D4425-BBD8-4116-88C2-C02C5F0CB188}" dt="2025-06-07T08:05:44.003" v="222" actId="2696"/>
        <pc:sldMkLst>
          <pc:docMk/>
          <pc:sldMk cId="3985019042" sldId="1813"/>
        </pc:sldMkLst>
      </pc:sldChg>
      <pc:sldChg chg="mod modShow">
        <pc:chgData name="Ashley Warren" userId="d10fd33e-1b6e-46b9-9a62-07bf763cb9b8" providerId="ADAL" clId="{428D4425-BBD8-4116-88C2-C02C5F0CB188}" dt="2025-06-11T15:50:45.483" v="679" actId="729"/>
        <pc:sldMkLst>
          <pc:docMk/>
          <pc:sldMk cId="4239376431" sldId="1816"/>
        </pc:sldMkLst>
      </pc:sldChg>
      <pc:sldChg chg="addSp delSp modSp mod modTransition">
        <pc:chgData name="Ashley Warren" userId="d10fd33e-1b6e-46b9-9a62-07bf763cb9b8" providerId="ADAL" clId="{428D4425-BBD8-4116-88C2-C02C5F0CB188}" dt="2025-06-07T08:39:01.591" v="262" actId="14100"/>
        <pc:sldMkLst>
          <pc:docMk/>
          <pc:sldMk cId="1907619395" sldId="1817"/>
        </pc:sldMkLst>
        <pc:picChg chg="add mod modCrop">
          <ac:chgData name="Ashley Warren" userId="d10fd33e-1b6e-46b9-9a62-07bf763cb9b8" providerId="ADAL" clId="{428D4425-BBD8-4116-88C2-C02C5F0CB188}" dt="2025-06-07T08:39:01.591" v="262" actId="14100"/>
          <ac:picMkLst>
            <pc:docMk/>
            <pc:sldMk cId="1907619395" sldId="1817"/>
            <ac:picMk id="5" creationId="{8D7DB244-4779-4DB9-E3C3-FE550B9E2869}"/>
          </ac:picMkLst>
        </pc:picChg>
      </pc:sldChg>
      <pc:sldChg chg="addSp delSp modSp mod modTransition modClrScheme chgLayout">
        <pc:chgData name="Ashley Warren" userId="d10fd33e-1b6e-46b9-9a62-07bf763cb9b8" providerId="ADAL" clId="{428D4425-BBD8-4116-88C2-C02C5F0CB188}" dt="2025-06-07T08:45:54.724" v="269" actId="1076"/>
        <pc:sldMkLst>
          <pc:docMk/>
          <pc:sldMk cId="2121118499" sldId="1818"/>
        </pc:sldMkLst>
      </pc:sldChg>
      <pc:sldChg chg="addSp delSp modSp mod modAnim">
        <pc:chgData name="Ashley Warren" userId="d10fd33e-1b6e-46b9-9a62-07bf763cb9b8" providerId="ADAL" clId="{428D4425-BBD8-4116-88C2-C02C5F0CB188}" dt="2025-06-11T15:51:12.827" v="688" actId="167"/>
        <pc:sldMkLst>
          <pc:docMk/>
          <pc:sldMk cId="1703368397" sldId="1822"/>
        </pc:sldMkLst>
        <pc:spChg chg="add mod">
          <ac:chgData name="Ashley Warren" userId="d10fd33e-1b6e-46b9-9a62-07bf763cb9b8" providerId="ADAL" clId="{428D4425-BBD8-4116-88C2-C02C5F0CB188}" dt="2025-06-05T11:24:58.754" v="122" actId="120"/>
          <ac:spMkLst>
            <pc:docMk/>
            <pc:sldMk cId="1703368397" sldId="1822"/>
            <ac:spMk id="4" creationId="{D8CF82F9-F650-CF81-C12A-C92941F97544}"/>
          </ac:spMkLst>
        </pc:spChg>
        <pc:spChg chg="add mod ord">
          <ac:chgData name="Ashley Warren" userId="d10fd33e-1b6e-46b9-9a62-07bf763cb9b8" providerId="ADAL" clId="{428D4425-BBD8-4116-88C2-C02C5F0CB188}" dt="2025-06-07T08:58:44.645" v="283" actId="167"/>
          <ac:spMkLst>
            <pc:docMk/>
            <pc:sldMk cId="1703368397" sldId="1822"/>
            <ac:spMk id="5" creationId="{BBDBA90F-98D7-9C92-1CBE-B48D21373365}"/>
          </ac:spMkLst>
        </pc:spChg>
        <pc:spChg chg="add mod">
          <ac:chgData name="Ashley Warren" userId="d10fd33e-1b6e-46b9-9a62-07bf763cb9b8" providerId="ADAL" clId="{428D4425-BBD8-4116-88C2-C02C5F0CB188}" dt="2025-06-05T11:26:41.664" v="144" actId="1076"/>
          <ac:spMkLst>
            <pc:docMk/>
            <pc:sldMk cId="1703368397" sldId="1822"/>
            <ac:spMk id="8" creationId="{ECF9427C-867F-5139-60F7-C9113D3BD63C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5" creationId="{44BF82F9-0F88-001C-0ECB-5EAA5EB21FF3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6" creationId="{75A9A5DF-C40F-C793-89B7-60C6F8CACEC2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7" creationId="{EA745B89-375E-7D3E-8197-849B3AD805EC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8" creationId="{93A33540-C108-7A50-A515-EAB630681250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9" creationId="{0C9FD71C-8CAF-E744-54E1-62E6D609C457}"/>
          </ac:spMkLst>
        </pc:spChg>
        <pc:grpChg chg="mod ord">
          <ac:chgData name="Ashley Warren" userId="d10fd33e-1b6e-46b9-9a62-07bf763cb9b8" providerId="ADAL" clId="{428D4425-BBD8-4116-88C2-C02C5F0CB188}" dt="2025-06-11T15:51:12.827" v="688" actId="167"/>
          <ac:grpSpMkLst>
            <pc:docMk/>
            <pc:sldMk cId="1703368397" sldId="1822"/>
            <ac:grpSpMk id="2" creationId="{48FD0CED-827B-DC09-86B9-BD9A6F1D6102}"/>
          </ac:grpSpMkLst>
        </pc:grpChg>
        <pc:graphicFrameChg chg="add mod ord modGraphic">
          <ac:chgData name="Ashley Warren" userId="d10fd33e-1b6e-46b9-9a62-07bf763cb9b8" providerId="ADAL" clId="{428D4425-BBD8-4116-88C2-C02C5F0CB188}" dt="2025-06-11T15:51:08.974" v="686" actId="167"/>
          <ac:graphicFrameMkLst>
            <pc:docMk/>
            <pc:sldMk cId="1703368397" sldId="1822"/>
            <ac:graphicFrameMk id="6" creationId="{096DB92D-550A-AFD5-66D1-E41D6AF707BC}"/>
          </ac:graphicFrameMkLst>
        </pc:graphicFrameChg>
        <pc:graphicFrameChg chg="mod">
          <ac:chgData name="Ashley Warren" userId="d10fd33e-1b6e-46b9-9a62-07bf763cb9b8" providerId="ADAL" clId="{428D4425-BBD8-4116-88C2-C02C5F0CB188}" dt="2025-06-05T11:24:35.621" v="45" actId="1076"/>
          <ac:graphicFrameMkLst>
            <pc:docMk/>
            <pc:sldMk cId="1703368397" sldId="1822"/>
            <ac:graphicFrameMk id="7" creationId="{27BBA12A-B0EA-F511-D47D-C0540E7F459C}"/>
          </ac:graphicFrameMkLst>
        </pc:graphicFrameChg>
        <pc:graphicFrameChg chg="mod">
          <ac:chgData name="Ashley Warren" userId="d10fd33e-1b6e-46b9-9a62-07bf763cb9b8" providerId="ADAL" clId="{428D4425-BBD8-4116-88C2-C02C5F0CB188}" dt="2025-06-05T11:24:39.204" v="46" actId="164"/>
          <ac:graphicFrameMkLst>
            <pc:docMk/>
            <pc:sldMk cId="1703368397" sldId="1822"/>
            <ac:graphicFrameMk id="9" creationId="{65AAD402-D845-FBD2-85B5-BB95FB5FAD18}"/>
          </ac:graphicFrameMkLst>
        </pc:graphicFrameChg>
        <pc:graphicFrameChg chg="add mod ord modGraphic">
          <ac:chgData name="Ashley Warren" userId="d10fd33e-1b6e-46b9-9a62-07bf763cb9b8" providerId="ADAL" clId="{428D4425-BBD8-4116-88C2-C02C5F0CB188}" dt="2025-06-07T08:53:16.123" v="279" actId="167"/>
          <ac:graphicFrameMkLst>
            <pc:docMk/>
            <pc:sldMk cId="1703368397" sldId="1822"/>
            <ac:graphicFrameMk id="10" creationId="{877FF70C-BEB3-8007-2F80-040360C501B5}"/>
          </ac:graphicFrameMkLst>
        </pc:graphicFrameChg>
        <pc:graphicFrameChg chg="mod">
          <ac:chgData name="Ashley Warren" userId="d10fd33e-1b6e-46b9-9a62-07bf763cb9b8" providerId="ADAL" clId="{428D4425-BBD8-4116-88C2-C02C5F0CB188}" dt="2025-06-05T11:24:39.204" v="46" actId="164"/>
          <ac:graphicFrameMkLst>
            <pc:docMk/>
            <pc:sldMk cId="1703368397" sldId="1822"/>
            <ac:graphicFrameMk id="13" creationId="{9CA096E0-E8C6-6938-5469-34229D31C8C7}"/>
          </ac:graphicFrameMkLst>
        </pc:graphicFrameChg>
        <pc:graphicFrameChg chg="mod">
          <ac:chgData name="Ashley Warren" userId="d10fd33e-1b6e-46b9-9a62-07bf763cb9b8" providerId="ADAL" clId="{428D4425-BBD8-4116-88C2-C02C5F0CB188}" dt="2025-06-07T08:53:21.065" v="281" actId="167"/>
          <ac:graphicFrameMkLst>
            <pc:docMk/>
            <pc:sldMk cId="1703368397" sldId="1822"/>
            <ac:graphicFrameMk id="14" creationId="{B426A324-0904-128E-FDE1-4D85F15063CD}"/>
          </ac:graphicFrameMkLst>
        </pc:graphicFrameChg>
      </pc:sldChg>
      <pc:sldChg chg="addSp delSp modSp add mod modClrScheme modAnim chgLayout">
        <pc:chgData name="Ashley Warren" userId="d10fd33e-1b6e-46b9-9a62-07bf763cb9b8" providerId="ADAL" clId="{428D4425-BBD8-4116-88C2-C02C5F0CB188}" dt="2025-06-13T10:56:59.779" v="1991"/>
        <pc:sldMkLst>
          <pc:docMk/>
          <pc:sldMk cId="3398417094" sldId="1823"/>
        </pc:sldMkLst>
        <pc:spChg chg="add mod ord">
          <ac:chgData name="Ashley Warren" userId="d10fd33e-1b6e-46b9-9a62-07bf763cb9b8" providerId="ADAL" clId="{428D4425-BBD8-4116-88C2-C02C5F0CB188}" dt="2025-06-07T08:02:54.440" v="185" actId="167"/>
          <ac:spMkLst>
            <pc:docMk/>
            <pc:sldMk cId="3398417094" sldId="1823"/>
            <ac:spMk id="2" creationId="{B79695BE-43BA-9367-C2B3-3D6E43E39A79}"/>
          </ac:spMkLst>
        </pc:spChg>
        <pc:spChg chg="add mod ord">
          <ac:chgData name="Ashley Warren" userId="d10fd33e-1b6e-46b9-9a62-07bf763cb9b8" providerId="ADAL" clId="{428D4425-BBD8-4116-88C2-C02C5F0CB188}" dt="2025-06-07T08:03:00.098" v="188" actId="167"/>
          <ac:spMkLst>
            <pc:docMk/>
            <pc:sldMk cId="3398417094" sldId="1823"/>
            <ac:spMk id="3" creationId="{8A803851-BDCA-10A2-A007-380D4B881254}"/>
          </ac:spMkLst>
        </pc:spChg>
        <pc:spChg chg="mod ord">
          <ac:chgData name="Ashley Warren" userId="d10fd33e-1b6e-46b9-9a62-07bf763cb9b8" providerId="ADAL" clId="{428D4425-BBD8-4116-88C2-C02C5F0CB188}" dt="2025-06-07T08:03:05.611" v="208" actId="1036"/>
          <ac:spMkLst>
            <pc:docMk/>
            <pc:sldMk cId="3398417094" sldId="1823"/>
            <ac:spMk id="4" creationId="{0C76667F-8032-F0F3-536D-E4CD672DFBCC}"/>
          </ac:spMkLst>
        </pc:spChg>
        <pc:spChg chg="mod ord">
          <ac:chgData name="Ashley Warren" userId="d10fd33e-1b6e-46b9-9a62-07bf763cb9b8" providerId="ADAL" clId="{428D4425-BBD8-4116-88C2-C02C5F0CB188}" dt="2025-06-07T08:03:09.445" v="210" actId="14100"/>
          <ac:spMkLst>
            <pc:docMk/>
            <pc:sldMk cId="3398417094" sldId="1823"/>
            <ac:spMk id="6" creationId="{9ECAE8B5-C8CB-A652-E31F-5F774E4F888E}"/>
          </ac:spMkLst>
        </pc:spChg>
        <pc:picChg chg="add mod modCrop">
          <ac:chgData name="Ashley Warren" userId="d10fd33e-1b6e-46b9-9a62-07bf763cb9b8" providerId="ADAL" clId="{428D4425-BBD8-4116-88C2-C02C5F0CB188}" dt="2025-06-07T08:16:59.741" v="237" actId="1076"/>
          <ac:picMkLst>
            <pc:docMk/>
            <pc:sldMk cId="3398417094" sldId="1823"/>
            <ac:picMk id="8" creationId="{9A875040-1103-75E2-192C-65890B7E312C}"/>
          </ac:picMkLst>
        </pc:picChg>
      </pc:sldChg>
      <pc:sldChg chg="addSp modSp new mod">
        <pc:chgData name="Ashley Warren" userId="d10fd33e-1b6e-46b9-9a62-07bf763cb9b8" providerId="ADAL" clId="{428D4425-BBD8-4116-88C2-C02C5F0CB188}" dt="2025-06-11T16:08:20.043" v="1987" actId="1076"/>
        <pc:sldMkLst>
          <pc:docMk/>
          <pc:sldMk cId="4165782006" sldId="1824"/>
        </pc:sldMkLst>
        <pc:spChg chg="mod">
          <ac:chgData name="Ashley Warren" userId="d10fd33e-1b6e-46b9-9a62-07bf763cb9b8" providerId="ADAL" clId="{428D4425-BBD8-4116-88C2-C02C5F0CB188}" dt="2025-06-11T15:50:39.880" v="678" actId="207"/>
          <ac:spMkLst>
            <pc:docMk/>
            <pc:sldMk cId="4165782006" sldId="1824"/>
            <ac:spMk id="2" creationId="{83168B0D-26F1-61D0-928B-1F3189DFD88D}"/>
          </ac:spMkLst>
        </pc:spChg>
        <pc:spChg chg="mod">
          <ac:chgData name="Ashley Warren" userId="d10fd33e-1b6e-46b9-9a62-07bf763cb9b8" providerId="ADAL" clId="{428D4425-BBD8-4116-88C2-C02C5F0CB188}" dt="2025-06-11T15:48:55.979" v="373" actId="20577"/>
          <ac:spMkLst>
            <pc:docMk/>
            <pc:sldMk cId="4165782006" sldId="1824"/>
            <ac:spMk id="3" creationId="{6A42D62A-7290-E475-1A59-1A9426556C8D}"/>
          </ac:spMkLst>
        </pc:spChg>
        <pc:spChg chg="mod">
          <ac:chgData name="Ashley Warren" userId="d10fd33e-1b6e-46b9-9a62-07bf763cb9b8" providerId="ADAL" clId="{428D4425-BBD8-4116-88C2-C02C5F0CB188}" dt="2025-06-11T15:49:07.665" v="405" actId="20577"/>
          <ac:spMkLst>
            <pc:docMk/>
            <pc:sldMk cId="4165782006" sldId="1824"/>
            <ac:spMk id="4" creationId="{09004716-FA2D-9270-BDEF-644413178683}"/>
          </ac:spMkLst>
        </pc:spChg>
        <pc:spChg chg="mod">
          <ac:chgData name="Ashley Warren" userId="d10fd33e-1b6e-46b9-9a62-07bf763cb9b8" providerId="ADAL" clId="{428D4425-BBD8-4116-88C2-C02C5F0CB188}" dt="2025-06-11T15:49:11.449" v="412" actId="20577"/>
          <ac:spMkLst>
            <pc:docMk/>
            <pc:sldMk cId="4165782006" sldId="1824"/>
            <ac:spMk id="5" creationId="{7A1607D1-7904-118A-FABE-954EA810C8B8}"/>
          </ac:spMkLst>
        </pc:spChg>
        <pc:spChg chg="mod">
          <ac:chgData name="Ashley Warren" userId="d10fd33e-1b6e-46b9-9a62-07bf763cb9b8" providerId="ADAL" clId="{428D4425-BBD8-4116-88C2-C02C5F0CB188}" dt="2025-06-11T15:59:46.856" v="997" actId="20577"/>
          <ac:spMkLst>
            <pc:docMk/>
            <pc:sldMk cId="4165782006" sldId="1824"/>
            <ac:spMk id="6" creationId="{30F7668F-5DD0-B9F6-534D-A1B8C304D167}"/>
          </ac:spMkLst>
        </pc:spChg>
        <pc:spChg chg="mod">
          <ac:chgData name="Ashley Warren" userId="d10fd33e-1b6e-46b9-9a62-07bf763cb9b8" providerId="ADAL" clId="{428D4425-BBD8-4116-88C2-C02C5F0CB188}" dt="2025-06-11T16:01:59.209" v="1251" actId="20577"/>
          <ac:spMkLst>
            <pc:docMk/>
            <pc:sldMk cId="4165782006" sldId="1824"/>
            <ac:spMk id="7" creationId="{D95344BB-87DE-42DF-8558-FA2631C9944F}"/>
          </ac:spMkLst>
        </pc:spChg>
        <pc:spChg chg="mod">
          <ac:chgData name="Ashley Warren" userId="d10fd33e-1b6e-46b9-9a62-07bf763cb9b8" providerId="ADAL" clId="{428D4425-BBD8-4116-88C2-C02C5F0CB188}" dt="2025-06-11T16:06:00.326" v="1880" actId="20577"/>
          <ac:spMkLst>
            <pc:docMk/>
            <pc:sldMk cId="4165782006" sldId="1824"/>
            <ac:spMk id="8" creationId="{267AE72A-D202-09CE-5A43-E84DDD4C6348}"/>
          </ac:spMkLst>
        </pc:spChg>
        <pc:spChg chg="add mod">
          <ac:chgData name="Ashley Warren" userId="d10fd33e-1b6e-46b9-9a62-07bf763cb9b8" providerId="ADAL" clId="{428D4425-BBD8-4116-88C2-C02C5F0CB188}" dt="2025-06-11T15:48:26.785" v="285"/>
          <ac:spMkLst>
            <pc:docMk/>
            <pc:sldMk cId="4165782006" sldId="1824"/>
            <ac:spMk id="9" creationId="{B97130EF-5F86-6690-EF8C-D2C9FE9C21C5}"/>
          </ac:spMkLst>
        </pc:spChg>
        <pc:spChg chg="add mod">
          <ac:chgData name="Ashley Warren" userId="d10fd33e-1b6e-46b9-9a62-07bf763cb9b8" providerId="ADAL" clId="{428D4425-BBD8-4116-88C2-C02C5F0CB188}" dt="2025-06-11T16:08:16.824" v="1986" actId="1076"/>
          <ac:spMkLst>
            <pc:docMk/>
            <pc:sldMk cId="4165782006" sldId="1824"/>
            <ac:spMk id="10" creationId="{9F5A677D-52A6-ECDD-290D-30DD3F3FF13F}"/>
          </ac:spMkLst>
        </pc:spChg>
        <pc:picChg chg="add mod">
          <ac:chgData name="Ashley Warren" userId="d10fd33e-1b6e-46b9-9a62-07bf763cb9b8" providerId="ADAL" clId="{428D4425-BBD8-4116-88C2-C02C5F0CB188}" dt="2025-06-11T16:08:20.043" v="1987" actId="1076"/>
          <ac:picMkLst>
            <pc:docMk/>
            <pc:sldMk cId="4165782006" sldId="1824"/>
            <ac:picMk id="12" creationId="{3D3AD6AE-DB8A-BF88-9776-599929FA21B6}"/>
          </ac:picMkLst>
        </pc:picChg>
      </pc:sldChg>
      <pc:sldChg chg="new del">
        <pc:chgData name="Ashley Warren" userId="d10fd33e-1b6e-46b9-9a62-07bf763cb9b8" providerId="ADAL" clId="{428D4425-BBD8-4116-88C2-C02C5F0CB188}" dt="2025-06-13T12:50:05.654" v="1994" actId="2696"/>
        <pc:sldMkLst>
          <pc:docMk/>
          <pc:sldMk cId="3568159424" sldId="1826"/>
        </pc:sldMkLst>
      </pc:sldChg>
    </pc:docChg>
  </pc:docChgLst>
  <pc:docChgLst>
    <pc:chgData name="Ashley Warren" userId="d10fd33e-1b6e-46b9-9a62-07bf763cb9b8" providerId="ADAL" clId="{47180025-43D8-4541-90B3-6F746960964A}"/>
    <pc:docChg chg="custSel modSld">
      <pc:chgData name="Ashley Warren" userId="d10fd33e-1b6e-46b9-9a62-07bf763cb9b8" providerId="ADAL" clId="{47180025-43D8-4541-90B3-6F746960964A}" dt="2025-05-15T16:27:22.910" v="820" actId="20577"/>
      <pc:docMkLst>
        <pc:docMk/>
      </pc:docMkLst>
      <pc:sldChg chg="modSp mod">
        <pc:chgData name="Ashley Warren" userId="d10fd33e-1b6e-46b9-9a62-07bf763cb9b8" providerId="ADAL" clId="{47180025-43D8-4541-90B3-6F746960964A}" dt="2025-05-15T16:21:42.985" v="758" actId="20577"/>
        <pc:sldMkLst>
          <pc:docMk/>
          <pc:sldMk cId="3985019042" sldId="1813"/>
        </pc:sldMkLst>
      </pc:sldChg>
      <pc:sldChg chg="modSp mod">
        <pc:chgData name="Ashley Warren" userId="d10fd33e-1b6e-46b9-9a62-07bf763cb9b8" providerId="ADAL" clId="{47180025-43D8-4541-90B3-6F746960964A}" dt="2025-05-15T16:27:22.910" v="820" actId="20577"/>
        <pc:sldMkLst>
          <pc:docMk/>
          <pc:sldMk cId="4239376431" sldId="1816"/>
        </pc:sldMkLst>
      </pc:sldChg>
    </pc:docChg>
  </pc:docChgLst>
  <pc:docChgLst>
    <pc:chgData name="Ashley Warren" userId="d10fd33e-1b6e-46b9-9a62-07bf763cb9b8" providerId="ADAL" clId="{6D2F899B-FB45-49F1-B1C8-E5C4471C38AE}"/>
    <pc:docChg chg="undo custSel addSld modSld modSection">
      <pc:chgData name="Ashley Warren" userId="d10fd33e-1b6e-46b9-9a62-07bf763cb9b8" providerId="ADAL" clId="{6D2F899B-FB45-49F1-B1C8-E5C4471C38AE}" dt="2025-08-21T18:18:27.063" v="330" actId="20577"/>
      <pc:docMkLst>
        <pc:docMk/>
      </pc:docMkLst>
      <pc:sldChg chg="modSp mod">
        <pc:chgData name="Ashley Warren" userId="d10fd33e-1b6e-46b9-9a62-07bf763cb9b8" providerId="ADAL" clId="{6D2F899B-FB45-49F1-B1C8-E5C4471C38AE}" dt="2025-08-21T15:38:21.444" v="328" actId="14100"/>
        <pc:sldMkLst>
          <pc:docMk/>
          <pc:sldMk cId="4239376431" sldId="1816"/>
        </pc:sldMkLst>
        <pc:spChg chg="mod">
          <ac:chgData name="Ashley Warren" userId="d10fd33e-1b6e-46b9-9a62-07bf763cb9b8" providerId="ADAL" clId="{6D2F899B-FB45-49F1-B1C8-E5C4471C38AE}" dt="2025-08-21T15:38:08.543" v="327" actId="20577"/>
          <ac:spMkLst>
            <pc:docMk/>
            <pc:sldMk cId="4239376431" sldId="1816"/>
            <ac:spMk id="21" creationId="{19D33CD0-F22B-46F9-8FDE-6F1EE2029A56}"/>
          </ac:spMkLst>
        </pc:spChg>
        <pc:spChg chg="mod">
          <ac:chgData name="Ashley Warren" userId="d10fd33e-1b6e-46b9-9a62-07bf763cb9b8" providerId="ADAL" clId="{6D2F899B-FB45-49F1-B1C8-E5C4471C38AE}" dt="2025-08-21T15:38:21.444" v="328" actId="14100"/>
          <ac:spMkLst>
            <pc:docMk/>
            <pc:sldMk cId="4239376431" sldId="1816"/>
            <ac:spMk id="23" creationId="{A4DB747F-54EC-1A5F-213C-92FA20132106}"/>
          </ac:spMkLst>
        </pc:spChg>
      </pc:sldChg>
      <pc:sldChg chg="addSp delSp modSp mod modClrScheme modShow chgLayout">
        <pc:chgData name="Ashley Warren" userId="d10fd33e-1b6e-46b9-9a62-07bf763cb9b8" providerId="ADAL" clId="{6D2F899B-FB45-49F1-B1C8-E5C4471C38AE}" dt="2025-08-20T15:21:09.909" v="165" actId="729"/>
        <pc:sldMkLst>
          <pc:docMk/>
          <pc:sldMk cId="1884856776" sldId="1826"/>
        </pc:sldMkLst>
        <pc:spChg chg="add del mod ord">
          <ac:chgData name="Ashley Warren" userId="d10fd33e-1b6e-46b9-9a62-07bf763cb9b8" providerId="ADAL" clId="{6D2F899B-FB45-49F1-B1C8-E5C4471C38AE}" dt="2025-08-20T15:14:00.288" v="43" actId="700"/>
          <ac:spMkLst>
            <pc:docMk/>
            <pc:sldMk cId="1884856776" sldId="1826"/>
            <ac:spMk id="3" creationId="{830D69B2-C767-ECFF-28E7-E44A36859423}"/>
          </ac:spMkLst>
        </pc:spChg>
        <pc:spChg chg="add del mod ord">
          <ac:chgData name="Ashley Warren" userId="d10fd33e-1b6e-46b9-9a62-07bf763cb9b8" providerId="ADAL" clId="{6D2F899B-FB45-49F1-B1C8-E5C4471C38AE}" dt="2025-08-20T15:14:00.288" v="43" actId="700"/>
          <ac:spMkLst>
            <pc:docMk/>
            <pc:sldMk cId="1884856776" sldId="1826"/>
            <ac:spMk id="4" creationId="{0C2E8F1B-DBAF-6A51-34AB-F25CFF39EBAD}"/>
          </ac:spMkLst>
        </pc:spChg>
        <pc:spChg chg="add del mod ord">
          <ac:chgData name="Ashley Warren" userId="d10fd33e-1b6e-46b9-9a62-07bf763cb9b8" providerId="ADAL" clId="{6D2F899B-FB45-49F1-B1C8-E5C4471C38AE}" dt="2025-08-20T15:14:08.557" v="45" actId="700"/>
          <ac:spMkLst>
            <pc:docMk/>
            <pc:sldMk cId="1884856776" sldId="1826"/>
            <ac:spMk id="5" creationId="{50DD7CDC-1A45-D78F-E7AA-B486089073E6}"/>
          </ac:spMkLst>
        </pc:spChg>
        <pc:spChg chg="add del mod ord">
          <ac:chgData name="Ashley Warren" userId="d10fd33e-1b6e-46b9-9a62-07bf763cb9b8" providerId="ADAL" clId="{6D2F899B-FB45-49F1-B1C8-E5C4471C38AE}" dt="2025-08-20T15:14:08.557" v="45" actId="700"/>
          <ac:spMkLst>
            <pc:docMk/>
            <pc:sldMk cId="1884856776" sldId="1826"/>
            <ac:spMk id="6" creationId="{0ABA0DD3-0C00-9438-79B9-47C7DC8BB5C8}"/>
          </ac:spMkLst>
        </pc:spChg>
        <pc:spChg chg="mod ord">
          <ac:chgData name="Ashley Warren" userId="d10fd33e-1b6e-46b9-9a62-07bf763cb9b8" providerId="ADAL" clId="{6D2F899B-FB45-49F1-B1C8-E5C4471C38AE}" dt="2025-08-20T15:14:08.557" v="45" actId="700"/>
          <ac:spMkLst>
            <pc:docMk/>
            <pc:sldMk cId="1884856776" sldId="1826"/>
            <ac:spMk id="9" creationId="{3C68B74F-3A9F-1917-5008-FE1FFF76A827}"/>
          </ac:spMkLst>
        </pc:spChg>
        <pc:spChg chg="mod ord">
          <ac:chgData name="Ashley Warren" userId="d10fd33e-1b6e-46b9-9a62-07bf763cb9b8" providerId="ADAL" clId="{6D2F899B-FB45-49F1-B1C8-E5C4471C38AE}" dt="2025-08-20T15:14:08.557" v="45" actId="700"/>
          <ac:spMkLst>
            <pc:docMk/>
            <pc:sldMk cId="1884856776" sldId="1826"/>
            <ac:spMk id="10" creationId="{1AA3E1C1-1293-E27B-1FC4-221F3DD850A9}"/>
          </ac:spMkLst>
        </pc:spChg>
        <pc:picChg chg="add del mod">
          <ac:chgData name="Ashley Warren" userId="d10fd33e-1b6e-46b9-9a62-07bf763cb9b8" providerId="ADAL" clId="{6D2F899B-FB45-49F1-B1C8-E5C4471C38AE}" dt="2025-08-20T15:13:05.058" v="33" actId="478"/>
          <ac:picMkLst>
            <pc:docMk/>
            <pc:sldMk cId="1884856776" sldId="1826"/>
            <ac:picMk id="2" creationId="{CED6A8BE-8DF9-7C59-0AF7-6DB23FB7CFD0}"/>
          </ac:picMkLst>
        </pc:picChg>
      </pc:sldChg>
      <pc:sldChg chg="addSp modSp mod modAnim">
        <pc:chgData name="Ashley Warren" userId="d10fd33e-1b6e-46b9-9a62-07bf763cb9b8" providerId="ADAL" clId="{6D2F899B-FB45-49F1-B1C8-E5C4471C38AE}" dt="2025-08-20T15:24:15.048" v="186" actId="1076"/>
        <pc:sldMkLst>
          <pc:docMk/>
          <pc:sldMk cId="2024505713" sldId="1827"/>
        </pc:sldMkLst>
        <pc:picChg chg="add mod modCrop">
          <ac:chgData name="Ashley Warren" userId="d10fd33e-1b6e-46b9-9a62-07bf763cb9b8" providerId="ADAL" clId="{6D2F899B-FB45-49F1-B1C8-E5C4471C38AE}" dt="2025-08-20T15:24:15.048" v="186" actId="1076"/>
          <ac:picMkLst>
            <pc:docMk/>
            <pc:sldMk cId="2024505713" sldId="1827"/>
            <ac:picMk id="5" creationId="{3E36CB08-5CE9-F3D0-58BC-DE041C35F653}"/>
          </ac:picMkLst>
        </pc:picChg>
      </pc:sldChg>
      <pc:sldChg chg="addSp delSp modSp mod modAnim">
        <pc:chgData name="Ashley Warren" userId="d10fd33e-1b6e-46b9-9a62-07bf763cb9b8" providerId="ADAL" clId="{6D2F899B-FB45-49F1-B1C8-E5C4471C38AE}" dt="2025-08-20T15:39:03.258" v="240"/>
        <pc:sldMkLst>
          <pc:docMk/>
          <pc:sldMk cId="1415461561" sldId="1828"/>
        </pc:sldMkLst>
        <pc:spChg chg="del">
          <ac:chgData name="Ashley Warren" userId="d10fd33e-1b6e-46b9-9a62-07bf763cb9b8" providerId="ADAL" clId="{6D2F899B-FB45-49F1-B1C8-E5C4471C38AE}" dt="2025-08-20T15:26:43.621" v="198" actId="478"/>
          <ac:spMkLst>
            <pc:docMk/>
            <pc:sldMk cId="1415461561" sldId="1828"/>
            <ac:spMk id="7" creationId="{3495E61A-6EDC-F293-DC94-95423C527E00}"/>
          </ac:spMkLst>
        </pc:spChg>
        <pc:spChg chg="add mod">
          <ac:chgData name="Ashley Warren" userId="d10fd33e-1b6e-46b9-9a62-07bf763cb9b8" providerId="ADAL" clId="{6D2F899B-FB45-49F1-B1C8-E5C4471C38AE}" dt="2025-08-20T15:35:50.114" v="215" actId="14100"/>
          <ac:spMkLst>
            <pc:docMk/>
            <pc:sldMk cId="1415461561" sldId="1828"/>
            <ac:spMk id="8" creationId="{AC9E8D7F-6ED0-D097-E919-6F65BDFC055F}"/>
          </ac:spMkLst>
        </pc:spChg>
        <pc:spChg chg="add mod">
          <ac:chgData name="Ashley Warren" userId="d10fd33e-1b6e-46b9-9a62-07bf763cb9b8" providerId="ADAL" clId="{6D2F899B-FB45-49F1-B1C8-E5C4471C38AE}" dt="2025-08-20T15:36:29.248" v="232" actId="14100"/>
          <ac:spMkLst>
            <pc:docMk/>
            <pc:sldMk cId="1415461561" sldId="1828"/>
            <ac:spMk id="9" creationId="{AB2F08BB-5A6C-9FEE-220F-415A26039451}"/>
          </ac:spMkLst>
        </pc:spChg>
        <pc:spChg chg="add mod">
          <ac:chgData name="Ashley Warren" userId="d10fd33e-1b6e-46b9-9a62-07bf763cb9b8" providerId="ADAL" clId="{6D2F899B-FB45-49F1-B1C8-E5C4471C38AE}" dt="2025-08-20T15:36:45.543" v="237" actId="14100"/>
          <ac:spMkLst>
            <pc:docMk/>
            <pc:sldMk cId="1415461561" sldId="1828"/>
            <ac:spMk id="12" creationId="{217E8135-5D32-E221-FEC5-1889D38EF057}"/>
          </ac:spMkLst>
        </pc:spChg>
        <pc:picChg chg="add del mod modCrop">
          <ac:chgData name="Ashley Warren" userId="d10fd33e-1b6e-46b9-9a62-07bf763cb9b8" providerId="ADAL" clId="{6D2F899B-FB45-49F1-B1C8-E5C4471C38AE}" dt="2025-08-20T15:32:18.514" v="205" actId="478"/>
          <ac:picMkLst>
            <pc:docMk/>
            <pc:sldMk cId="1415461561" sldId="1828"/>
            <ac:picMk id="3" creationId="{14273EBB-678A-4054-F029-29870832C569}"/>
          </ac:picMkLst>
        </pc:picChg>
        <pc:picChg chg="add mod">
          <ac:chgData name="Ashley Warren" userId="d10fd33e-1b6e-46b9-9a62-07bf763cb9b8" providerId="ADAL" clId="{6D2F899B-FB45-49F1-B1C8-E5C4471C38AE}" dt="2025-08-20T15:36:22.218" v="229" actId="1076"/>
          <ac:picMkLst>
            <pc:docMk/>
            <pc:sldMk cId="1415461561" sldId="1828"/>
            <ac:picMk id="5" creationId="{DC90791B-0B64-0136-9BB1-C87B646FFF6F}"/>
          </ac:picMkLst>
        </pc:picChg>
      </pc:sldChg>
      <pc:sldChg chg="addSp modSp mod">
        <pc:chgData name="Ashley Warren" userId="d10fd33e-1b6e-46b9-9a62-07bf763cb9b8" providerId="ADAL" clId="{6D2F899B-FB45-49F1-B1C8-E5C4471C38AE}" dt="2025-08-21T15:40:13.308" v="329" actId="20577"/>
        <pc:sldMkLst>
          <pc:docMk/>
          <pc:sldMk cId="4164521203" sldId="1829"/>
        </pc:sldMkLst>
        <pc:spChg chg="mod">
          <ac:chgData name="Ashley Warren" userId="d10fd33e-1b6e-46b9-9a62-07bf763cb9b8" providerId="ADAL" clId="{6D2F899B-FB45-49F1-B1C8-E5C4471C38AE}" dt="2025-08-21T15:40:13.308" v="329" actId="20577"/>
          <ac:spMkLst>
            <pc:docMk/>
            <pc:sldMk cId="4164521203" sldId="1829"/>
            <ac:spMk id="2" creationId="{70157A32-9410-71C6-14C6-CD482F3A26BB}"/>
          </ac:spMkLst>
        </pc:spChg>
        <pc:spChg chg="add mod">
          <ac:chgData name="Ashley Warren" userId="d10fd33e-1b6e-46b9-9a62-07bf763cb9b8" providerId="ADAL" clId="{6D2F899B-FB45-49F1-B1C8-E5C4471C38AE}" dt="2025-08-20T15:21:01.430" v="164" actId="20577"/>
          <ac:spMkLst>
            <pc:docMk/>
            <pc:sldMk cId="4164521203" sldId="1829"/>
            <ac:spMk id="3" creationId="{D33AB0D4-29FB-C707-E983-F607334965B2}"/>
          </ac:spMkLst>
        </pc:spChg>
        <pc:picChg chg="add mod">
          <ac:chgData name="Ashley Warren" userId="d10fd33e-1b6e-46b9-9a62-07bf763cb9b8" providerId="ADAL" clId="{6D2F899B-FB45-49F1-B1C8-E5C4471C38AE}" dt="2025-08-20T15:25:56.388" v="197" actId="1076"/>
          <ac:picMkLst>
            <pc:docMk/>
            <pc:sldMk cId="4164521203" sldId="1829"/>
            <ac:picMk id="6" creationId="{397C75DB-E0FB-4124-158B-FA7C930C1187}"/>
          </ac:picMkLst>
        </pc:picChg>
      </pc:sldChg>
      <pc:sldChg chg="addSp delSp modSp new mod modClrScheme chgLayout">
        <pc:chgData name="Ashley Warren" userId="d10fd33e-1b6e-46b9-9a62-07bf763cb9b8" providerId="ADAL" clId="{6D2F899B-FB45-49F1-B1C8-E5C4471C38AE}" dt="2025-08-21T15:04:44.796" v="241" actId="2085"/>
        <pc:sldMkLst>
          <pc:docMk/>
          <pc:sldMk cId="3543638155" sldId="1831"/>
        </pc:sldMkLst>
        <pc:spChg chg="del">
          <ac:chgData name="Ashley Warren" userId="d10fd33e-1b6e-46b9-9a62-07bf763cb9b8" providerId="ADAL" clId="{6D2F899B-FB45-49F1-B1C8-E5C4471C38AE}" dt="2025-08-20T15:06:14.596" v="1" actId="700"/>
          <ac:spMkLst>
            <pc:docMk/>
            <pc:sldMk cId="3543638155" sldId="1831"/>
            <ac:spMk id="2" creationId="{6B327278-1B1D-2BCF-A8E1-E32DC3B49911}"/>
          </ac:spMkLst>
        </pc:spChg>
        <pc:spChg chg="del">
          <ac:chgData name="Ashley Warren" userId="d10fd33e-1b6e-46b9-9a62-07bf763cb9b8" providerId="ADAL" clId="{6D2F899B-FB45-49F1-B1C8-E5C4471C38AE}" dt="2025-08-20T15:06:14.596" v="1" actId="700"/>
          <ac:spMkLst>
            <pc:docMk/>
            <pc:sldMk cId="3543638155" sldId="1831"/>
            <ac:spMk id="3" creationId="{69C4F6D6-C87A-A890-879A-DE4F15AF7743}"/>
          </ac:spMkLst>
        </pc:spChg>
        <pc:spChg chg="add mod ord">
          <ac:chgData name="Ashley Warren" userId="d10fd33e-1b6e-46b9-9a62-07bf763cb9b8" providerId="ADAL" clId="{6D2F899B-FB45-49F1-B1C8-E5C4471C38AE}" dt="2025-08-20T15:07:24.905" v="16" actId="14100"/>
          <ac:spMkLst>
            <pc:docMk/>
            <pc:sldMk cId="3543638155" sldId="1831"/>
            <ac:spMk id="6" creationId="{CEA29D1E-D4DC-D569-B2C0-946BDFEB161E}"/>
          </ac:spMkLst>
        </pc:spChg>
        <pc:picChg chg="add mod">
          <ac:chgData name="Ashley Warren" userId="d10fd33e-1b6e-46b9-9a62-07bf763cb9b8" providerId="ADAL" clId="{6D2F899B-FB45-49F1-B1C8-E5C4471C38AE}" dt="2025-08-21T15:04:44.796" v="241" actId="2085"/>
          <ac:picMkLst>
            <pc:docMk/>
            <pc:sldMk cId="3543638155" sldId="1831"/>
            <ac:picMk id="5" creationId="{68FC0E9B-72CA-6645-C835-DC54A2DB82EC}"/>
          </ac:picMkLst>
        </pc:picChg>
      </pc:sldChg>
      <pc:sldChg chg="addSp delSp modSp new mod modClrScheme chgLayout">
        <pc:chgData name="Ashley Warren" userId="d10fd33e-1b6e-46b9-9a62-07bf763cb9b8" providerId="ADAL" clId="{6D2F899B-FB45-49F1-B1C8-E5C4471C38AE}" dt="2025-08-21T18:18:27.063" v="330" actId="20577"/>
        <pc:sldMkLst>
          <pc:docMk/>
          <pc:sldMk cId="1153998402" sldId="1832"/>
        </pc:sldMkLst>
        <pc:spChg chg="del mod ord">
          <ac:chgData name="Ashley Warren" userId="d10fd33e-1b6e-46b9-9a62-07bf763cb9b8" providerId="ADAL" clId="{6D2F899B-FB45-49F1-B1C8-E5C4471C38AE}" dt="2025-08-20T15:14:16.107" v="47" actId="700"/>
          <ac:spMkLst>
            <pc:docMk/>
            <pc:sldMk cId="1153998402" sldId="1832"/>
            <ac:spMk id="2" creationId="{6A782763-8873-3A10-42D3-0F6E307E99D9}"/>
          </ac:spMkLst>
        </pc:spChg>
        <pc:spChg chg="del mod ord">
          <ac:chgData name="Ashley Warren" userId="d10fd33e-1b6e-46b9-9a62-07bf763cb9b8" providerId="ADAL" clId="{6D2F899B-FB45-49F1-B1C8-E5C4471C38AE}" dt="2025-08-20T15:14:16.107" v="47" actId="700"/>
          <ac:spMkLst>
            <pc:docMk/>
            <pc:sldMk cId="1153998402" sldId="1832"/>
            <ac:spMk id="3" creationId="{97E32DDD-1A70-7565-FB57-37E83E5886D9}"/>
          </ac:spMkLst>
        </pc:spChg>
        <pc:spChg chg="add del mod ord">
          <ac:chgData name="Ashley Warren" userId="d10fd33e-1b6e-46b9-9a62-07bf763cb9b8" providerId="ADAL" clId="{6D2F899B-FB45-49F1-B1C8-E5C4471C38AE}" dt="2025-08-20T15:15:07.182" v="59" actId="700"/>
          <ac:spMkLst>
            <pc:docMk/>
            <pc:sldMk cId="1153998402" sldId="1832"/>
            <ac:spMk id="4" creationId="{E3083151-1F94-3F21-FDFE-74DB6FD12EB0}"/>
          </ac:spMkLst>
        </pc:spChg>
        <pc:spChg chg="add del mod ord">
          <ac:chgData name="Ashley Warren" userId="d10fd33e-1b6e-46b9-9a62-07bf763cb9b8" providerId="ADAL" clId="{6D2F899B-FB45-49F1-B1C8-E5C4471C38AE}" dt="2025-08-20T15:15:07.182" v="59" actId="700"/>
          <ac:spMkLst>
            <pc:docMk/>
            <pc:sldMk cId="1153998402" sldId="1832"/>
            <ac:spMk id="5" creationId="{4DC10690-55B0-2937-F048-1EBF6E822D44}"/>
          </ac:spMkLst>
        </pc:spChg>
        <pc:spChg chg="add del mod ord">
          <ac:chgData name="Ashley Warren" userId="d10fd33e-1b6e-46b9-9a62-07bf763cb9b8" providerId="ADAL" clId="{6D2F899B-FB45-49F1-B1C8-E5C4471C38AE}" dt="2025-08-20T15:14:19.240" v="48" actId="478"/>
          <ac:spMkLst>
            <pc:docMk/>
            <pc:sldMk cId="1153998402" sldId="1832"/>
            <ac:spMk id="6" creationId="{73D9D9D1-35BA-900E-30A5-664CA0F1B97B}"/>
          </ac:spMkLst>
        </pc:spChg>
        <pc:spChg chg="add del mod ord">
          <ac:chgData name="Ashley Warren" userId="d10fd33e-1b6e-46b9-9a62-07bf763cb9b8" providerId="ADAL" clId="{6D2F899B-FB45-49F1-B1C8-E5C4471C38AE}" dt="2025-08-20T15:14:21.322" v="49" actId="478"/>
          <ac:spMkLst>
            <pc:docMk/>
            <pc:sldMk cId="1153998402" sldId="1832"/>
            <ac:spMk id="7" creationId="{F3A163AB-9379-4EAA-F43E-507C8A1101D6}"/>
          </ac:spMkLst>
        </pc:spChg>
        <pc:spChg chg="add del mod ord">
          <ac:chgData name="Ashley Warren" userId="d10fd33e-1b6e-46b9-9a62-07bf763cb9b8" providerId="ADAL" clId="{6D2F899B-FB45-49F1-B1C8-E5C4471C38AE}" dt="2025-08-20T15:15:20.492" v="60" actId="700"/>
          <ac:spMkLst>
            <pc:docMk/>
            <pc:sldMk cId="1153998402" sldId="1832"/>
            <ac:spMk id="8" creationId="{44A353C9-63CD-5862-88F5-D3CDF8760D3A}"/>
          </ac:spMkLst>
        </pc:spChg>
        <pc:spChg chg="add del mod ord">
          <ac:chgData name="Ashley Warren" userId="d10fd33e-1b6e-46b9-9a62-07bf763cb9b8" providerId="ADAL" clId="{6D2F899B-FB45-49F1-B1C8-E5C4471C38AE}" dt="2025-08-20T15:15:28.234" v="61" actId="700"/>
          <ac:spMkLst>
            <pc:docMk/>
            <pc:sldMk cId="1153998402" sldId="1832"/>
            <ac:spMk id="9" creationId="{E813851C-1AD6-B597-2E81-AF8FECA9AAFA}"/>
          </ac:spMkLst>
        </pc:spChg>
        <pc:spChg chg="add del mod ord">
          <ac:chgData name="Ashley Warren" userId="d10fd33e-1b6e-46b9-9a62-07bf763cb9b8" providerId="ADAL" clId="{6D2F899B-FB45-49F1-B1C8-E5C4471C38AE}" dt="2025-08-20T15:15:28.234" v="61" actId="700"/>
          <ac:spMkLst>
            <pc:docMk/>
            <pc:sldMk cId="1153998402" sldId="1832"/>
            <ac:spMk id="10" creationId="{3E542AB2-0143-1FE4-BA4D-76F2FECDA791}"/>
          </ac:spMkLst>
        </pc:spChg>
        <pc:spChg chg="add del mod ord">
          <ac:chgData name="Ashley Warren" userId="d10fd33e-1b6e-46b9-9a62-07bf763cb9b8" providerId="ADAL" clId="{6D2F899B-FB45-49F1-B1C8-E5C4471C38AE}" dt="2025-08-20T15:15:28.234" v="61" actId="700"/>
          <ac:spMkLst>
            <pc:docMk/>
            <pc:sldMk cId="1153998402" sldId="1832"/>
            <ac:spMk id="11" creationId="{A7024876-569B-2D4D-643B-6B202F2797A7}"/>
          </ac:spMkLst>
        </pc:spChg>
        <pc:spChg chg="add del mod ord">
          <ac:chgData name="Ashley Warren" userId="d10fd33e-1b6e-46b9-9a62-07bf763cb9b8" providerId="ADAL" clId="{6D2F899B-FB45-49F1-B1C8-E5C4471C38AE}" dt="2025-08-20T15:15:28.234" v="61" actId="700"/>
          <ac:spMkLst>
            <pc:docMk/>
            <pc:sldMk cId="1153998402" sldId="1832"/>
            <ac:spMk id="12" creationId="{FD7B0487-1A0B-8838-B850-2054FEDC3BB1}"/>
          </ac:spMkLst>
        </pc:spChg>
        <pc:spChg chg="add del mod ord">
          <ac:chgData name="Ashley Warren" userId="d10fd33e-1b6e-46b9-9a62-07bf763cb9b8" providerId="ADAL" clId="{6D2F899B-FB45-49F1-B1C8-E5C4471C38AE}" dt="2025-08-20T15:15:31.277" v="62" actId="700"/>
          <ac:spMkLst>
            <pc:docMk/>
            <pc:sldMk cId="1153998402" sldId="1832"/>
            <ac:spMk id="13" creationId="{5AC07406-C5AD-4337-975C-D04EFA53E1AF}"/>
          </ac:spMkLst>
        </pc:spChg>
        <pc:spChg chg="add mod">
          <ac:chgData name="Ashley Warren" userId="d10fd33e-1b6e-46b9-9a62-07bf763cb9b8" providerId="ADAL" clId="{6D2F899B-FB45-49F1-B1C8-E5C4471C38AE}" dt="2025-08-20T15:20:40.584" v="139" actId="1076"/>
          <ac:spMkLst>
            <pc:docMk/>
            <pc:sldMk cId="1153998402" sldId="1832"/>
            <ac:spMk id="14" creationId="{525F8FEB-65F1-5686-77C3-FBEEF9A733B6}"/>
          </ac:spMkLst>
        </pc:spChg>
        <pc:spChg chg="add mod">
          <ac:chgData name="Ashley Warren" userId="d10fd33e-1b6e-46b9-9a62-07bf763cb9b8" providerId="ADAL" clId="{6D2F899B-FB45-49F1-B1C8-E5C4471C38AE}" dt="2025-08-21T18:18:27.063" v="330" actId="20577"/>
          <ac:spMkLst>
            <pc:docMk/>
            <pc:sldMk cId="1153998402" sldId="1832"/>
            <ac:spMk id="15" creationId="{987138F1-5874-CFF2-9948-003ED206C672}"/>
          </ac:spMkLst>
        </pc:spChg>
        <pc:spChg chg="add mod">
          <ac:chgData name="Ashley Warren" userId="d10fd33e-1b6e-46b9-9a62-07bf763cb9b8" providerId="ADAL" clId="{6D2F899B-FB45-49F1-B1C8-E5C4471C38AE}" dt="2025-08-20T15:20:35.799" v="138"/>
          <ac:spMkLst>
            <pc:docMk/>
            <pc:sldMk cId="1153998402" sldId="1832"/>
            <ac:spMk id="17" creationId="{2487BD29-0EB4-FB8F-85FA-1C3507F77A57}"/>
          </ac:spMkLst>
        </pc:spChg>
        <pc:picChg chg="add mod modCrop">
          <ac:chgData name="Ashley Warren" userId="d10fd33e-1b6e-46b9-9a62-07bf763cb9b8" providerId="ADAL" clId="{6D2F899B-FB45-49F1-B1C8-E5C4471C38AE}" dt="2025-08-20T15:20:46.075" v="159" actId="1036"/>
          <ac:picMkLst>
            <pc:docMk/>
            <pc:sldMk cId="1153998402" sldId="1832"/>
            <ac:picMk id="16" creationId="{C68FC2A0-C3AC-3585-912B-9F06CA963DF1}"/>
          </ac:picMkLst>
        </pc:picChg>
      </pc:sldChg>
      <pc:sldChg chg="addSp delSp modSp new mod modClrScheme chgLayout">
        <pc:chgData name="Ashley Warren" userId="d10fd33e-1b6e-46b9-9a62-07bf763cb9b8" providerId="ADAL" clId="{6D2F899B-FB45-49F1-B1C8-E5C4471C38AE}" dt="2025-08-21T15:36:47.119" v="306" actId="167"/>
        <pc:sldMkLst>
          <pc:docMk/>
          <pc:sldMk cId="630466334" sldId="1833"/>
        </pc:sldMkLst>
        <pc:spChg chg="del">
          <ac:chgData name="Ashley Warren" userId="d10fd33e-1b6e-46b9-9a62-07bf763cb9b8" providerId="ADAL" clId="{6D2F899B-FB45-49F1-B1C8-E5C4471C38AE}" dt="2025-08-21T15:33:27.526" v="243" actId="700"/>
          <ac:spMkLst>
            <pc:docMk/>
            <pc:sldMk cId="630466334" sldId="1833"/>
            <ac:spMk id="2" creationId="{22D6D9A8-80F5-51DE-D1E4-14D910885B67}"/>
          </ac:spMkLst>
        </pc:spChg>
        <pc:spChg chg="del">
          <ac:chgData name="Ashley Warren" userId="d10fd33e-1b6e-46b9-9a62-07bf763cb9b8" providerId="ADAL" clId="{6D2F899B-FB45-49F1-B1C8-E5C4471C38AE}" dt="2025-08-21T15:33:27.526" v="243" actId="700"/>
          <ac:spMkLst>
            <pc:docMk/>
            <pc:sldMk cId="630466334" sldId="1833"/>
            <ac:spMk id="3" creationId="{47B1D044-1140-8F83-E831-20DE905159D9}"/>
          </ac:spMkLst>
        </pc:spChg>
        <pc:picChg chg="add mod ord">
          <ac:chgData name="Ashley Warren" userId="d10fd33e-1b6e-46b9-9a62-07bf763cb9b8" providerId="ADAL" clId="{6D2F899B-FB45-49F1-B1C8-E5C4471C38AE}" dt="2025-08-21T15:36:47.119" v="306" actId="167"/>
          <ac:picMkLst>
            <pc:docMk/>
            <pc:sldMk cId="630466334" sldId="1833"/>
            <ac:picMk id="4" creationId="{1342C81D-CCA9-1806-2773-6D4E4BEE9A69}"/>
          </ac:picMkLst>
        </pc:picChg>
        <pc:picChg chg="add mod">
          <ac:chgData name="Ashley Warren" userId="d10fd33e-1b6e-46b9-9a62-07bf763cb9b8" providerId="ADAL" clId="{6D2F899B-FB45-49F1-B1C8-E5C4471C38AE}" dt="2025-08-21T15:33:48.813" v="247" actId="14100"/>
          <ac:picMkLst>
            <pc:docMk/>
            <pc:sldMk cId="630466334" sldId="1833"/>
            <ac:picMk id="5" creationId="{9F9716F8-FFA3-C518-C4E2-440D530321E6}"/>
          </ac:picMkLst>
        </pc:picChg>
        <pc:picChg chg="add del mod ord">
          <ac:chgData name="Ashley Warren" userId="d10fd33e-1b6e-46b9-9a62-07bf763cb9b8" providerId="ADAL" clId="{6D2F899B-FB45-49F1-B1C8-E5C4471C38AE}" dt="2025-08-21T15:36:42.477" v="305" actId="478"/>
          <ac:picMkLst>
            <pc:docMk/>
            <pc:sldMk cId="630466334" sldId="1833"/>
            <ac:picMk id="6" creationId="{462744C1-84F5-F701-210B-EE6623F65559}"/>
          </ac:picMkLst>
        </pc:picChg>
      </pc:sldChg>
    </pc:docChg>
  </pc:docChgLst>
  <pc:docChgLst>
    <pc:chgData name="Ashley Warren" userId="d10fd33e-1b6e-46b9-9a62-07bf763cb9b8" providerId="ADAL" clId="{4C0F626E-F0D8-4A44-A916-F4A6EF00C01C}"/>
    <pc:docChg chg="undo custSel addSld delSld modSld sldOrd modSection">
      <pc:chgData name="Ashley Warren" userId="d10fd33e-1b6e-46b9-9a62-07bf763cb9b8" providerId="ADAL" clId="{4C0F626E-F0D8-4A44-A916-F4A6EF00C01C}" dt="2025-04-08T16:04:09.203" v="689"/>
      <pc:docMkLst>
        <pc:docMk/>
      </pc:docMkLst>
      <pc:sldChg chg="addSp delSp modSp mod">
        <pc:chgData name="Ashley Warren" userId="d10fd33e-1b6e-46b9-9a62-07bf763cb9b8" providerId="ADAL" clId="{4C0F626E-F0D8-4A44-A916-F4A6EF00C01C}" dt="2025-04-08T15:54:15.315" v="412" actId="207"/>
        <pc:sldMkLst>
          <pc:docMk/>
          <pc:sldMk cId="2441119260" sldId="1793"/>
        </pc:sldMkLst>
      </pc:sldChg>
      <pc:sldChg chg="modSp mod">
        <pc:chgData name="Ashley Warren" userId="d10fd33e-1b6e-46b9-9a62-07bf763cb9b8" providerId="ADAL" clId="{4C0F626E-F0D8-4A44-A916-F4A6EF00C01C}" dt="2025-04-08T08:09:10.261" v="36" actId="20577"/>
        <pc:sldMkLst>
          <pc:docMk/>
          <pc:sldMk cId="3644223449" sldId="1812"/>
        </pc:sldMkLst>
      </pc:sldChg>
      <pc:sldChg chg="addSp delSp modSp mod">
        <pc:chgData name="Ashley Warren" userId="d10fd33e-1b6e-46b9-9a62-07bf763cb9b8" providerId="ADAL" clId="{4C0F626E-F0D8-4A44-A916-F4A6EF00C01C}" dt="2025-04-08T15:17:12.117" v="302" actId="1076"/>
        <pc:sldMkLst>
          <pc:docMk/>
          <pc:sldMk cId="3566581155" sldId="1814"/>
        </pc:sldMkLst>
      </pc:sldChg>
      <pc:sldChg chg="addSp delSp modSp del mod ord">
        <pc:chgData name="Ashley Warren" userId="d10fd33e-1b6e-46b9-9a62-07bf763cb9b8" providerId="ADAL" clId="{4C0F626E-F0D8-4A44-A916-F4A6EF00C01C}" dt="2025-04-08T08:15:43.152" v="51" actId="2696"/>
        <pc:sldMkLst>
          <pc:docMk/>
          <pc:sldMk cId="2837988956" sldId="1815"/>
        </pc:sldMkLst>
      </pc:sldChg>
      <pc:sldChg chg="modSp mod ord">
        <pc:chgData name="Ashley Warren" userId="d10fd33e-1b6e-46b9-9a62-07bf763cb9b8" providerId="ADAL" clId="{4C0F626E-F0D8-4A44-A916-F4A6EF00C01C}" dt="2025-04-08T15:55:54.238" v="425" actId="207"/>
        <pc:sldMkLst>
          <pc:docMk/>
          <pc:sldMk cId="4239376431" sldId="1816"/>
        </pc:sldMkLst>
      </pc:sldChg>
      <pc:sldChg chg="addSp delSp modSp mod">
        <pc:chgData name="Ashley Warren" userId="d10fd33e-1b6e-46b9-9a62-07bf763cb9b8" providerId="ADAL" clId="{4C0F626E-F0D8-4A44-A916-F4A6EF00C01C}" dt="2025-04-08T15:37:35.059" v="314" actId="27614"/>
        <pc:sldMkLst>
          <pc:docMk/>
          <pc:sldMk cId="2121118499" sldId="1818"/>
        </pc:sldMkLst>
      </pc:sldChg>
      <pc:sldChg chg="modSp mod">
        <pc:chgData name="Ashley Warren" userId="d10fd33e-1b6e-46b9-9a62-07bf763cb9b8" providerId="ADAL" clId="{4C0F626E-F0D8-4A44-A916-F4A6EF00C01C}" dt="2025-04-08T08:07:23.297" v="3" actId="313"/>
        <pc:sldMkLst>
          <pc:docMk/>
          <pc:sldMk cId="1655222444" sldId="1821"/>
        </pc:sldMkLst>
      </pc:sldChg>
      <pc:sldChg chg="addSp delSp modSp new mod modClrScheme modAnim chgLayout">
        <pc:chgData name="Ashley Warren" userId="d10fd33e-1b6e-46b9-9a62-07bf763cb9b8" providerId="ADAL" clId="{4C0F626E-F0D8-4A44-A916-F4A6EF00C01C}" dt="2025-04-08T16:04:09.203" v="689"/>
        <pc:sldMkLst>
          <pc:docMk/>
          <pc:sldMk cId="1703368397" sldId="18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11676A-A799-4E3C-B202-2CDA58A25295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4EFA2BDF-D939-427E-9D8C-AB0FB05578E9}">
      <dgm:prSet phldrT="[Text]"/>
      <dgm:spPr>
        <a:solidFill>
          <a:schemeClr val="accent1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GB">
              <a:solidFill>
                <a:schemeClr val="bg1"/>
              </a:solidFill>
            </a:rPr>
            <a:t>Wireframing</a:t>
          </a:r>
          <a:endParaRPr lang="en-GB" dirty="0">
            <a:solidFill>
              <a:schemeClr val="bg1"/>
            </a:solidFill>
          </a:endParaRPr>
        </a:p>
      </dgm:t>
    </dgm:pt>
    <dgm:pt modelId="{B3D29E28-8F8B-4C6D-B5D8-0BEA0D188B4D}" type="parTrans" cxnId="{72A04138-E5C0-4C19-A374-4972C6D7D696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5CA565CF-77D5-4D94-804C-B032AF61057F}" type="sibTrans" cxnId="{72A04138-E5C0-4C19-A374-4972C6D7D696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BCD8A743-D176-470D-9922-0619E46DF02C}">
      <dgm:prSet/>
      <dgm:spPr>
        <a:solidFill>
          <a:schemeClr val="accent3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3 / 30 / 300</a:t>
          </a:r>
        </a:p>
      </dgm:t>
    </dgm:pt>
    <dgm:pt modelId="{3847CFDA-C16D-4A70-B1AD-AFB6A536DB00}" type="parTrans" cxnId="{730B8720-8555-4585-95AD-AF9B75B2B2BF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3E63D090-1FD8-4AC2-A9F9-761DFC9E4563}" type="sibTrans" cxnId="{730B8720-8555-4585-95AD-AF9B75B2B2BF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C16A9A81-F417-4265-8AFA-300933AFA2E2}">
      <dgm:prSet/>
      <dgm:spPr>
        <a:solidFill>
          <a:schemeClr val="accent2"/>
        </a:solidFill>
      </dgm:spPr>
      <dgm:t>
        <a:bodyPr/>
        <a:lstStyle/>
        <a:p>
          <a:r>
            <a:rPr lang="en-GB">
              <a:solidFill>
                <a:schemeClr val="bg1"/>
              </a:solidFill>
            </a:rPr>
            <a:t>Tabular Editor</a:t>
          </a:r>
          <a:endParaRPr lang="en-GB" dirty="0">
            <a:solidFill>
              <a:schemeClr val="bg1"/>
            </a:solidFill>
          </a:endParaRPr>
        </a:p>
      </dgm:t>
    </dgm:pt>
    <dgm:pt modelId="{360CAB1F-1EC9-43E2-AC0E-167C00D6C248}" type="parTrans" cxnId="{C5CE0757-B458-4173-9866-062DAFB622A9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D6DBA42D-6904-42C4-BD59-A290932D0736}" type="sibTrans" cxnId="{C5CE0757-B458-4173-9866-062DAFB622A9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EE1BBEE4-6146-486E-9A33-512363F13D7C}">
      <dgm:prSet/>
      <dgm:spPr>
        <a:solidFill>
          <a:schemeClr val="tx2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CI / CD</a:t>
          </a:r>
        </a:p>
      </dgm:t>
    </dgm:pt>
    <dgm:pt modelId="{D05C82DE-2267-4D53-B9D5-4CAE97970472}" type="parTrans" cxnId="{7FFEDCE1-E018-4CB2-B609-5A4D62FEBFA5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D5161957-955C-4D89-973A-7ACC37BCCBA3}" type="sibTrans" cxnId="{7FFEDCE1-E018-4CB2-B609-5A4D62FEBFA5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F62D7A7C-8B93-474B-A008-15C69EFF0900}">
      <dgm:prSet/>
      <dgm:spPr>
        <a:solidFill>
          <a:schemeClr val="accent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Atomic Design</a:t>
          </a:r>
        </a:p>
      </dgm:t>
    </dgm:pt>
    <dgm:pt modelId="{5D45184B-4840-472D-BAD4-CF9F2D7E810E}" type="parTrans" cxnId="{6DDCB745-5F7E-45E6-B8B0-9A91288F8637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2111263B-60BA-4781-989B-0398E4EE0385}" type="sibTrans" cxnId="{6DDCB745-5F7E-45E6-B8B0-9A91288F8637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725624A6-88FA-4B85-82B2-D57838AA5C40}">
      <dgm:prSet/>
      <dgm:spPr>
        <a:solidFill>
          <a:schemeClr val="accent3"/>
        </a:solidFill>
      </dgm:spPr>
      <dgm:t>
        <a:bodyPr/>
        <a:lstStyle/>
        <a:p>
          <a:r>
            <a:rPr lang="en-GB">
              <a:solidFill>
                <a:schemeClr val="bg1"/>
              </a:solidFill>
            </a:rPr>
            <a:t>Data Ink</a:t>
          </a:r>
          <a:endParaRPr lang="en-GB" dirty="0">
            <a:solidFill>
              <a:schemeClr val="bg1"/>
            </a:solidFill>
          </a:endParaRPr>
        </a:p>
      </dgm:t>
    </dgm:pt>
    <dgm:pt modelId="{A899324B-E3AC-41D7-9FDA-7ADAA4843B8D}" type="parTrans" cxnId="{0B0F43F7-089E-4BB6-8723-DFE18F078D14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52AD0417-FADA-4CBA-9768-AC756AFEE280}" type="sibTrans" cxnId="{0B0F43F7-089E-4BB6-8723-DFE18F078D14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AE1A6511-7BFD-4CCE-B89E-A59E87A56D32}">
      <dgm:prSet/>
      <dgm:spPr>
        <a:solidFill>
          <a:schemeClr val="accent2"/>
        </a:solidFill>
      </dgm:spPr>
      <dgm:t>
        <a:bodyPr/>
        <a:lstStyle/>
        <a:p>
          <a:r>
            <a:rPr lang="en-GB">
              <a:solidFill>
                <a:schemeClr val="bg1"/>
              </a:solidFill>
            </a:rPr>
            <a:t>Questions as Visual Titles</a:t>
          </a:r>
          <a:endParaRPr lang="en-GB" dirty="0">
            <a:solidFill>
              <a:schemeClr val="bg1"/>
            </a:solidFill>
          </a:endParaRPr>
        </a:p>
      </dgm:t>
    </dgm:pt>
    <dgm:pt modelId="{38288A0F-6778-430E-95EE-25351A7E830D}" type="parTrans" cxnId="{5A79D94E-2A81-4B12-9592-ACEDD11E03C7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C1B754F4-F739-42C0-95FF-41131855E7E0}" type="sibTrans" cxnId="{5A79D94E-2A81-4B12-9592-ACEDD11E03C7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DAC7311B-7692-49E2-A9EF-902707678457}">
      <dgm:prSet/>
      <dgm:spPr>
        <a:solidFill>
          <a:schemeClr val="tx2"/>
        </a:solidFill>
      </dgm:spPr>
      <dgm:t>
        <a:bodyPr/>
        <a:lstStyle/>
        <a:p>
          <a:r>
            <a:rPr lang="en-GB">
              <a:solidFill>
                <a:schemeClr val="bg1"/>
              </a:solidFill>
            </a:rPr>
            <a:t>Take design inspiration from everywhere</a:t>
          </a:r>
          <a:endParaRPr lang="en-GB" dirty="0">
            <a:solidFill>
              <a:schemeClr val="bg1"/>
            </a:solidFill>
          </a:endParaRPr>
        </a:p>
      </dgm:t>
    </dgm:pt>
    <dgm:pt modelId="{343B43C6-253F-4DF4-9A7D-B69E165FD008}" type="parTrans" cxnId="{B2C34312-3A68-44DA-88B2-E2DA1B374D99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8A798C7D-BCEA-4D00-9649-7FA89D2F5441}" type="sibTrans" cxnId="{B2C34312-3A68-44DA-88B2-E2DA1B374D99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1E5D839D-3C23-4996-A6BB-E3E94CAA1822}">
      <dgm:prSet/>
      <dgm:spPr>
        <a:solidFill>
          <a:schemeClr val="accent3"/>
        </a:solidFill>
      </dgm:spPr>
      <dgm:t>
        <a:bodyPr/>
        <a:lstStyle/>
        <a:p>
          <a:r>
            <a:rPr lang="en-GB">
              <a:solidFill>
                <a:schemeClr val="bg1"/>
              </a:solidFill>
            </a:rPr>
            <a:t>VertiPAQ Analyser</a:t>
          </a:r>
          <a:endParaRPr lang="en-GB" dirty="0">
            <a:solidFill>
              <a:schemeClr val="bg1"/>
            </a:solidFill>
          </a:endParaRPr>
        </a:p>
      </dgm:t>
    </dgm:pt>
    <dgm:pt modelId="{3AC66B4C-829C-427A-8570-CF8690FF827F}" type="parTrans" cxnId="{7FF42629-4654-4E86-A4C3-952AA541F18F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C649F096-7C70-470C-B653-B1ADCBFF5C43}" type="sibTrans" cxnId="{7FF42629-4654-4E86-A4C3-952AA541F18F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65B53BE6-96C1-4D9F-A940-EEC56F9BABBF}">
      <dgm:prSet/>
      <dgm:spPr>
        <a:solidFill>
          <a:schemeClr val="accent2"/>
        </a:solidFill>
      </dgm:spPr>
      <dgm:t>
        <a:bodyPr/>
        <a:lstStyle/>
        <a:p>
          <a:r>
            <a:rPr lang="en-GB">
              <a:solidFill>
                <a:schemeClr val="bg1"/>
              </a:solidFill>
            </a:rPr>
            <a:t>Roche’s Maxim</a:t>
          </a:r>
          <a:endParaRPr lang="en-GB" dirty="0">
            <a:solidFill>
              <a:schemeClr val="bg1"/>
            </a:solidFill>
          </a:endParaRPr>
        </a:p>
      </dgm:t>
    </dgm:pt>
    <dgm:pt modelId="{F75B0315-3013-4AA4-B65F-03B0BA787530}" type="parTrans" cxnId="{80888A92-0CE1-43A0-A68B-04B1C3AA3E97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7CCCA85D-0228-439F-B19E-B032E696E493}" type="sibTrans" cxnId="{80888A92-0CE1-43A0-A68B-04B1C3AA3E97}">
      <dgm:prSet/>
      <dgm:spPr/>
      <dgm:t>
        <a:bodyPr/>
        <a:lstStyle/>
        <a:p>
          <a:endParaRPr lang="en-GB">
            <a:solidFill>
              <a:schemeClr val="bg1"/>
            </a:solidFill>
          </a:endParaRPr>
        </a:p>
      </dgm:t>
    </dgm:pt>
    <dgm:pt modelId="{6068AA05-3B9C-49A3-804C-3D7C1F036691}" type="pres">
      <dgm:prSet presAssocID="{1A11676A-A799-4E3C-B202-2CDA58A25295}" presName="diagram" presStyleCnt="0">
        <dgm:presLayoutVars>
          <dgm:dir/>
          <dgm:resizeHandles val="exact"/>
        </dgm:presLayoutVars>
      </dgm:prSet>
      <dgm:spPr/>
    </dgm:pt>
    <dgm:pt modelId="{64F0EA7E-6695-42F5-BE5E-176609CA8C9D}" type="pres">
      <dgm:prSet presAssocID="{4EFA2BDF-D939-427E-9D8C-AB0FB05578E9}" presName="node" presStyleLbl="node1" presStyleIdx="0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560074F1-5B50-4511-90AC-33FB3B298FC4}" type="pres">
      <dgm:prSet presAssocID="{5CA565CF-77D5-4D94-804C-B032AF61057F}" presName="sibTrans" presStyleCnt="0"/>
      <dgm:spPr/>
    </dgm:pt>
    <dgm:pt modelId="{593832F3-B1F2-4153-B9A4-0F6BD739F919}" type="pres">
      <dgm:prSet presAssocID="{BCD8A743-D176-470D-9922-0619E46DF02C}" presName="node" presStyleLbl="node1" presStyleIdx="1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399F505E-0069-470C-A74A-79D7B02C7F09}" type="pres">
      <dgm:prSet presAssocID="{3E63D090-1FD8-4AC2-A9F9-761DFC9E4563}" presName="sibTrans" presStyleCnt="0"/>
      <dgm:spPr/>
    </dgm:pt>
    <dgm:pt modelId="{B4ECB0BA-04FA-46F0-87B4-941C5A75643F}" type="pres">
      <dgm:prSet presAssocID="{C16A9A81-F417-4265-8AFA-300933AFA2E2}" presName="node" presStyleLbl="node1" presStyleIdx="2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022C9416-2D13-481E-9B0D-0683CA618AD4}" type="pres">
      <dgm:prSet presAssocID="{D6DBA42D-6904-42C4-BD59-A290932D0736}" presName="sibTrans" presStyleCnt="0"/>
      <dgm:spPr/>
    </dgm:pt>
    <dgm:pt modelId="{FD50C963-8408-45D6-9E67-398785394785}" type="pres">
      <dgm:prSet presAssocID="{EE1BBEE4-6146-486E-9A33-512363F13D7C}" presName="node" presStyleLbl="node1" presStyleIdx="3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B41AFB47-2C98-45CA-A923-710B0E608C79}" type="pres">
      <dgm:prSet presAssocID="{D5161957-955C-4D89-973A-7ACC37BCCBA3}" presName="sibTrans" presStyleCnt="0"/>
      <dgm:spPr/>
    </dgm:pt>
    <dgm:pt modelId="{5CFD1FE2-B269-4550-925D-7DD2806FBC1A}" type="pres">
      <dgm:prSet presAssocID="{F62D7A7C-8B93-474B-A008-15C69EFF0900}" presName="node" presStyleLbl="node1" presStyleIdx="4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F8366134-7190-429D-B2EF-7FAFF22C5AED}" type="pres">
      <dgm:prSet presAssocID="{2111263B-60BA-4781-989B-0398E4EE0385}" presName="sibTrans" presStyleCnt="0"/>
      <dgm:spPr/>
    </dgm:pt>
    <dgm:pt modelId="{432886B0-32EB-44E7-8C6E-A3C945D23C06}" type="pres">
      <dgm:prSet presAssocID="{725624A6-88FA-4B85-82B2-D57838AA5C40}" presName="node" presStyleLbl="node1" presStyleIdx="5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B012E199-1DF9-40E7-BB07-976DFBEE23B9}" type="pres">
      <dgm:prSet presAssocID="{52AD0417-FADA-4CBA-9768-AC756AFEE280}" presName="sibTrans" presStyleCnt="0"/>
      <dgm:spPr/>
    </dgm:pt>
    <dgm:pt modelId="{8AE9C162-35F8-45B9-AC1E-40F5B0F5B977}" type="pres">
      <dgm:prSet presAssocID="{AE1A6511-7BFD-4CCE-B89E-A59E87A56D32}" presName="node" presStyleLbl="node1" presStyleIdx="6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3A8548F1-6143-4FEF-83C5-1EE8E3280B81}" type="pres">
      <dgm:prSet presAssocID="{C1B754F4-F739-42C0-95FF-41131855E7E0}" presName="sibTrans" presStyleCnt="0"/>
      <dgm:spPr/>
    </dgm:pt>
    <dgm:pt modelId="{C23C7222-5557-4AB2-AC93-56E3FB0D66F2}" type="pres">
      <dgm:prSet presAssocID="{DAC7311B-7692-49E2-A9EF-902707678457}" presName="node" presStyleLbl="node1" presStyleIdx="7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F3D70659-E304-4DD2-8268-0751960675A5}" type="pres">
      <dgm:prSet presAssocID="{8A798C7D-BCEA-4D00-9649-7FA89D2F5441}" presName="sibTrans" presStyleCnt="0"/>
      <dgm:spPr/>
    </dgm:pt>
    <dgm:pt modelId="{04CE0679-3BFD-434F-8A49-D352E4336A1B}" type="pres">
      <dgm:prSet presAssocID="{1E5D839D-3C23-4996-A6BB-E3E94CAA1822}" presName="node" presStyleLbl="node1" presStyleIdx="8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CB0BDB3E-5293-4D64-80F6-A9C2ABAFBAD9}" type="pres">
      <dgm:prSet presAssocID="{C649F096-7C70-470C-B653-B1ADCBFF5C43}" presName="sibTrans" presStyleCnt="0"/>
      <dgm:spPr/>
    </dgm:pt>
    <dgm:pt modelId="{B03A8894-9B8C-443A-84D5-1D14767DD5FE}" type="pres">
      <dgm:prSet presAssocID="{65B53BE6-96C1-4D9F-A940-EEC56F9BABBF}" presName="node" presStyleLbl="node1" presStyleIdx="9" presStyleCnt="10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B2C34312-3A68-44DA-88B2-E2DA1B374D99}" srcId="{1A11676A-A799-4E3C-B202-2CDA58A25295}" destId="{DAC7311B-7692-49E2-A9EF-902707678457}" srcOrd="7" destOrd="0" parTransId="{343B43C6-253F-4DF4-9A7D-B69E165FD008}" sibTransId="{8A798C7D-BCEA-4D00-9649-7FA89D2F5441}"/>
    <dgm:cxn modelId="{730B8720-8555-4585-95AD-AF9B75B2B2BF}" srcId="{1A11676A-A799-4E3C-B202-2CDA58A25295}" destId="{BCD8A743-D176-470D-9922-0619E46DF02C}" srcOrd="1" destOrd="0" parTransId="{3847CFDA-C16D-4A70-B1AD-AFB6A536DB00}" sibTransId="{3E63D090-1FD8-4AC2-A9F9-761DFC9E4563}"/>
    <dgm:cxn modelId="{7FF42629-4654-4E86-A4C3-952AA541F18F}" srcId="{1A11676A-A799-4E3C-B202-2CDA58A25295}" destId="{1E5D839D-3C23-4996-A6BB-E3E94CAA1822}" srcOrd="8" destOrd="0" parTransId="{3AC66B4C-829C-427A-8570-CF8690FF827F}" sibTransId="{C649F096-7C70-470C-B653-B1ADCBFF5C43}"/>
    <dgm:cxn modelId="{72A04138-E5C0-4C19-A374-4972C6D7D696}" srcId="{1A11676A-A799-4E3C-B202-2CDA58A25295}" destId="{4EFA2BDF-D939-427E-9D8C-AB0FB05578E9}" srcOrd="0" destOrd="0" parTransId="{B3D29E28-8F8B-4C6D-B5D8-0BEA0D188B4D}" sibTransId="{5CA565CF-77D5-4D94-804C-B032AF61057F}"/>
    <dgm:cxn modelId="{7D8ACB39-B842-4810-8DBC-D4A7D01A7EA4}" type="presOf" srcId="{F62D7A7C-8B93-474B-A008-15C69EFF0900}" destId="{5CFD1FE2-B269-4550-925D-7DD2806FBC1A}" srcOrd="0" destOrd="0" presId="urn:microsoft.com/office/officeart/2005/8/layout/default"/>
    <dgm:cxn modelId="{6DDCB745-5F7E-45E6-B8B0-9A91288F8637}" srcId="{1A11676A-A799-4E3C-B202-2CDA58A25295}" destId="{F62D7A7C-8B93-474B-A008-15C69EFF0900}" srcOrd="4" destOrd="0" parTransId="{5D45184B-4840-472D-BAD4-CF9F2D7E810E}" sibTransId="{2111263B-60BA-4781-989B-0398E4EE0385}"/>
    <dgm:cxn modelId="{D3FF4468-BCD6-488B-9600-9A17E0E6EE76}" type="presOf" srcId="{65B53BE6-96C1-4D9F-A940-EEC56F9BABBF}" destId="{B03A8894-9B8C-443A-84D5-1D14767DD5FE}" srcOrd="0" destOrd="0" presId="urn:microsoft.com/office/officeart/2005/8/layout/default"/>
    <dgm:cxn modelId="{0C0B8A69-5E5F-47E1-827A-5D008F9CD6B7}" type="presOf" srcId="{4EFA2BDF-D939-427E-9D8C-AB0FB05578E9}" destId="{64F0EA7E-6695-42F5-BE5E-176609CA8C9D}" srcOrd="0" destOrd="0" presId="urn:microsoft.com/office/officeart/2005/8/layout/default"/>
    <dgm:cxn modelId="{5A79D94E-2A81-4B12-9592-ACEDD11E03C7}" srcId="{1A11676A-A799-4E3C-B202-2CDA58A25295}" destId="{AE1A6511-7BFD-4CCE-B89E-A59E87A56D32}" srcOrd="6" destOrd="0" parTransId="{38288A0F-6778-430E-95EE-25351A7E830D}" sibTransId="{C1B754F4-F739-42C0-95FF-41131855E7E0}"/>
    <dgm:cxn modelId="{C5CE0757-B458-4173-9866-062DAFB622A9}" srcId="{1A11676A-A799-4E3C-B202-2CDA58A25295}" destId="{C16A9A81-F417-4265-8AFA-300933AFA2E2}" srcOrd="2" destOrd="0" parTransId="{360CAB1F-1EC9-43E2-AC0E-167C00D6C248}" sibTransId="{D6DBA42D-6904-42C4-BD59-A290932D0736}"/>
    <dgm:cxn modelId="{28EF7F8A-B304-4CB3-8B2C-397076748608}" type="presOf" srcId="{725624A6-88FA-4B85-82B2-D57838AA5C40}" destId="{432886B0-32EB-44E7-8C6E-A3C945D23C06}" srcOrd="0" destOrd="0" presId="urn:microsoft.com/office/officeart/2005/8/layout/default"/>
    <dgm:cxn modelId="{AC49768B-5537-47A0-9270-E5E019F54A4A}" type="presOf" srcId="{C16A9A81-F417-4265-8AFA-300933AFA2E2}" destId="{B4ECB0BA-04FA-46F0-87B4-941C5A75643F}" srcOrd="0" destOrd="0" presId="urn:microsoft.com/office/officeart/2005/8/layout/default"/>
    <dgm:cxn modelId="{A255DD8C-3594-45D1-B69B-B7FFD05D4D11}" type="presOf" srcId="{AE1A6511-7BFD-4CCE-B89E-A59E87A56D32}" destId="{8AE9C162-35F8-45B9-AC1E-40F5B0F5B977}" srcOrd="0" destOrd="0" presId="urn:microsoft.com/office/officeart/2005/8/layout/default"/>
    <dgm:cxn modelId="{80888A92-0CE1-43A0-A68B-04B1C3AA3E97}" srcId="{1A11676A-A799-4E3C-B202-2CDA58A25295}" destId="{65B53BE6-96C1-4D9F-A940-EEC56F9BABBF}" srcOrd="9" destOrd="0" parTransId="{F75B0315-3013-4AA4-B65F-03B0BA787530}" sibTransId="{7CCCA85D-0228-439F-B19E-B032E696E493}"/>
    <dgm:cxn modelId="{FF72309D-3EDD-474B-8053-1FE87D665EC4}" type="presOf" srcId="{EE1BBEE4-6146-486E-9A33-512363F13D7C}" destId="{FD50C963-8408-45D6-9E67-398785394785}" srcOrd="0" destOrd="0" presId="urn:microsoft.com/office/officeart/2005/8/layout/default"/>
    <dgm:cxn modelId="{F8F0789D-62E3-4BAB-98D4-7B9CF4767B27}" type="presOf" srcId="{DAC7311B-7692-49E2-A9EF-902707678457}" destId="{C23C7222-5557-4AB2-AC93-56E3FB0D66F2}" srcOrd="0" destOrd="0" presId="urn:microsoft.com/office/officeart/2005/8/layout/default"/>
    <dgm:cxn modelId="{4501DADD-CF5E-4DFE-88F2-C12EE94054FA}" type="presOf" srcId="{1A11676A-A799-4E3C-B202-2CDA58A25295}" destId="{6068AA05-3B9C-49A3-804C-3D7C1F036691}" srcOrd="0" destOrd="0" presId="urn:microsoft.com/office/officeart/2005/8/layout/default"/>
    <dgm:cxn modelId="{7FFEDCE1-E018-4CB2-B609-5A4D62FEBFA5}" srcId="{1A11676A-A799-4E3C-B202-2CDA58A25295}" destId="{EE1BBEE4-6146-486E-9A33-512363F13D7C}" srcOrd="3" destOrd="0" parTransId="{D05C82DE-2267-4D53-B9D5-4CAE97970472}" sibTransId="{D5161957-955C-4D89-973A-7ACC37BCCBA3}"/>
    <dgm:cxn modelId="{553A0AF2-99BD-42ED-B1CD-D0B5616672CC}" type="presOf" srcId="{BCD8A743-D176-470D-9922-0619E46DF02C}" destId="{593832F3-B1F2-4153-B9A4-0F6BD739F919}" srcOrd="0" destOrd="0" presId="urn:microsoft.com/office/officeart/2005/8/layout/default"/>
    <dgm:cxn modelId="{0B0F43F7-089E-4BB6-8723-DFE18F078D14}" srcId="{1A11676A-A799-4E3C-B202-2CDA58A25295}" destId="{725624A6-88FA-4B85-82B2-D57838AA5C40}" srcOrd="5" destOrd="0" parTransId="{A899324B-E3AC-41D7-9FDA-7ADAA4843B8D}" sibTransId="{52AD0417-FADA-4CBA-9768-AC756AFEE280}"/>
    <dgm:cxn modelId="{EBFF6CFB-E64E-4005-9C66-B18F4CC47877}" type="presOf" srcId="{1E5D839D-3C23-4996-A6BB-E3E94CAA1822}" destId="{04CE0679-3BFD-434F-8A49-D352E4336A1B}" srcOrd="0" destOrd="0" presId="urn:microsoft.com/office/officeart/2005/8/layout/default"/>
    <dgm:cxn modelId="{739CA2D2-6CEC-46E6-BAAD-8775AD402055}" type="presParOf" srcId="{6068AA05-3B9C-49A3-804C-3D7C1F036691}" destId="{64F0EA7E-6695-42F5-BE5E-176609CA8C9D}" srcOrd="0" destOrd="0" presId="urn:microsoft.com/office/officeart/2005/8/layout/default"/>
    <dgm:cxn modelId="{38CDC608-89F1-4E42-9B1E-4358EEF72CCF}" type="presParOf" srcId="{6068AA05-3B9C-49A3-804C-3D7C1F036691}" destId="{560074F1-5B50-4511-90AC-33FB3B298FC4}" srcOrd="1" destOrd="0" presId="urn:microsoft.com/office/officeart/2005/8/layout/default"/>
    <dgm:cxn modelId="{CDE855FA-189E-444C-92E3-E1372D9FFDB1}" type="presParOf" srcId="{6068AA05-3B9C-49A3-804C-3D7C1F036691}" destId="{593832F3-B1F2-4153-B9A4-0F6BD739F919}" srcOrd="2" destOrd="0" presId="urn:microsoft.com/office/officeart/2005/8/layout/default"/>
    <dgm:cxn modelId="{70490734-6E78-4598-BD1D-DBFE5FE61E19}" type="presParOf" srcId="{6068AA05-3B9C-49A3-804C-3D7C1F036691}" destId="{399F505E-0069-470C-A74A-79D7B02C7F09}" srcOrd="3" destOrd="0" presId="urn:microsoft.com/office/officeart/2005/8/layout/default"/>
    <dgm:cxn modelId="{CA48AD7D-CE71-4318-BDE9-5DDF16760A16}" type="presParOf" srcId="{6068AA05-3B9C-49A3-804C-3D7C1F036691}" destId="{B4ECB0BA-04FA-46F0-87B4-941C5A75643F}" srcOrd="4" destOrd="0" presId="urn:microsoft.com/office/officeart/2005/8/layout/default"/>
    <dgm:cxn modelId="{3CA09977-5FAE-473B-942D-E87A905335A9}" type="presParOf" srcId="{6068AA05-3B9C-49A3-804C-3D7C1F036691}" destId="{022C9416-2D13-481E-9B0D-0683CA618AD4}" srcOrd="5" destOrd="0" presId="urn:microsoft.com/office/officeart/2005/8/layout/default"/>
    <dgm:cxn modelId="{CCA8C8C9-C3EC-47FA-84B1-70F8059CA241}" type="presParOf" srcId="{6068AA05-3B9C-49A3-804C-3D7C1F036691}" destId="{FD50C963-8408-45D6-9E67-398785394785}" srcOrd="6" destOrd="0" presId="urn:microsoft.com/office/officeart/2005/8/layout/default"/>
    <dgm:cxn modelId="{DD3AD308-80E1-4528-9E21-F7F9A89D1477}" type="presParOf" srcId="{6068AA05-3B9C-49A3-804C-3D7C1F036691}" destId="{B41AFB47-2C98-45CA-A923-710B0E608C79}" srcOrd="7" destOrd="0" presId="urn:microsoft.com/office/officeart/2005/8/layout/default"/>
    <dgm:cxn modelId="{62ECEDBD-E47C-49B2-B4C2-663D8BA5A62E}" type="presParOf" srcId="{6068AA05-3B9C-49A3-804C-3D7C1F036691}" destId="{5CFD1FE2-B269-4550-925D-7DD2806FBC1A}" srcOrd="8" destOrd="0" presId="urn:microsoft.com/office/officeart/2005/8/layout/default"/>
    <dgm:cxn modelId="{18D4D638-1593-44E4-88BA-FEE123291A4D}" type="presParOf" srcId="{6068AA05-3B9C-49A3-804C-3D7C1F036691}" destId="{F8366134-7190-429D-B2EF-7FAFF22C5AED}" srcOrd="9" destOrd="0" presId="urn:microsoft.com/office/officeart/2005/8/layout/default"/>
    <dgm:cxn modelId="{91A8AC73-E8B0-49B4-879C-D85F87274526}" type="presParOf" srcId="{6068AA05-3B9C-49A3-804C-3D7C1F036691}" destId="{432886B0-32EB-44E7-8C6E-A3C945D23C06}" srcOrd="10" destOrd="0" presId="urn:microsoft.com/office/officeart/2005/8/layout/default"/>
    <dgm:cxn modelId="{03C25A8E-1D18-4F76-9333-27A57ED4DA4C}" type="presParOf" srcId="{6068AA05-3B9C-49A3-804C-3D7C1F036691}" destId="{B012E199-1DF9-40E7-BB07-976DFBEE23B9}" srcOrd="11" destOrd="0" presId="urn:microsoft.com/office/officeart/2005/8/layout/default"/>
    <dgm:cxn modelId="{79A4B1EC-C283-450F-9BBB-A24D4D99825B}" type="presParOf" srcId="{6068AA05-3B9C-49A3-804C-3D7C1F036691}" destId="{8AE9C162-35F8-45B9-AC1E-40F5B0F5B977}" srcOrd="12" destOrd="0" presId="urn:microsoft.com/office/officeart/2005/8/layout/default"/>
    <dgm:cxn modelId="{5ABCD3FA-7F28-4AD5-8E4E-E58C4B1E9A31}" type="presParOf" srcId="{6068AA05-3B9C-49A3-804C-3D7C1F036691}" destId="{3A8548F1-6143-4FEF-83C5-1EE8E3280B81}" srcOrd="13" destOrd="0" presId="urn:microsoft.com/office/officeart/2005/8/layout/default"/>
    <dgm:cxn modelId="{2C7D91DB-5E22-4FB4-80D3-EAE537B8CB7F}" type="presParOf" srcId="{6068AA05-3B9C-49A3-804C-3D7C1F036691}" destId="{C23C7222-5557-4AB2-AC93-56E3FB0D66F2}" srcOrd="14" destOrd="0" presId="urn:microsoft.com/office/officeart/2005/8/layout/default"/>
    <dgm:cxn modelId="{B1ED5061-33DB-4B33-ABA3-B8E9C64A9A72}" type="presParOf" srcId="{6068AA05-3B9C-49A3-804C-3D7C1F036691}" destId="{F3D70659-E304-4DD2-8268-0751960675A5}" srcOrd="15" destOrd="0" presId="urn:microsoft.com/office/officeart/2005/8/layout/default"/>
    <dgm:cxn modelId="{09A546F9-C629-4A8D-9132-93112EACA20C}" type="presParOf" srcId="{6068AA05-3B9C-49A3-804C-3D7C1F036691}" destId="{04CE0679-3BFD-434F-8A49-D352E4336A1B}" srcOrd="16" destOrd="0" presId="urn:microsoft.com/office/officeart/2005/8/layout/default"/>
    <dgm:cxn modelId="{268D9325-4578-4CF5-8B50-790221517411}" type="presParOf" srcId="{6068AA05-3B9C-49A3-804C-3D7C1F036691}" destId="{CB0BDB3E-5293-4D64-80F6-A9C2ABAFBAD9}" srcOrd="17" destOrd="0" presId="urn:microsoft.com/office/officeart/2005/8/layout/default"/>
    <dgm:cxn modelId="{6B0553A9-9C1B-4C5F-BAF2-DAD85546F5FE}" type="presParOf" srcId="{6068AA05-3B9C-49A3-804C-3D7C1F036691}" destId="{B03A8894-9B8C-443A-84D5-1D14767DD5FE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16A34C-ED41-4F7F-89A1-978A3D196C11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DDE63648-8428-4DD7-9F3E-AF853A75E6EC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3"/>
              </a:solidFill>
              <a:latin typeface="+mj-lt"/>
            </a:rPr>
            <a:t>Wire Framing</a:t>
          </a:r>
        </a:p>
      </dgm:t>
    </dgm:pt>
    <dgm:pt modelId="{0EC17E20-8FF1-45A2-B193-FD40DF5C49D5}" type="parTrans" cxnId="{65FE24E2-C0D6-4A6A-85E9-DC43F0A010A4}">
      <dgm:prSet/>
      <dgm:spPr/>
      <dgm:t>
        <a:bodyPr/>
        <a:lstStyle/>
        <a:p>
          <a:endParaRPr lang="en-GB" sz="2300"/>
        </a:p>
      </dgm:t>
    </dgm:pt>
    <dgm:pt modelId="{21C0E880-C7CB-452B-9A42-4D8F211C4963}" type="sibTrans" cxnId="{65FE24E2-C0D6-4A6A-85E9-DC43F0A010A4}">
      <dgm:prSet/>
      <dgm:spPr/>
      <dgm:t>
        <a:bodyPr/>
        <a:lstStyle/>
        <a:p>
          <a:endParaRPr lang="en-GB" sz="2300"/>
        </a:p>
      </dgm:t>
    </dgm:pt>
    <dgm:pt modelId="{C7D04985-5E98-4C51-90D1-FA6C0A21F741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1"/>
              </a:solidFill>
              <a:latin typeface="+mj-lt"/>
            </a:rPr>
            <a:t>3 / 30 / 300 Rule</a:t>
          </a:r>
        </a:p>
      </dgm:t>
    </dgm:pt>
    <dgm:pt modelId="{E5A0E6D5-6185-4C98-98CD-C08A7DB7CB80}" type="parTrans" cxnId="{61FA90C1-3980-410D-9748-6B6C52920823}">
      <dgm:prSet/>
      <dgm:spPr/>
      <dgm:t>
        <a:bodyPr/>
        <a:lstStyle/>
        <a:p>
          <a:endParaRPr lang="en-GB" sz="2300"/>
        </a:p>
      </dgm:t>
    </dgm:pt>
    <dgm:pt modelId="{94F3844C-99F3-4A12-8B44-B21F393463EF}" type="sibTrans" cxnId="{61FA90C1-3980-410D-9748-6B6C52920823}">
      <dgm:prSet/>
      <dgm:spPr/>
      <dgm:t>
        <a:bodyPr/>
        <a:lstStyle/>
        <a:p>
          <a:endParaRPr lang="en-GB" sz="2300"/>
        </a:p>
      </dgm:t>
    </dgm:pt>
    <dgm:pt modelId="{D84249EA-1A41-4393-A01C-C196C998B935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2"/>
              </a:solidFill>
              <a:latin typeface="+mj-lt"/>
            </a:rPr>
            <a:t>Tabular Editor</a:t>
          </a:r>
        </a:p>
      </dgm:t>
    </dgm:pt>
    <dgm:pt modelId="{1AAEC9C5-28A3-4AF3-8814-ACC35DBFE85D}" type="parTrans" cxnId="{22656437-2D63-4041-A5E9-F8741D72C3AC}">
      <dgm:prSet/>
      <dgm:spPr/>
      <dgm:t>
        <a:bodyPr/>
        <a:lstStyle/>
        <a:p>
          <a:endParaRPr lang="en-GB" sz="2300"/>
        </a:p>
      </dgm:t>
    </dgm:pt>
    <dgm:pt modelId="{C56D2069-339F-47C4-BEF2-01E985CEFC85}" type="sibTrans" cxnId="{22656437-2D63-4041-A5E9-F8741D72C3AC}">
      <dgm:prSet/>
      <dgm:spPr/>
      <dgm:t>
        <a:bodyPr/>
        <a:lstStyle/>
        <a:p>
          <a:endParaRPr lang="en-GB" sz="2300"/>
        </a:p>
      </dgm:t>
    </dgm:pt>
    <dgm:pt modelId="{18C9A02E-426F-4507-86C2-319C1807C286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1"/>
              </a:solidFill>
              <a:latin typeface="+mj-lt"/>
            </a:rPr>
            <a:t>Learn to how to do CI/CD in Power BI</a:t>
          </a:r>
        </a:p>
      </dgm:t>
    </dgm:pt>
    <dgm:pt modelId="{3EFF64F7-3781-4C99-8633-12A225B97594}" type="parTrans" cxnId="{519FA378-1CF5-4C05-B735-F047A1629D93}">
      <dgm:prSet/>
      <dgm:spPr/>
      <dgm:t>
        <a:bodyPr/>
        <a:lstStyle/>
        <a:p>
          <a:endParaRPr lang="en-GB" sz="2300"/>
        </a:p>
      </dgm:t>
    </dgm:pt>
    <dgm:pt modelId="{91787264-0109-43FE-B081-47F8B8908E90}" type="sibTrans" cxnId="{519FA378-1CF5-4C05-B735-F047A1629D93}">
      <dgm:prSet/>
      <dgm:spPr/>
      <dgm:t>
        <a:bodyPr/>
        <a:lstStyle/>
        <a:p>
          <a:endParaRPr lang="en-GB" sz="2300"/>
        </a:p>
      </dgm:t>
    </dgm:pt>
    <dgm:pt modelId="{AFF91E47-BFA7-44EC-A6D3-B6F44233FDB1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3"/>
              </a:solidFill>
              <a:latin typeface="+mj-lt"/>
            </a:rPr>
            <a:t>Take design inspiration from everywhere</a:t>
          </a:r>
        </a:p>
      </dgm:t>
    </dgm:pt>
    <dgm:pt modelId="{717B0D01-CA9E-4D05-B413-7E29D88C6A66}" type="parTrans" cxnId="{82C18D9B-6B7E-4FC2-BA04-51A43F50765B}">
      <dgm:prSet/>
      <dgm:spPr/>
      <dgm:t>
        <a:bodyPr/>
        <a:lstStyle/>
        <a:p>
          <a:endParaRPr lang="en-GB" sz="2300"/>
        </a:p>
      </dgm:t>
    </dgm:pt>
    <dgm:pt modelId="{57338C03-5559-4C05-8079-92253E8CADC5}" type="sibTrans" cxnId="{82C18D9B-6B7E-4FC2-BA04-51A43F50765B}">
      <dgm:prSet/>
      <dgm:spPr/>
      <dgm:t>
        <a:bodyPr/>
        <a:lstStyle/>
        <a:p>
          <a:endParaRPr lang="en-GB" sz="2300"/>
        </a:p>
      </dgm:t>
    </dgm:pt>
    <dgm:pt modelId="{57A96345-37E7-46E2-969E-FB4DE7DE52AB}" type="pres">
      <dgm:prSet presAssocID="{8D16A34C-ED41-4F7F-89A1-978A3D196C11}" presName="Name0" presStyleCnt="0">
        <dgm:presLayoutVars>
          <dgm:dir/>
          <dgm:resizeHandles val="exact"/>
        </dgm:presLayoutVars>
      </dgm:prSet>
      <dgm:spPr/>
    </dgm:pt>
    <dgm:pt modelId="{62BF6E95-67A3-44F2-B935-96342EA67405}" type="pres">
      <dgm:prSet presAssocID="{8D16A34C-ED41-4F7F-89A1-978A3D196C11}" presName="arrow" presStyleLbl="bgShp" presStyleIdx="0" presStyleCnt="1" custScaleY="13798"/>
      <dgm:spPr>
        <a:prstGeom prst="roundRect">
          <a:avLst/>
        </a:prstGeom>
        <a:solidFill>
          <a:schemeClr val="tx1">
            <a:lumMod val="50000"/>
            <a:lumOff val="50000"/>
          </a:schemeClr>
        </a:solidFill>
      </dgm:spPr>
    </dgm:pt>
    <dgm:pt modelId="{52803DB6-00DD-470A-87D1-99E0EEB224FC}" type="pres">
      <dgm:prSet presAssocID="{8D16A34C-ED41-4F7F-89A1-978A3D196C11}" presName="points" presStyleCnt="0"/>
      <dgm:spPr/>
    </dgm:pt>
    <dgm:pt modelId="{DF64123F-C5C7-46DC-AD8F-3AF225ACFA4F}" type="pres">
      <dgm:prSet presAssocID="{DDE63648-8428-4DD7-9F3E-AF853A75E6EC}" presName="compositeA" presStyleCnt="0"/>
      <dgm:spPr/>
    </dgm:pt>
    <dgm:pt modelId="{93987940-D8C2-4C61-9C5D-24052A168683}" type="pres">
      <dgm:prSet presAssocID="{DDE63648-8428-4DD7-9F3E-AF853A75E6EC}" presName="textA" presStyleLbl="revTx" presStyleIdx="0" presStyleCnt="5" custLinFactNeighborX="32455" custLinFactNeighborY="874">
        <dgm:presLayoutVars>
          <dgm:bulletEnabled val="1"/>
        </dgm:presLayoutVars>
      </dgm:prSet>
      <dgm:spPr/>
    </dgm:pt>
    <dgm:pt modelId="{95E11535-4A8E-4A3F-B513-F9C659FF96C5}" type="pres">
      <dgm:prSet presAssocID="{DDE63648-8428-4DD7-9F3E-AF853A75E6EC}" presName="circleA" presStyleLbl="node1" presStyleIdx="0" presStyleCnt="5" custLinFactX="9952" custLinFactNeighborX="100000" custLinFactNeighborY="-3105"/>
      <dgm:spPr>
        <a:solidFill>
          <a:schemeClr val="accent3"/>
        </a:solidFill>
      </dgm:spPr>
    </dgm:pt>
    <dgm:pt modelId="{AF210C07-6E5D-488B-8BED-8B1C31522DCD}" type="pres">
      <dgm:prSet presAssocID="{DDE63648-8428-4DD7-9F3E-AF853A75E6EC}" presName="spaceA" presStyleCnt="0"/>
      <dgm:spPr/>
    </dgm:pt>
    <dgm:pt modelId="{D95EA570-CA97-413D-9B09-D3CAE8D4B6FA}" type="pres">
      <dgm:prSet presAssocID="{21C0E880-C7CB-452B-9A42-4D8F211C4963}" presName="space" presStyleCnt="0"/>
      <dgm:spPr/>
    </dgm:pt>
    <dgm:pt modelId="{05D85F15-3024-4F16-A269-4EF88170F1A3}" type="pres">
      <dgm:prSet presAssocID="{C7D04985-5E98-4C51-90D1-FA6C0A21F741}" presName="compositeB" presStyleCnt="0"/>
      <dgm:spPr/>
    </dgm:pt>
    <dgm:pt modelId="{04FEB2DA-F2CC-4279-9F72-D1684CB9B8CF}" type="pres">
      <dgm:prSet presAssocID="{C7D04985-5E98-4C51-90D1-FA6C0A21F741}" presName="textB" presStyleLbl="revTx" presStyleIdx="1" presStyleCnt="5" custLinFactNeighborX="32260" custLinFactNeighborY="0">
        <dgm:presLayoutVars>
          <dgm:bulletEnabled val="1"/>
        </dgm:presLayoutVars>
      </dgm:prSet>
      <dgm:spPr/>
    </dgm:pt>
    <dgm:pt modelId="{0107F0E4-CCEF-45C4-A35F-E0F21BBC6FED}" type="pres">
      <dgm:prSet presAssocID="{C7D04985-5E98-4C51-90D1-FA6C0A21F741}" presName="circleB" presStyleLbl="node1" presStyleIdx="1" presStyleCnt="5" custLinFactX="9290" custLinFactNeighborX="100000" custLinFactNeighborY="-3105"/>
      <dgm:spPr/>
    </dgm:pt>
    <dgm:pt modelId="{5F1F7003-B6FC-4642-8675-4A27C0363665}" type="pres">
      <dgm:prSet presAssocID="{C7D04985-5E98-4C51-90D1-FA6C0A21F741}" presName="spaceB" presStyleCnt="0"/>
      <dgm:spPr/>
    </dgm:pt>
    <dgm:pt modelId="{CBDB89D8-45C4-4AC0-B1CF-94D5BBFD5A66}" type="pres">
      <dgm:prSet presAssocID="{94F3844C-99F3-4A12-8B44-B21F393463EF}" presName="space" presStyleCnt="0"/>
      <dgm:spPr/>
    </dgm:pt>
    <dgm:pt modelId="{21D8CEDE-C1C5-48CD-A04E-A41239CEB9F5}" type="pres">
      <dgm:prSet presAssocID="{D84249EA-1A41-4393-A01C-C196C998B935}" presName="compositeA" presStyleCnt="0"/>
      <dgm:spPr/>
    </dgm:pt>
    <dgm:pt modelId="{190820A2-80A8-422D-B342-FEEB32FA613A}" type="pres">
      <dgm:prSet presAssocID="{D84249EA-1A41-4393-A01C-C196C998B935}" presName="textA" presStyleLbl="revTx" presStyleIdx="2" presStyleCnt="5" custLinFactNeighborX="32065">
        <dgm:presLayoutVars>
          <dgm:bulletEnabled val="1"/>
        </dgm:presLayoutVars>
      </dgm:prSet>
      <dgm:spPr/>
    </dgm:pt>
    <dgm:pt modelId="{8F7CF985-4E04-40D9-A703-086B1DC86E27}" type="pres">
      <dgm:prSet presAssocID="{D84249EA-1A41-4393-A01C-C196C998B935}" presName="circleA" presStyleLbl="node1" presStyleIdx="2" presStyleCnt="5" custLinFactX="8629" custLinFactNeighborX="100000" custLinFactNeighborY="-3105"/>
      <dgm:spPr>
        <a:solidFill>
          <a:schemeClr val="accent2"/>
        </a:solidFill>
      </dgm:spPr>
    </dgm:pt>
    <dgm:pt modelId="{45C4D0AF-CABD-4096-AFD7-974F91D882C2}" type="pres">
      <dgm:prSet presAssocID="{D84249EA-1A41-4393-A01C-C196C998B935}" presName="spaceA" presStyleCnt="0"/>
      <dgm:spPr/>
    </dgm:pt>
    <dgm:pt modelId="{6F0E93BF-EDAD-4891-B9D7-32B91FA58339}" type="pres">
      <dgm:prSet presAssocID="{C56D2069-339F-47C4-BEF2-01E985CEFC85}" presName="space" presStyleCnt="0"/>
      <dgm:spPr/>
    </dgm:pt>
    <dgm:pt modelId="{9057CE47-1F60-43E1-99B3-5D8094EEFC32}" type="pres">
      <dgm:prSet presAssocID="{18C9A02E-426F-4507-86C2-319C1807C286}" presName="compositeB" presStyleCnt="0"/>
      <dgm:spPr/>
    </dgm:pt>
    <dgm:pt modelId="{2BE7CC93-F509-465A-9FF7-1AABF03DCE22}" type="pres">
      <dgm:prSet presAssocID="{18C9A02E-426F-4507-86C2-319C1807C286}" presName="textB" presStyleLbl="revTx" presStyleIdx="3" presStyleCnt="5" custLinFactNeighborX="31869" custLinFactNeighborY="0">
        <dgm:presLayoutVars>
          <dgm:bulletEnabled val="1"/>
        </dgm:presLayoutVars>
      </dgm:prSet>
      <dgm:spPr/>
    </dgm:pt>
    <dgm:pt modelId="{69503DE2-53E4-4CEB-9AFE-089753971B13}" type="pres">
      <dgm:prSet presAssocID="{18C9A02E-426F-4507-86C2-319C1807C286}" presName="circleB" presStyleLbl="node1" presStyleIdx="3" presStyleCnt="5" custLinFactX="689" custLinFactNeighborX="100000" custLinFactNeighborY="-3105"/>
      <dgm:spPr>
        <a:solidFill>
          <a:schemeClr val="accent1"/>
        </a:solidFill>
      </dgm:spPr>
    </dgm:pt>
    <dgm:pt modelId="{3D811E22-C9D6-4995-BDEF-7FA71ACA740B}" type="pres">
      <dgm:prSet presAssocID="{18C9A02E-426F-4507-86C2-319C1807C286}" presName="spaceB" presStyleCnt="0"/>
      <dgm:spPr/>
    </dgm:pt>
    <dgm:pt modelId="{E2CA7C0B-F4AF-4646-A12D-AC80BF8B8690}" type="pres">
      <dgm:prSet presAssocID="{91787264-0109-43FE-B081-47F8B8908E90}" presName="space" presStyleCnt="0"/>
      <dgm:spPr/>
    </dgm:pt>
    <dgm:pt modelId="{065091D2-BF11-4BB1-B3F6-5937AFE372BF}" type="pres">
      <dgm:prSet presAssocID="{AFF91E47-BFA7-44EC-A6D3-B6F44233FDB1}" presName="compositeA" presStyleCnt="0"/>
      <dgm:spPr/>
    </dgm:pt>
    <dgm:pt modelId="{8A54FED1-3A69-4F5A-A117-2AA6DF2B85A4}" type="pres">
      <dgm:prSet presAssocID="{AFF91E47-BFA7-44EC-A6D3-B6F44233FDB1}" presName="textA" presStyleLbl="revTx" presStyleIdx="4" presStyleCnt="5" custScaleX="105707" custLinFactNeighborX="26393">
        <dgm:presLayoutVars>
          <dgm:bulletEnabled val="1"/>
        </dgm:presLayoutVars>
      </dgm:prSet>
      <dgm:spPr/>
    </dgm:pt>
    <dgm:pt modelId="{430DB485-0446-469F-9859-DF3896726DB4}" type="pres">
      <dgm:prSet presAssocID="{AFF91E47-BFA7-44EC-A6D3-B6F44233FDB1}" presName="circleA" presStyleLbl="node1" presStyleIdx="4" presStyleCnt="5" custLinFactNeighborX="97638" custLinFactNeighborY="-3105"/>
      <dgm:spPr>
        <a:solidFill>
          <a:schemeClr val="accent3"/>
        </a:solidFill>
      </dgm:spPr>
    </dgm:pt>
    <dgm:pt modelId="{2C75D735-927F-44EB-9141-B3E646FCBFBF}" type="pres">
      <dgm:prSet presAssocID="{AFF91E47-BFA7-44EC-A6D3-B6F44233FDB1}" presName="spaceA" presStyleCnt="0"/>
      <dgm:spPr/>
    </dgm:pt>
  </dgm:ptLst>
  <dgm:cxnLst>
    <dgm:cxn modelId="{22656437-2D63-4041-A5E9-F8741D72C3AC}" srcId="{8D16A34C-ED41-4F7F-89A1-978A3D196C11}" destId="{D84249EA-1A41-4393-A01C-C196C998B935}" srcOrd="2" destOrd="0" parTransId="{1AAEC9C5-28A3-4AF3-8814-ACC35DBFE85D}" sibTransId="{C56D2069-339F-47C4-BEF2-01E985CEFC85}"/>
    <dgm:cxn modelId="{B6329A64-766C-48C9-916A-5CABE41F8482}" type="presOf" srcId="{C7D04985-5E98-4C51-90D1-FA6C0A21F741}" destId="{04FEB2DA-F2CC-4279-9F72-D1684CB9B8CF}" srcOrd="0" destOrd="0" presId="urn:microsoft.com/office/officeart/2005/8/layout/hProcess11"/>
    <dgm:cxn modelId="{49B7AC6A-EF45-47AB-A47A-CB0E81D50CFC}" type="presOf" srcId="{18C9A02E-426F-4507-86C2-319C1807C286}" destId="{2BE7CC93-F509-465A-9FF7-1AABF03DCE22}" srcOrd="0" destOrd="0" presId="urn:microsoft.com/office/officeart/2005/8/layout/hProcess11"/>
    <dgm:cxn modelId="{519FA378-1CF5-4C05-B735-F047A1629D93}" srcId="{8D16A34C-ED41-4F7F-89A1-978A3D196C11}" destId="{18C9A02E-426F-4507-86C2-319C1807C286}" srcOrd="3" destOrd="0" parTransId="{3EFF64F7-3781-4C99-8633-12A225B97594}" sibTransId="{91787264-0109-43FE-B081-47F8B8908E90}"/>
    <dgm:cxn modelId="{69761359-7D17-4D05-A626-C91C302477E0}" type="presOf" srcId="{D84249EA-1A41-4393-A01C-C196C998B935}" destId="{190820A2-80A8-422D-B342-FEEB32FA613A}" srcOrd="0" destOrd="0" presId="urn:microsoft.com/office/officeart/2005/8/layout/hProcess11"/>
    <dgm:cxn modelId="{A4B3627D-297F-44C3-B88E-8A8855F8A8F6}" type="presOf" srcId="{AFF91E47-BFA7-44EC-A6D3-B6F44233FDB1}" destId="{8A54FED1-3A69-4F5A-A117-2AA6DF2B85A4}" srcOrd="0" destOrd="0" presId="urn:microsoft.com/office/officeart/2005/8/layout/hProcess11"/>
    <dgm:cxn modelId="{82C18D9B-6B7E-4FC2-BA04-51A43F50765B}" srcId="{8D16A34C-ED41-4F7F-89A1-978A3D196C11}" destId="{AFF91E47-BFA7-44EC-A6D3-B6F44233FDB1}" srcOrd="4" destOrd="0" parTransId="{717B0D01-CA9E-4D05-B413-7E29D88C6A66}" sibTransId="{57338C03-5559-4C05-8079-92253E8CADC5}"/>
    <dgm:cxn modelId="{61FA90C1-3980-410D-9748-6B6C52920823}" srcId="{8D16A34C-ED41-4F7F-89A1-978A3D196C11}" destId="{C7D04985-5E98-4C51-90D1-FA6C0A21F741}" srcOrd="1" destOrd="0" parTransId="{E5A0E6D5-6185-4C98-98CD-C08A7DB7CB80}" sibTransId="{94F3844C-99F3-4A12-8B44-B21F393463EF}"/>
    <dgm:cxn modelId="{80CDB8D5-4A5C-4EE0-A338-B10116987EA7}" type="presOf" srcId="{DDE63648-8428-4DD7-9F3E-AF853A75E6EC}" destId="{93987940-D8C2-4C61-9C5D-24052A168683}" srcOrd="0" destOrd="0" presId="urn:microsoft.com/office/officeart/2005/8/layout/hProcess11"/>
    <dgm:cxn modelId="{B78DD7D8-8377-40CC-A2CB-76B7E192C57B}" type="presOf" srcId="{8D16A34C-ED41-4F7F-89A1-978A3D196C11}" destId="{57A96345-37E7-46E2-969E-FB4DE7DE52AB}" srcOrd="0" destOrd="0" presId="urn:microsoft.com/office/officeart/2005/8/layout/hProcess11"/>
    <dgm:cxn modelId="{65FE24E2-C0D6-4A6A-85E9-DC43F0A010A4}" srcId="{8D16A34C-ED41-4F7F-89A1-978A3D196C11}" destId="{DDE63648-8428-4DD7-9F3E-AF853A75E6EC}" srcOrd="0" destOrd="0" parTransId="{0EC17E20-8FF1-45A2-B193-FD40DF5C49D5}" sibTransId="{21C0E880-C7CB-452B-9A42-4D8F211C4963}"/>
    <dgm:cxn modelId="{C5E9E4D0-B2B0-4C72-899D-D8FE77BE29CA}" type="presParOf" srcId="{57A96345-37E7-46E2-969E-FB4DE7DE52AB}" destId="{62BF6E95-67A3-44F2-B935-96342EA67405}" srcOrd="0" destOrd="0" presId="urn:microsoft.com/office/officeart/2005/8/layout/hProcess11"/>
    <dgm:cxn modelId="{1658AC60-1280-4ADE-A66A-AB437C3A4AA0}" type="presParOf" srcId="{57A96345-37E7-46E2-969E-FB4DE7DE52AB}" destId="{52803DB6-00DD-470A-87D1-99E0EEB224FC}" srcOrd="1" destOrd="0" presId="urn:microsoft.com/office/officeart/2005/8/layout/hProcess11"/>
    <dgm:cxn modelId="{B706DFA6-8ED0-4353-9DA1-F0E680EC48A4}" type="presParOf" srcId="{52803DB6-00DD-470A-87D1-99E0EEB224FC}" destId="{DF64123F-C5C7-46DC-AD8F-3AF225ACFA4F}" srcOrd="0" destOrd="0" presId="urn:microsoft.com/office/officeart/2005/8/layout/hProcess11"/>
    <dgm:cxn modelId="{F87994F1-400D-4AE5-B089-F9ADF19B3733}" type="presParOf" srcId="{DF64123F-C5C7-46DC-AD8F-3AF225ACFA4F}" destId="{93987940-D8C2-4C61-9C5D-24052A168683}" srcOrd="0" destOrd="0" presId="urn:microsoft.com/office/officeart/2005/8/layout/hProcess11"/>
    <dgm:cxn modelId="{7550B2C7-FCDE-4F4E-B6DB-8D91D3760F2C}" type="presParOf" srcId="{DF64123F-C5C7-46DC-AD8F-3AF225ACFA4F}" destId="{95E11535-4A8E-4A3F-B513-F9C659FF96C5}" srcOrd="1" destOrd="0" presId="urn:microsoft.com/office/officeart/2005/8/layout/hProcess11"/>
    <dgm:cxn modelId="{3A043C61-BF14-455E-96AF-22EC44113CC8}" type="presParOf" srcId="{DF64123F-C5C7-46DC-AD8F-3AF225ACFA4F}" destId="{AF210C07-6E5D-488B-8BED-8B1C31522DCD}" srcOrd="2" destOrd="0" presId="urn:microsoft.com/office/officeart/2005/8/layout/hProcess11"/>
    <dgm:cxn modelId="{8D87B953-E0E3-4871-AED2-E8C1DA424BAE}" type="presParOf" srcId="{52803DB6-00DD-470A-87D1-99E0EEB224FC}" destId="{D95EA570-CA97-413D-9B09-D3CAE8D4B6FA}" srcOrd="1" destOrd="0" presId="urn:microsoft.com/office/officeart/2005/8/layout/hProcess11"/>
    <dgm:cxn modelId="{4DF6F8B5-6C53-4B7B-AF57-36A6572A9093}" type="presParOf" srcId="{52803DB6-00DD-470A-87D1-99E0EEB224FC}" destId="{05D85F15-3024-4F16-A269-4EF88170F1A3}" srcOrd="2" destOrd="0" presId="urn:microsoft.com/office/officeart/2005/8/layout/hProcess11"/>
    <dgm:cxn modelId="{947D2628-4747-4827-9882-397DE590617A}" type="presParOf" srcId="{05D85F15-3024-4F16-A269-4EF88170F1A3}" destId="{04FEB2DA-F2CC-4279-9F72-D1684CB9B8CF}" srcOrd="0" destOrd="0" presId="urn:microsoft.com/office/officeart/2005/8/layout/hProcess11"/>
    <dgm:cxn modelId="{D635D8CF-953A-4312-AE49-0C73147B8AA4}" type="presParOf" srcId="{05D85F15-3024-4F16-A269-4EF88170F1A3}" destId="{0107F0E4-CCEF-45C4-A35F-E0F21BBC6FED}" srcOrd="1" destOrd="0" presId="urn:microsoft.com/office/officeart/2005/8/layout/hProcess11"/>
    <dgm:cxn modelId="{1E5B3DC3-E0FC-4E7F-B9E8-7FEDC34767EC}" type="presParOf" srcId="{05D85F15-3024-4F16-A269-4EF88170F1A3}" destId="{5F1F7003-B6FC-4642-8675-4A27C0363665}" srcOrd="2" destOrd="0" presId="urn:microsoft.com/office/officeart/2005/8/layout/hProcess11"/>
    <dgm:cxn modelId="{D6A1A371-62C0-4237-896A-F656ECF36C1C}" type="presParOf" srcId="{52803DB6-00DD-470A-87D1-99E0EEB224FC}" destId="{CBDB89D8-45C4-4AC0-B1CF-94D5BBFD5A66}" srcOrd="3" destOrd="0" presId="urn:microsoft.com/office/officeart/2005/8/layout/hProcess11"/>
    <dgm:cxn modelId="{DAD728BF-5E2F-4AE4-82A7-1023E57FB9A4}" type="presParOf" srcId="{52803DB6-00DD-470A-87D1-99E0EEB224FC}" destId="{21D8CEDE-C1C5-48CD-A04E-A41239CEB9F5}" srcOrd="4" destOrd="0" presId="urn:microsoft.com/office/officeart/2005/8/layout/hProcess11"/>
    <dgm:cxn modelId="{4AC401F0-D8F4-4A41-BBE0-74B87C1B4FF2}" type="presParOf" srcId="{21D8CEDE-C1C5-48CD-A04E-A41239CEB9F5}" destId="{190820A2-80A8-422D-B342-FEEB32FA613A}" srcOrd="0" destOrd="0" presId="urn:microsoft.com/office/officeart/2005/8/layout/hProcess11"/>
    <dgm:cxn modelId="{807E8E1C-58A6-4A11-A493-9839ED13488D}" type="presParOf" srcId="{21D8CEDE-C1C5-48CD-A04E-A41239CEB9F5}" destId="{8F7CF985-4E04-40D9-A703-086B1DC86E27}" srcOrd="1" destOrd="0" presId="urn:microsoft.com/office/officeart/2005/8/layout/hProcess11"/>
    <dgm:cxn modelId="{A8C44205-3BE6-4E5F-A069-9B0316B6575B}" type="presParOf" srcId="{21D8CEDE-C1C5-48CD-A04E-A41239CEB9F5}" destId="{45C4D0AF-CABD-4096-AFD7-974F91D882C2}" srcOrd="2" destOrd="0" presId="urn:microsoft.com/office/officeart/2005/8/layout/hProcess11"/>
    <dgm:cxn modelId="{4EE68A98-3919-4D4B-B95E-0E656BB336FE}" type="presParOf" srcId="{52803DB6-00DD-470A-87D1-99E0EEB224FC}" destId="{6F0E93BF-EDAD-4891-B9D7-32B91FA58339}" srcOrd="5" destOrd="0" presId="urn:microsoft.com/office/officeart/2005/8/layout/hProcess11"/>
    <dgm:cxn modelId="{F5607F63-543B-4D8B-A212-B0AF785BF627}" type="presParOf" srcId="{52803DB6-00DD-470A-87D1-99E0EEB224FC}" destId="{9057CE47-1F60-43E1-99B3-5D8094EEFC32}" srcOrd="6" destOrd="0" presId="urn:microsoft.com/office/officeart/2005/8/layout/hProcess11"/>
    <dgm:cxn modelId="{DB420127-A477-4E4B-AE01-4A590CAE31E7}" type="presParOf" srcId="{9057CE47-1F60-43E1-99B3-5D8094EEFC32}" destId="{2BE7CC93-F509-465A-9FF7-1AABF03DCE22}" srcOrd="0" destOrd="0" presId="urn:microsoft.com/office/officeart/2005/8/layout/hProcess11"/>
    <dgm:cxn modelId="{F8DBBB5E-B718-457B-9F43-CEB9A72F10CD}" type="presParOf" srcId="{9057CE47-1F60-43E1-99B3-5D8094EEFC32}" destId="{69503DE2-53E4-4CEB-9AFE-089753971B13}" srcOrd="1" destOrd="0" presId="urn:microsoft.com/office/officeart/2005/8/layout/hProcess11"/>
    <dgm:cxn modelId="{D3757014-0483-454F-9586-F0FFCA23486B}" type="presParOf" srcId="{9057CE47-1F60-43E1-99B3-5D8094EEFC32}" destId="{3D811E22-C9D6-4995-BDEF-7FA71ACA740B}" srcOrd="2" destOrd="0" presId="urn:microsoft.com/office/officeart/2005/8/layout/hProcess11"/>
    <dgm:cxn modelId="{D556F5CA-C641-4079-A7BE-D18CC9D53BBF}" type="presParOf" srcId="{52803DB6-00DD-470A-87D1-99E0EEB224FC}" destId="{E2CA7C0B-F4AF-4646-A12D-AC80BF8B8690}" srcOrd="7" destOrd="0" presId="urn:microsoft.com/office/officeart/2005/8/layout/hProcess11"/>
    <dgm:cxn modelId="{E7572CF4-E3A8-45D7-909D-E2B66373CB01}" type="presParOf" srcId="{52803DB6-00DD-470A-87D1-99E0EEB224FC}" destId="{065091D2-BF11-4BB1-B3F6-5937AFE372BF}" srcOrd="8" destOrd="0" presId="urn:microsoft.com/office/officeart/2005/8/layout/hProcess11"/>
    <dgm:cxn modelId="{F59583B3-137C-4113-8041-66483C046E89}" type="presParOf" srcId="{065091D2-BF11-4BB1-B3F6-5937AFE372BF}" destId="{8A54FED1-3A69-4F5A-A117-2AA6DF2B85A4}" srcOrd="0" destOrd="0" presId="urn:microsoft.com/office/officeart/2005/8/layout/hProcess11"/>
    <dgm:cxn modelId="{91780AA0-D5EA-4B64-9E3D-1783763111A7}" type="presParOf" srcId="{065091D2-BF11-4BB1-B3F6-5937AFE372BF}" destId="{430DB485-0446-469F-9859-DF3896726DB4}" srcOrd="1" destOrd="0" presId="urn:microsoft.com/office/officeart/2005/8/layout/hProcess11"/>
    <dgm:cxn modelId="{39417FD6-17CE-463F-A876-932D1FBAA38F}" type="presParOf" srcId="{065091D2-BF11-4BB1-B3F6-5937AFE372BF}" destId="{2C75D735-927F-44EB-9141-B3E646FCBFB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0EA7E-6695-42F5-BE5E-176609CA8C9D}">
      <dsp:nvSpPr>
        <dsp:cNvPr id="0" name=""/>
        <dsp:cNvSpPr/>
      </dsp:nvSpPr>
      <dsp:spPr>
        <a:xfrm>
          <a:off x="727508" y="696"/>
          <a:ext cx="1855430" cy="1113258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700" kern="1200">
              <a:solidFill>
                <a:schemeClr val="bg1"/>
              </a:solidFill>
            </a:rPr>
            <a:t>Wireframing</a:t>
          </a:r>
          <a:endParaRPr lang="en-GB" sz="1700" kern="1200" dirty="0">
            <a:solidFill>
              <a:schemeClr val="bg1"/>
            </a:solidFill>
          </a:endParaRPr>
        </a:p>
      </dsp:txBody>
      <dsp:txXfrm>
        <a:off x="781853" y="55041"/>
        <a:ext cx="1746740" cy="1004568"/>
      </dsp:txXfrm>
    </dsp:sp>
    <dsp:sp modelId="{593832F3-B1F2-4153-B9A4-0F6BD739F919}">
      <dsp:nvSpPr>
        <dsp:cNvPr id="0" name=""/>
        <dsp:cNvSpPr/>
      </dsp:nvSpPr>
      <dsp:spPr>
        <a:xfrm>
          <a:off x="2787036" y="696"/>
          <a:ext cx="1855430" cy="1113258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bg1"/>
              </a:solidFill>
            </a:rPr>
            <a:t>3 / 30 / 300</a:t>
          </a:r>
        </a:p>
      </dsp:txBody>
      <dsp:txXfrm>
        <a:off x="2841381" y="55041"/>
        <a:ext cx="1746740" cy="1004568"/>
      </dsp:txXfrm>
    </dsp:sp>
    <dsp:sp modelId="{B4ECB0BA-04FA-46F0-87B4-941C5A75643F}">
      <dsp:nvSpPr>
        <dsp:cNvPr id="0" name=""/>
        <dsp:cNvSpPr/>
      </dsp:nvSpPr>
      <dsp:spPr>
        <a:xfrm>
          <a:off x="4846565" y="696"/>
          <a:ext cx="1855430" cy="1113258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bg1"/>
              </a:solidFill>
            </a:rPr>
            <a:t>Tabular Editor</a:t>
          </a:r>
          <a:endParaRPr lang="en-GB" sz="1700" kern="1200" dirty="0">
            <a:solidFill>
              <a:schemeClr val="bg1"/>
            </a:solidFill>
          </a:endParaRPr>
        </a:p>
      </dsp:txBody>
      <dsp:txXfrm>
        <a:off x="4900910" y="55041"/>
        <a:ext cx="1746740" cy="1004568"/>
      </dsp:txXfrm>
    </dsp:sp>
    <dsp:sp modelId="{FD50C963-8408-45D6-9E67-398785394785}">
      <dsp:nvSpPr>
        <dsp:cNvPr id="0" name=""/>
        <dsp:cNvSpPr/>
      </dsp:nvSpPr>
      <dsp:spPr>
        <a:xfrm>
          <a:off x="6906093" y="696"/>
          <a:ext cx="1855430" cy="1113258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bg1"/>
              </a:solidFill>
            </a:rPr>
            <a:t>CI / CD</a:t>
          </a:r>
        </a:p>
      </dsp:txBody>
      <dsp:txXfrm>
        <a:off x="6960438" y="55041"/>
        <a:ext cx="1746740" cy="1004568"/>
      </dsp:txXfrm>
    </dsp:sp>
    <dsp:sp modelId="{5CFD1FE2-B269-4550-925D-7DD2806FBC1A}">
      <dsp:nvSpPr>
        <dsp:cNvPr id="0" name=""/>
        <dsp:cNvSpPr/>
      </dsp:nvSpPr>
      <dsp:spPr>
        <a:xfrm>
          <a:off x="727508" y="1318052"/>
          <a:ext cx="1855430" cy="1113258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bg1"/>
              </a:solidFill>
            </a:rPr>
            <a:t>Atomic Design</a:t>
          </a:r>
        </a:p>
      </dsp:txBody>
      <dsp:txXfrm>
        <a:off x="781853" y="1372397"/>
        <a:ext cx="1746740" cy="1004568"/>
      </dsp:txXfrm>
    </dsp:sp>
    <dsp:sp modelId="{432886B0-32EB-44E7-8C6E-A3C945D23C06}">
      <dsp:nvSpPr>
        <dsp:cNvPr id="0" name=""/>
        <dsp:cNvSpPr/>
      </dsp:nvSpPr>
      <dsp:spPr>
        <a:xfrm>
          <a:off x="2787036" y="1318052"/>
          <a:ext cx="1855430" cy="1113258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bg1"/>
              </a:solidFill>
            </a:rPr>
            <a:t>Data Ink</a:t>
          </a:r>
          <a:endParaRPr lang="en-GB" sz="1700" kern="1200" dirty="0">
            <a:solidFill>
              <a:schemeClr val="bg1"/>
            </a:solidFill>
          </a:endParaRPr>
        </a:p>
      </dsp:txBody>
      <dsp:txXfrm>
        <a:off x="2841381" y="1372397"/>
        <a:ext cx="1746740" cy="1004568"/>
      </dsp:txXfrm>
    </dsp:sp>
    <dsp:sp modelId="{8AE9C162-35F8-45B9-AC1E-40F5B0F5B977}">
      <dsp:nvSpPr>
        <dsp:cNvPr id="0" name=""/>
        <dsp:cNvSpPr/>
      </dsp:nvSpPr>
      <dsp:spPr>
        <a:xfrm>
          <a:off x="4846565" y="1318052"/>
          <a:ext cx="1855430" cy="1113258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bg1"/>
              </a:solidFill>
            </a:rPr>
            <a:t>Questions as Visual Titles</a:t>
          </a:r>
          <a:endParaRPr lang="en-GB" sz="1700" kern="1200" dirty="0">
            <a:solidFill>
              <a:schemeClr val="bg1"/>
            </a:solidFill>
          </a:endParaRPr>
        </a:p>
      </dsp:txBody>
      <dsp:txXfrm>
        <a:off x="4900910" y="1372397"/>
        <a:ext cx="1746740" cy="1004568"/>
      </dsp:txXfrm>
    </dsp:sp>
    <dsp:sp modelId="{C23C7222-5557-4AB2-AC93-56E3FB0D66F2}">
      <dsp:nvSpPr>
        <dsp:cNvPr id="0" name=""/>
        <dsp:cNvSpPr/>
      </dsp:nvSpPr>
      <dsp:spPr>
        <a:xfrm>
          <a:off x="6906093" y="1318052"/>
          <a:ext cx="1855430" cy="1113258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bg1"/>
              </a:solidFill>
            </a:rPr>
            <a:t>Take design inspiration from everywhere</a:t>
          </a:r>
          <a:endParaRPr lang="en-GB" sz="1700" kern="1200" dirty="0">
            <a:solidFill>
              <a:schemeClr val="bg1"/>
            </a:solidFill>
          </a:endParaRPr>
        </a:p>
      </dsp:txBody>
      <dsp:txXfrm>
        <a:off x="6960438" y="1372397"/>
        <a:ext cx="1746740" cy="1004568"/>
      </dsp:txXfrm>
    </dsp:sp>
    <dsp:sp modelId="{04CE0679-3BFD-434F-8A49-D352E4336A1B}">
      <dsp:nvSpPr>
        <dsp:cNvPr id="0" name=""/>
        <dsp:cNvSpPr/>
      </dsp:nvSpPr>
      <dsp:spPr>
        <a:xfrm>
          <a:off x="2787036" y="2635408"/>
          <a:ext cx="1855430" cy="1113258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bg1"/>
              </a:solidFill>
            </a:rPr>
            <a:t>VertiPAQ Analyser</a:t>
          </a:r>
          <a:endParaRPr lang="en-GB" sz="1700" kern="1200" dirty="0">
            <a:solidFill>
              <a:schemeClr val="bg1"/>
            </a:solidFill>
          </a:endParaRPr>
        </a:p>
      </dsp:txBody>
      <dsp:txXfrm>
        <a:off x="2841381" y="2689753"/>
        <a:ext cx="1746740" cy="1004568"/>
      </dsp:txXfrm>
    </dsp:sp>
    <dsp:sp modelId="{B03A8894-9B8C-443A-84D5-1D14767DD5FE}">
      <dsp:nvSpPr>
        <dsp:cNvPr id="0" name=""/>
        <dsp:cNvSpPr/>
      </dsp:nvSpPr>
      <dsp:spPr>
        <a:xfrm>
          <a:off x="4846565" y="2635408"/>
          <a:ext cx="1855430" cy="1113258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bg1"/>
              </a:solidFill>
            </a:rPr>
            <a:t>Roche’s Maxim</a:t>
          </a:r>
          <a:endParaRPr lang="en-GB" sz="1700" kern="1200" dirty="0">
            <a:solidFill>
              <a:schemeClr val="bg1"/>
            </a:solidFill>
          </a:endParaRPr>
        </a:p>
      </dsp:txBody>
      <dsp:txXfrm>
        <a:off x="4900910" y="2689753"/>
        <a:ext cx="1746740" cy="1004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F6E95-67A3-44F2-B935-96342EA67405}">
      <dsp:nvSpPr>
        <dsp:cNvPr id="0" name=""/>
        <dsp:cNvSpPr/>
      </dsp:nvSpPr>
      <dsp:spPr>
        <a:xfrm>
          <a:off x="0" y="2575798"/>
          <a:ext cx="10791824" cy="30093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87940-D8C2-4C61-9C5D-24052A168683}">
      <dsp:nvSpPr>
        <dsp:cNvPr id="0" name=""/>
        <dsp:cNvSpPr/>
      </dsp:nvSpPr>
      <dsp:spPr>
        <a:xfrm>
          <a:off x="600390" y="19062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3"/>
              </a:solidFill>
              <a:latin typeface="+mj-lt"/>
            </a:rPr>
            <a:t>Wire Framing</a:t>
          </a:r>
        </a:p>
      </dsp:txBody>
      <dsp:txXfrm>
        <a:off x="600390" y="19062"/>
        <a:ext cx="1847204" cy="2181013"/>
      </dsp:txXfrm>
    </dsp:sp>
    <dsp:sp modelId="{95E11535-4A8E-4A3F-B513-F9C659FF96C5}">
      <dsp:nvSpPr>
        <dsp:cNvPr id="0" name=""/>
        <dsp:cNvSpPr/>
      </dsp:nvSpPr>
      <dsp:spPr>
        <a:xfrm>
          <a:off x="1251372" y="2436710"/>
          <a:ext cx="545253" cy="545253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EB2DA-F2CC-4279-9F72-D1684CB9B8CF}">
      <dsp:nvSpPr>
        <dsp:cNvPr id="0" name=""/>
        <dsp:cNvSpPr/>
      </dsp:nvSpPr>
      <dsp:spPr>
        <a:xfrm>
          <a:off x="2536352" y="3271520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1"/>
              </a:solidFill>
              <a:latin typeface="+mj-lt"/>
            </a:rPr>
            <a:t>3 / 30 / 300 Rule</a:t>
          </a:r>
        </a:p>
      </dsp:txBody>
      <dsp:txXfrm>
        <a:off x="2536352" y="3271520"/>
        <a:ext cx="1847204" cy="2181013"/>
      </dsp:txXfrm>
    </dsp:sp>
    <dsp:sp modelId="{0107F0E4-CCEF-45C4-A35F-E0F21BBC6FED}">
      <dsp:nvSpPr>
        <dsp:cNvPr id="0" name=""/>
        <dsp:cNvSpPr/>
      </dsp:nvSpPr>
      <dsp:spPr>
        <a:xfrm>
          <a:off x="3187327" y="2436710"/>
          <a:ext cx="545253" cy="5452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820A2-80A8-422D-B342-FEEB32FA613A}">
      <dsp:nvSpPr>
        <dsp:cNvPr id="0" name=""/>
        <dsp:cNvSpPr/>
      </dsp:nvSpPr>
      <dsp:spPr>
        <a:xfrm>
          <a:off x="4472314" y="0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2"/>
              </a:solidFill>
              <a:latin typeface="+mj-lt"/>
            </a:rPr>
            <a:t>Tabular Editor</a:t>
          </a:r>
        </a:p>
      </dsp:txBody>
      <dsp:txXfrm>
        <a:off x="4472314" y="0"/>
        <a:ext cx="1847204" cy="2181013"/>
      </dsp:txXfrm>
    </dsp:sp>
    <dsp:sp modelId="{8F7CF985-4E04-40D9-A703-086B1DC86E27}">
      <dsp:nvSpPr>
        <dsp:cNvPr id="0" name=""/>
        <dsp:cNvSpPr/>
      </dsp:nvSpPr>
      <dsp:spPr>
        <a:xfrm>
          <a:off x="5123287" y="2436710"/>
          <a:ext cx="545253" cy="54525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7CC93-F509-465A-9FF7-1AABF03DCE22}">
      <dsp:nvSpPr>
        <dsp:cNvPr id="0" name=""/>
        <dsp:cNvSpPr/>
      </dsp:nvSpPr>
      <dsp:spPr>
        <a:xfrm>
          <a:off x="6408258" y="3271520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1"/>
              </a:solidFill>
              <a:latin typeface="+mj-lt"/>
            </a:rPr>
            <a:t>Learn to how to do CI/CD in Power BI</a:t>
          </a:r>
        </a:p>
      </dsp:txBody>
      <dsp:txXfrm>
        <a:off x="6408258" y="3271520"/>
        <a:ext cx="1847204" cy="2181013"/>
      </dsp:txXfrm>
    </dsp:sp>
    <dsp:sp modelId="{69503DE2-53E4-4CEB-9AFE-089753971B13}">
      <dsp:nvSpPr>
        <dsp:cNvPr id="0" name=""/>
        <dsp:cNvSpPr/>
      </dsp:nvSpPr>
      <dsp:spPr>
        <a:xfrm>
          <a:off x="7019558" y="2436710"/>
          <a:ext cx="545253" cy="54525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4FED1-3A69-4F5A-A117-2AA6DF2B85A4}">
      <dsp:nvSpPr>
        <dsp:cNvPr id="0" name=""/>
        <dsp:cNvSpPr/>
      </dsp:nvSpPr>
      <dsp:spPr>
        <a:xfrm>
          <a:off x="8246669" y="0"/>
          <a:ext cx="1952623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3"/>
              </a:solidFill>
              <a:latin typeface="+mj-lt"/>
            </a:rPr>
            <a:t>Take design inspiration from everywhere</a:t>
          </a:r>
        </a:p>
      </dsp:txBody>
      <dsp:txXfrm>
        <a:off x="8246669" y="0"/>
        <a:ext cx="1952623" cy="2181013"/>
      </dsp:txXfrm>
    </dsp:sp>
    <dsp:sp modelId="{430DB485-0446-469F-9859-DF3896726DB4}">
      <dsp:nvSpPr>
        <dsp:cNvPr id="0" name=""/>
        <dsp:cNvSpPr/>
      </dsp:nvSpPr>
      <dsp:spPr>
        <a:xfrm>
          <a:off x="8995197" y="2436710"/>
          <a:ext cx="545253" cy="545253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1C64E7-216C-525A-1AA3-C7061AEB5D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91219-A469-D74A-E9E7-5C07321A7A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70E41-3046-455B-B604-BD026F949FCA}" type="datetimeFigureOut">
              <a:rPr lang="en-GB" smtClean="0"/>
              <a:t>21/08/2025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51F72-4438-B9BB-A3CB-BAE86041B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4525E-0023-EB17-DE8C-3CD5AEFF15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80229-9C99-4B96-82C2-2775C0A42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8479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8D88B-CAE8-48CA-AE53-960576B078FB}" type="datetimeFigureOut">
              <a:rPr lang="en-GB" smtClean="0"/>
              <a:t>21/08/2025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A8297-1C79-46DB-AD97-353C4A94DD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54430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28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311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phic 3">
            <a:extLst>
              <a:ext uri="{FF2B5EF4-FFF2-40B4-BE49-F238E27FC236}">
                <a16:creationId xmlns:a16="http://schemas.microsoft.com/office/drawing/2014/main" id="{93CB6364-63F9-4A2C-DFAD-C8F0E6CC6BCC}"/>
              </a:ext>
            </a:extLst>
          </p:cNvPr>
          <p:cNvSpPr/>
          <p:nvPr userDrawn="1"/>
        </p:nvSpPr>
        <p:spPr>
          <a:xfrm rot="2507668">
            <a:off x="6408147" y="-184624"/>
            <a:ext cx="5813499" cy="636567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32254F0-996C-7FB8-8A46-D7F1551D7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122" y="405290"/>
            <a:ext cx="2671880" cy="1048703"/>
          </a:xfrm>
          <a:prstGeom prst="rect">
            <a:avLst/>
          </a:prstGeom>
        </p:spPr>
      </p:pic>
      <p:sp>
        <p:nvSpPr>
          <p:cNvPr id="19" name="Graphic 43">
            <a:extLst>
              <a:ext uri="{FF2B5EF4-FFF2-40B4-BE49-F238E27FC236}">
                <a16:creationId xmlns:a16="http://schemas.microsoft.com/office/drawing/2014/main" id="{FB4DA8FF-DB59-5BEB-6877-4A697C2212AA}"/>
              </a:ext>
            </a:extLst>
          </p:cNvPr>
          <p:cNvSpPr/>
          <p:nvPr userDrawn="1"/>
        </p:nvSpPr>
        <p:spPr>
          <a:xfrm>
            <a:off x="2881030" y="5743442"/>
            <a:ext cx="2764641" cy="276464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Graphic 2">
            <a:extLst>
              <a:ext uri="{FF2B5EF4-FFF2-40B4-BE49-F238E27FC236}">
                <a16:creationId xmlns:a16="http://schemas.microsoft.com/office/drawing/2014/main" id="{047253CC-E091-F78D-CD7B-50C978680BB8}"/>
              </a:ext>
            </a:extLst>
          </p:cNvPr>
          <p:cNvSpPr/>
          <p:nvPr userDrawn="1"/>
        </p:nvSpPr>
        <p:spPr>
          <a:xfrm rot="1802222">
            <a:off x="7029375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C21709-CCE3-D7CB-C4E5-8DAF2C05A9FB}"/>
              </a:ext>
            </a:extLst>
          </p:cNvPr>
          <p:cNvGrpSpPr/>
          <p:nvPr userDrawn="1"/>
        </p:nvGrpSpPr>
        <p:grpSpPr>
          <a:xfrm>
            <a:off x="5199094" y="660303"/>
            <a:ext cx="910956" cy="913815"/>
            <a:chOff x="5600613" y="586069"/>
            <a:chExt cx="3320474" cy="3330895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7631DC-CAB7-BDC0-D58E-9244761EE6CB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AC27237-0B0B-9FF9-2055-169B5B4283F8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50E186-D622-0C37-D47B-3643824FE611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EA21D1-349E-C28D-AED1-A844FB2BC784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FBDF5A-736A-0895-A174-336C3F95DA44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0DA19C9-8A3E-59A9-7F89-2752DA601517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9" name="Graphic 40">
            <a:extLst>
              <a:ext uri="{FF2B5EF4-FFF2-40B4-BE49-F238E27FC236}">
                <a16:creationId xmlns:a16="http://schemas.microsoft.com/office/drawing/2014/main" id="{91098C20-BDBF-1EF9-4262-E29D5A61C46A}"/>
              </a:ext>
            </a:extLst>
          </p:cNvPr>
          <p:cNvSpPr/>
          <p:nvPr userDrawn="1"/>
        </p:nvSpPr>
        <p:spPr>
          <a:xfrm rot="20340354">
            <a:off x="11410429" y="4216659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43">
            <a:extLst>
              <a:ext uri="{FF2B5EF4-FFF2-40B4-BE49-F238E27FC236}">
                <a16:creationId xmlns:a16="http://schemas.microsoft.com/office/drawing/2014/main" id="{0D0DC771-30D5-423E-939A-885384378D7F}"/>
              </a:ext>
            </a:extLst>
          </p:cNvPr>
          <p:cNvSpPr/>
          <p:nvPr userDrawn="1"/>
        </p:nvSpPr>
        <p:spPr>
          <a:xfrm>
            <a:off x="5680970" y="5078241"/>
            <a:ext cx="326168" cy="32616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CEE9C9-4F65-CDB8-1DFF-C53A66F642B7}"/>
              </a:ext>
            </a:extLst>
          </p:cNvPr>
          <p:cNvGrpSpPr/>
          <p:nvPr userDrawn="1"/>
        </p:nvGrpSpPr>
        <p:grpSpPr>
          <a:xfrm>
            <a:off x="2173157" y="6402657"/>
            <a:ext cx="984136" cy="881132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6992DA4-E2D0-F090-1317-8EE0BF2B0E73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9F69B22-AF86-AF28-743C-E8960CB10388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9A41EA0-8B23-C17B-F54F-182D5545DE1E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D6C17FA-1F9C-0F0C-F6D1-C9B5BD90CD03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2CC067-AEFC-9A60-F086-4A2351A3A794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FB5A3B0-6EE8-5907-E535-B74770A29F4A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A3EC8E3-777C-8109-B311-3FD60E86DED6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B6AD58E-3C87-D2E3-2332-49A609B758A4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ED510E1-AC50-3469-0C43-446B19ADA08C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6F61C30-29B4-98CC-3C79-0398A151140F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FCA2074-1EEC-7B5A-093B-300D33B3A4A3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F3B5DEE-0BBF-ADA8-F3E7-FF2341BA31B1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E86D8EA-B3CF-09F2-C49A-78447F5E97D2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70B7882-E17E-6E0F-7692-4E55D68C43E1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493A1A3-6FCC-6B24-D2C1-A938E813F551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9CF186A-3A57-190D-162F-F59B88CE967C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4932F48-FA1C-82B7-6C5B-34213DE7B280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2848468-86D2-E2EC-2E9F-48CE128F649E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4136A36-9D66-9306-F53D-E87F076F5CE7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EB25509-3F93-6D92-94A7-B533958DBD1C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10896A5-ED41-FF26-DC71-8F1892D97096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29B878C-D70B-3F3D-FD49-1B035AD4DDBD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F05B2F2-6A5E-23F9-EC5F-82DE5FC4D886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5" name="Graphic 77">
            <a:extLst>
              <a:ext uri="{FF2B5EF4-FFF2-40B4-BE49-F238E27FC236}">
                <a16:creationId xmlns:a16="http://schemas.microsoft.com/office/drawing/2014/main" id="{9628D2E7-127E-7541-5C29-39FF594B8D5A}"/>
              </a:ext>
            </a:extLst>
          </p:cNvPr>
          <p:cNvSpPr/>
          <p:nvPr userDrawn="1"/>
        </p:nvSpPr>
        <p:spPr>
          <a:xfrm rot="809673">
            <a:off x="4767783" y="5493156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707E67-2321-64C5-0075-6CADF40A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22" y="2153165"/>
            <a:ext cx="7109750" cy="1325563"/>
          </a:xfrm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C30CF8-19F2-967A-2194-973E9B95C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030" y="3908907"/>
            <a:ext cx="4206224" cy="557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20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43">
            <a:extLst>
              <a:ext uri="{FF2B5EF4-FFF2-40B4-BE49-F238E27FC236}">
                <a16:creationId xmlns:a16="http://schemas.microsoft.com/office/drawing/2014/main" id="{33792459-4AEE-6080-1FD7-F1BED897BFE6}"/>
              </a:ext>
            </a:extLst>
          </p:cNvPr>
          <p:cNvSpPr/>
          <p:nvPr userDrawn="1"/>
        </p:nvSpPr>
        <p:spPr>
          <a:xfrm>
            <a:off x="-216694" y="5179961"/>
            <a:ext cx="2764641" cy="276464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1" name="Graphic 3">
            <a:extLst>
              <a:ext uri="{FF2B5EF4-FFF2-40B4-BE49-F238E27FC236}">
                <a16:creationId xmlns:a16="http://schemas.microsoft.com/office/drawing/2014/main" id="{92D9065B-CB5F-FB31-8864-A680D4FA5946}"/>
              </a:ext>
            </a:extLst>
          </p:cNvPr>
          <p:cNvSpPr/>
          <p:nvPr userDrawn="1"/>
        </p:nvSpPr>
        <p:spPr>
          <a:xfrm rot="4380857">
            <a:off x="8859989" y="-971334"/>
            <a:ext cx="2282503" cy="249930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2" name="Graphic 2">
            <a:extLst>
              <a:ext uri="{FF2B5EF4-FFF2-40B4-BE49-F238E27FC236}">
                <a16:creationId xmlns:a16="http://schemas.microsoft.com/office/drawing/2014/main" id="{0302F919-55C7-3872-9950-63F0947FE066}"/>
              </a:ext>
            </a:extLst>
          </p:cNvPr>
          <p:cNvSpPr/>
          <p:nvPr userDrawn="1"/>
        </p:nvSpPr>
        <p:spPr>
          <a:xfrm rot="1802222">
            <a:off x="6397851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62ACA6-3352-A4B1-10D9-6413AEB2F15C}"/>
              </a:ext>
            </a:extLst>
          </p:cNvPr>
          <p:cNvGrpSpPr/>
          <p:nvPr userDrawn="1"/>
        </p:nvGrpSpPr>
        <p:grpSpPr>
          <a:xfrm>
            <a:off x="5753520" y="344094"/>
            <a:ext cx="910956" cy="913815"/>
            <a:chOff x="5600613" y="586069"/>
            <a:chExt cx="3320474" cy="3330895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86E448C-F3AB-5F0D-1FB5-498DE3459102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4E85637-B66A-A508-DC25-CCA16E5645C9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014A117-2070-C7CF-CFCE-3277F8064F3D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611385E-5CD2-98B6-4895-C88DFD897AAF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B0F3B9-2277-3951-2B00-820447964D7D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68A2C01-A12F-768D-234C-B018E827B8E4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0" name="Graphic 40">
            <a:extLst>
              <a:ext uri="{FF2B5EF4-FFF2-40B4-BE49-F238E27FC236}">
                <a16:creationId xmlns:a16="http://schemas.microsoft.com/office/drawing/2014/main" id="{3DABDDF6-1C8D-6E0B-8ADD-9D86BD4C7EAC}"/>
              </a:ext>
            </a:extLst>
          </p:cNvPr>
          <p:cNvSpPr/>
          <p:nvPr userDrawn="1"/>
        </p:nvSpPr>
        <p:spPr>
          <a:xfrm rot="20340354">
            <a:off x="11049159" y="4117996"/>
            <a:ext cx="1455858" cy="1618257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1" name="Graphic 43">
            <a:extLst>
              <a:ext uri="{FF2B5EF4-FFF2-40B4-BE49-F238E27FC236}">
                <a16:creationId xmlns:a16="http://schemas.microsoft.com/office/drawing/2014/main" id="{1F4757A9-6E43-D769-119E-64A96386F929}"/>
              </a:ext>
            </a:extLst>
          </p:cNvPr>
          <p:cNvSpPr/>
          <p:nvPr userDrawn="1"/>
        </p:nvSpPr>
        <p:spPr>
          <a:xfrm>
            <a:off x="2583246" y="4514760"/>
            <a:ext cx="326168" cy="32616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E8DDD32-B75E-BD37-97CF-E3480D4EB5CD}"/>
              </a:ext>
            </a:extLst>
          </p:cNvPr>
          <p:cNvGrpSpPr/>
          <p:nvPr userDrawn="1"/>
        </p:nvGrpSpPr>
        <p:grpSpPr>
          <a:xfrm rot="1383668">
            <a:off x="11012528" y="5989133"/>
            <a:ext cx="621795" cy="556715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BE31D2F-3B69-B30A-34A6-5A88CC462AB9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61653E9-F877-5ECC-B29E-B823E31E1195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44BB2E0-D9A7-62E6-397E-B5ED5F68EDD9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4C9D4F0-D9B6-8DCD-F20B-1C0AE5D5DBD1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E3DB55C-931C-67CE-884F-901BAB323707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7835476-DE63-BBAE-C612-5E74B7D36CA0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34A932D-FB05-2CA1-45BE-3C31952D2945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F5AE869-03A5-3D03-1725-293C05BE79C5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CFDDE34-3A2D-4E73-A928-1541C2013F51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1C45787-8DA6-0A6E-FB06-26C5D25256DB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EC2229F-0344-475D-309F-ABD3F2A8C805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316FBAE-A31C-CD67-615D-D457EC6AFDEC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C793A5B-5C33-8483-BA1D-68C2DD45255C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596FF3A-0FED-8F3C-3AF8-49F591DF56DB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1D919C7-DEA9-0E85-A1C5-9A528E6D9CC1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EE710C9-896A-928D-BC35-EA553324FF8C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3D3AA2B-1CFD-8F24-9F93-D79458402DCB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208B2C7-F6CA-45E7-7E5A-BDFF06CC6D19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1692846-76CB-3ABB-B6E7-A49A4EBFA4BC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FEC2644-C715-3B2C-7624-18F477E068A0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3BF978-FE9E-A6B8-2D9D-6E3DA4ABC5E7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4C10E47-9CCF-DC51-F3DA-C77B3AC7D069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0C0EE11-59CB-2F5B-33B4-95FDAB8FFF06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06" name="Graphic 77">
            <a:extLst>
              <a:ext uri="{FF2B5EF4-FFF2-40B4-BE49-F238E27FC236}">
                <a16:creationId xmlns:a16="http://schemas.microsoft.com/office/drawing/2014/main" id="{85C1B1F5-CC2F-0679-7A8C-50BA40AEFBAB}"/>
              </a:ext>
            </a:extLst>
          </p:cNvPr>
          <p:cNvSpPr/>
          <p:nvPr userDrawn="1"/>
        </p:nvSpPr>
        <p:spPr>
          <a:xfrm rot="809673">
            <a:off x="1670059" y="492967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80D4DEE-59FA-764A-67ED-B2BBE234BF72}"/>
              </a:ext>
            </a:extLst>
          </p:cNvPr>
          <p:cNvGrpSpPr/>
          <p:nvPr userDrawn="1"/>
        </p:nvGrpSpPr>
        <p:grpSpPr>
          <a:xfrm>
            <a:off x="512348" y="1584056"/>
            <a:ext cx="940152" cy="756885"/>
            <a:chOff x="-362580" y="879022"/>
            <a:chExt cx="903737" cy="727569"/>
          </a:xfrm>
        </p:grpSpPr>
        <p:sp>
          <p:nvSpPr>
            <p:cNvPr id="108" name="Graphic 2">
              <a:extLst>
                <a:ext uri="{FF2B5EF4-FFF2-40B4-BE49-F238E27FC236}">
                  <a16:creationId xmlns:a16="http://schemas.microsoft.com/office/drawing/2014/main" id="{3E5ABBAA-A059-D612-CD63-93CC3C26A107}"/>
                </a:ext>
              </a:extLst>
            </p:cNvPr>
            <p:cNvSpPr/>
            <p:nvPr/>
          </p:nvSpPr>
          <p:spPr>
            <a:xfrm rot="5024770">
              <a:off x="-66144" y="913053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6155BD6-D96D-2BCC-D46F-FBC00CF60517}"/>
                </a:ext>
              </a:extLst>
            </p:cNvPr>
            <p:cNvGrpSpPr/>
            <p:nvPr/>
          </p:nvGrpSpPr>
          <p:grpSpPr>
            <a:xfrm rot="21070396">
              <a:off x="-362580" y="1074330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10132F68-A12C-8824-040D-C0E3D9A7FB71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B8051314-57FB-6895-B976-F5738616CB22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3B7DE6-714B-593F-09EA-170B92829642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ABA10EA-2EB4-5064-9CAF-4039D58B43A6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5E148314-B3C3-0348-6131-5416880B00DC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4F30F05-2F24-7054-7B68-18C6BD7945B2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6D428CE-859F-A502-2A5A-9F038A36C02E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8A24011B-3A3C-A503-5029-58AA549BC326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BBF57C9-FACC-9932-BC9B-38076AB83A65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2DCAA5D-DE6F-2A10-8D5F-4FDC29C90C24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F5FC9F5-416B-DE25-A378-D455AA1F200E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E83356B-A364-1D2E-8E44-A726A4A5502E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024C824-8ECF-B923-536B-ED9B89B60626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CEFD617-E570-82D0-9B1A-D1539581EDD3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E175157-2887-FEB9-160D-B779050A242E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4800860A-4D1C-3BB2-AFD7-696FAC461E95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62CD834-D29F-9200-98BA-4E3120E9E7F0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77CCCACA-B3BE-4FF6-DDEA-5258B031B06C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BD4541A-B3BA-6248-3916-E1B8AC891190}"/>
                  </a:ext>
                </a:extLst>
              </p:cNvPr>
              <p:cNvSpPr/>
              <p:nvPr/>
            </p:nvSpPr>
            <p:spPr>
              <a:xfrm>
                <a:off x="5881548" y="3827761"/>
                <a:ext cx="58791" cy="58730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94360FBD-5CF1-B3A1-021A-5594847E0614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C75D0AA-D338-E4C7-D63B-56A146330496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AF723E5C-1FAC-E116-C234-CF16519C2C4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5D86C58F-1316-4AE1-BA36-3DD8E43B2D79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33" name="Graphic 43">
            <a:extLst>
              <a:ext uri="{FF2B5EF4-FFF2-40B4-BE49-F238E27FC236}">
                <a16:creationId xmlns:a16="http://schemas.microsoft.com/office/drawing/2014/main" id="{6AF902CA-3C7D-B215-6774-6EEDBA97E2C7}"/>
              </a:ext>
            </a:extLst>
          </p:cNvPr>
          <p:cNvSpPr/>
          <p:nvPr userDrawn="1"/>
        </p:nvSpPr>
        <p:spPr>
          <a:xfrm>
            <a:off x="7846595" y="5509723"/>
            <a:ext cx="701604" cy="701604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6860AE-3BA6-5AFF-3785-F41C07D2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60" y="2497152"/>
            <a:ext cx="8779080" cy="667971"/>
          </a:xfrm>
          <a:prstGeom prst="rect">
            <a:avLst/>
          </a:prstGeom>
        </p:spPr>
        <p:txBody>
          <a:bodyPr/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43C58A-689D-3154-57B0-B33F67C64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6563" y="3240088"/>
            <a:ext cx="8778875" cy="5111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3"/>
                </a:solidFill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Click to edit Subheading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8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1" grpId="0" animBg="1"/>
      <p:bldP spid="72" grpId="0" animBg="1"/>
      <p:bldP spid="80" grpId="0" animBg="1"/>
      <p:bldP spid="81" grpId="0" animBg="1"/>
      <p:bldP spid="106" grpId="0" animBg="1"/>
      <p:bldP spid="13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D5382DC7-A7E4-2C26-E361-1081C2156BA9}"/>
              </a:ext>
            </a:extLst>
          </p:cNvPr>
          <p:cNvSpPr/>
          <p:nvPr userDrawn="1"/>
        </p:nvSpPr>
        <p:spPr>
          <a:xfrm rot="2507668">
            <a:off x="6675889" y="159253"/>
            <a:ext cx="6068411" cy="664480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A2C338CF-F9E5-1FE2-CD31-0EF20D1FB482}"/>
              </a:ext>
            </a:extLst>
          </p:cNvPr>
          <p:cNvSpPr/>
          <p:nvPr userDrawn="1"/>
        </p:nvSpPr>
        <p:spPr>
          <a:xfrm rot="1382093">
            <a:off x="5354486" y="2341448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2">
            <a:extLst>
              <a:ext uri="{FF2B5EF4-FFF2-40B4-BE49-F238E27FC236}">
                <a16:creationId xmlns:a16="http://schemas.microsoft.com/office/drawing/2014/main" id="{6CA71AD0-E492-1BBE-0E11-EE1C9038FEF3}"/>
              </a:ext>
            </a:extLst>
          </p:cNvPr>
          <p:cNvSpPr/>
          <p:nvPr userDrawn="1"/>
        </p:nvSpPr>
        <p:spPr>
          <a:xfrm rot="1802222">
            <a:off x="6874861" y="199944"/>
            <a:ext cx="563101" cy="503342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2766B88E-A6CC-AEF5-FD43-0C05E62E413F}"/>
              </a:ext>
            </a:extLst>
          </p:cNvPr>
          <p:cNvSpPr/>
          <p:nvPr userDrawn="1"/>
        </p:nvSpPr>
        <p:spPr>
          <a:xfrm>
            <a:off x="5607780" y="2969142"/>
            <a:ext cx="3349794" cy="366796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dirty="0">
              <a:latin typeface="Marcellus" panose="020E0602050203020307" pitchFamily="34" charset="0"/>
            </a:endParaRPr>
          </a:p>
          <a:p>
            <a:pPr algn="ctr"/>
            <a:endParaRPr lang="en-US" sz="1600" dirty="0">
              <a:latin typeface="Marcellus" panose="020E0602050203020307" pitchFamily="34" charset="0"/>
            </a:endParaRPr>
          </a:p>
          <a:p>
            <a:endParaRPr lang="en-GB" dirty="0"/>
          </a:p>
        </p:txBody>
      </p:sp>
      <p:sp>
        <p:nvSpPr>
          <p:cNvPr id="14" name="Graphic 40">
            <a:extLst>
              <a:ext uri="{FF2B5EF4-FFF2-40B4-BE49-F238E27FC236}">
                <a16:creationId xmlns:a16="http://schemas.microsoft.com/office/drawing/2014/main" id="{1D56E29B-1A1F-975B-FB9B-6CF0B5D71156}"/>
              </a:ext>
            </a:extLst>
          </p:cNvPr>
          <p:cNvSpPr/>
          <p:nvPr userDrawn="1"/>
        </p:nvSpPr>
        <p:spPr>
          <a:xfrm rot="20340354">
            <a:off x="11260859" y="5058175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7FEB28-A582-8C53-7977-40049F7E560C}"/>
              </a:ext>
            </a:extLst>
          </p:cNvPr>
          <p:cNvGrpSpPr/>
          <p:nvPr userDrawn="1"/>
        </p:nvGrpSpPr>
        <p:grpSpPr>
          <a:xfrm>
            <a:off x="5337501" y="748182"/>
            <a:ext cx="910956" cy="913815"/>
            <a:chOff x="5600613" y="586069"/>
            <a:chExt cx="3320474" cy="3330895"/>
          </a:xfrm>
          <a:solidFill>
            <a:srgbClr val="4A69F6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1A4D4AB-8511-4359-AE9A-E404D7E7C0C7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91E491-88F3-8959-266E-00C8452651CA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000A054-3784-C23F-5118-FBF895C2F414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6D0D401-AD0C-5DE2-8D93-F310136C726F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08C7DD-CC0C-337E-94C5-5BBD3FE99070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0FBA213-E6F7-6232-953B-A50D81F4A420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0BEF23B-9770-1D5A-5956-CA6A11FE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464" y="790080"/>
            <a:ext cx="449073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F2FCDD-6037-F0EA-E1C6-F3C83098D8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64" y="2408238"/>
            <a:ext cx="4373949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SubHeading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4C059FD-DE73-570E-DDA0-5AA196F224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850" y="3200400"/>
            <a:ext cx="4459288" cy="2998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/>
            </a:lvl1pPr>
          </a:lstStyle>
          <a:p>
            <a:pPr lvl="0"/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</a:t>
            </a:r>
          </a:p>
          <a:p>
            <a:pPr lvl="0"/>
            <a:r>
              <a:rPr lang="en-GB" dirty="0"/>
              <a:t>Duis autem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illum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EB16A40-2F62-3D5E-FBF7-90EC1B827E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5800" y="3938588"/>
            <a:ext cx="3125788" cy="1543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“insert quote here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”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59561949-827A-9873-1E43-5C0710AF37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63233" y="5358309"/>
            <a:ext cx="3125788" cy="750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Name - </a:t>
            </a:r>
          </a:p>
          <a:p>
            <a:pPr lvl="0"/>
            <a:r>
              <a:rPr lang="en-GB" dirty="0"/>
              <a:t>Position - </a:t>
            </a:r>
          </a:p>
        </p:txBody>
      </p:sp>
    </p:spTree>
    <p:extLst>
      <p:ext uri="{BB962C8B-B14F-4D97-AF65-F5344CB8AC3E}">
        <p14:creationId xmlns:p14="http://schemas.microsoft.com/office/powerpoint/2010/main" val="266077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EA991C64-7682-988F-7F28-462835A797D9}"/>
              </a:ext>
            </a:extLst>
          </p:cNvPr>
          <p:cNvSpPr/>
          <p:nvPr userDrawn="1"/>
        </p:nvSpPr>
        <p:spPr>
          <a:xfrm rot="21191075">
            <a:off x="-1070144" y="32571"/>
            <a:ext cx="6212461" cy="665225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D09CBEB1-A669-809D-B7C1-12E33D7BD297}"/>
              </a:ext>
            </a:extLst>
          </p:cNvPr>
          <p:cNvSpPr/>
          <p:nvPr userDrawn="1"/>
        </p:nvSpPr>
        <p:spPr>
          <a:xfrm rot="1382093">
            <a:off x="3798080" y="4510711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77">
            <a:extLst>
              <a:ext uri="{FF2B5EF4-FFF2-40B4-BE49-F238E27FC236}">
                <a16:creationId xmlns:a16="http://schemas.microsoft.com/office/drawing/2014/main" id="{48792A1E-AF04-CB2B-AF9F-E04BA7B1FA92}"/>
              </a:ext>
            </a:extLst>
          </p:cNvPr>
          <p:cNvSpPr/>
          <p:nvPr userDrawn="1"/>
        </p:nvSpPr>
        <p:spPr>
          <a:xfrm rot="809673">
            <a:off x="6216475" y="594083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2">
            <a:extLst>
              <a:ext uri="{FF2B5EF4-FFF2-40B4-BE49-F238E27FC236}">
                <a16:creationId xmlns:a16="http://schemas.microsoft.com/office/drawing/2014/main" id="{4488C23C-9D4D-1929-6A25-24B9CD5C7695}"/>
              </a:ext>
            </a:extLst>
          </p:cNvPr>
          <p:cNvSpPr/>
          <p:nvPr userDrawn="1"/>
        </p:nvSpPr>
        <p:spPr>
          <a:xfrm rot="1802222">
            <a:off x="713777" y="5901973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66">
            <a:extLst>
              <a:ext uri="{FF2B5EF4-FFF2-40B4-BE49-F238E27FC236}">
                <a16:creationId xmlns:a16="http://schemas.microsoft.com/office/drawing/2014/main" id="{320D435F-3EB9-1923-D096-91D01939E8FE}"/>
              </a:ext>
            </a:extLst>
          </p:cNvPr>
          <p:cNvSpPr/>
          <p:nvPr userDrawn="1"/>
        </p:nvSpPr>
        <p:spPr>
          <a:xfrm rot="961728">
            <a:off x="224198" y="5806308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DA62DF-C3AF-CDBC-0FB8-093F9EAB2C9B}"/>
              </a:ext>
            </a:extLst>
          </p:cNvPr>
          <p:cNvGrpSpPr/>
          <p:nvPr userDrawn="1"/>
        </p:nvGrpSpPr>
        <p:grpSpPr>
          <a:xfrm rot="7181232">
            <a:off x="4120309" y="-415301"/>
            <a:ext cx="1292567" cy="1430351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43A752-85BF-1CBD-671C-07676E747DED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08E18B-B7C6-7056-2213-2FE56E248199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B4E524D-7C37-E198-FE8F-F073A9F9B08E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D5DEBDC-D6AD-41E1-C7E7-60161F031EC4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1DCAB5-3EF8-9940-F373-3EF057C2B570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A19F450-C6DD-D1EA-0884-EF021AEAF8FD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3A1945-EA9D-8D02-882D-626278B01A12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3A741-4014-E850-517F-0A01A38F9488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533337-E4E9-81B0-FB3A-3ACDD351AB06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11B5E3A-EF05-EEDB-0121-FF8FE38FF5DF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3AAA21-C74C-2492-E908-B82CFD8C6C5B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343ABF4-C9CF-4F51-1252-3210E968DECB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31130B4-514E-CDCA-EF8E-52DF6A793F1E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723A4A-73E5-3BD1-2C20-DF0C6875E2B6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0104282-5122-993B-30A5-76FB3AC77A90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AD6208-F93F-F27A-7FE6-395006654D6E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B906B0-A8E0-A0EE-DB38-24109A83304D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AFD4572-1C61-77BC-EA70-4FED0FF57B28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E1D7B0-0D70-B917-CF4C-6DE6AB640C12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24769A-295F-6712-0A01-6E6CDF61143C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496B41F-825D-0160-200F-E07DD6BF3DB1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196524-7A20-C999-AB86-7DD5266B5C20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E3795E8-20F3-C1A7-3DE4-9BC6E6B0D0BA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8D980E5-F4BC-F4DC-D60B-0754C9401317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C3486DC-CA5F-62BF-83F0-6A126A6E8B18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362116D-437D-37D7-FAEA-37F176E0760B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0D69A1-9A27-D9F0-4534-F573B4043A8B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23750D4-6A4E-871A-3E1E-9776D1883954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CA58500-E768-90D9-CD4D-11D2B8ACDF7B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9C3950F-8751-DBDF-0AAC-9849B758F7AF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D76C6FF-9411-CA02-10C0-103E199743B3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D96118-0829-C0DD-7E04-FD176C3B0748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15319A3-04D1-9046-F9AA-8FBAC401DAF7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06328B8-08B8-D37A-4E70-86E42DB4636B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BE856E7-DA0A-8BCA-6EB2-861978E862F2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9CFF73F-D34A-9251-9278-936473B93201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853C432-B06A-88F8-CC8E-63A4963115C9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25636F9-9964-6E16-8F75-B45131920211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C8E0B9B-12DF-DFEA-544B-46CB02FBC68A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18BAC61-3C5A-9DF1-1D1E-8A70395544ED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405ED0-92C3-1E58-541F-8E577E1FB66B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F2F37DA-3AA7-C086-93F5-9DBC14A0EB9B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D9D8BC7-AAC9-DFCD-0C58-CEED2E86F905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07FFB4F-1574-4BDC-1EB2-B742597DB32C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76152D-44B2-5BE5-EE72-780EDB7F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475" y="1152939"/>
            <a:ext cx="5709407" cy="1074795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ECE2721A-EAC4-8148-18E2-6BB327FBE1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9475" y="2495550"/>
            <a:ext cx="5710238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</a:t>
            </a:r>
          </a:p>
          <a:p>
            <a:pPr lvl="0"/>
            <a:r>
              <a:rPr lang="en-GB" dirty="0"/>
              <a:t>Duis autem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illum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586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6">
            <a:extLst>
              <a:ext uri="{FF2B5EF4-FFF2-40B4-BE49-F238E27FC236}">
                <a16:creationId xmlns:a16="http://schemas.microsoft.com/office/drawing/2014/main" id="{D384C6F4-E4B4-6680-8463-C1AA99DF9303}"/>
              </a:ext>
            </a:extLst>
          </p:cNvPr>
          <p:cNvSpPr/>
          <p:nvPr userDrawn="1"/>
        </p:nvSpPr>
        <p:spPr>
          <a:xfrm rot="1214966">
            <a:off x="10753726" y="3065387"/>
            <a:ext cx="1004286" cy="897137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B67E675F-A95D-456D-3B9E-8AC9ECF92A01}"/>
              </a:ext>
            </a:extLst>
          </p:cNvPr>
          <p:cNvSpPr/>
          <p:nvPr userDrawn="1"/>
        </p:nvSpPr>
        <p:spPr>
          <a:xfrm rot="572195">
            <a:off x="2852912" y="5854258"/>
            <a:ext cx="2327482" cy="2548551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EE2DE99C-845F-1A5B-1503-59D5052C0B08}"/>
              </a:ext>
            </a:extLst>
          </p:cNvPr>
          <p:cNvSpPr/>
          <p:nvPr userDrawn="1"/>
        </p:nvSpPr>
        <p:spPr>
          <a:xfrm>
            <a:off x="1155969" y="2203191"/>
            <a:ext cx="3078088" cy="34329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5821C-791E-427D-08AB-E7D30FC7C0E7}"/>
              </a:ext>
            </a:extLst>
          </p:cNvPr>
          <p:cNvSpPr/>
          <p:nvPr userDrawn="1"/>
        </p:nvSpPr>
        <p:spPr>
          <a:xfrm>
            <a:off x="1156546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D1B193AC-A29B-12C6-2942-BE001659E0A6}"/>
              </a:ext>
            </a:extLst>
          </p:cNvPr>
          <p:cNvSpPr/>
          <p:nvPr userDrawn="1"/>
        </p:nvSpPr>
        <p:spPr>
          <a:xfrm>
            <a:off x="4562948" y="2155190"/>
            <a:ext cx="3082459" cy="35238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932DF3-0712-838B-E201-27BBE314B4D2}"/>
              </a:ext>
            </a:extLst>
          </p:cNvPr>
          <p:cNvSpPr/>
          <p:nvPr userDrawn="1"/>
        </p:nvSpPr>
        <p:spPr>
          <a:xfrm>
            <a:off x="4558712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3E51A038-93D3-496D-C26F-2FB553E5075A}"/>
              </a:ext>
            </a:extLst>
          </p:cNvPr>
          <p:cNvSpPr/>
          <p:nvPr userDrawn="1"/>
        </p:nvSpPr>
        <p:spPr>
          <a:xfrm>
            <a:off x="7982182" y="2155190"/>
            <a:ext cx="3087272" cy="35238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5582EE-8099-56BF-7B55-7110C5B9EEF6}"/>
              </a:ext>
            </a:extLst>
          </p:cNvPr>
          <p:cNvSpPr/>
          <p:nvPr userDrawn="1"/>
        </p:nvSpPr>
        <p:spPr>
          <a:xfrm>
            <a:off x="7982759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4A53F8-B617-094B-622C-3DE7D15AADD2}"/>
              </a:ext>
            </a:extLst>
          </p:cNvPr>
          <p:cNvGrpSpPr/>
          <p:nvPr userDrawn="1"/>
        </p:nvGrpSpPr>
        <p:grpSpPr>
          <a:xfrm>
            <a:off x="2157203" y="5911289"/>
            <a:ext cx="1001346" cy="1108087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47E522-8C24-653B-DB85-090BF0BED610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7DA3760-9051-3A1A-1599-2023DAC8081C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B04E1F5-58AE-E543-C6A2-98A49F713832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60411E-00C6-2DA6-AFD5-136973799ED1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BE2730-BFF4-B75D-975C-B771537841E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C5B944-E84E-F1D9-14BE-5E5007EC44E7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ECB0258-1EF9-FAE3-6F7C-E3647FA2B230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12FE129-A098-E5CF-0AD6-C0C2BB124BC8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661CE9B-7157-AE9F-F078-5AEF796B6B49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38BB1B0-8D35-63C1-2BCD-0D20266BDA35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ED5DAC1-FDC5-5D20-F284-D8794B940FF8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9D1E46-125D-0CFA-F8A2-771B6FE42EA1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A042FB5-DD9D-A07F-A406-EEAE1DB356F6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97A275E-CEBA-E8CD-60D7-94035F44F1F0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85472CE-8872-0B43-4F8F-7B6AFAA93B97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3A94062-9C94-BC54-4892-3C31FFAE8E23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76253EC-E54C-474E-8F4F-11001C1F9367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2AB30E7-2079-F4AD-E153-25185EBFE932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4909774-BE99-2203-5FF0-22A2452B506D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E9DC0AF-C735-DC2F-E711-9D3733C7399A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1F0D6D1-0B9B-6A6B-C8BB-B26C958EC56E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AFA5AEE-AE5D-FB68-3FEF-B8FB055B1E5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FF37990-69B0-1F7B-0DC3-D59354526296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AE69A97-443D-BFC7-9B53-EB015E2E55B7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EF34451-CC49-1240-F680-2064B76A7099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9C360E3-3DC5-E90E-01AE-EE3547CACA6C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B9F5931-0CCC-0DCA-47C8-EB4F46E10439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51920C0-9428-7819-FFF5-F264279B420F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B1E9299-B7B0-16DC-E80F-8BB9639F015B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43A5D2-F074-5506-7DC9-7CB9BE1C57AB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C9D3910-6714-3896-DFB1-5C1595CD18E5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C6689D1-CE94-3EBA-1155-A5959C008268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B847F57-C4CA-DE5F-8197-84EF90F4E79E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05923E3-6136-BD75-FB97-F9A46CE5635B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53D8BD1-A2A1-C710-F8FD-D03C5A3B17E6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85230D5-DB37-855C-F1B6-645615F49036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3AA34EF-6869-FE4E-276C-54B326551FE9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E947EFC-060A-5CC4-A2D8-9E5856D62F5C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F55A689-E7A9-B9C0-18D1-A381129BA5E9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981328-ED29-3B12-AAB8-9D4BDDDD1CF6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BCBD65-06ED-D7CC-FFBF-68FD33737DC6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B4CE1E1-5CD6-2104-62E3-EAF8F92E50DC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88E260F-041B-2B1D-1031-775D6B068E74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DB9CDEE-C8AB-8E62-51D2-E2C18CD4D1E1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Graphic 43">
            <a:extLst>
              <a:ext uri="{FF2B5EF4-FFF2-40B4-BE49-F238E27FC236}">
                <a16:creationId xmlns:a16="http://schemas.microsoft.com/office/drawing/2014/main" id="{E8AA8AF0-BED6-8E7B-2126-6082BAE4D988}"/>
              </a:ext>
            </a:extLst>
          </p:cNvPr>
          <p:cNvSpPr/>
          <p:nvPr userDrawn="1"/>
        </p:nvSpPr>
        <p:spPr>
          <a:xfrm>
            <a:off x="8067068" y="318315"/>
            <a:ext cx="295729" cy="29572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C1612-E723-A344-7451-9894F91F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44" y="680876"/>
            <a:ext cx="10515600" cy="8567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873B163F-B5E8-A42A-5928-471C81578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5700" y="2155825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1</a:t>
            </a:r>
            <a:endParaRPr lang="en-GB" dirty="0"/>
          </a:p>
        </p:txBody>
      </p:sp>
      <p:sp>
        <p:nvSpPr>
          <p:cNvPr id="66" name="Text Placeholder 64">
            <a:extLst>
              <a:ext uri="{FF2B5EF4-FFF2-40B4-BE49-F238E27FC236}">
                <a16:creationId xmlns:a16="http://schemas.microsoft.com/office/drawing/2014/main" id="{C113CC68-D2F6-F530-1049-BBE117FCE7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8951" y="2162861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2</a:t>
            </a:r>
            <a:endParaRPr lang="en-GB" dirty="0"/>
          </a:p>
        </p:txBody>
      </p:sp>
      <p:sp>
        <p:nvSpPr>
          <p:cNvPr id="68" name="Text Placeholder 64">
            <a:extLst>
              <a:ext uri="{FF2B5EF4-FFF2-40B4-BE49-F238E27FC236}">
                <a16:creationId xmlns:a16="http://schemas.microsoft.com/office/drawing/2014/main" id="{46A5CF3C-6351-9155-FDA2-DCC43B5431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92391" y="2174280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3</a:t>
            </a:r>
            <a:endParaRPr lang="en-GB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E09D849-B55D-0125-158B-C3E057D79A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8725" y="2811463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1" name="Text Placeholder 69">
            <a:extLst>
              <a:ext uri="{FF2B5EF4-FFF2-40B4-BE49-F238E27FC236}">
                <a16:creationId xmlns:a16="http://schemas.microsoft.com/office/drawing/2014/main" id="{95B2856E-6EB4-DE99-4F7B-9424B47480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4385" y="2769445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2" name="Text Placeholder 69">
            <a:extLst>
              <a:ext uri="{FF2B5EF4-FFF2-40B4-BE49-F238E27FC236}">
                <a16:creationId xmlns:a16="http://schemas.microsoft.com/office/drawing/2014/main" id="{808C5D6D-3EB8-A94C-A8CE-F83B1FB9C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8272" y="2744446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42640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9A3EEC-2B6E-319F-46A3-1E5D51B64E9B}"/>
              </a:ext>
            </a:extLst>
          </p:cNvPr>
          <p:cNvCxnSpPr/>
          <p:nvPr userDrawn="1"/>
        </p:nvCxnSpPr>
        <p:spPr>
          <a:xfrm>
            <a:off x="4017363" y="1165946"/>
            <a:ext cx="0" cy="4556086"/>
          </a:xfrm>
          <a:prstGeom prst="line">
            <a:avLst/>
          </a:prstGeom>
          <a:ln w="1905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C46341-1EAE-A06D-3BDA-EF312453D2D0}"/>
              </a:ext>
            </a:extLst>
          </p:cNvPr>
          <p:cNvCxnSpPr/>
          <p:nvPr userDrawn="1"/>
        </p:nvCxnSpPr>
        <p:spPr>
          <a:xfrm>
            <a:off x="8043831" y="1165946"/>
            <a:ext cx="0" cy="4556086"/>
          </a:xfrm>
          <a:prstGeom prst="line">
            <a:avLst/>
          </a:prstGeom>
          <a:ln w="1905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raphic 3">
            <a:extLst>
              <a:ext uri="{FF2B5EF4-FFF2-40B4-BE49-F238E27FC236}">
                <a16:creationId xmlns:a16="http://schemas.microsoft.com/office/drawing/2014/main" id="{D6AF4C7F-CEDD-E2CA-5C22-099AE361025E}"/>
              </a:ext>
            </a:extLst>
          </p:cNvPr>
          <p:cNvSpPr/>
          <p:nvPr userDrawn="1"/>
        </p:nvSpPr>
        <p:spPr>
          <a:xfrm rot="5400000">
            <a:off x="971627" y="3579494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3">
            <a:extLst>
              <a:ext uri="{FF2B5EF4-FFF2-40B4-BE49-F238E27FC236}">
                <a16:creationId xmlns:a16="http://schemas.microsoft.com/office/drawing/2014/main" id="{B84DD461-6F02-F0CC-EB95-B9F1A92DE928}"/>
              </a:ext>
            </a:extLst>
          </p:cNvPr>
          <p:cNvSpPr/>
          <p:nvPr userDrawn="1"/>
        </p:nvSpPr>
        <p:spPr>
          <a:xfrm rot="5400000">
            <a:off x="4951311" y="3579494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3">
            <a:extLst>
              <a:ext uri="{FF2B5EF4-FFF2-40B4-BE49-F238E27FC236}">
                <a16:creationId xmlns:a16="http://schemas.microsoft.com/office/drawing/2014/main" id="{E6FC9C4A-0F62-4CF5-AC0C-62A0EB2A7239}"/>
              </a:ext>
            </a:extLst>
          </p:cNvPr>
          <p:cNvSpPr/>
          <p:nvPr userDrawn="1"/>
        </p:nvSpPr>
        <p:spPr>
          <a:xfrm rot="5400000">
            <a:off x="9025903" y="3617139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Graphic 3">
            <a:extLst>
              <a:ext uri="{FF2B5EF4-FFF2-40B4-BE49-F238E27FC236}">
                <a16:creationId xmlns:a16="http://schemas.microsoft.com/office/drawing/2014/main" id="{69FD2530-024D-C20F-EDFC-77719F0D59A6}"/>
              </a:ext>
            </a:extLst>
          </p:cNvPr>
          <p:cNvSpPr/>
          <p:nvPr userDrawn="1"/>
        </p:nvSpPr>
        <p:spPr>
          <a:xfrm rot="572195">
            <a:off x="6428549" y="-1029972"/>
            <a:ext cx="1578131" cy="172802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99A6A9-26D4-B589-D968-9C5B91273677}"/>
              </a:ext>
            </a:extLst>
          </p:cNvPr>
          <p:cNvGrpSpPr/>
          <p:nvPr userDrawn="1"/>
        </p:nvGrpSpPr>
        <p:grpSpPr>
          <a:xfrm>
            <a:off x="5973515" y="341446"/>
            <a:ext cx="645582" cy="647608"/>
            <a:chOff x="5600613" y="586069"/>
            <a:chExt cx="3320474" cy="3330895"/>
          </a:xfrm>
          <a:solidFill>
            <a:srgbClr val="AA2924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EEAEE2F-4235-C03D-0DFB-BE4DAE76155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326607-4874-90AA-5CD3-9436CE89E46B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DB743A-E6C3-CA69-D585-E2C957E31338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23B10C-3D8F-EFFC-8DF8-4061C49A7D8D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BFF7FD4-8D84-1C43-7748-7871CB574041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59995A7-8124-7A43-B7A6-B6E0694B8E8D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7" name="Graphic 40">
            <a:extLst>
              <a:ext uri="{FF2B5EF4-FFF2-40B4-BE49-F238E27FC236}">
                <a16:creationId xmlns:a16="http://schemas.microsoft.com/office/drawing/2014/main" id="{3768CF2C-C1E7-9A83-5119-E9EF9DD4DF6B}"/>
              </a:ext>
            </a:extLst>
          </p:cNvPr>
          <p:cNvSpPr/>
          <p:nvPr userDrawn="1"/>
        </p:nvSpPr>
        <p:spPr>
          <a:xfrm rot="20340354">
            <a:off x="11070810" y="5812682"/>
            <a:ext cx="678064" cy="753701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" name="Graphic 2">
            <a:extLst>
              <a:ext uri="{FF2B5EF4-FFF2-40B4-BE49-F238E27FC236}">
                <a16:creationId xmlns:a16="http://schemas.microsoft.com/office/drawing/2014/main" id="{D44ECBC6-7987-1CE8-01CE-0B8B1B15097C}"/>
              </a:ext>
            </a:extLst>
          </p:cNvPr>
          <p:cNvSpPr/>
          <p:nvPr userDrawn="1"/>
        </p:nvSpPr>
        <p:spPr>
          <a:xfrm rot="1335378">
            <a:off x="415290" y="637619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Graphic 66">
            <a:extLst>
              <a:ext uri="{FF2B5EF4-FFF2-40B4-BE49-F238E27FC236}">
                <a16:creationId xmlns:a16="http://schemas.microsoft.com/office/drawing/2014/main" id="{5DD4F708-AC79-8F1A-C54E-127AB4CEE787}"/>
              </a:ext>
            </a:extLst>
          </p:cNvPr>
          <p:cNvSpPr/>
          <p:nvPr userDrawn="1"/>
        </p:nvSpPr>
        <p:spPr>
          <a:xfrm rot="494884">
            <a:off x="-145076" y="6351643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576DC-421E-CEC9-483A-2EB7D0149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667" y="1466453"/>
            <a:ext cx="2756412" cy="507798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Option 1</a:t>
            </a:r>
            <a:endParaRPr lang="en-GB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20240C6-90E0-4783-D707-9C4688C21D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175" y="2222500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940FA4D4-CE09-AD79-657D-691DB6B0A9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8306" y="2223887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788DF0AD-14D9-EC3C-EDA6-AF00F9454B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44773" y="2217476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0B6AF5-9972-C6FA-5358-5559637DB5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7794" y="1437676"/>
            <a:ext cx="2756412" cy="5365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2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228600" lvl="0" indent="-228600" algn="ctr">
              <a:spcBef>
                <a:spcPct val="0"/>
              </a:spcBef>
            </a:pPr>
            <a:r>
              <a:rPr lang="en-US" dirty="0"/>
              <a:t>Option 2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A6C553-9D88-071D-CDDE-A81A2F91F2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45284" y="1452263"/>
            <a:ext cx="2754877" cy="536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2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228600" lvl="0" indent="-228600" algn="ctr">
              <a:spcBef>
                <a:spcPct val="0"/>
              </a:spcBef>
            </a:pPr>
            <a:r>
              <a:rPr lang="en-US" dirty="0"/>
              <a:t>Option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53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 H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3">
            <a:extLst>
              <a:ext uri="{FF2B5EF4-FFF2-40B4-BE49-F238E27FC236}">
                <a16:creationId xmlns:a16="http://schemas.microsoft.com/office/drawing/2014/main" id="{A31A2FB9-5F5E-C7AD-BB85-4C161B0999AB}"/>
              </a:ext>
            </a:extLst>
          </p:cNvPr>
          <p:cNvSpPr/>
          <p:nvPr userDrawn="1"/>
        </p:nvSpPr>
        <p:spPr>
          <a:xfrm rot="572195">
            <a:off x="4593450" y="5997024"/>
            <a:ext cx="2001115" cy="219118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43EB3-6A29-E072-44EE-F4635F64C0BA}"/>
              </a:ext>
            </a:extLst>
          </p:cNvPr>
          <p:cNvSpPr/>
          <p:nvPr userDrawn="1"/>
        </p:nvSpPr>
        <p:spPr>
          <a:xfrm>
            <a:off x="5680" y="1809750"/>
            <a:ext cx="5264238" cy="3488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B16FD-8500-70C4-5255-6A79E616BF19}"/>
              </a:ext>
            </a:extLst>
          </p:cNvPr>
          <p:cNvSpPr txBox="1"/>
          <p:nvPr userDrawn="1"/>
        </p:nvSpPr>
        <p:spPr>
          <a:xfrm>
            <a:off x="8350397" y="2568437"/>
            <a:ext cx="12830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1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1AF72-1F8B-3944-C3C1-60F1B85B028F}"/>
              </a:ext>
            </a:extLst>
          </p:cNvPr>
          <p:cNvSpPr txBox="1"/>
          <p:nvPr userDrawn="1"/>
        </p:nvSpPr>
        <p:spPr>
          <a:xfrm>
            <a:off x="7668407" y="3759282"/>
            <a:ext cx="12830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2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C796D-0347-625C-C69B-9629335F9DEE}"/>
              </a:ext>
            </a:extLst>
          </p:cNvPr>
          <p:cNvSpPr txBox="1"/>
          <p:nvPr userDrawn="1"/>
        </p:nvSpPr>
        <p:spPr>
          <a:xfrm>
            <a:off x="8309915" y="4964021"/>
            <a:ext cx="14430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3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C3500A-25CB-E8F3-6488-88EA97DBA115}"/>
              </a:ext>
            </a:extLst>
          </p:cNvPr>
          <p:cNvCxnSpPr/>
          <p:nvPr userDrawn="1"/>
        </p:nvCxnSpPr>
        <p:spPr>
          <a:xfrm>
            <a:off x="9599124" y="2963385"/>
            <a:ext cx="2175510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7F770C-F8AF-B812-84BA-31C2BD55B4BC}"/>
              </a:ext>
            </a:extLst>
          </p:cNvPr>
          <p:cNvCxnSpPr/>
          <p:nvPr userDrawn="1"/>
        </p:nvCxnSpPr>
        <p:spPr>
          <a:xfrm>
            <a:off x="6002769" y="4268905"/>
            <a:ext cx="2175510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98B9A6-3717-240D-F9FB-22E36489305D}"/>
              </a:ext>
            </a:extLst>
          </p:cNvPr>
          <p:cNvCxnSpPr>
            <a:cxnSpLocks/>
          </p:cNvCxnSpPr>
          <p:nvPr userDrawn="1"/>
        </p:nvCxnSpPr>
        <p:spPr>
          <a:xfrm>
            <a:off x="9176214" y="5622765"/>
            <a:ext cx="2310141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raphic 3">
            <a:extLst>
              <a:ext uri="{FF2B5EF4-FFF2-40B4-BE49-F238E27FC236}">
                <a16:creationId xmlns:a16="http://schemas.microsoft.com/office/drawing/2014/main" id="{7AEB582B-8B90-0FC2-30CC-68B16F2F7B26}"/>
              </a:ext>
            </a:extLst>
          </p:cNvPr>
          <p:cNvSpPr/>
          <p:nvPr userDrawn="1"/>
        </p:nvSpPr>
        <p:spPr>
          <a:xfrm>
            <a:off x="6949705" y="4369589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400"/>
          </a:p>
        </p:txBody>
      </p:sp>
      <p:sp>
        <p:nvSpPr>
          <p:cNvPr id="24" name="Graphic 3">
            <a:extLst>
              <a:ext uri="{FF2B5EF4-FFF2-40B4-BE49-F238E27FC236}">
                <a16:creationId xmlns:a16="http://schemas.microsoft.com/office/drawing/2014/main" id="{F7624532-9CFA-6301-6EC6-1982EC68C83D}"/>
              </a:ext>
            </a:extLst>
          </p:cNvPr>
          <p:cNvSpPr/>
          <p:nvPr userDrawn="1"/>
        </p:nvSpPr>
        <p:spPr>
          <a:xfrm>
            <a:off x="6978438" y="1976022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0589FFB5-6F7F-AE0C-F4ED-A1083AC3FDA6}"/>
              </a:ext>
            </a:extLst>
          </p:cNvPr>
          <p:cNvSpPr/>
          <p:nvPr userDrawn="1"/>
        </p:nvSpPr>
        <p:spPr>
          <a:xfrm>
            <a:off x="9037623" y="3185792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" name="Graphic 3">
            <a:extLst>
              <a:ext uri="{FF2B5EF4-FFF2-40B4-BE49-F238E27FC236}">
                <a16:creationId xmlns:a16="http://schemas.microsoft.com/office/drawing/2014/main" id="{0FBFD98D-47A1-148B-9E64-5C1BAECAFFB5}"/>
              </a:ext>
            </a:extLst>
          </p:cNvPr>
          <p:cNvSpPr/>
          <p:nvPr/>
        </p:nvSpPr>
        <p:spPr>
          <a:xfrm>
            <a:off x="8362008" y="1993575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3">
            <a:extLst>
              <a:ext uri="{FF2B5EF4-FFF2-40B4-BE49-F238E27FC236}">
                <a16:creationId xmlns:a16="http://schemas.microsoft.com/office/drawing/2014/main" id="{CD627F79-4D37-4D86-2926-4D39316BFAE4}"/>
              </a:ext>
            </a:extLst>
          </p:cNvPr>
          <p:cNvSpPr/>
          <p:nvPr/>
        </p:nvSpPr>
        <p:spPr>
          <a:xfrm>
            <a:off x="7668667" y="3158417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Graphic 3">
            <a:extLst>
              <a:ext uri="{FF2B5EF4-FFF2-40B4-BE49-F238E27FC236}">
                <a16:creationId xmlns:a16="http://schemas.microsoft.com/office/drawing/2014/main" id="{CB28FEC8-1F16-E7A4-DDEB-A0F96C0E6463}"/>
              </a:ext>
            </a:extLst>
          </p:cNvPr>
          <p:cNvSpPr/>
          <p:nvPr/>
        </p:nvSpPr>
        <p:spPr>
          <a:xfrm>
            <a:off x="8362008" y="4368391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F2C0DE-E2D6-7A84-76FA-3D22DE5573A4}"/>
              </a:ext>
            </a:extLst>
          </p:cNvPr>
          <p:cNvGrpSpPr/>
          <p:nvPr userDrawn="1"/>
        </p:nvGrpSpPr>
        <p:grpSpPr>
          <a:xfrm rot="7181232">
            <a:off x="3756878" y="6063671"/>
            <a:ext cx="1111319" cy="1229782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8397B5F-4120-7027-CA0F-EE0E94B0D611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ABFDFF-333E-FFFD-0D95-DA78F6984544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6A16052-FBBD-A5F5-0677-1AD86F945B3D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14050A-6271-FCFC-5107-6E8C44392713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81EE9CC-8840-280E-2EFF-007E0A7E3EA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BE627C9-C2C1-CE28-AA0D-AAFF8B71ADE9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EDEDB93-6159-8E41-8BD3-4C123B4A192B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11471D1-E24D-F61B-1B32-05F040AF45BF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6D34289-3F25-A4C4-3607-BF1A34F389B2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0F29D48-0F9E-4286-8F7E-1A8F9D9CD8B6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1013746-568B-86FA-C394-55568F70CAF2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21345DB-B929-F097-2BEF-981805F81BFC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67DAD98-18B2-0A85-25CC-30716B2BF0C3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BFC8EDB-9A5E-232D-448E-E5D38031A773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D86CFB4-FA0A-B431-E1CF-7C47E3EB419C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119B3-19D5-D525-8F8C-9CB93A6312F0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22149D6-7359-7BFD-A720-4668C47C3561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D941B17-36AB-B2BA-B388-32315F4325D7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3C725E4-B3CA-9EB0-0500-417DCF1F6E19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B32B6D1-8423-EC9A-E039-6883935B86A2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6ECDD47-5B8E-7C0D-B700-CF3DC217C40F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B7D631-2189-30D6-AAE5-9D75CF16754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BE4D208-1982-E90F-5F77-588BEA63B583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B4E1268-1575-1A7A-B5F7-51509E0AEBA4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532AD5-D3BA-3D2D-6D1F-5FC1E0AD9283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767883F-8518-AA3B-85B4-04D744F2B596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F8B3F55-800D-B81C-BC23-BC279BBAFD35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E250998-767D-B68E-9FAA-980DAF807737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3653042-87BD-51CC-14A8-7170D89343A3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5FA202F-CCFA-9022-0CF3-1DC7456CD553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C6B6501-F4B3-2CAB-9759-E76505799C15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D19B794-D03E-44EE-052A-68DEB404D466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B3667EE-D506-6483-B3D0-ED2E05FE54FD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1BD1E81-515B-A252-C461-E101F76F6159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3629453-800B-DD66-F2E8-3A9003949BDE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AA58E63-557B-92A6-AED2-04B473C3148F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6E608AD-093F-7161-87AF-1E7349B98C86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071854-6BB6-87B8-D1C4-50E71899AB4D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26F575-8DBC-16B2-0478-B157D778DCB9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0784299-9808-3928-9FAC-074FA25A928A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AE3757A-9D52-AAD6-FA45-87CDF3921220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1E4C40D-9751-FF7B-2D65-4EC7F63D6AB7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FB0BA53-2E3B-D359-8F69-555727F49983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1D6E87F-9B67-4D05-79B2-B166E606C2FD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0" name="Graphic 3">
            <a:extLst>
              <a:ext uri="{FF2B5EF4-FFF2-40B4-BE49-F238E27FC236}">
                <a16:creationId xmlns:a16="http://schemas.microsoft.com/office/drawing/2014/main" id="{23753DB0-EDBE-D39B-CDEB-8A3398375E90}"/>
              </a:ext>
            </a:extLst>
          </p:cNvPr>
          <p:cNvSpPr/>
          <p:nvPr userDrawn="1"/>
        </p:nvSpPr>
        <p:spPr>
          <a:xfrm rot="1382093">
            <a:off x="250054" y="5911532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7BE3764-EF99-5C55-02AB-DCB99F83DC60}"/>
              </a:ext>
            </a:extLst>
          </p:cNvPr>
          <p:cNvGrpSpPr/>
          <p:nvPr userDrawn="1"/>
        </p:nvGrpSpPr>
        <p:grpSpPr>
          <a:xfrm>
            <a:off x="-201546" y="5661974"/>
            <a:ext cx="910956" cy="913815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93607B0-C59D-A3DF-C6A9-8C0AC0F995CE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ED62FE2-2673-16C2-DEAB-15E9F1810E07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7B0AB9B-E40C-BFF4-F8AE-EC7D3157F9B1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DE98A08-2CA2-94C1-5D26-9247BEFC05F1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CC78493-9B6C-73DC-D74D-7EFF30A584F4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F7D0411-886C-07D2-52DC-38A2C1C7E5FC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8" name="Graphic 43">
            <a:extLst>
              <a:ext uri="{FF2B5EF4-FFF2-40B4-BE49-F238E27FC236}">
                <a16:creationId xmlns:a16="http://schemas.microsoft.com/office/drawing/2014/main" id="{14F8FDB0-6218-DF01-D732-A8397D2DF3C1}"/>
              </a:ext>
            </a:extLst>
          </p:cNvPr>
          <p:cNvSpPr/>
          <p:nvPr userDrawn="1"/>
        </p:nvSpPr>
        <p:spPr>
          <a:xfrm>
            <a:off x="6002769" y="-949529"/>
            <a:ext cx="1714379" cy="171437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9" name="Graphic 77">
            <a:extLst>
              <a:ext uri="{FF2B5EF4-FFF2-40B4-BE49-F238E27FC236}">
                <a16:creationId xmlns:a16="http://schemas.microsoft.com/office/drawing/2014/main" id="{A5933FEF-0927-AB90-EA05-2A27AE61B089}"/>
              </a:ext>
            </a:extLst>
          </p:cNvPr>
          <p:cNvSpPr/>
          <p:nvPr userDrawn="1"/>
        </p:nvSpPr>
        <p:spPr>
          <a:xfrm rot="809673">
            <a:off x="7350927" y="-600481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FF1EBC8-0BCD-E67A-5CF3-F9B3BC7EA34A}"/>
              </a:ext>
            </a:extLst>
          </p:cNvPr>
          <p:cNvGrpSpPr/>
          <p:nvPr userDrawn="1"/>
        </p:nvGrpSpPr>
        <p:grpSpPr>
          <a:xfrm rot="19071695">
            <a:off x="8755377" y="-700543"/>
            <a:ext cx="1074477" cy="962017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C83C31C-4122-E789-9297-044159A15686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A9E1FF8-2C47-4701-68EA-47EEA7D6F390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58901E3-E7CE-2EB8-F471-96A0B911813B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7E00A6D-DCA4-F071-7EF8-D2C700F9F480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3FA575F-FC32-3530-159B-74D6E6A2D120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6771F22-E937-6EC2-635C-84E1FDDEDF78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D1A18D1-C4A8-F2E6-69B0-8769C9F0DE5F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97A89BF-7881-F22A-F806-04D72E6F8E68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C648B5D-7EA9-6F0D-1FF5-B2928C87EDA2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3275696-468B-A19B-F383-64CBA1A259E0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6E38ACC-874F-1FD1-E6E5-BDEE61992EC7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60884FA-E983-669B-84D1-8CA8B60D78A2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9924CAA-8425-99AE-98EF-8D2EFCE2282B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910C890-6B79-CC44-DE05-7712BCC182DD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AC1576-80F5-81F9-B3E9-D2BAFD616809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FCCDBC4-F542-59B3-07B8-6D840B88C101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B7110DE-C65D-9440-757F-CAB91192AE15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87203F6-D638-2064-5638-B6E0B36D08B9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46696EB-7025-D8BA-9633-E76B9EC45358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56E9103-6420-5A21-0749-9B73D904E173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A958E22-6AA6-4974-F2C2-BC6EC6760DCF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3704DCE-3BB6-224D-DFB3-3C250DF55DAC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F0C81D5-B8E6-424C-67FA-18F9316BA50F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12A234-D29F-A19B-EE03-DA998243CF1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6707" y="420768"/>
            <a:ext cx="6032384" cy="65763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962A5-0403-E9BC-330C-EDBCAA2616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1938" y="2058988"/>
            <a:ext cx="4884737" cy="3095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1981-C779-162B-6E6E-784EAD5B83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69313" y="2558015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1</a:t>
            </a:r>
            <a:endParaRPr lang="en-GB" dirty="0"/>
          </a:p>
        </p:txBody>
      </p:sp>
      <p:sp>
        <p:nvSpPr>
          <p:cNvPr id="114" name="Text Placeholder 5">
            <a:extLst>
              <a:ext uri="{FF2B5EF4-FFF2-40B4-BE49-F238E27FC236}">
                <a16:creationId xmlns:a16="http://schemas.microsoft.com/office/drawing/2014/main" id="{51C85D6F-5549-B21E-787A-FFBE6640AB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87628" y="3720725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2</a:t>
            </a:r>
            <a:endParaRPr lang="en-GB" dirty="0"/>
          </a:p>
        </p:txBody>
      </p:sp>
      <p:sp>
        <p:nvSpPr>
          <p:cNvPr id="115" name="Text Placeholder 5">
            <a:extLst>
              <a:ext uri="{FF2B5EF4-FFF2-40B4-BE49-F238E27FC236}">
                <a16:creationId xmlns:a16="http://schemas.microsoft.com/office/drawing/2014/main" id="{724CBF5B-39F9-D743-DF69-D1F5EB0160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91810" y="4903787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3</a:t>
            </a:r>
            <a:endParaRPr lang="en-GB" dirty="0"/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8D14372F-98FB-E1ED-D974-59E513712E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23450" y="2164359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  <p:sp>
        <p:nvSpPr>
          <p:cNvPr id="118" name="Text Placeholder 116">
            <a:extLst>
              <a:ext uri="{FF2B5EF4-FFF2-40B4-BE49-F238E27FC236}">
                <a16:creationId xmlns:a16="http://schemas.microsoft.com/office/drawing/2014/main" id="{E0E5577B-1888-5407-0BD1-85AF94B0B3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6258" y="3465611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  <p:sp>
        <p:nvSpPr>
          <p:cNvPr id="119" name="Text Placeholder 116">
            <a:extLst>
              <a:ext uri="{FF2B5EF4-FFF2-40B4-BE49-F238E27FC236}">
                <a16:creationId xmlns:a16="http://schemas.microsoft.com/office/drawing/2014/main" id="{33E6A80A-F992-FEC2-3910-7A57CDEBDE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23450" y="4707799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02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D886353-12C4-56E2-F79A-C2085B5DF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571" y="4278765"/>
            <a:ext cx="6013231" cy="21226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B92A75-8C6F-A4B4-F0DA-616461243C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59461" y="3111435"/>
            <a:ext cx="617486" cy="61748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DEA2603C-0957-E112-B977-BB424FC3FDF3}"/>
              </a:ext>
            </a:extLst>
          </p:cNvPr>
          <p:cNvGrpSpPr/>
          <p:nvPr userDrawn="1"/>
        </p:nvGrpSpPr>
        <p:grpSpPr>
          <a:xfrm>
            <a:off x="8775039" y="-168446"/>
            <a:ext cx="910956" cy="913815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D1D7575-1CDD-43E0-4F7F-2E755D67F26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AE1137A-9B74-3E65-B799-969C4444BC29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409BBCD-67EA-3A8E-CDA1-171C22B84665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9AC0C7D-0EE1-CE58-7EED-885BC24C62BE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441E3BA-ED2C-692B-3D24-DD1C936256F8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AAF1EDF-720A-299C-32B9-5B6D7C467AA9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1" name="Graphic 43">
            <a:extLst>
              <a:ext uri="{FF2B5EF4-FFF2-40B4-BE49-F238E27FC236}">
                <a16:creationId xmlns:a16="http://schemas.microsoft.com/office/drawing/2014/main" id="{01CFCA6F-F35D-7896-BA01-581DDD3714A6}"/>
              </a:ext>
            </a:extLst>
          </p:cNvPr>
          <p:cNvSpPr/>
          <p:nvPr userDrawn="1"/>
        </p:nvSpPr>
        <p:spPr>
          <a:xfrm>
            <a:off x="6334546" y="41024"/>
            <a:ext cx="407367" cy="407367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2" name="Graphic 43">
            <a:extLst>
              <a:ext uri="{FF2B5EF4-FFF2-40B4-BE49-F238E27FC236}">
                <a16:creationId xmlns:a16="http://schemas.microsoft.com/office/drawing/2014/main" id="{9039E943-A784-8AC7-8965-28B99572F6F6}"/>
              </a:ext>
            </a:extLst>
          </p:cNvPr>
          <p:cNvSpPr/>
          <p:nvPr userDrawn="1"/>
        </p:nvSpPr>
        <p:spPr>
          <a:xfrm>
            <a:off x="11783476" y="1564286"/>
            <a:ext cx="817048" cy="81704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3" name="Picture 52" descr="A person smiling with a blue circle and colorful shapes&#10;&#10;Description automatically generated">
            <a:extLst>
              <a:ext uri="{FF2B5EF4-FFF2-40B4-BE49-F238E27FC236}">
                <a16:creationId xmlns:a16="http://schemas.microsoft.com/office/drawing/2014/main" id="{E1009057-0CD4-A4E6-20F8-521167B8D1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25061" y="-361388"/>
            <a:ext cx="8912669" cy="7838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7AFAB1-C638-3EAF-A84A-50170DAC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6" y="371192"/>
            <a:ext cx="10515600" cy="8871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539E6E-CA0E-43A5-F45B-8AA5F706B4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8" y="1463675"/>
            <a:ext cx="6499225" cy="27305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Bullet point 1</a:t>
            </a:r>
          </a:p>
          <a:p>
            <a:pPr lvl="0"/>
            <a:r>
              <a:rPr lang="en-GB" dirty="0"/>
              <a:t>Bullet point 2</a:t>
            </a:r>
          </a:p>
          <a:p>
            <a:pPr lvl="0"/>
            <a:r>
              <a:rPr lang="en-GB" dirty="0"/>
              <a:t>Bullet point 3</a:t>
            </a:r>
          </a:p>
          <a:p>
            <a:pPr lvl="0"/>
            <a:r>
              <a:rPr lang="en-GB" dirty="0"/>
              <a:t>Bullet point 4</a:t>
            </a:r>
          </a:p>
          <a:p>
            <a:pPr lvl="0"/>
            <a:r>
              <a:rPr lang="en-GB" dirty="0"/>
              <a:t>Bullet point 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CD8B6F-240D-9F52-E60E-E26E60692F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6563" y="4564063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E74E7EC-8B03-63C3-E0CC-C9358E3210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024" y="457547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6DFDDB5-2160-D585-6C58-41DFFEEAF7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32101" y="4564062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3EA7DE00-DF59-0611-9411-E38383AC7C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2607" y="5559557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49DC763-96FD-3B08-E521-D39D1A3274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0490" y="554625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58667DF-E137-6B6A-6B29-93308665CB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0011" y="4564061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527628E-41F7-FFCC-7046-7E568B13A6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4539" y="4564061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3EB3793-83A4-148E-194E-8AE2ACCC7F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5706" y="554625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96DEC62-A263-5B17-ECD4-83FA9D53B5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59229" y="5546253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A556B99-4964-BB58-CBE9-FA8F35B77B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88000" y="5559556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263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00B2A4-8C2A-7EE6-2809-9293A7C604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9FE9B84E-66A8-507D-03C7-2E62A100FC2C}"/>
              </a:ext>
            </a:extLst>
          </p:cNvPr>
          <p:cNvSpPr/>
          <p:nvPr userDrawn="1"/>
        </p:nvSpPr>
        <p:spPr>
          <a:xfrm>
            <a:off x="1777290" y="1576325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DE7553BD-C173-E50C-B91A-90594783AFD5}"/>
              </a:ext>
            </a:extLst>
          </p:cNvPr>
          <p:cNvSpPr/>
          <p:nvPr/>
        </p:nvSpPr>
        <p:spPr>
          <a:xfrm>
            <a:off x="3160860" y="1564520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Graphic 3">
            <a:extLst>
              <a:ext uri="{FF2B5EF4-FFF2-40B4-BE49-F238E27FC236}">
                <a16:creationId xmlns:a16="http://schemas.microsoft.com/office/drawing/2014/main" id="{DA4F88E8-107E-0712-BAB5-68E5AEDD600B}"/>
              </a:ext>
            </a:extLst>
          </p:cNvPr>
          <p:cNvSpPr/>
          <p:nvPr userDrawn="1"/>
        </p:nvSpPr>
        <p:spPr>
          <a:xfrm>
            <a:off x="1089072" y="2760914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8F317C9F-323A-5DF0-3099-3D349B9D05AD}"/>
              </a:ext>
            </a:extLst>
          </p:cNvPr>
          <p:cNvSpPr/>
          <p:nvPr/>
        </p:nvSpPr>
        <p:spPr>
          <a:xfrm>
            <a:off x="3865953" y="2778467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" name="Graphic 3">
            <a:extLst>
              <a:ext uri="{FF2B5EF4-FFF2-40B4-BE49-F238E27FC236}">
                <a16:creationId xmlns:a16="http://schemas.microsoft.com/office/drawing/2014/main" id="{9579CEEA-2855-EDD4-49C5-2B6D928AD451}"/>
              </a:ext>
            </a:extLst>
          </p:cNvPr>
          <p:cNvSpPr/>
          <p:nvPr/>
        </p:nvSpPr>
        <p:spPr>
          <a:xfrm>
            <a:off x="3180634" y="3946338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2" name="Graphic 3">
            <a:extLst>
              <a:ext uri="{FF2B5EF4-FFF2-40B4-BE49-F238E27FC236}">
                <a16:creationId xmlns:a16="http://schemas.microsoft.com/office/drawing/2014/main" id="{B48918B7-A7FB-F5A0-AEB2-61C7DEAECA9C}"/>
              </a:ext>
            </a:extLst>
          </p:cNvPr>
          <p:cNvSpPr/>
          <p:nvPr/>
        </p:nvSpPr>
        <p:spPr>
          <a:xfrm>
            <a:off x="2494308" y="2757583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Graphic 3">
            <a:extLst>
              <a:ext uri="{FF2B5EF4-FFF2-40B4-BE49-F238E27FC236}">
                <a16:creationId xmlns:a16="http://schemas.microsoft.com/office/drawing/2014/main" id="{01A30F27-4D72-A448-7831-E63C0A0AB080}"/>
              </a:ext>
            </a:extLst>
          </p:cNvPr>
          <p:cNvSpPr/>
          <p:nvPr userDrawn="1"/>
        </p:nvSpPr>
        <p:spPr>
          <a:xfrm>
            <a:off x="1774831" y="3930621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" name="Graphic 40">
            <a:extLst>
              <a:ext uri="{FF2B5EF4-FFF2-40B4-BE49-F238E27FC236}">
                <a16:creationId xmlns:a16="http://schemas.microsoft.com/office/drawing/2014/main" id="{993BF656-94DB-B6FD-0B87-C70075F15E37}"/>
              </a:ext>
            </a:extLst>
          </p:cNvPr>
          <p:cNvSpPr/>
          <p:nvPr userDrawn="1"/>
        </p:nvSpPr>
        <p:spPr>
          <a:xfrm rot="20340354">
            <a:off x="5506806" y="4398400"/>
            <a:ext cx="1123823" cy="1249184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Graphic 77">
            <a:extLst>
              <a:ext uri="{FF2B5EF4-FFF2-40B4-BE49-F238E27FC236}">
                <a16:creationId xmlns:a16="http://schemas.microsoft.com/office/drawing/2014/main" id="{EE46089A-0E39-6738-145C-9B97607DBD7D}"/>
              </a:ext>
            </a:extLst>
          </p:cNvPr>
          <p:cNvSpPr/>
          <p:nvPr userDrawn="1"/>
        </p:nvSpPr>
        <p:spPr>
          <a:xfrm rot="809673">
            <a:off x="-517152" y="3352969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2">
            <a:extLst>
              <a:ext uri="{FF2B5EF4-FFF2-40B4-BE49-F238E27FC236}">
                <a16:creationId xmlns:a16="http://schemas.microsoft.com/office/drawing/2014/main" id="{81D93B9B-39BE-99DC-A52A-A37BE50D2B69}"/>
              </a:ext>
            </a:extLst>
          </p:cNvPr>
          <p:cNvSpPr/>
          <p:nvPr userDrawn="1"/>
        </p:nvSpPr>
        <p:spPr>
          <a:xfrm rot="1802222">
            <a:off x="5323" y="166084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" name="Graphic 27">
            <a:extLst>
              <a:ext uri="{FF2B5EF4-FFF2-40B4-BE49-F238E27FC236}">
                <a16:creationId xmlns:a16="http://schemas.microsoft.com/office/drawing/2014/main" id="{4C1E1CC8-30E5-97C5-B27B-E9EF74337F25}"/>
              </a:ext>
            </a:extLst>
          </p:cNvPr>
          <p:cNvSpPr/>
          <p:nvPr userDrawn="1"/>
        </p:nvSpPr>
        <p:spPr>
          <a:xfrm rot="20946002">
            <a:off x="-227060" y="899467"/>
            <a:ext cx="588987" cy="588987"/>
          </a:xfrm>
          <a:custGeom>
            <a:avLst/>
            <a:gdLst>
              <a:gd name="connsiteX0" fmla="*/ 976122 w 976122"/>
              <a:gd name="connsiteY0" fmla="*/ 488061 h 976122"/>
              <a:gd name="connsiteX1" fmla="*/ 488061 w 976122"/>
              <a:gd name="connsiteY1" fmla="*/ 976122 h 976122"/>
              <a:gd name="connsiteX2" fmla="*/ 0 w 976122"/>
              <a:gd name="connsiteY2" fmla="*/ 488061 h 976122"/>
              <a:gd name="connsiteX3" fmla="*/ 488061 w 976122"/>
              <a:gd name="connsiteY3" fmla="*/ 0 h 976122"/>
              <a:gd name="connsiteX4" fmla="*/ 976122 w 976122"/>
              <a:gd name="connsiteY4" fmla="*/ 488061 h 97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122" h="976122">
                <a:moveTo>
                  <a:pt x="976122" y="488061"/>
                </a:moveTo>
                <a:cubicBezTo>
                  <a:pt x="976122" y="757610"/>
                  <a:pt x="757610" y="976122"/>
                  <a:pt x="488061" y="976122"/>
                </a:cubicBezTo>
                <a:cubicBezTo>
                  <a:pt x="218512" y="976122"/>
                  <a:pt x="0" y="757610"/>
                  <a:pt x="0" y="488061"/>
                </a:cubicBezTo>
                <a:cubicBezTo>
                  <a:pt x="0" y="218512"/>
                  <a:pt x="218512" y="0"/>
                  <a:pt x="488061" y="0"/>
                </a:cubicBezTo>
                <a:cubicBezTo>
                  <a:pt x="757610" y="0"/>
                  <a:pt x="976122" y="218512"/>
                  <a:pt x="976122" y="488061"/>
                </a:cubicBezTo>
                <a:close/>
              </a:path>
            </a:pathLst>
          </a:custGeom>
          <a:noFill/>
          <a:ln w="28575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89381E5-047F-45D3-8B23-790A8EA7037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646173" y="1286002"/>
            <a:ext cx="5305425" cy="86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Header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4D45709-856D-DE44-03B4-0096BBE3492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46863" y="2424113"/>
            <a:ext cx="5305425" cy="25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vel illum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eros et </a:t>
            </a:r>
            <a:r>
              <a:rPr lang="en-US" dirty="0" err="1"/>
              <a:t>accumsan</a:t>
            </a:r>
            <a:r>
              <a:rPr lang="en-US" dirty="0"/>
              <a:t> et </a:t>
            </a:r>
            <a:r>
              <a:rPr lang="en-US" dirty="0" err="1"/>
              <a:t>iusto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qui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luptatum</a:t>
            </a:r>
            <a:r>
              <a:rPr lang="en-US" dirty="0"/>
              <a:t> </a:t>
            </a:r>
            <a:r>
              <a:rPr lang="en-US" dirty="0" err="1"/>
              <a:t>zzril</a:t>
            </a:r>
            <a:r>
              <a:rPr lang="en-US" dirty="0"/>
              <a:t> </a:t>
            </a:r>
            <a:r>
              <a:rPr lang="en-US" dirty="0" err="1"/>
              <a:t>delenit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duis</a:t>
            </a:r>
            <a:r>
              <a:rPr lang="en-US" dirty="0"/>
              <a:t> dolore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feugait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99D58FB6-D4FD-075C-01CC-369F24D8715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72442" y="523658"/>
            <a:ext cx="5305425" cy="8312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 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A322D579-1003-9113-EE56-7DD412AECA7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72441" y="5694041"/>
            <a:ext cx="5305425" cy="5306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949A505-F8F5-EEC9-F723-6CF2B961DB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3" y="2356759"/>
            <a:ext cx="1340892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7DB9DFB6-FC70-FF3D-A3D1-EA5D241CF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5952" y="3581637"/>
            <a:ext cx="1330931" cy="2568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B1325ACD-3C7D-A707-9874-BE20F5C756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0633" y="4773817"/>
            <a:ext cx="1301197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E221E8D4-AB39-504C-EF9C-37E88D8AFB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10188" y="3325051"/>
            <a:ext cx="1340892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6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SUBJECT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361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2">
            <a:extLst>
              <a:ext uri="{FF2B5EF4-FFF2-40B4-BE49-F238E27FC236}">
                <a16:creationId xmlns:a16="http://schemas.microsoft.com/office/drawing/2014/main" id="{D504947B-BA47-C46D-FFA5-C80EE700A4D1}"/>
              </a:ext>
            </a:extLst>
          </p:cNvPr>
          <p:cNvSpPr/>
          <p:nvPr userDrawn="1"/>
        </p:nvSpPr>
        <p:spPr>
          <a:xfrm rot="5024770">
            <a:off x="5116749" y="458734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630CD8-7AD8-1FB5-C3A3-60CD4B398DB2}"/>
              </a:ext>
            </a:extLst>
          </p:cNvPr>
          <p:cNvGrpSpPr/>
          <p:nvPr userDrawn="1"/>
        </p:nvGrpSpPr>
        <p:grpSpPr>
          <a:xfrm rot="21070396">
            <a:off x="4820313" y="620011"/>
            <a:ext cx="594482" cy="532261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5E60DCA-0B41-9052-2A00-5ED9EC5362C3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032950-F350-8EC8-FD29-27C0D964047D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035FB1C-2765-5776-B9ED-607524706832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A33F950-ED7E-3DD0-05C6-4DA5B50EA75B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7E3B1-AAA6-8F4B-1391-A8CA819BAA62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A0A6CF-1549-4F82-637F-8DD00BD572A7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D28467-DD1D-2468-D8C9-7BE3FDD1048C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23FB070-49E0-5EC6-940C-9382B64686D1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171F4C8-8B52-95B2-2410-AD8DD01859D4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D8E259C-B168-04FE-3542-E30E95F11DB7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0DBCEB-F3E2-CE8C-9E36-2E189DBF5E0E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2CCF21-ED64-8F1E-DA08-479706B3F327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1970A80-F8CA-4481-0017-7FC07FFEED7F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FA844F9-BE3B-1347-5686-3EF3EBF4D783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BD0581E-6357-8DA6-8FFA-5B79A0711D08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8FBFE1F-1D55-7952-20E3-F5FCC6286473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668BE91-B431-F8E7-606A-5DA35EBD7C04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EB8257-49F0-54B9-87D8-A4B448D05BE3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CD1E6D4-96E9-A5C0-120E-C76B96DB4BDF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E13A472-6349-C550-E0C6-E5D62EAC8870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EF40A47-E140-63AC-EF96-F50DDB6F1324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6845125-4708-BA10-C325-3E9F8D64D588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38525BB-A701-6958-1E27-F5C3291FBB41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Graphic 77">
            <a:extLst>
              <a:ext uri="{FF2B5EF4-FFF2-40B4-BE49-F238E27FC236}">
                <a16:creationId xmlns:a16="http://schemas.microsoft.com/office/drawing/2014/main" id="{6008F629-7765-0F74-3F5B-740ABF231CB3}"/>
              </a:ext>
            </a:extLst>
          </p:cNvPr>
          <p:cNvSpPr/>
          <p:nvPr userDrawn="1"/>
        </p:nvSpPr>
        <p:spPr>
          <a:xfrm rot="809673">
            <a:off x="3008411" y="1300487"/>
            <a:ext cx="1122276" cy="1219825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6" name="Graphic 43">
            <a:extLst>
              <a:ext uri="{FF2B5EF4-FFF2-40B4-BE49-F238E27FC236}">
                <a16:creationId xmlns:a16="http://schemas.microsoft.com/office/drawing/2014/main" id="{5AF38505-9285-A564-C57F-05CE39F31A50}"/>
              </a:ext>
            </a:extLst>
          </p:cNvPr>
          <p:cNvSpPr/>
          <p:nvPr userDrawn="1"/>
        </p:nvSpPr>
        <p:spPr>
          <a:xfrm>
            <a:off x="3295391" y="-243083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37" name="Picture 36" descr="A person with his hand on his chin&#10;&#10;Description automatically generated">
            <a:extLst>
              <a:ext uri="{FF2B5EF4-FFF2-40B4-BE49-F238E27FC236}">
                <a16:creationId xmlns:a16="http://schemas.microsoft.com/office/drawing/2014/main" id="{1ADE94E2-6213-A38C-AB9B-FF03FF6D35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53405" y="1056161"/>
            <a:ext cx="6773677" cy="59573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F5E8EC-C921-3601-A6D6-77B7F162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502" y="1247617"/>
            <a:ext cx="593242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30117DD-3BCB-DF62-3F06-6A114A21C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7038" y="2865438"/>
            <a:ext cx="5932487" cy="262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2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A98BA2-5B48-86E1-2D47-12527AED5E1F}"/>
              </a:ext>
            </a:extLst>
          </p:cNvPr>
          <p:cNvCxnSpPr>
            <a:cxnSpLocks/>
          </p:cNvCxnSpPr>
          <p:nvPr userDrawn="1"/>
        </p:nvCxnSpPr>
        <p:spPr>
          <a:xfrm>
            <a:off x="1008833" y="3445329"/>
            <a:ext cx="1043559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D150BCF-B9A6-9532-ABD3-76A0FD6E1401}"/>
              </a:ext>
            </a:extLst>
          </p:cNvPr>
          <p:cNvSpPr/>
          <p:nvPr userDrawn="1"/>
        </p:nvSpPr>
        <p:spPr>
          <a:xfrm>
            <a:off x="865122" y="3146835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5204EF-1691-FC07-1B49-8C2A66B83F74}"/>
              </a:ext>
            </a:extLst>
          </p:cNvPr>
          <p:cNvSpPr/>
          <p:nvPr userDrawn="1"/>
        </p:nvSpPr>
        <p:spPr>
          <a:xfrm>
            <a:off x="3565994" y="3138896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C3B378A-63ED-6047-2389-DEE90B20BE2B}"/>
              </a:ext>
            </a:extLst>
          </p:cNvPr>
          <p:cNvSpPr/>
          <p:nvPr userDrawn="1"/>
        </p:nvSpPr>
        <p:spPr>
          <a:xfrm>
            <a:off x="6389914" y="3163031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D98A72EC-9A77-A4FF-BCF0-EAB650BEC011}"/>
              </a:ext>
            </a:extLst>
          </p:cNvPr>
          <p:cNvSpPr txBox="1">
            <a:spLocks/>
          </p:cNvSpPr>
          <p:nvPr userDrawn="1"/>
        </p:nvSpPr>
        <p:spPr>
          <a:xfrm>
            <a:off x="865122" y="3311306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01.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02A0EA7C-40A3-C011-58E7-E7D850F3F679}"/>
              </a:ext>
            </a:extLst>
          </p:cNvPr>
          <p:cNvSpPr txBox="1">
            <a:spLocks/>
          </p:cNvSpPr>
          <p:nvPr userDrawn="1"/>
        </p:nvSpPr>
        <p:spPr>
          <a:xfrm>
            <a:off x="3565994" y="3303632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02.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5A4095A7-BADB-36FE-7540-A45AC0FBF1DF}"/>
              </a:ext>
            </a:extLst>
          </p:cNvPr>
          <p:cNvSpPr txBox="1">
            <a:spLocks/>
          </p:cNvSpPr>
          <p:nvPr userDrawn="1"/>
        </p:nvSpPr>
        <p:spPr>
          <a:xfrm>
            <a:off x="6389914" y="3317660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03.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D0BE7B-39F0-A051-6CCA-71E6E67BB7AD}"/>
              </a:ext>
            </a:extLst>
          </p:cNvPr>
          <p:cNvCxnSpPr>
            <a:cxnSpLocks/>
          </p:cNvCxnSpPr>
          <p:nvPr userDrawn="1"/>
        </p:nvCxnSpPr>
        <p:spPr>
          <a:xfrm>
            <a:off x="1163616" y="3760019"/>
            <a:ext cx="0" cy="23689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739BD8-9D82-FC1B-F81A-5DF00C38E0AA}"/>
              </a:ext>
            </a:extLst>
          </p:cNvPr>
          <p:cNvCxnSpPr>
            <a:cxnSpLocks/>
          </p:cNvCxnSpPr>
          <p:nvPr userDrawn="1"/>
        </p:nvCxnSpPr>
        <p:spPr>
          <a:xfrm>
            <a:off x="3846945" y="569190"/>
            <a:ext cx="0" cy="256144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355282-FAB8-2760-0BBD-65167AA4280A}"/>
              </a:ext>
            </a:extLst>
          </p:cNvPr>
          <p:cNvCxnSpPr>
            <a:cxnSpLocks/>
          </p:cNvCxnSpPr>
          <p:nvPr userDrawn="1"/>
        </p:nvCxnSpPr>
        <p:spPr>
          <a:xfrm>
            <a:off x="6690380" y="3781823"/>
            <a:ext cx="0" cy="23689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raphic 2">
            <a:extLst>
              <a:ext uri="{FF2B5EF4-FFF2-40B4-BE49-F238E27FC236}">
                <a16:creationId xmlns:a16="http://schemas.microsoft.com/office/drawing/2014/main" id="{8A165134-9545-7731-7018-F752841B48B9}"/>
              </a:ext>
            </a:extLst>
          </p:cNvPr>
          <p:cNvSpPr/>
          <p:nvPr userDrawn="1"/>
        </p:nvSpPr>
        <p:spPr>
          <a:xfrm rot="5024770">
            <a:off x="1700564" y="466892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Graphic 43">
            <a:extLst>
              <a:ext uri="{FF2B5EF4-FFF2-40B4-BE49-F238E27FC236}">
                <a16:creationId xmlns:a16="http://schemas.microsoft.com/office/drawing/2014/main" id="{102E30D9-4011-3CB5-BB49-7B48BFE470B3}"/>
              </a:ext>
            </a:extLst>
          </p:cNvPr>
          <p:cNvSpPr/>
          <p:nvPr userDrawn="1"/>
        </p:nvSpPr>
        <p:spPr>
          <a:xfrm>
            <a:off x="2070608" y="489606"/>
            <a:ext cx="501220" cy="50122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99821E-ED96-AA11-9B87-B3EA8FF33E22}"/>
              </a:ext>
            </a:extLst>
          </p:cNvPr>
          <p:cNvGrpSpPr/>
          <p:nvPr userDrawn="1"/>
        </p:nvGrpSpPr>
        <p:grpSpPr>
          <a:xfrm rot="5400000">
            <a:off x="-393190" y="1108189"/>
            <a:ext cx="1576228" cy="1744249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279A89-9940-1CE4-82F2-B47B361C8714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3C325ED-6C20-79D1-6D39-6B9776001643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5D196BD-BA7D-C6A4-A6C8-E72878F464D5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B831836-9478-19A3-A8A2-FD1C30EB2BCF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B26CC09-A38A-FAFF-57A3-FFE84E34AF1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EFF213-8518-6E7E-68B1-DE00D3164FA8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9FEBD0-C507-6495-360E-0B913C095E32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D1190FA-6DF3-1005-F59F-A6DE375E4DC1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73FB1B1-820C-543D-4874-972FCED5C4AE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16FE47E-2512-BCC4-3CD9-F3B4EE0F7E56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1DD5FBB-0BEA-7879-E999-53CF8275E7AE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0AB52B8-950F-00F3-4E94-95CD4FCFC31E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D70D368-3547-1E04-4573-3F376A9F4FEA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5393F59-DB3F-F185-61D4-F21C03B7BA3B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F2FA468-75E8-9021-25AD-62617825AD16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7DC13A0-07AD-4CF5-442A-E04911230099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B1255FD-1DEC-9CA5-9C9A-2A23DC4B647B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5142D1-B6CA-2AD6-5DB6-BA6F636A2EA6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A6186B-AD57-B9D6-6FB6-65C58B263378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2A43C7-CB96-8BDA-6934-42B733110548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324FF8D-C9EF-D3A7-FC68-5FF31CB9A5FE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95B2851-D18C-05A9-23CA-17067109D46A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F0E554-E3A1-24B6-CC6B-08BD93B64409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7C8A7DC-2C06-177F-D93B-25F7433418EA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D9F085B-A421-1D3C-E971-95773954BF7E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E536D57-9CB9-7747-B112-D160D34A57BF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5AAE7E8-00DE-62D3-3860-EAEB6A26BCA0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780B2DB-0870-2CAB-0918-6CF686D18DDA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3AC13CD-087F-5F6C-EE9A-17D46C65A980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F2E0967-5604-E6F2-AF76-57D07399EB0F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D819509-A9ED-163A-F796-9A5AAFF07B61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7151940-C9C7-1F94-8467-AF5401E1A5BA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C23BAAA-AB40-A8A2-CED6-EACCE367BCA5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2D143DD-67AD-0A10-9819-643700E0BFA0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86D764-39F8-6B44-FA8C-4BDED57B8945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3FB6C45-BF2B-5C93-DCD5-AE91AB2B818D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D5728B1-1655-C108-F263-0AB8C9DACD96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CD6FCE7-3351-C390-8EE1-2138EBCC04EB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248A2D1-76F6-0645-D14F-2E09719950E0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326796C-C90A-4E0D-ADAA-AD7FB6C9C439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E9D01CB-1291-8AF1-2A76-A2A290D8A5F0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21A79A7-9141-A359-306F-CC7538E428AD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8A7F938-0AB9-4347-3E44-A569FC7716D8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28DA5CB-EF92-4510-4E1C-9EF05DB96DED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FF52E-C948-4B6D-FCCD-7B831BFED6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4175" y="378563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2</a:t>
            </a:r>
            <a:endParaRPr lang="en-GB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7D9C6619-69E2-7AC9-3BA4-92B74568C1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4175" y="1144588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F1C505E8-0FBB-FF10-C1A2-38CCF37501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09687" y="3780748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1</a:t>
            </a:r>
            <a:endParaRPr lang="en-GB" dirty="0"/>
          </a:p>
        </p:txBody>
      </p:sp>
      <p:sp>
        <p:nvSpPr>
          <p:cNvPr id="73" name="Text Placeholder 70">
            <a:extLst>
              <a:ext uri="{FF2B5EF4-FFF2-40B4-BE49-F238E27FC236}">
                <a16:creationId xmlns:a16="http://schemas.microsoft.com/office/drawing/2014/main" id="{2A5D38E8-DC7D-C6DE-659A-D88A5D9ED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9687" y="4546773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DA89D675-C44C-3428-5A0C-D98CC67A8C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36450" y="3792385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3</a:t>
            </a:r>
            <a:endParaRPr lang="en-GB" dirty="0"/>
          </a:p>
        </p:txBody>
      </p:sp>
      <p:sp>
        <p:nvSpPr>
          <p:cNvPr id="75" name="Text Placeholder 70">
            <a:extLst>
              <a:ext uri="{FF2B5EF4-FFF2-40B4-BE49-F238E27FC236}">
                <a16:creationId xmlns:a16="http://schemas.microsoft.com/office/drawing/2014/main" id="{80292473-76CB-5178-1F33-7525364109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36450" y="4558410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05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raphic 2">
            <a:extLst>
              <a:ext uri="{FF2B5EF4-FFF2-40B4-BE49-F238E27FC236}">
                <a16:creationId xmlns:a16="http://schemas.microsoft.com/office/drawing/2014/main" id="{13436A34-8903-491E-EF97-9366F7926F88}"/>
              </a:ext>
            </a:extLst>
          </p:cNvPr>
          <p:cNvSpPr/>
          <p:nvPr userDrawn="1"/>
        </p:nvSpPr>
        <p:spPr>
          <a:xfrm rot="3383745">
            <a:off x="10957496" y="5839643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5622EE-E055-F65C-CE97-7D4BF9C1533E}"/>
              </a:ext>
            </a:extLst>
          </p:cNvPr>
          <p:cNvCxnSpPr>
            <a:cxnSpLocks/>
          </p:cNvCxnSpPr>
          <p:nvPr userDrawn="1"/>
        </p:nvCxnSpPr>
        <p:spPr>
          <a:xfrm>
            <a:off x="5622770" y="4287831"/>
            <a:ext cx="0" cy="1412731"/>
          </a:xfrm>
          <a:prstGeom prst="line">
            <a:avLst/>
          </a:prstGeom>
          <a:ln w="3810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raphic 43">
            <a:extLst>
              <a:ext uri="{FF2B5EF4-FFF2-40B4-BE49-F238E27FC236}">
                <a16:creationId xmlns:a16="http://schemas.microsoft.com/office/drawing/2014/main" id="{950BCAF2-CCC3-4EE2-3EC9-18677C6513AB}"/>
              </a:ext>
            </a:extLst>
          </p:cNvPr>
          <p:cNvSpPr/>
          <p:nvPr userDrawn="1"/>
        </p:nvSpPr>
        <p:spPr>
          <a:xfrm>
            <a:off x="4409408" y="1618190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5" name="Graphic 40">
            <a:extLst>
              <a:ext uri="{FF2B5EF4-FFF2-40B4-BE49-F238E27FC236}">
                <a16:creationId xmlns:a16="http://schemas.microsoft.com/office/drawing/2014/main" id="{0361F718-0519-836E-0EB1-1796F8482A79}"/>
              </a:ext>
            </a:extLst>
          </p:cNvPr>
          <p:cNvSpPr/>
          <p:nvPr userDrawn="1"/>
        </p:nvSpPr>
        <p:spPr>
          <a:xfrm rot="20340354">
            <a:off x="382551" y="5247383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28575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6" name="Graphic 3">
            <a:extLst>
              <a:ext uri="{FF2B5EF4-FFF2-40B4-BE49-F238E27FC236}">
                <a16:creationId xmlns:a16="http://schemas.microsoft.com/office/drawing/2014/main" id="{4B0EC7A0-F0ED-B07A-0D75-FED7AE646707}"/>
              </a:ext>
            </a:extLst>
          </p:cNvPr>
          <p:cNvSpPr/>
          <p:nvPr userDrawn="1"/>
        </p:nvSpPr>
        <p:spPr>
          <a:xfrm rot="994080">
            <a:off x="-588822" y="-126788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7" name="Graphic 77">
            <a:extLst>
              <a:ext uri="{FF2B5EF4-FFF2-40B4-BE49-F238E27FC236}">
                <a16:creationId xmlns:a16="http://schemas.microsoft.com/office/drawing/2014/main" id="{F08F9478-EA10-9925-EEF7-2C0E75E71DE5}"/>
              </a:ext>
            </a:extLst>
          </p:cNvPr>
          <p:cNvSpPr/>
          <p:nvPr userDrawn="1"/>
        </p:nvSpPr>
        <p:spPr>
          <a:xfrm rot="2613610">
            <a:off x="11200936" y="5130145"/>
            <a:ext cx="1122276" cy="1219825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3F5240A-1CD3-ADB2-E6BA-F2A496511DC7}"/>
              </a:ext>
            </a:extLst>
          </p:cNvPr>
          <p:cNvGrpSpPr/>
          <p:nvPr userDrawn="1"/>
        </p:nvGrpSpPr>
        <p:grpSpPr>
          <a:xfrm>
            <a:off x="465676" y="-602378"/>
            <a:ext cx="1642615" cy="1647770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485275B-90FA-B729-06C9-AC4ACAAB6B39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B47A9BD-F4AE-7AAF-EF8B-1EB6FC7CB6FB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8F40751-C337-D0B0-024E-1AC4129851B2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F37E99D-5B59-5DF0-C80B-35837520C339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A16D0CB-8CDB-DBFE-E9CF-CDF00DE40B60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FD6912E-3A5F-FAF8-E327-C342582BA63D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BB753F5-FA71-9D62-FE9D-F0DDCAA8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770" y="730417"/>
            <a:ext cx="5741607" cy="70201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9C5B4D-E67D-7FD1-E41C-703D109BB1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8200" y="2247900"/>
            <a:ext cx="2789238" cy="31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Name - Position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A773028-6D54-9C0E-4F13-40AF841778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8199" y="2573781"/>
            <a:ext cx="5499217" cy="1058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DM Sans 14pt"/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[Name] is the  [Position] for Advancing Analytics.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D5998F4-64A8-9A47-E354-C68F944D0B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18200" y="4287831"/>
            <a:ext cx="2789238" cy="31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Name - Position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F8FF8A8-9B10-2C74-593F-DCAC8B1669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18199" y="4613712"/>
            <a:ext cx="5499217" cy="1058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DM Sans 14pt"/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[Name] is the  [Position] for Advancing Analytics.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10449A-4922-CC82-BDB2-E4F8C78F03F5}"/>
              </a:ext>
            </a:extLst>
          </p:cNvPr>
          <p:cNvCxnSpPr>
            <a:cxnSpLocks/>
          </p:cNvCxnSpPr>
          <p:nvPr userDrawn="1"/>
        </p:nvCxnSpPr>
        <p:spPr>
          <a:xfrm>
            <a:off x="5622770" y="2243683"/>
            <a:ext cx="0" cy="1388749"/>
          </a:xfrm>
          <a:prstGeom prst="line">
            <a:avLst/>
          </a:prstGeom>
          <a:ln w="3810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435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9AF9B6-555B-1F5E-0E56-FB1F3E34CE5F}"/>
              </a:ext>
            </a:extLst>
          </p:cNvPr>
          <p:cNvGrpSpPr/>
          <p:nvPr userDrawn="1"/>
        </p:nvGrpSpPr>
        <p:grpSpPr>
          <a:xfrm>
            <a:off x="11946192" y="2098281"/>
            <a:ext cx="433141" cy="348708"/>
            <a:chOff x="11577744" y="1504959"/>
            <a:chExt cx="903737" cy="727569"/>
          </a:xfrm>
        </p:grpSpPr>
        <p:sp>
          <p:nvSpPr>
            <p:cNvPr id="103" name="Graphic 2">
              <a:extLst>
                <a:ext uri="{FF2B5EF4-FFF2-40B4-BE49-F238E27FC236}">
                  <a16:creationId xmlns:a16="http://schemas.microsoft.com/office/drawing/2014/main" id="{58133338-7013-DBF0-5E69-725E33736CB0}"/>
                </a:ext>
              </a:extLst>
            </p:cNvPr>
            <p:cNvSpPr/>
            <p:nvPr/>
          </p:nvSpPr>
          <p:spPr>
            <a:xfrm rot="5024770">
              <a:off x="11874180" y="1538990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19E269B-E7DE-AD30-4ABF-79BA3BD36B0C}"/>
                </a:ext>
              </a:extLst>
            </p:cNvPr>
            <p:cNvGrpSpPr/>
            <p:nvPr/>
          </p:nvGrpSpPr>
          <p:grpSpPr>
            <a:xfrm rot="21070396">
              <a:off x="11577744" y="1700267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73A3CA6-7A9A-1439-AEEF-34F3F1C8E107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EFCBF4A-F98B-948A-60EF-EBDCABFE8F51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6B4D714-2196-B988-0C2A-B8CD2E19B3E5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4D0EADB-3B48-F4DC-5F79-22552B0A1019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DC5C79C-2073-BEC4-A1CB-3EB9EFE935FE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947D8D0-9DA9-A566-EEF1-D59C2CB0B081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34088A8-88C2-58D6-7902-7611D9FE01D0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4E24FA4-252C-7D55-BEB2-35F1ECF19FAA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2A8C3A1-0BE8-1340-B6C9-96862E14AFEC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1AD5FA0-C90F-ED3F-67E2-7A8AFEE03361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D73EF63-D3E1-1198-C47A-4B17EB1A13A2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6C956E6-0DCE-EF58-60AC-DBA6F91EA28A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71B3546-959F-9DB1-A4F4-732C25A0468B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859C930-5BE1-8451-D551-7DB327C72DA4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B2B9794-CEDC-51D8-DDFB-8B8ACAD24A4A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0F3BB6C-35EB-239D-801F-2DBD12174E43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4741CE6-CE04-0229-2539-58013684C386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0245B3A-0B02-DBD1-4E68-57DBDBB8D7A2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B726D11-A990-C5F3-7385-93441695AFBD}"/>
                  </a:ext>
                </a:extLst>
              </p:cNvPr>
              <p:cNvSpPr/>
              <p:nvPr/>
            </p:nvSpPr>
            <p:spPr>
              <a:xfrm>
                <a:off x="5881545" y="382776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CE0A0B1-95C2-3A20-21DA-D5018E123817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DE0DE5E-A9C5-D86C-0F16-6E70353332AA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C254BDD-C645-182E-1B15-F675CF6CC07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7F2A5BD-5EA9-5792-F4D7-9BCCBD4CC0D0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8" name="Graphic 40">
            <a:extLst>
              <a:ext uri="{FF2B5EF4-FFF2-40B4-BE49-F238E27FC236}">
                <a16:creationId xmlns:a16="http://schemas.microsoft.com/office/drawing/2014/main" id="{18165118-ED43-291B-5016-0C5D6374C701}"/>
              </a:ext>
            </a:extLst>
          </p:cNvPr>
          <p:cNvSpPr/>
          <p:nvPr userDrawn="1"/>
        </p:nvSpPr>
        <p:spPr>
          <a:xfrm rot="20858273">
            <a:off x="76286" y="-262742"/>
            <a:ext cx="710344" cy="789582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Graphic 43">
            <a:extLst>
              <a:ext uri="{FF2B5EF4-FFF2-40B4-BE49-F238E27FC236}">
                <a16:creationId xmlns:a16="http://schemas.microsoft.com/office/drawing/2014/main" id="{7FCE6673-CA67-0DE2-C9C1-37F5D43A2180}"/>
              </a:ext>
            </a:extLst>
          </p:cNvPr>
          <p:cNvSpPr/>
          <p:nvPr userDrawn="1"/>
        </p:nvSpPr>
        <p:spPr>
          <a:xfrm>
            <a:off x="11647425" y="6763894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F1DFD-BC7E-6B6B-9E75-E3FD45C4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48" y="605850"/>
            <a:ext cx="7865923" cy="6625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03230-BABA-CA26-6EDC-D2B5142070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0563" y="1598613"/>
            <a:ext cx="7843837" cy="4219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6447B5-2226-5718-916B-86A408285E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47150" y="1647825"/>
            <a:ext cx="266700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5A168C-D8FE-CBF0-7127-2EF3F742B4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47150" y="2268538"/>
            <a:ext cx="2667000" cy="30718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74701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9AF9B6-555B-1F5E-0E56-FB1F3E34CE5F}"/>
              </a:ext>
            </a:extLst>
          </p:cNvPr>
          <p:cNvGrpSpPr/>
          <p:nvPr userDrawn="1"/>
        </p:nvGrpSpPr>
        <p:grpSpPr>
          <a:xfrm>
            <a:off x="11946192" y="2098281"/>
            <a:ext cx="433141" cy="348708"/>
            <a:chOff x="11577744" y="1504959"/>
            <a:chExt cx="903737" cy="727569"/>
          </a:xfrm>
        </p:grpSpPr>
        <p:sp>
          <p:nvSpPr>
            <p:cNvPr id="103" name="Graphic 2">
              <a:extLst>
                <a:ext uri="{FF2B5EF4-FFF2-40B4-BE49-F238E27FC236}">
                  <a16:creationId xmlns:a16="http://schemas.microsoft.com/office/drawing/2014/main" id="{58133338-7013-DBF0-5E69-725E33736CB0}"/>
                </a:ext>
              </a:extLst>
            </p:cNvPr>
            <p:cNvSpPr/>
            <p:nvPr/>
          </p:nvSpPr>
          <p:spPr>
            <a:xfrm rot="5024770">
              <a:off x="11874180" y="1538990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19E269B-E7DE-AD30-4ABF-79BA3BD36B0C}"/>
                </a:ext>
              </a:extLst>
            </p:cNvPr>
            <p:cNvGrpSpPr/>
            <p:nvPr/>
          </p:nvGrpSpPr>
          <p:grpSpPr>
            <a:xfrm rot="21070396">
              <a:off x="11577744" y="1700267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73A3CA6-7A9A-1439-AEEF-34F3F1C8E107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EFCBF4A-F98B-948A-60EF-EBDCABFE8F51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6B4D714-2196-B988-0C2A-B8CD2E19B3E5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4D0EADB-3B48-F4DC-5F79-22552B0A1019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DC5C79C-2073-BEC4-A1CB-3EB9EFE935FE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947D8D0-9DA9-A566-EEF1-D59C2CB0B081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34088A8-88C2-58D6-7902-7611D9FE01D0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4E24FA4-252C-7D55-BEB2-35F1ECF19FAA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2A8C3A1-0BE8-1340-B6C9-96862E14AFEC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1AD5FA0-C90F-ED3F-67E2-7A8AFEE03361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D73EF63-D3E1-1198-C47A-4B17EB1A13A2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6C956E6-0DCE-EF58-60AC-DBA6F91EA28A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71B3546-959F-9DB1-A4F4-732C25A0468B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859C930-5BE1-8451-D551-7DB327C72DA4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B2B9794-CEDC-51D8-DDFB-8B8ACAD24A4A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0F3BB6C-35EB-239D-801F-2DBD12174E43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4741CE6-CE04-0229-2539-58013684C386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0245B3A-0B02-DBD1-4E68-57DBDBB8D7A2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B726D11-A990-C5F3-7385-93441695AFBD}"/>
                  </a:ext>
                </a:extLst>
              </p:cNvPr>
              <p:cNvSpPr/>
              <p:nvPr/>
            </p:nvSpPr>
            <p:spPr>
              <a:xfrm>
                <a:off x="5881545" y="382776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CE0A0B1-95C2-3A20-21DA-D5018E123817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DE0DE5E-A9C5-D86C-0F16-6E70353332AA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C254BDD-C645-182E-1B15-F675CF6CC07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7F2A5BD-5EA9-5792-F4D7-9BCCBD4CC0D0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8" name="Graphic 40">
            <a:extLst>
              <a:ext uri="{FF2B5EF4-FFF2-40B4-BE49-F238E27FC236}">
                <a16:creationId xmlns:a16="http://schemas.microsoft.com/office/drawing/2014/main" id="{18165118-ED43-291B-5016-0C5D6374C701}"/>
              </a:ext>
            </a:extLst>
          </p:cNvPr>
          <p:cNvSpPr/>
          <p:nvPr userDrawn="1"/>
        </p:nvSpPr>
        <p:spPr>
          <a:xfrm rot="20858273">
            <a:off x="76286" y="-262742"/>
            <a:ext cx="710344" cy="789582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Graphic 43">
            <a:extLst>
              <a:ext uri="{FF2B5EF4-FFF2-40B4-BE49-F238E27FC236}">
                <a16:creationId xmlns:a16="http://schemas.microsoft.com/office/drawing/2014/main" id="{7FCE6673-CA67-0DE2-C9C1-37F5D43A2180}"/>
              </a:ext>
            </a:extLst>
          </p:cNvPr>
          <p:cNvSpPr/>
          <p:nvPr userDrawn="1"/>
        </p:nvSpPr>
        <p:spPr>
          <a:xfrm>
            <a:off x="11647425" y="6763894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8C3E-1668-8B96-B9EF-3E710F0B84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6150" y="1598613"/>
            <a:ext cx="7591425" cy="4449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882AAD-AF6B-9B7D-96F1-E56E482B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96491"/>
            <a:ext cx="10515600" cy="650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D7204B-6055-FE35-C301-E1678C4B2B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1975" y="1598613"/>
            <a:ext cx="2763838" cy="557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>
                <a:latin typeface="+mj-lt"/>
              </a:defRPr>
            </a:lvl2pPr>
            <a:lvl3pPr marL="914400" indent="0">
              <a:buNone/>
              <a:defRPr sz="24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3FBEF8-A6BF-4F53-3A0B-DA0D501AC4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1975" y="2387600"/>
            <a:ext cx="2767013" cy="3186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DM Sans 14pt"/>
              </a:defRPr>
            </a:lvl1pPr>
            <a:lvl2pPr marL="457200" indent="0">
              <a:buNone/>
              <a:defRPr sz="1400">
                <a:latin typeface="DM Sans 14pt"/>
              </a:defRPr>
            </a:lvl2pPr>
            <a:lvl3pPr marL="914400" indent="0">
              <a:buNone/>
              <a:defRPr sz="1400">
                <a:latin typeface="DM Sans 14pt"/>
              </a:defRPr>
            </a:lvl3pPr>
            <a:lvl4pPr marL="1371600" indent="0">
              <a:buNone/>
              <a:defRPr sz="1400">
                <a:latin typeface="DM Sans 14pt"/>
              </a:defRPr>
            </a:lvl4pPr>
            <a:lvl5pPr marL="1828800" indent="0">
              <a:buNone/>
              <a:defRPr sz="1400">
                <a:latin typeface="DM Sans 14p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35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43">
            <a:extLst>
              <a:ext uri="{FF2B5EF4-FFF2-40B4-BE49-F238E27FC236}">
                <a16:creationId xmlns:a16="http://schemas.microsoft.com/office/drawing/2014/main" id="{14EC7265-D8A5-82CC-521A-58116918051D}"/>
              </a:ext>
            </a:extLst>
          </p:cNvPr>
          <p:cNvSpPr/>
          <p:nvPr userDrawn="1"/>
        </p:nvSpPr>
        <p:spPr>
          <a:xfrm>
            <a:off x="1329223" y="5590762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6B727E5C-3526-2A79-DB24-849B3906BC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9300" y="2500079"/>
            <a:ext cx="4733399" cy="1857841"/>
          </a:xfrm>
          <a:prstGeom prst="rect">
            <a:avLst/>
          </a:prstGeom>
        </p:spPr>
      </p:pic>
      <p:sp>
        <p:nvSpPr>
          <p:cNvPr id="9" name="Graphic 2">
            <a:extLst>
              <a:ext uri="{FF2B5EF4-FFF2-40B4-BE49-F238E27FC236}">
                <a16:creationId xmlns:a16="http://schemas.microsoft.com/office/drawing/2014/main" id="{E1ED0E90-3D79-1A8A-20B9-0106FB3E0642}"/>
              </a:ext>
            </a:extLst>
          </p:cNvPr>
          <p:cNvSpPr/>
          <p:nvPr userDrawn="1"/>
        </p:nvSpPr>
        <p:spPr>
          <a:xfrm rot="6418463">
            <a:off x="8755516" y="161864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43">
            <a:extLst>
              <a:ext uri="{FF2B5EF4-FFF2-40B4-BE49-F238E27FC236}">
                <a16:creationId xmlns:a16="http://schemas.microsoft.com/office/drawing/2014/main" id="{C0F71DE0-4548-26A8-3A85-35A01A776839}"/>
              </a:ext>
            </a:extLst>
          </p:cNvPr>
          <p:cNvSpPr/>
          <p:nvPr userDrawn="1"/>
        </p:nvSpPr>
        <p:spPr>
          <a:xfrm>
            <a:off x="8319711" y="531145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7377DC92-7DE2-5E49-F296-5FCB1EBE5A12}"/>
              </a:ext>
            </a:extLst>
          </p:cNvPr>
          <p:cNvSpPr/>
          <p:nvPr userDrawn="1"/>
        </p:nvSpPr>
        <p:spPr>
          <a:xfrm>
            <a:off x="6898608" y="574228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77">
            <a:extLst>
              <a:ext uri="{FF2B5EF4-FFF2-40B4-BE49-F238E27FC236}">
                <a16:creationId xmlns:a16="http://schemas.microsoft.com/office/drawing/2014/main" id="{9BD259FB-08CC-C61F-BE4A-CD718DFC98C7}"/>
              </a:ext>
            </a:extLst>
          </p:cNvPr>
          <p:cNvSpPr/>
          <p:nvPr userDrawn="1"/>
        </p:nvSpPr>
        <p:spPr>
          <a:xfrm rot="809673">
            <a:off x="2538412" y="524020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43">
            <a:extLst>
              <a:ext uri="{FF2B5EF4-FFF2-40B4-BE49-F238E27FC236}">
                <a16:creationId xmlns:a16="http://schemas.microsoft.com/office/drawing/2014/main" id="{6FA4A7B7-7511-49C1-5CAA-4DA2F7CAB907}"/>
              </a:ext>
            </a:extLst>
          </p:cNvPr>
          <p:cNvSpPr/>
          <p:nvPr userDrawn="1"/>
        </p:nvSpPr>
        <p:spPr>
          <a:xfrm>
            <a:off x="3769862" y="5039345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0">
            <a:extLst>
              <a:ext uri="{FF2B5EF4-FFF2-40B4-BE49-F238E27FC236}">
                <a16:creationId xmlns:a16="http://schemas.microsoft.com/office/drawing/2014/main" id="{882F2107-2B76-DFF8-5ECF-0C2DE711D0CA}"/>
              </a:ext>
            </a:extLst>
          </p:cNvPr>
          <p:cNvSpPr/>
          <p:nvPr userDrawn="1"/>
        </p:nvSpPr>
        <p:spPr>
          <a:xfrm rot="20858273">
            <a:off x="11200214" y="3037839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215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43">
            <a:extLst>
              <a:ext uri="{FF2B5EF4-FFF2-40B4-BE49-F238E27FC236}">
                <a16:creationId xmlns:a16="http://schemas.microsoft.com/office/drawing/2014/main" id="{0FB07E72-44FF-65C8-CAE5-249AEECF6F7B}"/>
              </a:ext>
            </a:extLst>
          </p:cNvPr>
          <p:cNvSpPr/>
          <p:nvPr userDrawn="1"/>
        </p:nvSpPr>
        <p:spPr>
          <a:xfrm>
            <a:off x="-948939" y="5684815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F81F1723-AE21-42A6-5205-FA8E24723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21656" y="5688063"/>
            <a:ext cx="2743688" cy="1076888"/>
          </a:xfrm>
          <a:prstGeom prst="rect">
            <a:avLst/>
          </a:prstGeom>
        </p:spPr>
      </p:pic>
      <p:sp>
        <p:nvSpPr>
          <p:cNvPr id="10" name="Graphic 2">
            <a:extLst>
              <a:ext uri="{FF2B5EF4-FFF2-40B4-BE49-F238E27FC236}">
                <a16:creationId xmlns:a16="http://schemas.microsoft.com/office/drawing/2014/main" id="{7C4022E6-7F9B-33BF-7012-4AB4C955AE72}"/>
              </a:ext>
            </a:extLst>
          </p:cNvPr>
          <p:cNvSpPr/>
          <p:nvPr userDrawn="1"/>
        </p:nvSpPr>
        <p:spPr>
          <a:xfrm rot="6418463">
            <a:off x="10892478" y="600776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2BE6B46D-69C7-1F77-70D0-8FB18573869F}"/>
              </a:ext>
            </a:extLst>
          </p:cNvPr>
          <p:cNvSpPr/>
          <p:nvPr userDrawn="1"/>
        </p:nvSpPr>
        <p:spPr>
          <a:xfrm>
            <a:off x="11455908" y="923031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43">
            <a:extLst>
              <a:ext uri="{FF2B5EF4-FFF2-40B4-BE49-F238E27FC236}">
                <a16:creationId xmlns:a16="http://schemas.microsoft.com/office/drawing/2014/main" id="{3BC119CC-351E-7AB0-F08C-692F9389B60A}"/>
              </a:ext>
            </a:extLst>
          </p:cNvPr>
          <p:cNvSpPr/>
          <p:nvPr userDrawn="1"/>
        </p:nvSpPr>
        <p:spPr>
          <a:xfrm>
            <a:off x="10425198" y="361127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77">
            <a:extLst>
              <a:ext uri="{FF2B5EF4-FFF2-40B4-BE49-F238E27FC236}">
                <a16:creationId xmlns:a16="http://schemas.microsoft.com/office/drawing/2014/main" id="{BD56A9C0-5B86-99BC-9C48-68B8E5FDC9E6}"/>
              </a:ext>
            </a:extLst>
          </p:cNvPr>
          <p:cNvSpPr/>
          <p:nvPr userDrawn="1"/>
        </p:nvSpPr>
        <p:spPr>
          <a:xfrm rot="809673">
            <a:off x="255025" y="4946204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3">
            <a:extLst>
              <a:ext uri="{FF2B5EF4-FFF2-40B4-BE49-F238E27FC236}">
                <a16:creationId xmlns:a16="http://schemas.microsoft.com/office/drawing/2014/main" id="{093AB446-1931-F26C-C217-A120288BB807}"/>
              </a:ext>
            </a:extLst>
          </p:cNvPr>
          <p:cNvSpPr/>
          <p:nvPr userDrawn="1"/>
        </p:nvSpPr>
        <p:spPr>
          <a:xfrm>
            <a:off x="1747732" y="5970019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40">
            <a:extLst>
              <a:ext uri="{FF2B5EF4-FFF2-40B4-BE49-F238E27FC236}">
                <a16:creationId xmlns:a16="http://schemas.microsoft.com/office/drawing/2014/main" id="{1BB41FA0-91CE-10E1-2BDA-AD1BA26B3EAE}"/>
              </a:ext>
            </a:extLst>
          </p:cNvPr>
          <p:cNvSpPr/>
          <p:nvPr userDrawn="1"/>
        </p:nvSpPr>
        <p:spPr>
          <a:xfrm rot="20858273">
            <a:off x="11116610" y="3569011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14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w To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43">
            <a:extLst>
              <a:ext uri="{FF2B5EF4-FFF2-40B4-BE49-F238E27FC236}">
                <a16:creationId xmlns:a16="http://schemas.microsoft.com/office/drawing/2014/main" id="{0FB07E72-44FF-65C8-CAE5-249AEECF6F7B}"/>
              </a:ext>
            </a:extLst>
          </p:cNvPr>
          <p:cNvSpPr/>
          <p:nvPr userDrawn="1"/>
        </p:nvSpPr>
        <p:spPr>
          <a:xfrm>
            <a:off x="-948939" y="5684815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F81F1723-AE21-42A6-5205-FA8E24723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8756" y="6071571"/>
            <a:ext cx="1766587" cy="693379"/>
          </a:xfrm>
          <a:prstGeom prst="rect">
            <a:avLst/>
          </a:prstGeom>
        </p:spPr>
      </p:pic>
      <p:sp>
        <p:nvSpPr>
          <p:cNvPr id="10" name="Graphic 2">
            <a:extLst>
              <a:ext uri="{FF2B5EF4-FFF2-40B4-BE49-F238E27FC236}">
                <a16:creationId xmlns:a16="http://schemas.microsoft.com/office/drawing/2014/main" id="{7C4022E6-7F9B-33BF-7012-4AB4C955AE72}"/>
              </a:ext>
            </a:extLst>
          </p:cNvPr>
          <p:cNvSpPr/>
          <p:nvPr userDrawn="1"/>
        </p:nvSpPr>
        <p:spPr>
          <a:xfrm rot="6418463">
            <a:off x="10892478" y="600776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2BE6B46D-69C7-1F77-70D0-8FB18573869F}"/>
              </a:ext>
            </a:extLst>
          </p:cNvPr>
          <p:cNvSpPr/>
          <p:nvPr userDrawn="1"/>
        </p:nvSpPr>
        <p:spPr>
          <a:xfrm>
            <a:off x="11455908" y="923031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43">
            <a:extLst>
              <a:ext uri="{FF2B5EF4-FFF2-40B4-BE49-F238E27FC236}">
                <a16:creationId xmlns:a16="http://schemas.microsoft.com/office/drawing/2014/main" id="{3BC119CC-351E-7AB0-F08C-692F9389B60A}"/>
              </a:ext>
            </a:extLst>
          </p:cNvPr>
          <p:cNvSpPr/>
          <p:nvPr userDrawn="1"/>
        </p:nvSpPr>
        <p:spPr>
          <a:xfrm>
            <a:off x="10425198" y="361127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77">
            <a:extLst>
              <a:ext uri="{FF2B5EF4-FFF2-40B4-BE49-F238E27FC236}">
                <a16:creationId xmlns:a16="http://schemas.microsoft.com/office/drawing/2014/main" id="{BD56A9C0-5B86-99BC-9C48-68B8E5FDC9E6}"/>
              </a:ext>
            </a:extLst>
          </p:cNvPr>
          <p:cNvSpPr/>
          <p:nvPr userDrawn="1"/>
        </p:nvSpPr>
        <p:spPr>
          <a:xfrm rot="809673">
            <a:off x="255025" y="4946204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3">
            <a:extLst>
              <a:ext uri="{FF2B5EF4-FFF2-40B4-BE49-F238E27FC236}">
                <a16:creationId xmlns:a16="http://schemas.microsoft.com/office/drawing/2014/main" id="{093AB446-1931-F26C-C217-A120288BB807}"/>
              </a:ext>
            </a:extLst>
          </p:cNvPr>
          <p:cNvSpPr/>
          <p:nvPr userDrawn="1"/>
        </p:nvSpPr>
        <p:spPr>
          <a:xfrm>
            <a:off x="1747732" y="5970019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40">
            <a:extLst>
              <a:ext uri="{FF2B5EF4-FFF2-40B4-BE49-F238E27FC236}">
                <a16:creationId xmlns:a16="http://schemas.microsoft.com/office/drawing/2014/main" id="{1BB41FA0-91CE-10E1-2BDA-AD1BA26B3EAE}"/>
              </a:ext>
            </a:extLst>
          </p:cNvPr>
          <p:cNvSpPr/>
          <p:nvPr userDrawn="1"/>
        </p:nvSpPr>
        <p:spPr>
          <a:xfrm rot="20858273">
            <a:off x="11116610" y="3569011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5F1A4-6E00-8B57-3089-1D85B8EB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60" y="192696"/>
            <a:ext cx="10515600" cy="533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9198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6AAA9354-0B59-F68B-2289-7632340C5F27}"/>
              </a:ext>
            </a:extLst>
          </p:cNvPr>
          <p:cNvSpPr/>
          <p:nvPr userDrawn="1"/>
        </p:nvSpPr>
        <p:spPr>
          <a:xfrm rot="572195">
            <a:off x="8685777" y="-966528"/>
            <a:ext cx="1578131" cy="172802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D2419A-FDDC-5588-A436-3AB04DF9994A}"/>
              </a:ext>
            </a:extLst>
          </p:cNvPr>
          <p:cNvGrpSpPr/>
          <p:nvPr userDrawn="1"/>
        </p:nvGrpSpPr>
        <p:grpSpPr>
          <a:xfrm>
            <a:off x="7767783" y="140158"/>
            <a:ext cx="645582" cy="647608"/>
            <a:chOff x="5600613" y="586069"/>
            <a:chExt cx="3320474" cy="3330895"/>
          </a:xfrm>
          <a:solidFill>
            <a:srgbClr val="AA29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B6CD9F-039B-612B-9B49-66BA33A91EA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2A23427-C096-F6F6-0419-059072EF72BE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6DE5E39-E8E3-FF1D-EA94-D938696CD2B6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C46FE9-D52E-1F9D-1CB3-5BF319D58F6C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8238D2-3B7B-020B-D9FC-13C6DED884E6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05017C-A792-C534-3B91-E79F4A76B7E9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5" name="Graphic 43">
            <a:extLst>
              <a:ext uri="{FF2B5EF4-FFF2-40B4-BE49-F238E27FC236}">
                <a16:creationId xmlns:a16="http://schemas.microsoft.com/office/drawing/2014/main" id="{F65EBB34-E933-9ABA-8B11-5161AE463645}"/>
              </a:ext>
            </a:extLst>
          </p:cNvPr>
          <p:cNvSpPr/>
          <p:nvPr userDrawn="1"/>
        </p:nvSpPr>
        <p:spPr>
          <a:xfrm>
            <a:off x="7200844" y="6266276"/>
            <a:ext cx="1352691" cy="135269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40">
            <a:extLst>
              <a:ext uri="{FF2B5EF4-FFF2-40B4-BE49-F238E27FC236}">
                <a16:creationId xmlns:a16="http://schemas.microsoft.com/office/drawing/2014/main" id="{23FCA719-4038-CF9C-9E14-F924EFCE8345}"/>
              </a:ext>
            </a:extLst>
          </p:cNvPr>
          <p:cNvSpPr/>
          <p:nvPr userDrawn="1"/>
        </p:nvSpPr>
        <p:spPr>
          <a:xfrm rot="20340354">
            <a:off x="11070810" y="5812682"/>
            <a:ext cx="678064" cy="753701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2">
            <a:extLst>
              <a:ext uri="{FF2B5EF4-FFF2-40B4-BE49-F238E27FC236}">
                <a16:creationId xmlns:a16="http://schemas.microsoft.com/office/drawing/2014/main" id="{AC6811FA-FCB4-0CE5-71E1-E2BD8D38FC4E}"/>
              </a:ext>
            </a:extLst>
          </p:cNvPr>
          <p:cNvSpPr/>
          <p:nvPr userDrawn="1"/>
        </p:nvSpPr>
        <p:spPr>
          <a:xfrm rot="1335378">
            <a:off x="415290" y="637619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66">
            <a:extLst>
              <a:ext uri="{FF2B5EF4-FFF2-40B4-BE49-F238E27FC236}">
                <a16:creationId xmlns:a16="http://schemas.microsoft.com/office/drawing/2014/main" id="{E68BBEE7-B69E-C5A7-2863-ED8558288A9F}"/>
              </a:ext>
            </a:extLst>
          </p:cNvPr>
          <p:cNvSpPr/>
          <p:nvPr userDrawn="1"/>
        </p:nvSpPr>
        <p:spPr>
          <a:xfrm rot="494884">
            <a:off x="-145076" y="6351643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Graphic 40">
            <a:extLst>
              <a:ext uri="{FF2B5EF4-FFF2-40B4-BE49-F238E27FC236}">
                <a16:creationId xmlns:a16="http://schemas.microsoft.com/office/drawing/2014/main" id="{CB165C1D-3A57-F8DC-4A64-90100F77632C}"/>
              </a:ext>
            </a:extLst>
          </p:cNvPr>
          <p:cNvSpPr/>
          <p:nvPr userDrawn="1"/>
        </p:nvSpPr>
        <p:spPr>
          <a:xfrm rot="1000622">
            <a:off x="-561912" y="2162096"/>
            <a:ext cx="1123823" cy="1249184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3090B-0AC8-DDF4-D6F6-E3B885D5E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388" y="179456"/>
            <a:ext cx="7021456" cy="513825"/>
          </a:xfrm>
          <a:prstGeom prst="rect">
            <a:avLst/>
          </a:prstGeom>
        </p:spPr>
        <p:txBody>
          <a:bodyPr/>
          <a:lstStyle>
            <a:lvl1pPr>
              <a:defRPr lang="en-US" sz="3200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3230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735CE47-64F9-B5F5-A8B6-DA523A68370D}"/>
              </a:ext>
            </a:extLst>
          </p:cNvPr>
          <p:cNvSpPr txBox="1">
            <a:spLocks/>
          </p:cNvSpPr>
          <p:nvPr userDrawn="1"/>
        </p:nvSpPr>
        <p:spPr>
          <a:xfrm>
            <a:off x="865122" y="3311306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01.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C789E8-D8B1-EA7B-CAD4-E4536B29E481}"/>
              </a:ext>
            </a:extLst>
          </p:cNvPr>
          <p:cNvSpPr txBox="1">
            <a:spLocks/>
          </p:cNvSpPr>
          <p:nvPr userDrawn="1"/>
        </p:nvSpPr>
        <p:spPr>
          <a:xfrm>
            <a:off x="3565994" y="3303632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02.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F8C00DF8-06BF-131E-EB0F-C0A42E9F9817}"/>
              </a:ext>
            </a:extLst>
          </p:cNvPr>
          <p:cNvSpPr txBox="1">
            <a:spLocks/>
          </p:cNvSpPr>
          <p:nvPr userDrawn="1"/>
        </p:nvSpPr>
        <p:spPr>
          <a:xfrm>
            <a:off x="6389914" y="3317660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03.</a:t>
            </a:r>
          </a:p>
        </p:txBody>
      </p:sp>
      <p:sp>
        <p:nvSpPr>
          <p:cNvPr id="20" name="Graphic 2">
            <a:extLst>
              <a:ext uri="{FF2B5EF4-FFF2-40B4-BE49-F238E27FC236}">
                <a16:creationId xmlns:a16="http://schemas.microsoft.com/office/drawing/2014/main" id="{4C774B68-B060-5AFA-443F-92959F1F947C}"/>
              </a:ext>
            </a:extLst>
          </p:cNvPr>
          <p:cNvSpPr/>
          <p:nvPr userDrawn="1"/>
        </p:nvSpPr>
        <p:spPr>
          <a:xfrm rot="5024770">
            <a:off x="2555329" y="6082502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Graphic 43">
            <a:extLst>
              <a:ext uri="{FF2B5EF4-FFF2-40B4-BE49-F238E27FC236}">
                <a16:creationId xmlns:a16="http://schemas.microsoft.com/office/drawing/2014/main" id="{14ED2725-F6B4-2B08-01EF-A073A791222B}"/>
              </a:ext>
            </a:extLst>
          </p:cNvPr>
          <p:cNvSpPr/>
          <p:nvPr userDrawn="1"/>
        </p:nvSpPr>
        <p:spPr>
          <a:xfrm>
            <a:off x="2925373" y="6105216"/>
            <a:ext cx="501220" cy="50122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7A20E6-1C96-5FC9-B9E9-158F7A077ECE}"/>
              </a:ext>
            </a:extLst>
          </p:cNvPr>
          <p:cNvGrpSpPr/>
          <p:nvPr userDrawn="1"/>
        </p:nvGrpSpPr>
        <p:grpSpPr>
          <a:xfrm rot="5400000">
            <a:off x="-711243" y="1346728"/>
            <a:ext cx="1576228" cy="1744249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C97AA1-12CC-29FF-90F8-634198D08607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7EBEE59-25A9-CC0E-AA92-0AF394EB48E7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0EC7E9A-B248-E644-D7C4-90BCEAEAA2C2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1DDBF60-C455-3DE3-F251-24980125A2BA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53EE16A-A504-10CF-21C4-C253A5D9E7CC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B71B4E9-9420-6717-A4DF-D238286C04C5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559383F-D9E4-1AE1-EA5A-83AF86FE5390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719E86-97B6-C3DC-0A54-C2A02C719127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2C65172-9AD4-5EC6-BB9E-09D78A369016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DA52D1-BEEC-826E-FB1F-F5D5E55EB3C3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F4BA5B-B5FE-8AAB-87D5-1C42C290E3FB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2B4858F-D5AC-2BE3-E8F8-ECCEFA8BE9F7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32532B4-C382-5DC7-890E-61BA91964C32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37BC3C9-128E-BC45-36AC-4AC88E544B5C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2B186DE-5D5E-73DB-6BF8-61DE0EF9B4CB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7F23AB9-EC35-0AB4-1B6F-9CD77DB75EC3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357BEF8-29C7-DDE2-ABC6-57939167F91D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64C3D32-702E-0064-A0AE-4021D4491D46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F51B5F6-6BCE-D7C9-0DBA-DFF5DE37B155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6EEF17-C774-0364-51BC-26386EF2C56C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28355FC-9520-AE4B-7333-FD60E2124635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20A2B5E-2736-CAC4-B19E-21C691B909BD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AA573E8-FCAA-BAD4-18F2-ED7183F578BF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21BE5E2-DD30-85A0-2875-495A1645AF93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D4139C-3412-2005-E444-E6493760044F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5E961EF-2EE5-E4D8-C62D-BDE541B3001E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F70AEB9-7EA3-1390-5A69-0AA39A533DAF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3099495-D8F8-0C3F-615B-9C953E9F1B12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3EA20D1-36E7-4E9A-782E-F0192BE5BC00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3CC50DC-0755-7B84-8270-98EC8B768D41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CD1D551-74D5-0474-9EFB-2652A5C29166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7DAC0DC-B8BA-5602-EE2C-735411801996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7228D4C-7BBA-7761-7367-5395D67AD7EA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85B9345-9D00-71E9-3525-0AA9AA05CA19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08F80DA-9ED4-63B7-A275-A07995FE969B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A0F029B-1650-24F7-9B16-8FF90F78C3EF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E6E9707-125A-CEF6-8FC1-6BD7AB28EAA1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18CDD9-D21C-BE83-5925-E9E690A028D0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19CC24A-3869-8DFA-7E86-60F0945D4BAF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258AD56-E57B-7980-7B03-90710AD841E8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0B335FD-E200-33B8-B798-E7ED44DBDC21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0B9F5C3-02B8-9CD5-072F-6E050D4698AD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76E47E9-0DEB-887E-C9AF-DF93826BC986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37AD295-3DA6-A5B9-8945-7E70D7B3188F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7" name="Graphic 3">
            <a:extLst>
              <a:ext uri="{FF2B5EF4-FFF2-40B4-BE49-F238E27FC236}">
                <a16:creationId xmlns:a16="http://schemas.microsoft.com/office/drawing/2014/main" id="{A7FE16F9-DA46-9915-6A01-42CB97501377}"/>
              </a:ext>
            </a:extLst>
          </p:cNvPr>
          <p:cNvSpPr/>
          <p:nvPr userDrawn="1"/>
        </p:nvSpPr>
        <p:spPr>
          <a:xfrm rot="1202162">
            <a:off x="10031947" y="6092324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8" name="Graphic 2">
            <a:extLst>
              <a:ext uri="{FF2B5EF4-FFF2-40B4-BE49-F238E27FC236}">
                <a16:creationId xmlns:a16="http://schemas.microsoft.com/office/drawing/2014/main" id="{6E912A64-FA79-04FA-88DB-722874DC0454}"/>
              </a:ext>
            </a:extLst>
          </p:cNvPr>
          <p:cNvSpPr/>
          <p:nvPr userDrawn="1"/>
        </p:nvSpPr>
        <p:spPr>
          <a:xfrm rot="19380252">
            <a:off x="11424628" y="5684418"/>
            <a:ext cx="496340" cy="443666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049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6">
            <a:extLst>
              <a:ext uri="{FF2B5EF4-FFF2-40B4-BE49-F238E27FC236}">
                <a16:creationId xmlns:a16="http://schemas.microsoft.com/office/drawing/2014/main" id="{FBFA1C52-CAFE-6300-45E8-0171D3571FBE}"/>
              </a:ext>
            </a:extLst>
          </p:cNvPr>
          <p:cNvSpPr/>
          <p:nvPr userDrawn="1"/>
        </p:nvSpPr>
        <p:spPr>
          <a:xfrm rot="1214966">
            <a:off x="10753726" y="3065387"/>
            <a:ext cx="1004286" cy="897137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D06FB691-5A62-3769-E1CD-7E3F46F5B7B1}"/>
              </a:ext>
            </a:extLst>
          </p:cNvPr>
          <p:cNvSpPr/>
          <p:nvPr userDrawn="1"/>
        </p:nvSpPr>
        <p:spPr>
          <a:xfrm rot="572195">
            <a:off x="2852912" y="5854258"/>
            <a:ext cx="2327482" cy="2548551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BA9FC7-83EC-15EC-326A-0ED689367662}"/>
              </a:ext>
            </a:extLst>
          </p:cNvPr>
          <p:cNvGrpSpPr/>
          <p:nvPr userDrawn="1"/>
        </p:nvGrpSpPr>
        <p:grpSpPr>
          <a:xfrm>
            <a:off x="2157203" y="5911289"/>
            <a:ext cx="1001346" cy="1108087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8015B78-E504-35A9-FDAA-E8E02973B943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57B374-2CD7-4A57-C9C2-5563AFE0370D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DD49CD9-5785-7CFF-7D0B-4022C7CB7601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8FFEA5D-E940-CB9F-F6F5-F9D2FB055A58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DF76B3-A2D6-90E5-74C6-0A39E2C35381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98BCB1-E124-121C-D2A4-18BAB4DC8C16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76739-1762-1717-DD36-C70178FAE97A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B6B603-6924-5E24-F12A-4783D06EC3FF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00014A-C92B-9CC8-6877-70B4DC5CF9C3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49A476-18E2-BC10-20BB-DCF56A578E88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C898F62-1067-7B6D-D76D-3FCC3B77CAC6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87F36CD-5B72-F968-E0A0-FE7DA489D0A4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F07BF63-E7D5-B97B-0453-D951DDB26452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F2F62A6-EB0C-BC3C-2793-A7CA0FA51A5C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1D23C0-B081-0392-0589-EAF0FAE2A427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0FB9F91-6071-45F9-B0C4-4C62BB73D08C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77E9C87-1A34-4A6F-B2AE-17E193E68B3F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AC4199-99B6-0002-D977-7E6DB2B3EEAD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B4413EA-3EA2-1A93-F794-6FD755C6FFA5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06062F5-E836-2EEA-A674-E0FE4A08DC4E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68FFFF9-757C-7D46-2602-D0A832999C2A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3E84A09-1DED-BC96-E16F-31113CADAF6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033B315-2DA6-9EBE-B60C-A18F2F7A7FB0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DF10599-C3C2-258F-94BE-58E81DA1733B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1C25B6A-77F5-AA71-BBE1-FF73B97C6507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81C807D-6FA4-8C14-D33C-87D6EFBE6BCA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B0557E0-986E-65C7-B1ED-8F29A3D7A88D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C2F50E6-0E71-C588-FB7B-17C09C63901D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0C9242E-EAC5-5463-C8D7-F2F437A98DBD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55A5135-AF5E-77A7-ADF5-4818F867D82B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521F782-72F7-6BB8-3046-5BFD37362788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034704-5FCC-063F-CFF5-49C71BC21041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28FD3D-22CF-42F8-2056-31C54C05876A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3C403ED-AD9D-B20F-0B3C-244606C574F0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40A7CF5-ACB1-7F8B-ED84-F39F62361CBA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6E8ABF1-4A87-6182-B13E-8709D30C4E66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0DCFDA-DE89-A430-1629-EC39EA434E94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02945FB-E67C-8407-B455-261DFC174402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1EDF072-76DC-347B-9595-93DB7A1EAD12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AC18F3-B47D-F795-2245-2001A88FE89E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26D5CC2-1877-9179-95D4-17C166E6F58E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1FDCAD2-4DF5-E3A5-826F-7265D0DD08F4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DFEA4A4-4476-7420-55AE-FC1CD93EC992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E392948-0291-E37D-B49B-53CFC44A6532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Graphic 43">
            <a:extLst>
              <a:ext uri="{FF2B5EF4-FFF2-40B4-BE49-F238E27FC236}">
                <a16:creationId xmlns:a16="http://schemas.microsoft.com/office/drawing/2014/main" id="{B87C3DED-2BEC-47E4-87BA-5968FE04928F}"/>
              </a:ext>
            </a:extLst>
          </p:cNvPr>
          <p:cNvSpPr/>
          <p:nvPr userDrawn="1"/>
        </p:nvSpPr>
        <p:spPr>
          <a:xfrm>
            <a:off x="8067068" y="318315"/>
            <a:ext cx="295729" cy="29572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4135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127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red logo&#10;&#10;Description automatically generated">
            <a:extLst>
              <a:ext uri="{FF2B5EF4-FFF2-40B4-BE49-F238E27FC236}">
                <a16:creationId xmlns:a16="http://schemas.microsoft.com/office/drawing/2014/main" id="{EE1C22A3-08A2-1A8D-A8BC-B6F773BFA1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8756" y="6071571"/>
            <a:ext cx="1766587" cy="69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0683C-FEF2-B5EC-8ACB-30E84F416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90451-8CA3-E648-A35C-03AB36D89D55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B70A-F3F1-C5A5-9BF9-808A64E86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CE0F-1156-FD7B-7F30-A4C6766CB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D987C-3A0F-8D43-A6C2-50BEE082979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7A49B5E7-014B-C38B-9E02-61B1DAC55A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l="-2" r="62523"/>
          <a:stretch/>
        </p:blipFill>
        <p:spPr>
          <a:xfrm>
            <a:off x="11481496" y="271464"/>
            <a:ext cx="422953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8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6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84" r:id="rId12"/>
    <p:sldLayoutId id="2147483685" r:id="rId13"/>
    <p:sldLayoutId id="2147483687" r:id="rId14"/>
    <p:sldLayoutId id="2147483658" r:id="rId15"/>
    <p:sldLayoutId id="2147483693" r:id="rId16"/>
    <p:sldLayoutId id="2147483694" r:id="rId17"/>
    <p:sldLayoutId id="2147483659" r:id="rId18"/>
    <p:sldLayoutId id="2147483688" r:id="rId19"/>
    <p:sldLayoutId id="2147483689" r:id="rId20"/>
    <p:sldLayoutId id="2147483692" r:id="rId21"/>
    <p:sldLayoutId id="214748369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230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6.png"/><Relationship Id="rId12" Type="http://schemas.openxmlformats.org/officeDocument/2006/relationships/image" Target="../media/image200.png"/><Relationship Id="rId17" Type="http://schemas.openxmlformats.org/officeDocument/2006/relationships/image" Target="../media/image30.png"/><Relationship Id="rId2" Type="http://schemas.openxmlformats.org/officeDocument/2006/relationships/diagramData" Target="../diagrams/data2.xml"/><Relationship Id="rId16" Type="http://schemas.openxmlformats.org/officeDocument/2006/relationships/image" Target="../media/image220.png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2.xml"/><Relationship Id="rId11" Type="http://schemas.openxmlformats.org/officeDocument/2006/relationships/image" Target="../media/image27.png"/><Relationship Id="rId5" Type="http://schemas.openxmlformats.org/officeDocument/2006/relationships/diagramColors" Target="../diagrams/colors2.xml"/><Relationship Id="rId15" Type="http://schemas.openxmlformats.org/officeDocument/2006/relationships/image" Target="../media/image29.png"/><Relationship Id="rId10" Type="http://schemas.openxmlformats.org/officeDocument/2006/relationships/image" Target="../media/image191.png"/><Relationship Id="rId4" Type="http://schemas.openxmlformats.org/officeDocument/2006/relationships/diagramQuickStyle" Target="../diagrams/quickStyle2.xml"/><Relationship Id="rId1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B5F64-9A3A-6B34-5F8E-7220518A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D7AD92B-5EB9-EB35-2E91-C7E6C201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7333" l="9778" r="89778">
                        <a14:foregroundMark x1="68444" y1="4444" x2="68444" y2="4444"/>
                        <a14:foregroundMark x1="76000" y1="92000" x2="32444" y2="89778"/>
                        <a14:foregroundMark x1="43556" y1="96889" x2="43556" y2="96889"/>
                        <a14:foregroundMark x1="58667" y1="97333" x2="58667" y2="9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335" y="941004"/>
            <a:ext cx="3246509" cy="324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raphic 2">
            <a:extLst>
              <a:ext uri="{FF2B5EF4-FFF2-40B4-BE49-F238E27FC236}">
                <a16:creationId xmlns:a16="http://schemas.microsoft.com/office/drawing/2014/main" id="{E80A792F-5F7B-65BB-256A-001A38682658}"/>
              </a:ext>
            </a:extLst>
          </p:cNvPr>
          <p:cNvSpPr/>
          <p:nvPr/>
        </p:nvSpPr>
        <p:spPr>
          <a:xfrm rot="1802222">
            <a:off x="7029375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40">
            <a:extLst>
              <a:ext uri="{FF2B5EF4-FFF2-40B4-BE49-F238E27FC236}">
                <a16:creationId xmlns:a16="http://schemas.microsoft.com/office/drawing/2014/main" id="{81E5CB6E-2008-541A-BCFA-184284A261B5}"/>
              </a:ext>
            </a:extLst>
          </p:cNvPr>
          <p:cNvSpPr/>
          <p:nvPr/>
        </p:nvSpPr>
        <p:spPr>
          <a:xfrm rot="20340354">
            <a:off x="11410429" y="4216659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2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CC5F7B7B-6F5F-F47E-E18A-37EC864B4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15" r="15"/>
          <a:stretch>
            <a:fillRect/>
          </a:stretch>
        </p:blipFill>
        <p:spPr bwMode="auto">
          <a:xfrm>
            <a:off x="8814963" y="3212536"/>
            <a:ext cx="2149422" cy="2150197"/>
          </a:xfrm>
          <a:prstGeom prst="ellipse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29638F4-617E-3127-11B5-CFC0C0D81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8" y="1779575"/>
            <a:ext cx="5508891" cy="1325563"/>
          </a:xfrm>
        </p:spPr>
        <p:txBody>
          <a:bodyPr/>
          <a:lstStyle/>
          <a:p>
            <a:r>
              <a:rPr lang="en-GB" sz="4800" dirty="0"/>
              <a:t>10 tips to up your Power BI Game in 20 Minutes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55A8E1E-AA2B-7577-1FC3-3067BDB958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030" y="3908907"/>
            <a:ext cx="5851564" cy="557212"/>
          </a:xfrm>
        </p:spPr>
        <p:txBody>
          <a:bodyPr/>
          <a:lstStyle/>
          <a:p>
            <a:r>
              <a:rPr lang="en-GB" sz="2400" dirty="0"/>
              <a:t>Ashley Warren</a:t>
            </a:r>
          </a:p>
          <a:p>
            <a:r>
              <a:rPr lang="en-GB" sz="2400" dirty="0"/>
              <a:t>Senior Analytics Consultant @</a:t>
            </a:r>
          </a:p>
          <a:p>
            <a:r>
              <a:rPr lang="en-GB" sz="2400" dirty="0"/>
              <a:t>Advancing Analytics</a:t>
            </a:r>
          </a:p>
        </p:txBody>
      </p:sp>
    </p:spTree>
    <p:extLst>
      <p:ext uri="{BB962C8B-B14F-4D97-AF65-F5344CB8AC3E}">
        <p14:creationId xmlns:p14="http://schemas.microsoft.com/office/powerpoint/2010/main" val="343859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EB9C-074E-F229-82C6-0FFEFB09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803851-BDCA-10A2-A007-380D4B881254}"/>
              </a:ext>
            </a:extLst>
          </p:cNvPr>
          <p:cNvSpPr/>
          <p:nvPr/>
        </p:nvSpPr>
        <p:spPr>
          <a:xfrm>
            <a:off x="3238078" y="4109879"/>
            <a:ext cx="3221182" cy="1385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9695BE-43BA-9367-C2B3-3D6E43E39A79}"/>
              </a:ext>
            </a:extLst>
          </p:cNvPr>
          <p:cNvSpPr/>
          <p:nvPr/>
        </p:nvSpPr>
        <p:spPr>
          <a:xfrm>
            <a:off x="124691" y="346364"/>
            <a:ext cx="3221182" cy="1385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76667F-8032-F0F3-536D-E4CD672DF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030" y="1253401"/>
            <a:ext cx="7109750" cy="720871"/>
          </a:xfrm>
        </p:spPr>
        <p:txBody>
          <a:bodyPr/>
          <a:lstStyle/>
          <a:p>
            <a:r>
              <a:rPr lang="en-GB" sz="4400" dirty="0">
                <a:solidFill>
                  <a:schemeClr val="accent1"/>
                </a:solidFill>
              </a:rPr>
              <a:t>Wire Framing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AE8B5-C8CB-A652-E31F-5F774E4F8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030" y="2078182"/>
            <a:ext cx="5216970" cy="34774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Before jumping into </a:t>
            </a:r>
            <a:r>
              <a:rPr lang="en-GB" sz="1800" dirty="0" err="1">
                <a:solidFill>
                  <a:schemeClr val="tx1"/>
                </a:solidFill>
              </a:rPr>
              <a:t>PowerBI</a:t>
            </a:r>
            <a:r>
              <a:rPr lang="en-GB" sz="1800" dirty="0">
                <a:solidFill>
                  <a:schemeClr val="tx1"/>
                </a:solidFill>
              </a:rPr>
              <a:t> desktop to build a new report, you should create a wireframe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Even if it’s just a quick 10 minute sketch, it makes the end product clearer and identifies likely user problems quicker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Share the sketch early – getting end users on board early helps in the long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Even better if you can get your stakeholders to draw the wireframe for you! If they can’t then maybe the report scope isn’t clear enough yet!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ACF13-0E5E-98FE-E468-A60D6BB90004}"/>
              </a:ext>
            </a:extLst>
          </p:cNvPr>
          <p:cNvSpPr txBox="1"/>
          <p:nvPr/>
        </p:nvSpPr>
        <p:spPr>
          <a:xfrm>
            <a:off x="0" y="0"/>
            <a:ext cx="200192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Tip 1</a:t>
            </a:r>
          </a:p>
        </p:txBody>
      </p:sp>
      <p:pic>
        <p:nvPicPr>
          <p:cNvPr id="8" name="Picture 7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9A875040-1103-75E2-192C-65890B7E3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" t="2417" r="7655" b="105"/>
          <a:stretch/>
        </p:blipFill>
        <p:spPr>
          <a:xfrm rot="16200000">
            <a:off x="7716871" y="946575"/>
            <a:ext cx="2964874" cy="419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1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CB7ED62-BDC6-1E3A-DBFD-14E9D7C4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3 / 30 / 300 Rule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0E512A0-C5CD-5EC3-9D48-4B7DAF6AF8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1975" y="1598614"/>
            <a:ext cx="2767013" cy="39751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Concept is based on visual information-seeking mantra from Ben </a:t>
            </a:r>
            <a:r>
              <a:rPr lang="en-GB" sz="1800" dirty="0" err="1"/>
              <a:t>Schneidermann</a:t>
            </a:r>
            <a:r>
              <a:rPr lang="en-GB" sz="1800" dirty="0"/>
              <a:t> (1996)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SQLBI applied it to Report design in their article here: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C49C2-F75E-EF44-9145-5D31C1BE9921}"/>
              </a:ext>
            </a:extLst>
          </p:cNvPr>
          <p:cNvSpPr txBox="1"/>
          <p:nvPr/>
        </p:nvSpPr>
        <p:spPr>
          <a:xfrm>
            <a:off x="0" y="5811560"/>
            <a:ext cx="2044149" cy="104644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6200" b="1" dirty="0"/>
              <a:t>Tip 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3BA25B-B1F7-2B43-8E07-B5172F035ABB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08" y="1598613"/>
            <a:ext cx="7452708" cy="444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9009A00-987C-E113-9CBE-05314F50D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61" t="11964" r="11807" b="11504"/>
          <a:stretch/>
        </p:blipFill>
        <p:spPr>
          <a:xfrm>
            <a:off x="1298105" y="3912030"/>
            <a:ext cx="1294752" cy="129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8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D1CFBD-FAC4-EE41-79C7-9DEFADDE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Report 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9766F5-F95A-9F38-E503-43C7763CC7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Bad Design</a:t>
            </a:r>
          </a:p>
        </p:txBody>
      </p:sp>
    </p:spTree>
    <p:extLst>
      <p:ext uri="{BB962C8B-B14F-4D97-AF65-F5344CB8AC3E}">
        <p14:creationId xmlns:p14="http://schemas.microsoft.com/office/powerpoint/2010/main" val="138749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7DB244-4779-4DB9-E3C3-FE550B9E2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"/>
          <a:stretch/>
        </p:blipFill>
        <p:spPr>
          <a:xfrm>
            <a:off x="-1" y="0"/>
            <a:ext cx="12295909" cy="68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1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942E-707E-4FFE-68EF-03FCD869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Report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06FE3-88F2-524C-422A-C7270937C7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Better Design</a:t>
            </a:r>
          </a:p>
        </p:txBody>
      </p:sp>
    </p:spTree>
    <p:extLst>
      <p:ext uri="{BB962C8B-B14F-4D97-AF65-F5344CB8AC3E}">
        <p14:creationId xmlns:p14="http://schemas.microsoft.com/office/powerpoint/2010/main" val="347814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1E264C-D359-5A00-5C9D-07B1FAA1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09" y="16690"/>
            <a:ext cx="12221818" cy="684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1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7CBA-A840-A810-BD92-739FBA37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Hopefully, you can see how much more intuitive Report 2 is!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EDD4-D7AA-BEB0-909B-BCC40FC47B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6460" y="3877170"/>
            <a:ext cx="8778875" cy="511175"/>
          </a:xfrm>
        </p:spPr>
        <p:txBody>
          <a:bodyPr/>
          <a:lstStyle/>
          <a:p>
            <a:r>
              <a:rPr lang="en-GB" dirty="0"/>
              <a:t>Make your end user’s life as simple as possible!</a:t>
            </a:r>
          </a:p>
        </p:txBody>
      </p:sp>
    </p:spTree>
    <p:extLst>
      <p:ext uri="{BB962C8B-B14F-4D97-AF65-F5344CB8AC3E}">
        <p14:creationId xmlns:p14="http://schemas.microsoft.com/office/powerpoint/2010/main" val="165522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42C81D-CCA9-1806-2773-6D4E4BEE9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"/>
          <a:stretch/>
        </p:blipFill>
        <p:spPr>
          <a:xfrm>
            <a:off x="-1" y="1"/>
            <a:ext cx="7132911" cy="3991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9716F8-FFA3-C518-C4E2-440D53032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749" y="2866806"/>
            <a:ext cx="7130160" cy="399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6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47002F1-60CE-81DE-1BE8-6991D9047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306" y="888821"/>
            <a:ext cx="5709407" cy="1074795"/>
          </a:xfrm>
          <a:prstGeom prst="rect">
            <a:avLst/>
          </a:prstGeom>
        </p:spPr>
        <p:txBody>
          <a:bodyPr/>
          <a:lstStyle/>
          <a:p>
            <a:r>
              <a:rPr lang="en-GB" sz="4800" b="1" dirty="0">
                <a:solidFill>
                  <a:schemeClr val="accent2"/>
                </a:solidFill>
              </a:rPr>
              <a:t>Tabular Editor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6C1A306-BF13-9CBD-73E9-3E050CC3E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9475" y="1963616"/>
            <a:ext cx="5710238" cy="391330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In my opinion, it’s the </a:t>
            </a:r>
            <a:r>
              <a:rPr lang="en-GB" sz="1600" b="1" dirty="0"/>
              <a:t>single biggest Power BI productivity boost </a:t>
            </a:r>
            <a:r>
              <a:rPr lang="en-GB" sz="1600" dirty="0"/>
              <a:t>out there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There is a free version Tabular Editor 2 &amp; the paid for version Tabular Editor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TE2, has an array for features, including: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Batch measure editing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600" b="1" dirty="0"/>
              <a:t>Best Practice Analyser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Advanced Data Modelling - OLS, Perspectives, Calculation Groups, Partitions, etc.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C# Scripting for Model changes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Model “Save to Folder” File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It’s now recommended by Microsoft as part of their DP-600 Fabric Analytics Engineering course</a:t>
            </a:r>
            <a:endParaRPr lang="en-GB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pic>
        <p:nvPicPr>
          <p:cNvPr id="1030" name="Picture 6" descr="GitHub - TabularEditor/TabularEditor: This is the code repository and issue  tracker for Tabular Editor 2.X (free, open-source version). This repository  is being maintained by Daniel Otykier.">
            <a:extLst>
              <a:ext uri="{FF2B5EF4-FFF2-40B4-BE49-F238E27FC236}">
                <a16:creationId xmlns:a16="http://schemas.microsoft.com/office/drawing/2014/main" id="{9D4B5F3D-C877-FE0E-5FA7-94C4C7AE0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71" y="1963616"/>
            <a:ext cx="2790092" cy="279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6C1BF6-31B8-B547-6940-CDADE749400B}"/>
              </a:ext>
            </a:extLst>
          </p:cNvPr>
          <p:cNvSpPr txBox="1"/>
          <p:nvPr/>
        </p:nvSpPr>
        <p:spPr>
          <a:xfrm>
            <a:off x="0" y="0"/>
            <a:ext cx="206498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3</a:t>
            </a:r>
          </a:p>
        </p:txBody>
      </p:sp>
    </p:spTree>
    <p:extLst>
      <p:ext uri="{BB962C8B-B14F-4D97-AF65-F5344CB8AC3E}">
        <p14:creationId xmlns:p14="http://schemas.microsoft.com/office/powerpoint/2010/main" val="3644223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91BE7-A647-5E29-2C85-0B2A5478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c 43">
            <a:extLst>
              <a:ext uri="{FF2B5EF4-FFF2-40B4-BE49-F238E27FC236}">
                <a16:creationId xmlns:a16="http://schemas.microsoft.com/office/drawing/2014/main" id="{8A57505C-A193-C395-C594-BB6D4D70D093}"/>
              </a:ext>
            </a:extLst>
          </p:cNvPr>
          <p:cNvSpPr/>
          <p:nvPr/>
        </p:nvSpPr>
        <p:spPr>
          <a:xfrm>
            <a:off x="10635762" y="5319870"/>
            <a:ext cx="2520000" cy="252000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2" name="Picture 2" descr="What, How, When and Why on Power BI Deployment Pipelines [Hill Sprint] –  Data Ascend">
            <a:extLst>
              <a:ext uri="{FF2B5EF4-FFF2-40B4-BE49-F238E27FC236}">
                <a16:creationId xmlns:a16="http://schemas.microsoft.com/office/drawing/2014/main" id="{E3EED82A-76E5-B930-7834-4A5768B50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667" y1="47819" x2="38667" y2="47819"/>
                        <a14:foregroundMark x1="40083" y1="52096" x2="40083" y2="52096"/>
                        <a14:foregroundMark x1="45833" y1="30881" x2="45833" y2="30881"/>
                        <a14:foregroundMark x1="17333" y1="40205" x2="17333" y2="40205"/>
                        <a14:foregroundMark x1="18583" y1="55004" x2="18583" y2="550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448" y="3947829"/>
            <a:ext cx="1540280" cy="150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692456A-E1B5-FB0B-E337-2AA0038EC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102" y="4135230"/>
            <a:ext cx="1125539" cy="112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8170873-921B-0E21-0761-57ED0E5A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66" y="1446063"/>
            <a:ext cx="2756412" cy="507798"/>
          </a:xfrm>
        </p:spPr>
        <p:txBody>
          <a:bodyPr anchor="ctr"/>
          <a:lstStyle/>
          <a:p>
            <a:r>
              <a:rPr lang="en-GB" sz="2800" dirty="0"/>
              <a:t>Workspace Git Integration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9BCB8-4EB5-B2A2-5B42-8FAEF2FCC6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174" y="2202110"/>
            <a:ext cx="2755900" cy="1226890"/>
          </a:xfrm>
        </p:spPr>
        <p:txBody>
          <a:bodyPr/>
          <a:lstStyle/>
          <a:p>
            <a:r>
              <a:rPr lang="en-GB" sz="1300" dirty="0"/>
              <a:t>Link your fabric workspaces to a git repository and gain all the benefits of automated version control. Git helps you identify how, when and who changed files.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D2F377-33A6-0C12-8B26-EA63790D80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4926" y="2217476"/>
            <a:ext cx="2755900" cy="1305020"/>
          </a:xfrm>
        </p:spPr>
        <p:txBody>
          <a:bodyPr/>
          <a:lstStyle/>
          <a:p>
            <a:r>
              <a:rPr lang="en-GB" sz="1300" dirty="0"/>
              <a:t>PBIP file format allows you to split out your PBIXs into a series of files. It gives a better experience with version control &amp; enables multiple developers to work on one report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93CA8D-2F89-DA0E-7430-714A5E29B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52638" y="2217475"/>
            <a:ext cx="2755900" cy="1305019"/>
          </a:xfrm>
        </p:spPr>
        <p:txBody>
          <a:bodyPr/>
          <a:lstStyle/>
          <a:p>
            <a:r>
              <a:rPr lang="en-GB" sz="1300" dirty="0"/>
              <a:t>Deployment pipelines allow you to deploy reports &amp; models through a chain of workspaces (e.g. Dev, Test and Prod). They help you ensure changes are deployed in a robust manner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2E2C89-06CB-E7CD-057F-EF4EFE51A0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4926" y="1446063"/>
            <a:ext cx="2756412" cy="536575"/>
          </a:xfrm>
        </p:spPr>
        <p:txBody>
          <a:bodyPr anchor="ctr"/>
          <a:lstStyle/>
          <a:p>
            <a:r>
              <a:rPr lang="en-GB" sz="2800" dirty="0"/>
              <a:t>PBIP File Formats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E386A4-2C8F-9494-8B05-E6B918F996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53661" y="1452263"/>
            <a:ext cx="2754877" cy="536178"/>
          </a:xfrm>
        </p:spPr>
        <p:txBody>
          <a:bodyPr anchor="ctr"/>
          <a:lstStyle/>
          <a:p>
            <a:r>
              <a:rPr lang="en-GB" sz="2800" dirty="0"/>
              <a:t>Deployment Pipelines</a:t>
            </a:r>
          </a:p>
        </p:txBody>
      </p:sp>
      <p:sp>
        <p:nvSpPr>
          <p:cNvPr id="10" name="Title 25">
            <a:extLst>
              <a:ext uri="{FF2B5EF4-FFF2-40B4-BE49-F238E27FC236}">
                <a16:creationId xmlns:a16="http://schemas.microsoft.com/office/drawing/2014/main" id="{0658AA8D-E9C8-15AB-BEBA-934FBAD2EB92}"/>
              </a:ext>
            </a:extLst>
          </p:cNvPr>
          <p:cNvSpPr txBox="1">
            <a:spLocks/>
          </p:cNvSpPr>
          <p:nvPr/>
        </p:nvSpPr>
        <p:spPr>
          <a:xfrm>
            <a:off x="391885" y="323850"/>
            <a:ext cx="5332639" cy="6683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arcellus"/>
                <a:ea typeface="+mj-ea"/>
                <a:cs typeface="+mj-cs"/>
              </a:rPr>
              <a:t>CI/CD in </a:t>
            </a:r>
            <a:r>
              <a:rPr kumimoji="0" lang="en-GB" sz="4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arcellus"/>
                <a:ea typeface="+mj-ea"/>
                <a:cs typeface="+mj-cs"/>
              </a:rPr>
              <a:t>PowerBI</a:t>
            </a:r>
            <a:endParaRPr kumimoji="0" lang="en-GB" sz="7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1C121F37-F757-65F0-16DC-5188254FD5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532876" y="4248000"/>
            <a:ext cx="900000" cy="9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8D36D3-DE1D-C2AB-3B4E-F74B01AC9A1A}"/>
              </a:ext>
            </a:extLst>
          </p:cNvPr>
          <p:cNvSpPr txBox="1"/>
          <p:nvPr/>
        </p:nvSpPr>
        <p:spPr>
          <a:xfrm>
            <a:off x="0" y="5811560"/>
            <a:ext cx="2101857" cy="104644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6200" b="1" dirty="0"/>
              <a:t>Tip 4</a:t>
            </a:r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C61B23ED-88E5-CA31-0D55-FDB7DE6CB609}"/>
              </a:ext>
            </a:extLst>
          </p:cNvPr>
          <p:cNvSpPr/>
          <p:nvPr/>
        </p:nvSpPr>
        <p:spPr>
          <a:xfrm rot="868494">
            <a:off x="7150629" y="5999491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2">
            <a:extLst>
              <a:ext uri="{FF2B5EF4-FFF2-40B4-BE49-F238E27FC236}">
                <a16:creationId xmlns:a16="http://schemas.microsoft.com/office/drawing/2014/main" id="{6A351A02-EF9E-CD38-C687-9AFBE4C64736}"/>
              </a:ext>
            </a:extLst>
          </p:cNvPr>
          <p:cNvSpPr>
            <a:spLocks noChangeAspect="1"/>
          </p:cNvSpPr>
          <p:nvPr/>
        </p:nvSpPr>
        <p:spPr>
          <a:xfrm rot="646254">
            <a:off x="4027385" y="6037572"/>
            <a:ext cx="664988" cy="594417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119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8B0D-26F1-61D0-928B-1F3189DF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Atomic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2D62A-7290-E475-1A59-1A9426556C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Theme Templates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04716-FA2D-9270-BDEF-6444131786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Backgrounds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607D1-7904-118A-FABE-954EA810C8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Visuals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F7668F-5DD0-B9F6-534D-A1B8C304D1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1800" dirty="0"/>
              <a:t>Investing time in creating a theme file </a:t>
            </a:r>
          </a:p>
          <a:p>
            <a:r>
              <a:rPr lang="en-GB" sz="1800" dirty="0"/>
              <a:t>Themes are more than just a colour palette</a:t>
            </a:r>
          </a:p>
          <a:p>
            <a:r>
              <a:rPr lang="en-GB" sz="1800" dirty="0"/>
              <a:t>You can set defaults for nearly every formatting option down to a per visual type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5344BB-87DE-42DF-8558-FA2631C994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1800" dirty="0"/>
              <a:t>I have a series of static PNG report backgrounds I can load into a report page to give instant structure</a:t>
            </a:r>
          </a:p>
          <a:p>
            <a:r>
              <a:rPr lang="en-GB" sz="1800" dirty="0"/>
              <a:t>It saves time and creates more consistent layouts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7AE72A-D202-09CE-5A43-E84DDD4C63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sz="1800" dirty="0"/>
              <a:t>I keep a template report file full of visuals and report items I might want to re-use</a:t>
            </a:r>
          </a:p>
          <a:p>
            <a:r>
              <a:rPr lang="en-GB" sz="1800" dirty="0"/>
              <a:t>I can quickly copy and paste pre-formatted visuals into new reports</a:t>
            </a:r>
          </a:p>
          <a:p>
            <a:r>
              <a:rPr lang="en-GB" sz="1800" dirty="0"/>
              <a:t>It’s especially handy with cards!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130EF-5F86-6690-EF8C-D2C9FE9C21C5}"/>
              </a:ext>
            </a:extLst>
          </p:cNvPr>
          <p:cNvSpPr txBox="1"/>
          <p:nvPr/>
        </p:nvSpPr>
        <p:spPr>
          <a:xfrm>
            <a:off x="0" y="5811560"/>
            <a:ext cx="210185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A677D-52A6-ECDD-290D-30DD3F3FF13F}"/>
              </a:ext>
            </a:extLst>
          </p:cNvPr>
          <p:cNvSpPr txBox="1"/>
          <p:nvPr/>
        </p:nvSpPr>
        <p:spPr>
          <a:xfrm>
            <a:off x="7754403" y="747062"/>
            <a:ext cx="1934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Read the SQLBI article on Atomic Design:</a:t>
            </a:r>
          </a:p>
        </p:txBody>
      </p:sp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D3AD6AE-DB8A-BF88-9776-599929FA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928" y="399869"/>
            <a:ext cx="1617716" cy="161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82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AFD6-5D50-4364-DC3F-9FC9F3A6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B6FE-FAC3-83CB-F2FE-6409B3249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Atomic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FA9FD-DD07-B14A-CE9F-52B9B6F4ED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Theme Templates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E8E4C-8DEB-ACFD-BBA3-B159120D0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Backgrounds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C9C49-A5F8-B2A9-8E93-953C5BB8DF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Visuals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F96D02-0FB6-07DF-627C-CFD2808508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1800" dirty="0"/>
              <a:t>Investing time in creating a theme file pays dividends</a:t>
            </a:r>
          </a:p>
          <a:p>
            <a:r>
              <a:rPr lang="en-GB" sz="1800" dirty="0"/>
              <a:t>Themes are more than just a colour palette</a:t>
            </a:r>
          </a:p>
          <a:p>
            <a:r>
              <a:rPr lang="en-GB" sz="1800" dirty="0"/>
              <a:t>You can set defaults for nearly every formatting option at a per visual type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EAE9A8-FD11-78EF-7AB1-314CDD6CCE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1800" dirty="0"/>
              <a:t>I have a series of static PNG report backgrounds I can load into a report page to give instant structure</a:t>
            </a:r>
          </a:p>
          <a:p>
            <a:r>
              <a:rPr lang="en-GB" sz="1800" dirty="0"/>
              <a:t>It saves time and creates more consistent reports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54A142-9069-BE60-9CC8-9AC4B5C180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sz="1800" dirty="0"/>
              <a:t>I keep a template report file full of visuals and report items I might want to re-use</a:t>
            </a:r>
          </a:p>
          <a:p>
            <a:r>
              <a:rPr lang="en-GB" sz="1800" dirty="0"/>
              <a:t>I can quickly copy and paste pre-formatted visuals into new reports</a:t>
            </a:r>
          </a:p>
          <a:p>
            <a:r>
              <a:rPr lang="en-GB" sz="1800" dirty="0"/>
              <a:t>It’s especially handy with cards and icons!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D0CA1-FE48-EFBD-5172-C8DCC6B618BB}"/>
              </a:ext>
            </a:extLst>
          </p:cNvPr>
          <p:cNvSpPr txBox="1"/>
          <p:nvPr/>
        </p:nvSpPr>
        <p:spPr>
          <a:xfrm>
            <a:off x="0" y="5811560"/>
            <a:ext cx="210185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Tip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AE967-E3D7-5B6D-7D9F-F50DD195CF32}"/>
              </a:ext>
            </a:extLst>
          </p:cNvPr>
          <p:cNvSpPr txBox="1"/>
          <p:nvPr/>
        </p:nvSpPr>
        <p:spPr>
          <a:xfrm>
            <a:off x="7754403" y="747062"/>
            <a:ext cx="1934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Read the SQLBI article on Atomic Design:</a:t>
            </a:r>
          </a:p>
        </p:txBody>
      </p:sp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88E576C-384D-2FA8-2104-270A74945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928" y="399869"/>
            <a:ext cx="1617716" cy="16177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477BC5-9F0C-1B7D-803D-0DC1268DDD65}"/>
              </a:ext>
            </a:extLst>
          </p:cNvPr>
          <p:cNvSpPr/>
          <p:nvPr/>
        </p:nvSpPr>
        <p:spPr>
          <a:xfrm>
            <a:off x="1155699" y="2719388"/>
            <a:ext cx="9924379" cy="29645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It’s really important to align these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across all the developers in your organisation</a:t>
            </a: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Consistent design pays dividends in user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09119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C68B74F-3A9F-1917-5008-FE1FFF76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Ink Ratio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A3E1C1-1293-E27B-1FC4-221F3DD850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9475" y="1982420"/>
            <a:ext cx="5710238" cy="38945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Originally by Tuft, this advice says that you should maximise the amount of “data ink” compared to “non-data” 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To do this, remove unnecessary elements wherever possible. For example, you should avoid: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Gridlines on bar charts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Data labels that repeat information already available in the visual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Colours that don’t have a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This reduces visual clutter and makes your reports / visuals easier to digest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D29B9-6358-64C6-3CE0-EFDFFDAC8445}"/>
              </a:ext>
            </a:extLst>
          </p:cNvPr>
          <p:cNvSpPr txBox="1"/>
          <p:nvPr/>
        </p:nvSpPr>
        <p:spPr>
          <a:xfrm>
            <a:off x="0" y="0"/>
            <a:ext cx="208903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6</a:t>
            </a:r>
          </a:p>
        </p:txBody>
      </p:sp>
    </p:spTree>
    <p:extLst>
      <p:ext uri="{BB962C8B-B14F-4D97-AF65-F5344CB8AC3E}">
        <p14:creationId xmlns:p14="http://schemas.microsoft.com/office/powerpoint/2010/main" val="1884856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8">
            <a:extLst>
              <a:ext uri="{FF2B5EF4-FFF2-40B4-BE49-F238E27FC236}">
                <a16:creationId xmlns:a16="http://schemas.microsoft.com/office/drawing/2014/main" id="{525F8FEB-65F1-5686-77C3-FBEEF9A733B6}"/>
              </a:ext>
            </a:extLst>
          </p:cNvPr>
          <p:cNvSpPr txBox="1">
            <a:spLocks/>
          </p:cNvSpPr>
          <p:nvPr/>
        </p:nvSpPr>
        <p:spPr>
          <a:xfrm>
            <a:off x="1427619" y="944504"/>
            <a:ext cx="5709407" cy="10747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accent3"/>
                </a:solidFill>
              </a:rPr>
              <a:t>Data Ink Ratio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87138F1-5874-CFF2-9948-003ED206C672}"/>
              </a:ext>
            </a:extLst>
          </p:cNvPr>
          <p:cNvSpPr txBox="1">
            <a:spLocks/>
          </p:cNvSpPr>
          <p:nvPr/>
        </p:nvSpPr>
        <p:spPr>
          <a:xfrm>
            <a:off x="1296035" y="1769060"/>
            <a:ext cx="9599930" cy="396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GB" sz="2000" dirty="0"/>
              <a:t>Originally by Tufte, this advice says that you should maximise the amount of “data ink” compared to “non-data” ink</a:t>
            </a:r>
          </a:p>
          <a:p>
            <a:pPr marL="285750" indent="-285750"/>
            <a:endParaRPr lang="en-GB" sz="2000" dirty="0"/>
          </a:p>
          <a:p>
            <a:pPr marL="285750" indent="-285750"/>
            <a:endParaRPr lang="en-GB" sz="2000" dirty="0"/>
          </a:p>
          <a:p>
            <a:pPr marL="285750" indent="-285750"/>
            <a:endParaRPr lang="en-GB" sz="2000" dirty="0"/>
          </a:p>
          <a:p>
            <a:pPr marL="285750" indent="-285750"/>
            <a:r>
              <a:rPr lang="en-GB" sz="2000" dirty="0"/>
              <a:t>To </a:t>
            </a:r>
            <a:r>
              <a:rPr lang="en-GB" sz="2000" dirty="0" err="1"/>
              <a:t>maximse</a:t>
            </a:r>
            <a:r>
              <a:rPr lang="en-GB" sz="2000" dirty="0"/>
              <a:t> your data-ink ratio, remove unnecessary elements wherever possible. For example, you should avoid:</a:t>
            </a:r>
          </a:p>
          <a:p>
            <a:pPr marL="742950" lvl="1" indent="-285750"/>
            <a:r>
              <a:rPr lang="en-GB" sz="1800" dirty="0"/>
              <a:t>Gridlines on bar charts</a:t>
            </a:r>
          </a:p>
          <a:p>
            <a:pPr marL="742950" lvl="1" indent="-285750"/>
            <a:r>
              <a:rPr lang="en-GB" sz="1800" dirty="0"/>
              <a:t>Data labels that repeat information already available in the visual</a:t>
            </a:r>
          </a:p>
          <a:p>
            <a:pPr marL="742950" lvl="1" indent="-285750"/>
            <a:r>
              <a:rPr lang="en-GB" sz="1800" dirty="0"/>
              <a:t>Colours that don’t have a purpose</a:t>
            </a:r>
          </a:p>
          <a:p>
            <a:pPr marL="285750" indent="-285750"/>
            <a:r>
              <a:rPr lang="en-GB" sz="2000" dirty="0"/>
              <a:t>This reduces visual clutter and makes your reports / visuals easier to digest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8FC2A0-C3AC-3585-912B-9F06CA963D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12" t="26458" r="8062" b="19293"/>
          <a:stretch>
            <a:fillRect/>
          </a:stretch>
        </p:blipFill>
        <p:spPr>
          <a:xfrm>
            <a:off x="3489325" y="2476499"/>
            <a:ext cx="5213351" cy="1074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87BD29-0EB4-FB8F-85FA-1C3507F77A57}"/>
              </a:ext>
            </a:extLst>
          </p:cNvPr>
          <p:cNvSpPr txBox="1"/>
          <p:nvPr/>
        </p:nvSpPr>
        <p:spPr>
          <a:xfrm>
            <a:off x="0" y="0"/>
            <a:ext cx="208903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6</a:t>
            </a:r>
          </a:p>
        </p:txBody>
      </p:sp>
    </p:spTree>
    <p:extLst>
      <p:ext uri="{BB962C8B-B14F-4D97-AF65-F5344CB8AC3E}">
        <p14:creationId xmlns:p14="http://schemas.microsoft.com/office/powerpoint/2010/main" val="1153998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A29D1E-D4DC-D569-B2C0-946BDFEB161E}"/>
              </a:ext>
            </a:extLst>
          </p:cNvPr>
          <p:cNvSpPr/>
          <p:nvPr/>
        </p:nvSpPr>
        <p:spPr>
          <a:xfrm>
            <a:off x="11214203" y="0"/>
            <a:ext cx="977798" cy="980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8FC0E9B-72CA-6645-C835-DC54A2DB8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58" y="324904"/>
            <a:ext cx="8637485" cy="6208192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54363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B607-6F55-AF11-6EED-1DBDAE65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1D41E2-2647-6790-3C63-E70A9A0C3DFE}"/>
              </a:ext>
            </a:extLst>
          </p:cNvPr>
          <p:cNvSpPr/>
          <p:nvPr/>
        </p:nvSpPr>
        <p:spPr>
          <a:xfrm>
            <a:off x="3238078" y="4109879"/>
            <a:ext cx="3221182" cy="1385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03E640-9B83-81E4-28C4-2ED88D887794}"/>
              </a:ext>
            </a:extLst>
          </p:cNvPr>
          <p:cNvSpPr/>
          <p:nvPr/>
        </p:nvSpPr>
        <p:spPr>
          <a:xfrm>
            <a:off x="124691" y="346364"/>
            <a:ext cx="3221182" cy="1385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F741C9-05D2-5AE9-F145-1A00D1DB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030" y="1253401"/>
            <a:ext cx="4681132" cy="720871"/>
          </a:xfrm>
        </p:spPr>
        <p:txBody>
          <a:bodyPr/>
          <a:lstStyle/>
          <a:p>
            <a:r>
              <a:rPr lang="en-GB" sz="4400" dirty="0">
                <a:solidFill>
                  <a:schemeClr val="accent2"/>
                </a:solidFill>
              </a:rPr>
              <a:t>Questions as Visual Titles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724D0D-267F-DF9A-0556-94F4DDD7A1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030" y="2691994"/>
            <a:ext cx="5216970" cy="304312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The default visual titles are based on what fields a chart uses, e.g. “Total Sales Quantity by Fiscal Month by Product Category”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Flip chart titles to telling users what questions the chart can 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E.g. “Which product categories are selling the most units?”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This makes it quicker for the user to understand &amp; helps them take the right story away from your 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90F73-B325-B6C0-4E49-2B0B8B9B64EC}"/>
              </a:ext>
            </a:extLst>
          </p:cNvPr>
          <p:cNvSpPr txBox="1"/>
          <p:nvPr/>
        </p:nvSpPr>
        <p:spPr>
          <a:xfrm>
            <a:off x="0" y="0"/>
            <a:ext cx="200192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Tip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6CB08-5CE9-F3D0-58BC-DE041C35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1" t="28679" r="51082" b="3208"/>
          <a:stretch>
            <a:fillRect/>
          </a:stretch>
        </p:blipFill>
        <p:spPr>
          <a:xfrm>
            <a:off x="7149528" y="1375321"/>
            <a:ext cx="4099560" cy="33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0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8930301-1A40-0A44-CC50-83C506A2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Take design inspiration from everywhere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F14EB4-353A-C134-536A-118C93184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LinkedIn Stars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3D56577-6A11-6C2E-9095-C18D1EA622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Mobile Apps</a:t>
            </a:r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7218D59-C515-39B3-453D-C8C760643C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Media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9D33CD0-F22B-46F9-8FDE-6F1EE2029A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0158" y="2769445"/>
            <a:ext cx="2955925" cy="2443162"/>
          </a:xfrm>
        </p:spPr>
        <p:txBody>
          <a:bodyPr/>
          <a:lstStyle/>
          <a:p>
            <a:r>
              <a:rPr lang="en-GB" sz="2000" dirty="0"/>
              <a:t>There are design superstars you can follow – my favourites:</a:t>
            </a:r>
          </a:p>
          <a:p>
            <a:pPr lvl="1"/>
            <a:r>
              <a:rPr lang="en-GB" sz="1600" dirty="0" err="1"/>
              <a:t>Injae</a:t>
            </a:r>
            <a:r>
              <a:rPr lang="en-GB" sz="1600" dirty="0"/>
              <a:t> Park</a:t>
            </a:r>
          </a:p>
          <a:p>
            <a:pPr lvl="1"/>
            <a:r>
              <a:rPr lang="en-GB" sz="1600" dirty="0"/>
              <a:t>Elena </a:t>
            </a:r>
            <a:r>
              <a:rPr lang="en-GB" sz="1600" dirty="0" err="1"/>
              <a:t>Drakulevska</a:t>
            </a:r>
            <a:endParaRPr lang="en-GB" sz="1600" dirty="0"/>
          </a:p>
          <a:p>
            <a:pPr lvl="1"/>
            <a:r>
              <a:rPr lang="en-GB" sz="1600" dirty="0"/>
              <a:t>Kerry </a:t>
            </a:r>
            <a:r>
              <a:rPr lang="en-GB" sz="1600" dirty="0" err="1"/>
              <a:t>Kolosko</a:t>
            </a:r>
            <a:endParaRPr lang="en-GB" sz="1600" dirty="0"/>
          </a:p>
          <a:p>
            <a:pPr lvl="1"/>
            <a:r>
              <a:rPr lang="en-GB" sz="1600" dirty="0"/>
              <a:t>Nick Lea-</a:t>
            </a:r>
            <a:r>
              <a:rPr lang="en-GB" sz="1600" dirty="0" err="1"/>
              <a:t>Trengrouse</a:t>
            </a:r>
            <a:endParaRPr lang="en-GB" sz="1600" dirty="0"/>
          </a:p>
          <a:p>
            <a:pPr lvl="1"/>
            <a:r>
              <a:rPr lang="en-GB" sz="1600" dirty="0"/>
              <a:t>And many, many others!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46DAF0F-C743-E77A-D4D4-AC3935DA7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2000" dirty="0"/>
              <a:t>People intuitively know how to use mobile apps</a:t>
            </a:r>
          </a:p>
          <a:p>
            <a:r>
              <a:rPr lang="en-GB" sz="2000" dirty="0"/>
              <a:t>What can you learn from them?</a:t>
            </a:r>
          </a:p>
          <a:p>
            <a:pPr lvl="1"/>
            <a:r>
              <a:rPr lang="en-GB" sz="1600" dirty="0"/>
              <a:t>Navigation</a:t>
            </a:r>
          </a:p>
          <a:p>
            <a:pPr lvl="1"/>
            <a:r>
              <a:rPr lang="en-GB" sz="1600" dirty="0"/>
              <a:t>Hero visuals</a:t>
            </a:r>
          </a:p>
          <a:p>
            <a:pPr lvl="1"/>
            <a:r>
              <a:rPr lang="en-GB" sz="1600" dirty="0"/>
              <a:t>Cohesive design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4DB747F-54EC-1A5F-213C-92FA201321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8272" y="2744445"/>
            <a:ext cx="2955925" cy="2892957"/>
          </a:xfrm>
        </p:spPr>
        <p:txBody>
          <a:bodyPr/>
          <a:lstStyle/>
          <a:p>
            <a:r>
              <a:rPr lang="en-GB" sz="2000" dirty="0"/>
              <a:t>If something in media resonates with you, think about why</a:t>
            </a:r>
          </a:p>
          <a:p>
            <a:r>
              <a:rPr lang="en-GB" sz="2000" dirty="0"/>
              <a:t>E.g. Video games have massive design teams &amp; can teach about:</a:t>
            </a:r>
          </a:p>
          <a:p>
            <a:pPr lvl="1"/>
            <a:r>
              <a:rPr lang="en-GB" sz="1600" dirty="0"/>
              <a:t>Framing</a:t>
            </a:r>
          </a:p>
          <a:p>
            <a:pPr lvl="1"/>
            <a:r>
              <a:rPr lang="en-GB" sz="1600" dirty="0"/>
              <a:t>Story-telling</a:t>
            </a:r>
          </a:p>
          <a:p>
            <a:pPr lvl="1"/>
            <a:r>
              <a:rPr lang="en-GB" sz="1600" dirty="0"/>
              <a:t>Etc.</a:t>
            </a:r>
          </a:p>
        </p:txBody>
      </p:sp>
      <p:sp>
        <p:nvSpPr>
          <p:cNvPr id="24" name="Title 16">
            <a:extLst>
              <a:ext uri="{FF2B5EF4-FFF2-40B4-BE49-F238E27FC236}">
                <a16:creationId xmlns:a16="http://schemas.microsoft.com/office/drawing/2014/main" id="{009C45A8-9FF5-F632-18BD-2C4C3210A3C0}"/>
              </a:ext>
            </a:extLst>
          </p:cNvPr>
          <p:cNvSpPr txBox="1">
            <a:spLocks/>
          </p:cNvSpPr>
          <p:nvPr/>
        </p:nvSpPr>
        <p:spPr>
          <a:xfrm>
            <a:off x="5866790" y="5898630"/>
            <a:ext cx="5676596" cy="7710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accent3"/>
                </a:solidFill>
              </a:rPr>
              <a:t>Design inspiration is everywhere, if you look for it!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33FE13-FE1B-E8F1-BC6E-4115FCC0643E}"/>
              </a:ext>
            </a:extLst>
          </p:cNvPr>
          <p:cNvSpPr txBox="1"/>
          <p:nvPr/>
        </p:nvSpPr>
        <p:spPr>
          <a:xfrm>
            <a:off x="0" y="5811560"/>
            <a:ext cx="208903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8</a:t>
            </a:r>
          </a:p>
        </p:txBody>
      </p:sp>
    </p:spTree>
    <p:extLst>
      <p:ext uri="{BB962C8B-B14F-4D97-AF65-F5344CB8AC3E}">
        <p14:creationId xmlns:p14="http://schemas.microsoft.com/office/powerpoint/2010/main" val="4239376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49BB2E-85DE-DE74-4CCA-E1652E50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accent1"/>
                </a:solidFill>
              </a:rPr>
              <a:t>VertiPAQ</a:t>
            </a:r>
            <a:r>
              <a:rPr lang="en-GB" dirty="0">
                <a:solidFill>
                  <a:schemeClr val="accent1"/>
                </a:solidFill>
              </a:rPr>
              <a:t> Analyser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ACD5B2-863A-27F8-6A5F-C08F3E6A33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1975" y="1598614"/>
            <a:ext cx="3417494" cy="399751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latin typeface="DM Sans" pitchFamily="2" charset="0"/>
              </a:rPr>
              <a:t>VertiPAQ</a:t>
            </a:r>
            <a:r>
              <a:rPr lang="en-GB" sz="1800" dirty="0">
                <a:latin typeface="DM Sans" pitchFamily="2" charset="0"/>
              </a:rPr>
              <a:t> Analyser is built into DAX Studio &amp; Tabular Editor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DM Sans" pitchFamily="2" charset="0"/>
              </a:rPr>
              <a:t>It scans a semantic model and identifies fields which have an impact on model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DM Sans" pitchFamily="2" charset="0"/>
              </a:rPr>
              <a:t>This lets you spot fields that are likely to cause performance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DM Sans" pitchFamily="2" charset="0"/>
              </a:rPr>
              <a:t>Removing or optimising these fields will make your reports / models run faster!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C57B04-232A-0B7D-0CD9-0B497BFFF520}"/>
              </a:ext>
            </a:extLst>
          </p:cNvPr>
          <p:cNvSpPr txBox="1"/>
          <p:nvPr/>
        </p:nvSpPr>
        <p:spPr>
          <a:xfrm>
            <a:off x="0" y="5811560"/>
            <a:ext cx="208903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0791B-0B64-0136-9BB1-C87B646FF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469" y="1425173"/>
            <a:ext cx="7808671" cy="43863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9E8D7F-6ED0-D097-E919-6F65BDFC055F}"/>
              </a:ext>
            </a:extLst>
          </p:cNvPr>
          <p:cNvSpPr/>
          <p:nvPr/>
        </p:nvSpPr>
        <p:spPr>
          <a:xfrm>
            <a:off x="4549140" y="1844040"/>
            <a:ext cx="6528435" cy="3429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2F08BB-5A6C-9FEE-220F-415A26039451}"/>
              </a:ext>
            </a:extLst>
          </p:cNvPr>
          <p:cNvSpPr/>
          <p:nvPr/>
        </p:nvSpPr>
        <p:spPr>
          <a:xfrm>
            <a:off x="9128760" y="3627120"/>
            <a:ext cx="228601" cy="2655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E8135-5D32-E221-FEC5-1889D38EF057}"/>
              </a:ext>
            </a:extLst>
          </p:cNvPr>
          <p:cNvSpPr/>
          <p:nvPr/>
        </p:nvSpPr>
        <p:spPr>
          <a:xfrm>
            <a:off x="4729480" y="3892686"/>
            <a:ext cx="3992880" cy="1967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46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77ED-6B4A-8323-B88E-B8D0EDC7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7C55D7-0574-FA6C-215E-4C911AAD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475" y="1152940"/>
            <a:ext cx="5709407" cy="756328"/>
          </a:xfrm>
        </p:spPr>
        <p:txBody>
          <a:bodyPr/>
          <a:lstStyle/>
          <a:p>
            <a:r>
              <a:rPr lang="en-GB">
                <a:solidFill>
                  <a:schemeClr val="accent2"/>
                </a:solidFill>
              </a:rPr>
              <a:t>Roche’s Maxim</a:t>
            </a: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157A32-9410-71C6-14C6-CD482F3A26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9475" y="1997050"/>
            <a:ext cx="5710238" cy="3879875"/>
          </a:xfrm>
        </p:spPr>
        <p:txBody>
          <a:bodyPr/>
          <a:lstStyle/>
          <a:p>
            <a:r>
              <a:rPr lang="en-GB" sz="1800" i="1" dirty="0"/>
              <a:t>“Data should be transformed as far upstream as possible, and as far downstream as necessary”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idea of the maxim is that you should avoid writing complex DAX or even M if you could instead build it upstream in your source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Following the maxim will make models more performant and push compute into more optimised engines &amp; avoids duplication (build it once in your warehouse rather than in all your reports / models)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downstream as necessary covers scenarios where you don’t have access to change upstream systems, or you need a specific element to be “slice and dice”-able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AB0D4-29FB-C707-E983-F607334965B2}"/>
              </a:ext>
            </a:extLst>
          </p:cNvPr>
          <p:cNvSpPr txBox="1"/>
          <p:nvPr/>
        </p:nvSpPr>
        <p:spPr>
          <a:xfrm>
            <a:off x="0" y="0"/>
            <a:ext cx="243528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10</a:t>
            </a:r>
          </a:p>
        </p:txBody>
      </p:sp>
      <p:pic>
        <p:nvPicPr>
          <p:cNvPr id="6" name="Picture 5" descr="A person in a superhero garment flying&#10;&#10;AI-generated content may be incorrect.">
            <a:extLst>
              <a:ext uri="{FF2B5EF4-FFF2-40B4-BE49-F238E27FC236}">
                <a16:creationId xmlns:a16="http://schemas.microsoft.com/office/drawing/2014/main" id="{397C75DB-E0FB-4124-158B-FA7C930C1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2065630"/>
            <a:ext cx="4331547" cy="243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21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0355C-211E-7954-218F-F9BD68441B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6747" y="216180"/>
            <a:ext cx="6131819" cy="10747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Thank you for listening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F695EC5-C1FC-F12E-6A10-1AD39FF568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8500519"/>
              </p:ext>
            </p:extLst>
          </p:nvPr>
        </p:nvGraphicFramePr>
        <p:xfrm>
          <a:off x="1351484" y="1554318"/>
          <a:ext cx="9489033" cy="3749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92E4517-3844-C443-82B8-1E6C01B4F5AA}"/>
              </a:ext>
            </a:extLst>
          </p:cNvPr>
          <p:cNvGrpSpPr/>
          <p:nvPr/>
        </p:nvGrpSpPr>
        <p:grpSpPr>
          <a:xfrm>
            <a:off x="4644185" y="5767204"/>
            <a:ext cx="2766828" cy="929724"/>
            <a:chOff x="4702505" y="5685764"/>
            <a:chExt cx="2766828" cy="929724"/>
          </a:xfrm>
        </p:grpSpPr>
        <p:pic>
          <p:nvPicPr>
            <p:cNvPr id="6" name="Picture 2" descr="Linkedin logo png, Linkedin logo transparent png, Linkedin icon transparent  free png 23986926 PNG">
              <a:extLst>
                <a:ext uri="{FF2B5EF4-FFF2-40B4-BE49-F238E27FC236}">
                  <a16:creationId xmlns:a16="http://schemas.microsoft.com/office/drawing/2014/main" id="{ED578E4C-19BB-94CC-6310-415A69371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2505" y="5801372"/>
              <a:ext cx="698509" cy="698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20C368-27E0-549B-33C0-E12F835EC3F0}"/>
                </a:ext>
              </a:extLst>
            </p:cNvPr>
            <p:cNvSpPr txBox="1"/>
            <p:nvPr/>
          </p:nvSpPr>
          <p:spPr>
            <a:xfrm>
              <a:off x="5401014" y="5950571"/>
              <a:ext cx="12289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/aw2571</a:t>
              </a:r>
            </a:p>
          </p:txBody>
        </p:sp>
        <p:pic>
          <p:nvPicPr>
            <p:cNvPr id="8" name="Picture 7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FCF811BD-F8C3-87E7-BA4D-DD07D7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539609" y="5685764"/>
              <a:ext cx="929724" cy="929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4537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FD0CED-827B-DC09-86B9-BD9A6F1D6102}"/>
              </a:ext>
            </a:extLst>
          </p:cNvPr>
          <p:cNvGrpSpPr/>
          <p:nvPr/>
        </p:nvGrpSpPr>
        <p:grpSpPr>
          <a:xfrm>
            <a:off x="700088" y="1024465"/>
            <a:ext cx="10791824" cy="5452534"/>
            <a:chOff x="700088" y="719666"/>
            <a:chExt cx="10791824" cy="5452534"/>
          </a:xfrm>
        </p:grpSpPr>
        <p:graphicFrame>
          <p:nvGraphicFramePr>
            <p:cNvPr id="14" name="Diagram 13">
              <a:extLst>
                <a:ext uri="{FF2B5EF4-FFF2-40B4-BE49-F238E27FC236}">
                  <a16:creationId xmlns:a16="http://schemas.microsoft.com/office/drawing/2014/main" id="{B426A324-0904-128E-FDE1-4D85F15063C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79913398"/>
                </p:ext>
              </p:extLst>
            </p:nvPr>
          </p:nvGraphicFramePr>
          <p:xfrm>
            <a:off x="700088" y="719666"/>
            <a:ext cx="10791824" cy="545253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7" name="Slide Zoom 6">
                  <a:extLst>
                    <a:ext uri="{FF2B5EF4-FFF2-40B4-BE49-F238E27FC236}">
                      <a16:creationId xmlns:a16="http://schemas.microsoft.com/office/drawing/2014/main" id="{27BBA12A-B0EA-F511-D47D-C0540E7F459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8234436"/>
                    </p:ext>
                  </p:extLst>
                </p:nvPr>
              </p:nvGraphicFramePr>
              <p:xfrm>
                <a:off x="4572000" y="1038225"/>
                <a:ext cx="3048000" cy="1714500"/>
              </p:xfrm>
              <a:graphic>
                <a:graphicData uri="http://schemas.microsoft.com/office/powerpoint/2016/slidezoom">
                  <pslz:sldZm>
                    <pslz:sldZmObj sldId="1812" cId="3644223449">
                      <pslz:zmPr id="{8F828AF5-A756-44C5-B1C0-5299F9402BD2}" returnToParent="0" transitionDur="1000">
                        <p166:blipFill xmlns:p166="http://schemas.microsoft.com/office/powerpoint/2016/6/main">
                          <a:blip r:embed="rId7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3048000" cy="171450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7" name="Slide Zoom 6">
                  <a:extLst>
                    <a:ext uri="{FF2B5EF4-FFF2-40B4-BE49-F238E27FC236}">
                      <a16:creationId xmlns:a16="http://schemas.microsoft.com/office/drawing/2014/main" id="{27BBA12A-B0EA-F511-D47D-C0540E7F459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72000" y="1343024"/>
                  <a:ext cx="3048000" cy="17145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9" name="Slide Zoom 8">
                  <a:extLst>
                    <a:ext uri="{FF2B5EF4-FFF2-40B4-BE49-F238E27FC236}">
                      <a16:creationId xmlns:a16="http://schemas.microsoft.com/office/drawing/2014/main" id="{65AAD402-D845-FBD2-85B5-BB95FB5FAD1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27727108"/>
                    </p:ext>
                  </p:extLst>
                </p:nvPr>
              </p:nvGraphicFramePr>
              <p:xfrm>
                <a:off x="6507955" y="4105276"/>
                <a:ext cx="3048000" cy="1714500"/>
              </p:xfrm>
              <a:graphic>
                <a:graphicData uri="http://schemas.microsoft.com/office/powerpoint/2016/slidezoom">
                  <pslz:sldZm>
                    <pslz:sldZmObj sldId="1793" cId="2441119260">
                      <pslz:zmPr id="{0BD630E8-9CB6-472F-A7DD-2A5E1A5EE30C}" returnToParent="0" transitionDur="1000">
                        <p166:blipFill xmlns:p166="http://schemas.microsoft.com/office/powerpoint/2016/6/main">
                          <a:blip r:embed="rId11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3048000" cy="171450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9" name="Slide Zoom 8">
                  <a:extLst>
                    <a:ext uri="{FF2B5EF4-FFF2-40B4-BE49-F238E27FC236}">
                      <a16:creationId xmlns:a16="http://schemas.microsoft.com/office/drawing/2014/main" id="{65AAD402-D845-FBD2-85B5-BB95FB5FAD1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07955" y="4410075"/>
                  <a:ext cx="3048000" cy="17145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3" name="Slide Zoom 12">
                  <a:extLst>
                    <a:ext uri="{FF2B5EF4-FFF2-40B4-BE49-F238E27FC236}">
                      <a16:creationId xmlns:a16="http://schemas.microsoft.com/office/drawing/2014/main" id="{9CA096E0-E8C6-6938-5469-34229D31C8C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77335781"/>
                    </p:ext>
                  </p:extLst>
                </p:nvPr>
              </p:nvGraphicFramePr>
              <p:xfrm>
                <a:off x="2636045" y="4105276"/>
                <a:ext cx="3048000" cy="1714500"/>
              </p:xfrm>
              <a:graphic>
                <a:graphicData uri="http://schemas.microsoft.com/office/powerpoint/2016/slidezoom">
                  <pslz:sldZm>
                    <pslz:sldZmObj sldId="1814" cId="3566581155">
                      <pslz:zmPr id="{577D315D-6AD8-441E-9F55-00C232FC2778}" returnToParent="0" transitionDur="1000">
                        <p166:blipFill xmlns:p166="http://schemas.microsoft.com/office/powerpoint/2016/6/main">
                          <a:blip r:embed="rId13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3048000" cy="171450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3" name="Slide Zoom 12">
                  <a:extLst>
                    <a:ext uri="{FF2B5EF4-FFF2-40B4-BE49-F238E27FC236}">
                      <a16:creationId xmlns:a16="http://schemas.microsoft.com/office/drawing/2014/main" id="{9CA096E0-E8C6-6938-5469-34229D31C8C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36045" y="4410075"/>
                  <a:ext cx="3048000" cy="17145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BF82F9-0F88-001C-0ECB-5EAA5EB21FF3}"/>
                </a:ext>
              </a:extLst>
            </p:cNvPr>
            <p:cNvSpPr txBox="1"/>
            <p:nvPr/>
          </p:nvSpPr>
          <p:spPr>
            <a:xfrm>
              <a:off x="2083665" y="3215100"/>
              <a:ext cx="2808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A9A5DF-C40F-C793-89B7-60C6F8CACEC2}"/>
                </a:ext>
              </a:extLst>
            </p:cNvPr>
            <p:cNvSpPr txBox="1"/>
            <p:nvPr/>
          </p:nvSpPr>
          <p:spPr>
            <a:xfrm>
              <a:off x="3978745" y="3215099"/>
              <a:ext cx="362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745B89-375E-7D3E-8197-849B3AD805EC}"/>
                </a:ext>
              </a:extLst>
            </p:cNvPr>
            <p:cNvSpPr txBox="1"/>
            <p:nvPr/>
          </p:nvSpPr>
          <p:spPr>
            <a:xfrm>
              <a:off x="5914700" y="3215099"/>
              <a:ext cx="362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A33540-C108-7A50-A515-EAB630681250}"/>
                </a:ext>
              </a:extLst>
            </p:cNvPr>
            <p:cNvSpPr txBox="1"/>
            <p:nvPr/>
          </p:nvSpPr>
          <p:spPr>
            <a:xfrm>
              <a:off x="7810975" y="3215099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9FD71C-8CAF-E744-54E1-62E6D609C457}"/>
                </a:ext>
              </a:extLst>
            </p:cNvPr>
            <p:cNvSpPr txBox="1"/>
            <p:nvPr/>
          </p:nvSpPr>
          <p:spPr>
            <a:xfrm>
              <a:off x="9781803" y="3198168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096DB92D-550A-AFD5-66D1-E41D6AF707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2066501"/>
                  </p:ext>
                </p:extLst>
              </p:nvPr>
            </p:nvGraphicFramePr>
            <p:xfrm>
              <a:off x="8454085" y="1343023"/>
              <a:ext cx="3048000" cy="1714500"/>
            </p:xfrm>
            <a:graphic>
              <a:graphicData uri="http://schemas.microsoft.com/office/powerpoint/2016/slidezoom">
                <pslz:sldZm>
                  <pslz:sldZmObj sldId="1824" cId="4165782006">
                    <pslz:zmPr id="{D7E6DD79-4518-4FBF-9EF9-372B29EFF35E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096DB92D-550A-AFD5-66D1-E41D6AF707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54085" y="134302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BDBA90F-98D7-9C92-1CBE-B48D21373365}"/>
              </a:ext>
            </a:extLst>
          </p:cNvPr>
          <p:cNvSpPr/>
          <p:nvPr/>
        </p:nvSpPr>
        <p:spPr>
          <a:xfrm>
            <a:off x="10550236" y="2899064"/>
            <a:ext cx="1530928" cy="1714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877FF70C-BEB3-8007-2F80-040360C501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8825168"/>
                  </p:ext>
                </p:extLst>
              </p:nvPr>
            </p:nvGraphicFramePr>
            <p:xfrm>
              <a:off x="700088" y="1343023"/>
              <a:ext cx="3048000" cy="1714500"/>
            </p:xfrm>
            <a:graphic>
              <a:graphicData uri="http://schemas.microsoft.com/office/powerpoint/2016/slidezoom">
                <pslz:sldZm>
                  <pslz:sldZmObj sldId="1823" cId="3398417094">
                    <pslz:zmPr id="{42DDFEFF-9DF8-4D87-8EF1-B975DE14279E}" returnToParent="0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extLst>
                  <a:ext uri="{FF2B5EF4-FFF2-40B4-BE49-F238E27FC236}">
                    <a16:creationId xmlns:a16="http://schemas.microsoft.com/office/drawing/2014/main" id="{877FF70C-BEB3-8007-2F80-040360C501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0088" y="134302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8CF82F9-F650-CF81-C12A-C92941F97544}"/>
              </a:ext>
            </a:extLst>
          </p:cNvPr>
          <p:cNvSpPr txBox="1">
            <a:spLocks/>
          </p:cNvSpPr>
          <p:nvPr/>
        </p:nvSpPr>
        <p:spPr>
          <a:xfrm>
            <a:off x="700088" y="360472"/>
            <a:ext cx="8779080" cy="6679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Thank you for listening!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ECF9427C-867F-5139-60F7-C9113D3BD63C}"/>
              </a:ext>
            </a:extLst>
          </p:cNvPr>
          <p:cNvSpPr/>
          <p:nvPr/>
        </p:nvSpPr>
        <p:spPr>
          <a:xfrm rot="19451141">
            <a:off x="11161745" y="5315759"/>
            <a:ext cx="1359553" cy="1168035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36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A2024">
      <a:dk1>
        <a:sysClr val="windowText" lastClr="000000"/>
      </a:dk1>
      <a:lt1>
        <a:sysClr val="window" lastClr="FFFFFF"/>
      </a:lt1>
      <a:dk2>
        <a:srgbClr val="212D5E"/>
      </a:dk2>
      <a:lt2>
        <a:srgbClr val="F5F5F5"/>
      </a:lt2>
      <a:accent1>
        <a:srgbClr val="AA2923"/>
      </a:accent1>
      <a:accent2>
        <a:srgbClr val="3CAB68"/>
      </a:accent2>
      <a:accent3>
        <a:srgbClr val="4B64FF"/>
      </a:accent3>
      <a:accent4>
        <a:srgbClr val="212D5E"/>
      </a:accent4>
      <a:accent5>
        <a:srgbClr val="000000"/>
      </a:accent5>
      <a:accent6>
        <a:srgbClr val="F5F5F5"/>
      </a:accent6>
      <a:hlink>
        <a:srgbClr val="0563C1"/>
      </a:hlink>
      <a:folHlink>
        <a:srgbClr val="AA2923"/>
      </a:folHlink>
    </a:clrScheme>
    <a:fontScheme name="AA2024">
      <a:majorFont>
        <a:latin typeface="Marcellu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vancing Analytics _ MasterSlides" id="{0F9AAEBB-44E9-4E90-AF66-EDF72BF09A9F}" vid="{1D3A9F41-0BC6-4BD3-A926-8AA1C3186E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EE88AFD973DD4AB3CC9E62F6F2671B" ma:contentTypeVersion="4" ma:contentTypeDescription="Create a new document." ma:contentTypeScope="" ma:versionID="e568289064f5ca37a485ac4220dfb400">
  <xsd:schema xmlns:xsd="http://www.w3.org/2001/XMLSchema" xmlns:xs="http://www.w3.org/2001/XMLSchema" xmlns:p="http://schemas.microsoft.com/office/2006/metadata/properties" xmlns:ns2="775fadea-5d59-4dfe-85ff-e03405e93791" targetNamespace="http://schemas.microsoft.com/office/2006/metadata/properties" ma:root="true" ma:fieldsID="62331140b9e3d6f2419a37818ed15ab4" ns2:_="">
    <xsd:import namespace="775fadea-5d59-4dfe-85ff-e03405e93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fadea-5d59-4dfe-85ff-e03405e93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31CC7D-1807-44EF-A5CA-C8194E4D1AD5}">
  <ds:schemaRefs>
    <ds:schemaRef ds:uri="http://schemas.microsoft.com/office/2006/documentManagement/types"/>
    <ds:schemaRef ds:uri="http://purl.org/dc/terms/"/>
    <ds:schemaRef ds:uri="http://purl.org/dc/dcmitype/"/>
    <ds:schemaRef ds:uri="775fadea-5d59-4dfe-85ff-e03405e9379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5C3E039-589E-453E-BDE3-8CEB63CE79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B3898A-F883-4E29-BE02-2AD388BBA7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5fadea-5d59-4dfe-85ff-e03405e93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Advancing Analytics _ MasterSlides</Template>
  <TotalTime>0</TotalTime>
  <Words>1193</Words>
  <Application>Microsoft Office PowerPoint</Application>
  <PresentationFormat>Widescreen</PresentationFormat>
  <Paragraphs>153</Paragraphs>
  <Slides>22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Courier New</vt:lpstr>
      <vt:lpstr>DM Sans</vt:lpstr>
      <vt:lpstr>DM Sans 14pt</vt:lpstr>
      <vt:lpstr>DM Sans 14pt Black</vt:lpstr>
      <vt:lpstr>Marcellus</vt:lpstr>
      <vt:lpstr>Office Theme</vt:lpstr>
      <vt:lpstr>10 tips to up your Power BI Game in 20 Minutes</vt:lpstr>
      <vt:lpstr>Wire Framing</vt:lpstr>
      <vt:lpstr>3 / 30 / 300 Rule</vt:lpstr>
      <vt:lpstr>Report 1</vt:lpstr>
      <vt:lpstr>PowerPoint Presentation</vt:lpstr>
      <vt:lpstr>Report 2</vt:lpstr>
      <vt:lpstr>PowerPoint Presentation</vt:lpstr>
      <vt:lpstr>Hopefully, you can see how much more intuitive Report 2 is!</vt:lpstr>
      <vt:lpstr>PowerPoint Presentation</vt:lpstr>
      <vt:lpstr>Tabular Editor</vt:lpstr>
      <vt:lpstr>Workspace Git Integration</vt:lpstr>
      <vt:lpstr>Atomic Design</vt:lpstr>
      <vt:lpstr>Atomic Design</vt:lpstr>
      <vt:lpstr>Data Ink Ratio</vt:lpstr>
      <vt:lpstr>PowerPoint Presentation</vt:lpstr>
      <vt:lpstr>PowerPoint Presentation</vt:lpstr>
      <vt:lpstr>Questions as Visual Titles</vt:lpstr>
      <vt:lpstr>Take design inspiration from everywhere</vt:lpstr>
      <vt:lpstr>VertiPAQ Analyser</vt:lpstr>
      <vt:lpstr>Roche’s Maxim</vt:lpstr>
      <vt:lpstr>Thank you for listening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Warren</dc:creator>
  <cp:lastModifiedBy>Ashley Warren</cp:lastModifiedBy>
  <cp:revision>11</cp:revision>
  <dcterms:created xsi:type="dcterms:W3CDTF">2025-02-14T14:37:08Z</dcterms:created>
  <dcterms:modified xsi:type="dcterms:W3CDTF">2025-08-21T18:18:36Z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0x0101007AEE88AFD973DD4AB3CC9E62F6F2671B</vt:lpwstr>
  </property>
</Properties>
</file>