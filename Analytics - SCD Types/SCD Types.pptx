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1775" r:id="rId5"/>
    <p:sldId id="1823" r:id="rId6"/>
    <p:sldId id="1824" r:id="rId7"/>
    <p:sldId id="1825" r:id="rId8"/>
    <p:sldId id="1826" r:id="rId9"/>
    <p:sldId id="1827" r:id="rId10"/>
    <p:sldId id="1829" r:id="rId11"/>
    <p:sldId id="1828" r:id="rId12"/>
    <p:sldId id="180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86CA65F-C19C-4E26-8FA5-4512E2FADCD1}">
          <p14:sldIdLst>
            <p14:sldId id="1775"/>
          </p14:sldIdLst>
        </p14:section>
        <p14:section name="Setup" id="{91E06641-0763-4D12-B831-EE9078F4A79E}">
          <p14:sldIdLst>
            <p14:sldId id="1823"/>
          </p14:sldIdLst>
        </p14:section>
        <p14:section name="Type 0-2" id="{9FC2B66A-C659-483B-B2F8-E4BBFF5F2DF5}">
          <p14:sldIdLst>
            <p14:sldId id="1824"/>
            <p14:sldId id="1825"/>
            <p14:sldId id="1826"/>
            <p14:sldId id="1827"/>
          </p14:sldIdLst>
        </p14:section>
        <p14:section name="Types 3-7" id="{5F71416B-0769-46C4-96E7-598196A412BC}">
          <p14:sldIdLst>
            <p14:sldId id="1829"/>
            <p14:sldId id="1828"/>
          </p14:sldIdLst>
        </p14:section>
        <p14:section name="Ending" id="{CC046198-0310-4AC1-8CAF-D5D8DCD565B8}">
          <p14:sldIdLst>
            <p14:sldId id="180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CDCC"/>
    <a:srgbClr val="669999"/>
    <a:srgbClr val="FFFFFF"/>
    <a:srgbClr val="AA2924"/>
    <a:srgbClr val="4A69F6"/>
    <a:srgbClr val="212D5E"/>
    <a:srgbClr val="3CAB68"/>
    <a:srgbClr val="212D5D"/>
    <a:srgbClr val="D9D9D9"/>
    <a:srgbClr val="4B6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70F0FF-DE33-4EE5-94BA-12E0792415F7}" v="82" dt="2026-06-11T12:34:55.8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6" autoAdjust="0"/>
    <p:restoredTop sz="89020" autoAdjust="0"/>
  </p:normalViewPr>
  <p:slideViewPr>
    <p:cSldViewPr snapToGrid="0">
      <p:cViewPr>
        <p:scale>
          <a:sx n="90" d="100"/>
          <a:sy n="90" d="100"/>
        </p:scale>
        <p:origin x="240" y="-3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500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ley Warren" userId="d10fd33e-1b6e-46b9-9a62-07bf763cb9b8" providerId="ADAL" clId="{D123E33D-052B-4988-AC2D-F11A208BA2BB}"/>
    <pc:docChg chg="undo custSel addSld delSld modSld addSection modSection">
      <pc:chgData name="Ashley Warren" userId="d10fd33e-1b6e-46b9-9a62-07bf763cb9b8" providerId="ADAL" clId="{D123E33D-052B-4988-AC2D-F11A208BA2BB}" dt="2026-06-11T12:36:19.681" v="4154" actId="14100"/>
      <pc:docMkLst>
        <pc:docMk/>
      </pc:docMkLst>
      <pc:sldChg chg="delSp modSp add mod">
        <pc:chgData name="Ashley Warren" userId="d10fd33e-1b6e-46b9-9a62-07bf763cb9b8" providerId="ADAL" clId="{D123E33D-052B-4988-AC2D-F11A208BA2BB}" dt="2026-06-10T17:12:10.159" v="4123" actId="1076"/>
        <pc:sldMkLst>
          <pc:docMk/>
          <pc:sldMk cId="1799807183" sldId="1806"/>
        </pc:sldMkLst>
        <pc:spChg chg="mod">
          <ac:chgData name="Ashley Warren" userId="d10fd33e-1b6e-46b9-9a62-07bf763cb9b8" providerId="ADAL" clId="{D123E33D-052B-4988-AC2D-F11A208BA2BB}" dt="2026-06-10T17:12:10.159" v="4123" actId="1076"/>
          <ac:spMkLst>
            <pc:docMk/>
            <pc:sldMk cId="1799807183" sldId="1806"/>
            <ac:spMk id="3" creationId="{7343127E-DBCD-F713-D02C-DE477C416A04}"/>
          </ac:spMkLst>
        </pc:spChg>
        <pc:spChg chg="mod">
          <ac:chgData name="Ashley Warren" userId="d10fd33e-1b6e-46b9-9a62-07bf763cb9b8" providerId="ADAL" clId="{D123E33D-052B-4988-AC2D-F11A208BA2BB}" dt="2026-06-10T17:12:10.159" v="4123" actId="1076"/>
          <ac:spMkLst>
            <pc:docMk/>
            <pc:sldMk cId="1799807183" sldId="1806"/>
            <ac:spMk id="5" creationId="{99B56B84-3749-B16B-5BD6-ECEC03EE1BDB}"/>
          </ac:spMkLst>
        </pc:spChg>
        <pc:spChg chg="mod">
          <ac:chgData name="Ashley Warren" userId="d10fd33e-1b6e-46b9-9a62-07bf763cb9b8" providerId="ADAL" clId="{D123E33D-052B-4988-AC2D-F11A208BA2BB}" dt="2026-06-10T17:12:10.159" v="4123" actId="1076"/>
          <ac:spMkLst>
            <pc:docMk/>
            <pc:sldMk cId="1799807183" sldId="1806"/>
            <ac:spMk id="6" creationId="{B0E17017-9394-ED9D-B76A-D871F0D8AF3D}"/>
          </ac:spMkLst>
        </pc:spChg>
        <pc:spChg chg="del mod">
          <ac:chgData name="Ashley Warren" userId="d10fd33e-1b6e-46b9-9a62-07bf763cb9b8" providerId="ADAL" clId="{D123E33D-052B-4988-AC2D-F11A208BA2BB}" dt="2026-06-10T17:12:04.151" v="4120" actId="478"/>
          <ac:spMkLst>
            <pc:docMk/>
            <pc:sldMk cId="1799807183" sldId="1806"/>
            <ac:spMk id="33" creationId="{510BF702-252F-18F2-DCEE-B35292FCB489}"/>
          </ac:spMkLst>
        </pc:spChg>
        <pc:grpChg chg="mod">
          <ac:chgData name="Ashley Warren" userId="d10fd33e-1b6e-46b9-9a62-07bf763cb9b8" providerId="ADAL" clId="{D123E33D-052B-4988-AC2D-F11A208BA2BB}" dt="2026-06-10T17:12:10.159" v="4123" actId="1076"/>
          <ac:grpSpMkLst>
            <pc:docMk/>
            <pc:sldMk cId="1799807183" sldId="1806"/>
            <ac:grpSpMk id="4" creationId="{48B323CF-2E5F-BA57-0754-C80B93064CAD}"/>
          </ac:grpSpMkLst>
        </pc:grpChg>
        <pc:picChg chg="mod">
          <ac:chgData name="Ashley Warren" userId="d10fd33e-1b6e-46b9-9a62-07bf763cb9b8" providerId="ADAL" clId="{D123E33D-052B-4988-AC2D-F11A208BA2BB}" dt="2026-06-10T17:12:10.159" v="4123" actId="1076"/>
          <ac:picMkLst>
            <pc:docMk/>
            <pc:sldMk cId="1799807183" sldId="1806"/>
            <ac:picMk id="13" creationId="{BDF0EB20-633C-DAAA-23FA-4DC80D6DD84B}"/>
          </ac:picMkLst>
        </pc:picChg>
        <pc:picChg chg="mod">
          <ac:chgData name="Ashley Warren" userId="d10fd33e-1b6e-46b9-9a62-07bf763cb9b8" providerId="ADAL" clId="{D123E33D-052B-4988-AC2D-F11A208BA2BB}" dt="2026-06-10T17:12:10.159" v="4123" actId="1076"/>
          <ac:picMkLst>
            <pc:docMk/>
            <pc:sldMk cId="1799807183" sldId="1806"/>
            <ac:picMk id="1026" creationId="{9936EC07-FE78-32DE-BE62-B0D3F3458784}"/>
          </ac:picMkLst>
        </pc:picChg>
      </pc:sldChg>
      <pc:sldChg chg="addSp delSp modSp mod modAnim">
        <pc:chgData name="Ashley Warren" userId="d10fd33e-1b6e-46b9-9a62-07bf763cb9b8" providerId="ADAL" clId="{D123E33D-052B-4988-AC2D-F11A208BA2BB}" dt="2026-06-10T17:08:12.831" v="4096" actId="20577"/>
        <pc:sldMkLst>
          <pc:docMk/>
          <pc:sldMk cId="3509082055" sldId="1823"/>
        </pc:sldMkLst>
        <pc:spChg chg="mod">
          <ac:chgData name="Ashley Warren" userId="d10fd33e-1b6e-46b9-9a62-07bf763cb9b8" providerId="ADAL" clId="{D123E33D-052B-4988-AC2D-F11A208BA2BB}" dt="2026-06-10T17:08:12.831" v="4096" actId="20577"/>
          <ac:spMkLst>
            <pc:docMk/>
            <pc:sldMk cId="3509082055" sldId="1823"/>
            <ac:spMk id="16" creationId="{883281C2-41A8-1B0D-BE6B-DA9B399A6B69}"/>
          </ac:spMkLst>
        </pc:spChg>
        <pc:picChg chg="add mod ord">
          <ac:chgData name="Ashley Warren" userId="d10fd33e-1b6e-46b9-9a62-07bf763cb9b8" providerId="ADAL" clId="{D123E33D-052B-4988-AC2D-F11A208BA2BB}" dt="2026-06-10T16:19:20.267" v="2065" actId="167"/>
          <ac:picMkLst>
            <pc:docMk/>
            <pc:sldMk cId="3509082055" sldId="1823"/>
            <ac:picMk id="2" creationId="{9A4044A8-5499-5101-1C1B-7E48C9D8A015}"/>
          </ac:picMkLst>
        </pc:picChg>
        <pc:picChg chg="del mod">
          <ac:chgData name="Ashley Warren" userId="d10fd33e-1b6e-46b9-9a62-07bf763cb9b8" providerId="ADAL" clId="{D123E33D-052B-4988-AC2D-F11A208BA2BB}" dt="2026-06-10T16:19:22.655" v="2066" actId="478"/>
          <ac:picMkLst>
            <pc:docMk/>
            <pc:sldMk cId="3509082055" sldId="1823"/>
            <ac:picMk id="1026" creationId="{DF181A4B-2956-1ADF-A878-6E615152674F}"/>
          </ac:picMkLst>
        </pc:picChg>
      </pc:sldChg>
      <pc:sldChg chg="modSp mod">
        <pc:chgData name="Ashley Warren" userId="d10fd33e-1b6e-46b9-9a62-07bf763cb9b8" providerId="ADAL" clId="{D123E33D-052B-4988-AC2D-F11A208BA2BB}" dt="2026-05-22T15:51:45.379" v="1732" actId="207"/>
        <pc:sldMkLst>
          <pc:docMk/>
          <pc:sldMk cId="3718789688" sldId="1825"/>
        </pc:sldMkLst>
        <pc:spChg chg="mod">
          <ac:chgData name="Ashley Warren" userId="d10fd33e-1b6e-46b9-9a62-07bf763cb9b8" providerId="ADAL" clId="{D123E33D-052B-4988-AC2D-F11A208BA2BB}" dt="2026-05-22T15:29:02.276" v="1150" actId="14100"/>
          <ac:spMkLst>
            <pc:docMk/>
            <pc:sldMk cId="3718789688" sldId="1825"/>
            <ac:spMk id="9" creationId="{737336CD-DB42-E99D-3AD3-78841BD77BD5}"/>
          </ac:spMkLst>
        </pc:spChg>
        <pc:graphicFrameChg chg="mod modGraphic">
          <ac:chgData name="Ashley Warren" userId="d10fd33e-1b6e-46b9-9a62-07bf763cb9b8" providerId="ADAL" clId="{D123E33D-052B-4988-AC2D-F11A208BA2BB}" dt="2026-05-22T15:51:45.379" v="1732" actId="207"/>
          <ac:graphicFrameMkLst>
            <pc:docMk/>
            <pc:sldMk cId="3718789688" sldId="1825"/>
            <ac:graphicFrameMk id="10" creationId="{68C2BD5B-A3F9-0EAF-5466-367F7312190A}"/>
          </ac:graphicFrameMkLst>
        </pc:graphicFrameChg>
      </pc:sldChg>
      <pc:sldChg chg="addSp delSp modSp add mod addAnim delAnim modAnim">
        <pc:chgData name="Ashley Warren" userId="d10fd33e-1b6e-46b9-9a62-07bf763cb9b8" providerId="ADAL" clId="{D123E33D-052B-4988-AC2D-F11A208BA2BB}" dt="2026-06-10T17:08:05.619" v="4088" actId="20577"/>
        <pc:sldMkLst>
          <pc:docMk/>
          <pc:sldMk cId="1412156965" sldId="1826"/>
        </pc:sldMkLst>
        <pc:spChg chg="add mod">
          <ac:chgData name="Ashley Warren" userId="d10fd33e-1b6e-46b9-9a62-07bf763cb9b8" providerId="ADAL" clId="{D123E33D-052B-4988-AC2D-F11A208BA2BB}" dt="2026-05-22T15:50:14.206" v="1724" actId="1076"/>
          <ac:spMkLst>
            <pc:docMk/>
            <pc:sldMk cId="1412156965" sldId="1826"/>
            <ac:spMk id="5" creationId="{6459DC02-98EE-9639-EEE6-F23D2C79D9B3}"/>
          </ac:spMkLst>
        </pc:spChg>
        <pc:spChg chg="mod">
          <ac:chgData name="Ashley Warren" userId="d10fd33e-1b6e-46b9-9a62-07bf763cb9b8" providerId="ADAL" clId="{D123E33D-052B-4988-AC2D-F11A208BA2BB}" dt="2026-05-22T15:29:13.410" v="1163" actId="20577"/>
          <ac:spMkLst>
            <pc:docMk/>
            <pc:sldMk cId="1412156965" sldId="1826"/>
            <ac:spMk id="9" creationId="{0A9C081A-F9A7-865D-13C7-5EB4FB62C5D5}"/>
          </ac:spMkLst>
        </pc:spChg>
        <pc:graphicFrameChg chg="add mod ord modGraphic">
          <ac:chgData name="Ashley Warren" userId="d10fd33e-1b6e-46b9-9a62-07bf763cb9b8" providerId="ADAL" clId="{D123E33D-052B-4988-AC2D-F11A208BA2BB}" dt="2026-06-10T17:08:05.619" v="4088" actId="20577"/>
          <ac:graphicFrameMkLst>
            <pc:docMk/>
            <pc:sldMk cId="1412156965" sldId="1826"/>
            <ac:graphicFrameMk id="2" creationId="{F8085684-9C45-8EDF-227E-EFD38EFE3F73}"/>
          </ac:graphicFrameMkLst>
        </pc:graphicFrameChg>
        <pc:graphicFrameChg chg="add mod ord modGraphic">
          <ac:chgData name="Ashley Warren" userId="d10fd33e-1b6e-46b9-9a62-07bf763cb9b8" providerId="ADAL" clId="{D123E33D-052B-4988-AC2D-F11A208BA2BB}" dt="2026-05-22T15:51:51.116" v="1733" actId="207"/>
          <ac:graphicFrameMkLst>
            <pc:docMk/>
            <pc:sldMk cId="1412156965" sldId="1826"/>
            <ac:graphicFrameMk id="4" creationId="{47CDDAF5-FEF7-9B40-B617-9F112685DF97}"/>
          </ac:graphicFrameMkLst>
        </pc:graphicFrameChg>
        <pc:graphicFrameChg chg="mod modGraphic">
          <ac:chgData name="Ashley Warren" userId="d10fd33e-1b6e-46b9-9a62-07bf763cb9b8" providerId="ADAL" clId="{D123E33D-052B-4988-AC2D-F11A208BA2BB}" dt="2026-05-22T15:46:48.704" v="1652" actId="14100"/>
          <ac:graphicFrameMkLst>
            <pc:docMk/>
            <pc:sldMk cId="1412156965" sldId="1826"/>
            <ac:graphicFrameMk id="11" creationId="{9D276167-AA06-4B8F-B707-F58E08C14926}"/>
          </ac:graphicFrameMkLst>
        </pc:graphicFrameChg>
        <pc:picChg chg="mod">
          <ac:chgData name="Ashley Warren" userId="d10fd33e-1b6e-46b9-9a62-07bf763cb9b8" providerId="ADAL" clId="{D123E33D-052B-4988-AC2D-F11A208BA2BB}" dt="2026-05-22T15:29:31.130" v="1166" actId="1076"/>
          <ac:picMkLst>
            <pc:docMk/>
            <pc:sldMk cId="1412156965" sldId="1826"/>
            <ac:picMk id="3" creationId="{573DBE8F-688A-7C39-5BDF-CF037FFE9978}"/>
          </ac:picMkLst>
        </pc:picChg>
      </pc:sldChg>
      <pc:sldChg chg="addSp delSp modSp new mod modClrScheme modAnim chgLayout">
        <pc:chgData name="Ashley Warren" userId="d10fd33e-1b6e-46b9-9a62-07bf763cb9b8" providerId="ADAL" clId="{D123E33D-052B-4988-AC2D-F11A208BA2BB}" dt="2026-06-11T12:34:55.829" v="4151" actId="20577"/>
        <pc:sldMkLst>
          <pc:docMk/>
          <pc:sldMk cId="1472054254" sldId="1827"/>
        </pc:sldMkLst>
        <pc:spChg chg="add mod ord">
          <ac:chgData name="Ashley Warren" userId="d10fd33e-1b6e-46b9-9a62-07bf763cb9b8" providerId="ADAL" clId="{D123E33D-052B-4988-AC2D-F11A208BA2BB}" dt="2026-05-22T15:56:09.653" v="1787" actId="20577"/>
          <ac:spMkLst>
            <pc:docMk/>
            <pc:sldMk cId="1472054254" sldId="1827"/>
            <ac:spMk id="3" creationId="{BEE64C1D-B670-D375-47A8-AA1760EFE0B8}"/>
          </ac:spMkLst>
        </pc:spChg>
        <pc:spChg chg="add mod ord">
          <ac:chgData name="Ashley Warren" userId="d10fd33e-1b6e-46b9-9a62-07bf763cb9b8" providerId="ADAL" clId="{D123E33D-052B-4988-AC2D-F11A208BA2BB}" dt="2026-06-10T17:09:50.388" v="4116" actId="1076"/>
          <ac:spMkLst>
            <pc:docMk/>
            <pc:sldMk cId="1472054254" sldId="1827"/>
            <ac:spMk id="4" creationId="{FD025E00-E32F-DF6B-C157-12828F9B01A0}"/>
          </ac:spMkLst>
        </pc:spChg>
        <pc:spChg chg="add mod">
          <ac:chgData name="Ashley Warren" userId="d10fd33e-1b6e-46b9-9a62-07bf763cb9b8" providerId="ADAL" clId="{D123E33D-052B-4988-AC2D-F11A208BA2BB}" dt="2026-06-11T12:34:55.829" v="4151" actId="20577"/>
          <ac:spMkLst>
            <pc:docMk/>
            <pc:sldMk cId="1472054254" sldId="1827"/>
            <ac:spMk id="5" creationId="{8E5BF71C-E841-8E92-33FB-03CD5A258D37}"/>
          </ac:spMkLst>
        </pc:spChg>
      </pc:sldChg>
      <pc:sldChg chg="addSp delSp modSp new mod modClrScheme modAnim chgLayout">
        <pc:chgData name="Ashley Warren" userId="d10fd33e-1b6e-46b9-9a62-07bf763cb9b8" providerId="ADAL" clId="{D123E33D-052B-4988-AC2D-F11A208BA2BB}" dt="2026-06-11T12:36:19.681" v="4154" actId="14100"/>
        <pc:sldMkLst>
          <pc:docMk/>
          <pc:sldMk cId="774123590" sldId="1828"/>
        </pc:sldMkLst>
        <pc:spChg chg="add mod ord">
          <ac:chgData name="Ashley Warren" userId="d10fd33e-1b6e-46b9-9a62-07bf763cb9b8" providerId="ADAL" clId="{D123E33D-052B-4988-AC2D-F11A208BA2BB}" dt="2026-06-10T17:04:44.785" v="4040" actId="207"/>
          <ac:spMkLst>
            <pc:docMk/>
            <pc:sldMk cId="774123590" sldId="1828"/>
            <ac:spMk id="4" creationId="{D47769B4-F505-A03B-6039-5F0D54BD802C}"/>
          </ac:spMkLst>
        </pc:spChg>
        <pc:spChg chg="add mod ord">
          <ac:chgData name="Ashley Warren" userId="d10fd33e-1b6e-46b9-9a62-07bf763cb9b8" providerId="ADAL" clId="{D123E33D-052B-4988-AC2D-F11A208BA2BB}" dt="2026-05-22T15:59:44.870" v="2028" actId="20577"/>
          <ac:spMkLst>
            <pc:docMk/>
            <pc:sldMk cId="774123590" sldId="1828"/>
            <ac:spMk id="5" creationId="{3A328C73-A2D8-9B73-2E22-7057701D1A74}"/>
          </ac:spMkLst>
        </pc:spChg>
        <pc:spChg chg="add mod ord">
          <ac:chgData name="Ashley Warren" userId="d10fd33e-1b6e-46b9-9a62-07bf763cb9b8" providerId="ADAL" clId="{D123E33D-052B-4988-AC2D-F11A208BA2BB}" dt="2026-05-22T15:59:48.779" v="2037" actId="20577"/>
          <ac:spMkLst>
            <pc:docMk/>
            <pc:sldMk cId="774123590" sldId="1828"/>
            <ac:spMk id="6" creationId="{0B44E078-44AE-90E5-7558-2128088EE37B}"/>
          </ac:spMkLst>
        </pc:spChg>
        <pc:spChg chg="add mod ord">
          <ac:chgData name="Ashley Warren" userId="d10fd33e-1b6e-46b9-9a62-07bf763cb9b8" providerId="ADAL" clId="{D123E33D-052B-4988-AC2D-F11A208BA2BB}" dt="2026-05-22T15:59:51.111" v="2042" actId="20577"/>
          <ac:spMkLst>
            <pc:docMk/>
            <pc:sldMk cId="774123590" sldId="1828"/>
            <ac:spMk id="7" creationId="{93C72A17-3DBD-7025-B60E-CE77135843E8}"/>
          </ac:spMkLst>
        </pc:spChg>
        <pc:spChg chg="add mod ord">
          <ac:chgData name="Ashley Warren" userId="d10fd33e-1b6e-46b9-9a62-07bf763cb9b8" providerId="ADAL" clId="{D123E33D-052B-4988-AC2D-F11A208BA2BB}" dt="2026-06-10T16:45:32.471" v="2982" actId="20577"/>
          <ac:spMkLst>
            <pc:docMk/>
            <pc:sldMk cId="774123590" sldId="1828"/>
            <ac:spMk id="8" creationId="{6DD70FEC-98CF-A08D-5B1B-0ABDA95F4262}"/>
          </ac:spMkLst>
        </pc:spChg>
        <pc:spChg chg="add mod ord">
          <ac:chgData name="Ashley Warren" userId="d10fd33e-1b6e-46b9-9a62-07bf763cb9b8" providerId="ADAL" clId="{D123E33D-052B-4988-AC2D-F11A208BA2BB}" dt="2026-06-10T16:43:40.803" v="2901" actId="404"/>
          <ac:spMkLst>
            <pc:docMk/>
            <pc:sldMk cId="774123590" sldId="1828"/>
            <ac:spMk id="9" creationId="{8E13B3A0-7421-37D9-D7F2-3477F7D561BB}"/>
          </ac:spMkLst>
        </pc:spChg>
        <pc:spChg chg="add mod ord">
          <ac:chgData name="Ashley Warren" userId="d10fd33e-1b6e-46b9-9a62-07bf763cb9b8" providerId="ADAL" clId="{D123E33D-052B-4988-AC2D-F11A208BA2BB}" dt="2026-06-10T16:45:05.405" v="2978" actId="20577"/>
          <ac:spMkLst>
            <pc:docMk/>
            <pc:sldMk cId="774123590" sldId="1828"/>
            <ac:spMk id="10" creationId="{66B1939D-18EE-811A-1DF3-67C6B24EE0EB}"/>
          </ac:spMkLst>
        </pc:spChg>
        <pc:spChg chg="add del">
          <ac:chgData name="Ashley Warren" userId="d10fd33e-1b6e-46b9-9a62-07bf763cb9b8" providerId="ADAL" clId="{D123E33D-052B-4988-AC2D-F11A208BA2BB}" dt="2026-06-10T16:37:53.577" v="2443" actId="478"/>
          <ac:spMkLst>
            <pc:docMk/>
            <pc:sldMk cId="774123590" sldId="1828"/>
            <ac:spMk id="14" creationId="{2355732E-32DA-5FDD-3EBE-CE08EC8E41F0}"/>
          </ac:spMkLst>
        </pc:spChg>
        <pc:spChg chg="add mod ord">
          <ac:chgData name="Ashley Warren" userId="d10fd33e-1b6e-46b9-9a62-07bf763cb9b8" providerId="ADAL" clId="{D123E33D-052B-4988-AC2D-F11A208BA2BB}" dt="2026-06-10T16:45:55.804" v="2989" actId="207"/>
          <ac:spMkLst>
            <pc:docMk/>
            <pc:sldMk cId="774123590" sldId="1828"/>
            <ac:spMk id="17" creationId="{2643CC68-BB79-8251-43CE-24F2E613BDD6}"/>
          </ac:spMkLst>
        </pc:spChg>
        <pc:picChg chg="add mod">
          <ac:chgData name="Ashley Warren" userId="d10fd33e-1b6e-46b9-9a62-07bf763cb9b8" providerId="ADAL" clId="{D123E33D-052B-4988-AC2D-F11A208BA2BB}" dt="2026-06-10T16:45:38.008" v="2984" actId="14100"/>
          <ac:picMkLst>
            <pc:docMk/>
            <pc:sldMk cId="774123590" sldId="1828"/>
            <ac:picMk id="3" creationId="{6F81B78F-2CEF-92ED-9F70-E1D1703C4B72}"/>
          </ac:picMkLst>
        </pc:picChg>
        <pc:picChg chg="add mod">
          <ac:chgData name="Ashley Warren" userId="d10fd33e-1b6e-46b9-9a62-07bf763cb9b8" providerId="ADAL" clId="{D123E33D-052B-4988-AC2D-F11A208BA2BB}" dt="2026-06-10T16:45:28.042" v="2980" actId="1076"/>
          <ac:picMkLst>
            <pc:docMk/>
            <pc:sldMk cId="774123590" sldId="1828"/>
            <ac:picMk id="12" creationId="{828CCCB7-7F40-D606-E7CA-12D8DDE1BB0F}"/>
          </ac:picMkLst>
        </pc:picChg>
        <pc:picChg chg="add mod modCrop">
          <ac:chgData name="Ashley Warren" userId="d10fd33e-1b6e-46b9-9a62-07bf763cb9b8" providerId="ADAL" clId="{D123E33D-052B-4988-AC2D-F11A208BA2BB}" dt="2026-06-11T12:36:19.681" v="4154" actId="14100"/>
          <ac:picMkLst>
            <pc:docMk/>
            <pc:sldMk cId="774123590" sldId="1828"/>
            <ac:picMk id="16" creationId="{546A8DBE-3906-60AA-85C1-9E7B5D87BFEB}"/>
          </ac:picMkLst>
        </pc:picChg>
      </pc:sldChg>
      <pc:sldChg chg="addSp delSp modSp new mod modClrScheme modAnim chgLayout">
        <pc:chgData name="Ashley Warren" userId="d10fd33e-1b6e-46b9-9a62-07bf763cb9b8" providerId="ADAL" clId="{D123E33D-052B-4988-AC2D-F11A208BA2BB}" dt="2026-06-10T17:10:30.632" v="4119"/>
        <pc:sldMkLst>
          <pc:docMk/>
          <pc:sldMk cId="2507523056" sldId="1829"/>
        </pc:sldMkLst>
        <pc:spChg chg="add mod ord">
          <ac:chgData name="Ashley Warren" userId="d10fd33e-1b6e-46b9-9a62-07bf763cb9b8" providerId="ADAL" clId="{D123E33D-052B-4988-AC2D-F11A208BA2BB}" dt="2026-06-10T17:05:02.666" v="4078" actId="207"/>
          <ac:spMkLst>
            <pc:docMk/>
            <pc:sldMk cId="2507523056" sldId="1829"/>
            <ac:spMk id="4" creationId="{D6A97910-C651-1C96-5AE4-4308F599E200}"/>
          </ac:spMkLst>
        </pc:spChg>
        <pc:spChg chg="add mod">
          <ac:chgData name="Ashley Warren" userId="d10fd33e-1b6e-46b9-9a62-07bf763cb9b8" providerId="ADAL" clId="{D123E33D-052B-4988-AC2D-F11A208BA2BB}" dt="2026-06-10T16:54:46.284" v="3414" actId="14100"/>
          <ac:spMkLst>
            <pc:docMk/>
            <pc:sldMk cId="2507523056" sldId="1829"/>
            <ac:spMk id="7" creationId="{C8D0BAA9-69A5-0D8E-AA49-E64645A41D88}"/>
          </ac:spMkLst>
        </pc:spChg>
        <pc:spChg chg="add mod">
          <ac:chgData name="Ashley Warren" userId="d10fd33e-1b6e-46b9-9a62-07bf763cb9b8" providerId="ADAL" clId="{D123E33D-052B-4988-AC2D-F11A208BA2BB}" dt="2026-06-10T17:03:43.087" v="3942" actId="1035"/>
          <ac:spMkLst>
            <pc:docMk/>
            <pc:sldMk cId="2507523056" sldId="1829"/>
            <ac:spMk id="8" creationId="{0FD7CB1E-A244-DE65-5843-8EB713565059}"/>
          </ac:spMkLst>
        </pc:spChg>
        <pc:spChg chg="add del mod">
          <ac:chgData name="Ashley Warren" userId="d10fd33e-1b6e-46b9-9a62-07bf763cb9b8" providerId="ADAL" clId="{D123E33D-052B-4988-AC2D-F11A208BA2BB}" dt="2026-06-10T17:03:43.087" v="3942" actId="1035"/>
          <ac:spMkLst>
            <pc:docMk/>
            <pc:sldMk cId="2507523056" sldId="1829"/>
            <ac:spMk id="10" creationId="{75126642-4C67-E929-0B70-5F50688809D3}"/>
          </ac:spMkLst>
        </pc:spChg>
        <pc:spChg chg="add mod">
          <ac:chgData name="Ashley Warren" userId="d10fd33e-1b6e-46b9-9a62-07bf763cb9b8" providerId="ADAL" clId="{D123E33D-052B-4988-AC2D-F11A208BA2BB}" dt="2026-06-10T16:58:32.946" v="3449" actId="20577"/>
          <ac:spMkLst>
            <pc:docMk/>
            <pc:sldMk cId="2507523056" sldId="1829"/>
            <ac:spMk id="11" creationId="{96E02DC3-A211-60CA-BAAB-72F44DCAE9F7}"/>
          </ac:spMkLst>
        </pc:spChg>
        <pc:spChg chg="add mod">
          <ac:chgData name="Ashley Warren" userId="d10fd33e-1b6e-46b9-9a62-07bf763cb9b8" providerId="ADAL" clId="{D123E33D-052B-4988-AC2D-F11A208BA2BB}" dt="2026-06-10T16:57:51.908" v="3446" actId="164"/>
          <ac:spMkLst>
            <pc:docMk/>
            <pc:sldMk cId="2507523056" sldId="1829"/>
            <ac:spMk id="20" creationId="{B4F91206-8FA4-6D1A-0417-ED66EC9555D1}"/>
          </ac:spMkLst>
        </pc:spChg>
        <pc:spChg chg="add mod">
          <ac:chgData name="Ashley Warren" userId="d10fd33e-1b6e-46b9-9a62-07bf763cb9b8" providerId="ADAL" clId="{D123E33D-052B-4988-AC2D-F11A208BA2BB}" dt="2026-06-10T16:57:51.908" v="3446" actId="164"/>
          <ac:spMkLst>
            <pc:docMk/>
            <pc:sldMk cId="2507523056" sldId="1829"/>
            <ac:spMk id="21" creationId="{7742F4F6-1F07-0FF0-60EC-F9FC480802EF}"/>
          </ac:spMkLst>
        </pc:spChg>
        <pc:spChg chg="add mod">
          <ac:chgData name="Ashley Warren" userId="d10fd33e-1b6e-46b9-9a62-07bf763cb9b8" providerId="ADAL" clId="{D123E33D-052B-4988-AC2D-F11A208BA2BB}" dt="2026-06-10T17:03:43.087" v="3942" actId="1035"/>
          <ac:spMkLst>
            <pc:docMk/>
            <pc:sldMk cId="2507523056" sldId="1829"/>
            <ac:spMk id="23" creationId="{FB949A41-1E27-7187-ECCD-A32AD0F598A4}"/>
          </ac:spMkLst>
        </pc:spChg>
        <pc:spChg chg="add mod">
          <ac:chgData name="Ashley Warren" userId="d10fd33e-1b6e-46b9-9a62-07bf763cb9b8" providerId="ADAL" clId="{D123E33D-052B-4988-AC2D-F11A208BA2BB}" dt="2026-06-10T17:03:43.087" v="3942" actId="1035"/>
          <ac:spMkLst>
            <pc:docMk/>
            <pc:sldMk cId="2507523056" sldId="1829"/>
            <ac:spMk id="24" creationId="{D38EB9BF-4C43-3F75-E7CF-3E134D7CED7A}"/>
          </ac:spMkLst>
        </pc:spChg>
        <pc:spChg chg="add del mod">
          <ac:chgData name="Ashley Warren" userId="d10fd33e-1b6e-46b9-9a62-07bf763cb9b8" providerId="ADAL" clId="{D123E33D-052B-4988-AC2D-F11A208BA2BB}" dt="2026-06-10T17:01:44.063" v="3768"/>
          <ac:spMkLst>
            <pc:docMk/>
            <pc:sldMk cId="2507523056" sldId="1829"/>
            <ac:spMk id="25" creationId="{E06D916C-3313-F03E-A32F-0D6D60A86E2F}"/>
          </ac:spMkLst>
        </pc:spChg>
        <pc:spChg chg="add mod">
          <ac:chgData name="Ashley Warren" userId="d10fd33e-1b6e-46b9-9a62-07bf763cb9b8" providerId="ADAL" clId="{D123E33D-052B-4988-AC2D-F11A208BA2BB}" dt="2026-06-10T17:03:43.087" v="3942" actId="1035"/>
          <ac:spMkLst>
            <pc:docMk/>
            <pc:sldMk cId="2507523056" sldId="1829"/>
            <ac:spMk id="26" creationId="{D77E325E-97CB-BBA1-C706-7652B941DFFD}"/>
          </ac:spMkLst>
        </pc:spChg>
        <pc:spChg chg="add mod">
          <ac:chgData name="Ashley Warren" userId="d10fd33e-1b6e-46b9-9a62-07bf763cb9b8" providerId="ADAL" clId="{D123E33D-052B-4988-AC2D-F11A208BA2BB}" dt="2026-06-10T17:03:43.087" v="3942" actId="1035"/>
          <ac:spMkLst>
            <pc:docMk/>
            <pc:sldMk cId="2507523056" sldId="1829"/>
            <ac:spMk id="27" creationId="{47F88608-E73E-C205-0A56-292238C33158}"/>
          </ac:spMkLst>
        </pc:spChg>
        <pc:spChg chg="add mod">
          <ac:chgData name="Ashley Warren" userId="d10fd33e-1b6e-46b9-9a62-07bf763cb9b8" providerId="ADAL" clId="{D123E33D-052B-4988-AC2D-F11A208BA2BB}" dt="2026-06-10T17:03:25" v="3912" actId="207"/>
          <ac:spMkLst>
            <pc:docMk/>
            <pc:sldMk cId="2507523056" sldId="1829"/>
            <ac:spMk id="28" creationId="{B3755B38-FAD3-E450-A302-56877F93D15B}"/>
          </ac:spMkLst>
        </pc:spChg>
        <pc:grpChg chg="add mod">
          <ac:chgData name="Ashley Warren" userId="d10fd33e-1b6e-46b9-9a62-07bf763cb9b8" providerId="ADAL" clId="{D123E33D-052B-4988-AC2D-F11A208BA2BB}" dt="2026-06-10T16:57:56.108" v="3447" actId="12789"/>
          <ac:grpSpMkLst>
            <pc:docMk/>
            <pc:sldMk cId="2507523056" sldId="1829"/>
            <ac:grpSpMk id="22" creationId="{EE14C414-D6D9-E8E4-70B1-B86F23A86107}"/>
          </ac:grpSpMkLst>
        </pc:grpChg>
        <pc:picChg chg="add del mod">
          <ac:chgData name="Ashley Warren" userId="d10fd33e-1b6e-46b9-9a62-07bf763cb9b8" providerId="ADAL" clId="{D123E33D-052B-4988-AC2D-F11A208BA2BB}" dt="2026-06-10T16:52:15.709" v="3376" actId="478"/>
          <ac:picMkLst>
            <pc:docMk/>
            <pc:sldMk cId="2507523056" sldId="1829"/>
            <ac:picMk id="13" creationId="{89B46FED-2E42-051B-8FD8-F433A606ECCD}"/>
          </ac:picMkLst>
        </pc:picChg>
        <pc:picChg chg="add mod modCrop">
          <ac:chgData name="Ashley Warren" userId="d10fd33e-1b6e-46b9-9a62-07bf763cb9b8" providerId="ADAL" clId="{D123E33D-052B-4988-AC2D-F11A208BA2BB}" dt="2026-06-10T17:03:43.087" v="3942" actId="1035"/>
          <ac:picMkLst>
            <pc:docMk/>
            <pc:sldMk cId="2507523056" sldId="1829"/>
            <ac:picMk id="15" creationId="{AFA4933E-22F2-2594-2BA3-35139F58152E}"/>
          </ac:picMkLst>
        </pc:picChg>
        <pc:picChg chg="add mod modCrop">
          <ac:chgData name="Ashley Warren" userId="d10fd33e-1b6e-46b9-9a62-07bf763cb9b8" providerId="ADAL" clId="{D123E33D-052B-4988-AC2D-F11A208BA2BB}" dt="2026-06-10T16:57:51.908" v="3446" actId="164"/>
          <ac:picMkLst>
            <pc:docMk/>
            <pc:sldMk cId="2507523056" sldId="1829"/>
            <ac:picMk id="19" creationId="{4A19AA20-B120-81A6-CB34-2CCBAE70D532}"/>
          </ac:picMkLst>
        </pc:picChg>
        <pc:picChg chg="add del mod">
          <ac:chgData name="Ashley Warren" userId="d10fd33e-1b6e-46b9-9a62-07bf763cb9b8" providerId="ADAL" clId="{D123E33D-052B-4988-AC2D-F11A208BA2BB}" dt="2026-06-10T16:49:20.096" v="3100" actId="478"/>
          <ac:picMkLst>
            <pc:docMk/>
            <pc:sldMk cId="2507523056" sldId="1829"/>
            <ac:picMk id="1026" creationId="{8594DDEB-2408-93F5-18F6-50E41771CA69}"/>
          </ac:picMkLst>
        </pc:picChg>
        <pc:cxnChg chg="add mod">
          <ac:chgData name="Ashley Warren" userId="d10fd33e-1b6e-46b9-9a62-07bf763cb9b8" providerId="ADAL" clId="{D123E33D-052B-4988-AC2D-F11A208BA2BB}" dt="2026-06-10T17:03:43.087" v="3942" actId="1035"/>
          <ac:cxnSpMkLst>
            <pc:docMk/>
            <pc:sldMk cId="2507523056" sldId="1829"/>
            <ac:cxnSpMk id="3" creationId="{EDD0A02B-9FBE-32F8-9CC7-0289551B36DE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1C64E7-216C-525A-1AA3-C7061AEB5D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291219-A469-D74A-E9E7-5C07321A7A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70E41-3046-455B-B604-BD026F949FCA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051F72-4438-B9BB-A3CB-BAE86041B2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4525E-0023-EB17-DE8C-3CD5AEFF15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E80229-9C99-4B96-82C2-2775C0A42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6847929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F8D88B-CAE8-48CA-AE53-960576B078FB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5A8297-1C79-46DB-AD97-353C4A94DD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54430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9280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7262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A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raphic 3">
            <a:extLst>
              <a:ext uri="{FF2B5EF4-FFF2-40B4-BE49-F238E27FC236}">
                <a16:creationId xmlns:a16="http://schemas.microsoft.com/office/drawing/2014/main" id="{93CB6364-63F9-4A2C-DFAD-C8F0E6CC6BCC}"/>
              </a:ext>
            </a:extLst>
          </p:cNvPr>
          <p:cNvSpPr/>
          <p:nvPr userDrawn="1"/>
        </p:nvSpPr>
        <p:spPr>
          <a:xfrm rot="2507668">
            <a:off x="6408147" y="-184624"/>
            <a:ext cx="5813499" cy="6365677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F5F5F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232254F0-996C-7FB8-8A46-D7F1551D7E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122" y="405290"/>
            <a:ext cx="2671880" cy="1048703"/>
          </a:xfrm>
          <a:prstGeom prst="rect">
            <a:avLst/>
          </a:prstGeom>
        </p:spPr>
      </p:pic>
      <p:sp>
        <p:nvSpPr>
          <p:cNvPr id="19" name="Graphic 43">
            <a:extLst>
              <a:ext uri="{FF2B5EF4-FFF2-40B4-BE49-F238E27FC236}">
                <a16:creationId xmlns:a16="http://schemas.microsoft.com/office/drawing/2014/main" id="{FB4DA8FF-DB59-5BEB-6877-4A697C2212AA}"/>
              </a:ext>
            </a:extLst>
          </p:cNvPr>
          <p:cNvSpPr/>
          <p:nvPr userDrawn="1"/>
        </p:nvSpPr>
        <p:spPr>
          <a:xfrm>
            <a:off x="2881030" y="5743442"/>
            <a:ext cx="2764641" cy="2764641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1" name="Graphic 2">
            <a:extLst>
              <a:ext uri="{FF2B5EF4-FFF2-40B4-BE49-F238E27FC236}">
                <a16:creationId xmlns:a16="http://schemas.microsoft.com/office/drawing/2014/main" id="{047253CC-E091-F78D-CD7B-50C978680BB8}"/>
              </a:ext>
            </a:extLst>
          </p:cNvPr>
          <p:cNvSpPr/>
          <p:nvPr userDrawn="1"/>
        </p:nvSpPr>
        <p:spPr>
          <a:xfrm rot="1802222">
            <a:off x="7029375" y="191767"/>
            <a:ext cx="1007938" cy="900971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7C21709-CCE3-D7CB-C4E5-8DAF2C05A9FB}"/>
              </a:ext>
            </a:extLst>
          </p:cNvPr>
          <p:cNvGrpSpPr/>
          <p:nvPr userDrawn="1"/>
        </p:nvGrpSpPr>
        <p:grpSpPr>
          <a:xfrm>
            <a:off x="5199094" y="660303"/>
            <a:ext cx="910956" cy="913815"/>
            <a:chOff x="5600613" y="586069"/>
            <a:chExt cx="3320474" cy="3330895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57631DC-CAB7-BDC0-D58E-9244761EE6CB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AC27237-0B0B-9FF9-2055-169B5B4283F8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450E186-D622-0C37-D47B-3643824FE611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4EA21D1-349E-C28D-AED1-A844FB2BC784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0FBDF5A-736A-0895-A174-336C3F95DA44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0DA19C9-8A3E-59A9-7F89-2752DA601517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9" name="Graphic 40">
            <a:extLst>
              <a:ext uri="{FF2B5EF4-FFF2-40B4-BE49-F238E27FC236}">
                <a16:creationId xmlns:a16="http://schemas.microsoft.com/office/drawing/2014/main" id="{91098C20-BDBF-1EF9-4262-E29D5A61C46A}"/>
              </a:ext>
            </a:extLst>
          </p:cNvPr>
          <p:cNvSpPr/>
          <p:nvPr userDrawn="1"/>
        </p:nvSpPr>
        <p:spPr>
          <a:xfrm rot="20340354">
            <a:off x="11410429" y="4216659"/>
            <a:ext cx="1233330" cy="1370906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0" name="Graphic 43">
            <a:extLst>
              <a:ext uri="{FF2B5EF4-FFF2-40B4-BE49-F238E27FC236}">
                <a16:creationId xmlns:a16="http://schemas.microsoft.com/office/drawing/2014/main" id="{0D0DC771-30D5-423E-939A-885384378D7F}"/>
              </a:ext>
            </a:extLst>
          </p:cNvPr>
          <p:cNvSpPr/>
          <p:nvPr userDrawn="1"/>
        </p:nvSpPr>
        <p:spPr>
          <a:xfrm>
            <a:off x="5680970" y="5078241"/>
            <a:ext cx="326168" cy="326168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1CEE9C9-4F65-CDB8-1DFF-C53A66F642B7}"/>
              </a:ext>
            </a:extLst>
          </p:cNvPr>
          <p:cNvGrpSpPr/>
          <p:nvPr userDrawn="1"/>
        </p:nvGrpSpPr>
        <p:grpSpPr>
          <a:xfrm>
            <a:off x="2173157" y="6402657"/>
            <a:ext cx="984136" cy="881132"/>
            <a:chOff x="5586412" y="1068343"/>
            <a:chExt cx="3151197" cy="2821379"/>
          </a:xfrm>
          <a:solidFill>
            <a:srgbClr val="4B64FF"/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6992DA4-E2D0-F090-1317-8EE0BF2B0E73}"/>
                </a:ext>
              </a:extLst>
            </p:cNvPr>
            <p:cNvSpPr/>
            <p:nvPr/>
          </p:nvSpPr>
          <p:spPr>
            <a:xfrm>
              <a:off x="5994119" y="3831017"/>
              <a:ext cx="1083991" cy="58705"/>
            </a:xfrm>
            <a:custGeom>
              <a:avLst/>
              <a:gdLst>
                <a:gd name="connsiteX0" fmla="*/ 1025287 w 1083991"/>
                <a:gd name="connsiteY0" fmla="*/ 29353 h 58705"/>
                <a:gd name="connsiteX1" fmla="*/ 1054639 w 1083991"/>
                <a:gd name="connsiteY1" fmla="*/ 0 h 58705"/>
                <a:gd name="connsiteX2" fmla="*/ 1054639 w 1083991"/>
                <a:gd name="connsiteY2" fmla="*/ 0 h 58705"/>
                <a:gd name="connsiteX3" fmla="*/ 1083992 w 1083991"/>
                <a:gd name="connsiteY3" fmla="*/ 29353 h 58705"/>
                <a:gd name="connsiteX4" fmla="*/ 1083992 w 1083991"/>
                <a:gd name="connsiteY4" fmla="*/ 29353 h 58705"/>
                <a:gd name="connsiteX5" fmla="*/ 1054639 w 1083991"/>
                <a:gd name="connsiteY5" fmla="*/ 58705 h 58705"/>
                <a:gd name="connsiteX6" fmla="*/ 1054639 w 1083991"/>
                <a:gd name="connsiteY6" fmla="*/ 58705 h 58705"/>
                <a:gd name="connsiteX7" fmla="*/ 1025287 w 1083991"/>
                <a:gd name="connsiteY7" fmla="*/ 29353 h 58705"/>
                <a:gd name="connsiteX8" fmla="*/ 0 w 1083991"/>
                <a:gd name="connsiteY8" fmla="*/ 29353 h 58705"/>
                <a:gd name="connsiteX9" fmla="*/ 29353 w 1083991"/>
                <a:gd name="connsiteY9" fmla="*/ 0 h 58705"/>
                <a:gd name="connsiteX10" fmla="*/ 29353 w 1083991"/>
                <a:gd name="connsiteY10" fmla="*/ 0 h 58705"/>
                <a:gd name="connsiteX11" fmla="*/ 58705 w 1083991"/>
                <a:gd name="connsiteY11" fmla="*/ 29353 h 58705"/>
                <a:gd name="connsiteX12" fmla="*/ 58705 w 1083991"/>
                <a:gd name="connsiteY12" fmla="*/ 29353 h 58705"/>
                <a:gd name="connsiteX13" fmla="*/ 29353 w 1083991"/>
                <a:gd name="connsiteY13" fmla="*/ 58705 h 58705"/>
                <a:gd name="connsiteX14" fmla="*/ 29353 w 1083991"/>
                <a:gd name="connsiteY14" fmla="*/ 58705 h 58705"/>
                <a:gd name="connsiteX15" fmla="*/ 0 w 1083991"/>
                <a:gd name="connsiteY15" fmla="*/ 29353 h 58705"/>
                <a:gd name="connsiteX16" fmla="*/ 911398 w 1083991"/>
                <a:gd name="connsiteY16" fmla="*/ 29353 h 58705"/>
                <a:gd name="connsiteX17" fmla="*/ 940751 w 1083991"/>
                <a:gd name="connsiteY17" fmla="*/ 0 h 58705"/>
                <a:gd name="connsiteX18" fmla="*/ 940751 w 1083991"/>
                <a:gd name="connsiteY18" fmla="*/ 0 h 58705"/>
                <a:gd name="connsiteX19" fmla="*/ 970104 w 1083991"/>
                <a:gd name="connsiteY19" fmla="*/ 29353 h 58705"/>
                <a:gd name="connsiteX20" fmla="*/ 970104 w 1083991"/>
                <a:gd name="connsiteY20" fmla="*/ 29353 h 58705"/>
                <a:gd name="connsiteX21" fmla="*/ 940751 w 1083991"/>
                <a:gd name="connsiteY21" fmla="*/ 58705 h 58705"/>
                <a:gd name="connsiteX22" fmla="*/ 940751 w 1083991"/>
                <a:gd name="connsiteY22" fmla="*/ 58705 h 58705"/>
                <a:gd name="connsiteX23" fmla="*/ 911398 w 1083991"/>
                <a:gd name="connsiteY23" fmla="*/ 29353 h 58705"/>
                <a:gd name="connsiteX24" fmla="*/ 797510 w 1083991"/>
                <a:gd name="connsiteY24" fmla="*/ 29353 h 58705"/>
                <a:gd name="connsiteX25" fmla="*/ 826863 w 1083991"/>
                <a:gd name="connsiteY25" fmla="*/ 0 h 58705"/>
                <a:gd name="connsiteX26" fmla="*/ 826863 w 1083991"/>
                <a:gd name="connsiteY26" fmla="*/ 0 h 58705"/>
                <a:gd name="connsiteX27" fmla="*/ 856216 w 1083991"/>
                <a:gd name="connsiteY27" fmla="*/ 29353 h 58705"/>
                <a:gd name="connsiteX28" fmla="*/ 856216 w 1083991"/>
                <a:gd name="connsiteY28" fmla="*/ 29353 h 58705"/>
                <a:gd name="connsiteX29" fmla="*/ 826863 w 1083991"/>
                <a:gd name="connsiteY29" fmla="*/ 58705 h 58705"/>
                <a:gd name="connsiteX30" fmla="*/ 826863 w 1083991"/>
                <a:gd name="connsiteY30" fmla="*/ 58705 h 58705"/>
                <a:gd name="connsiteX31" fmla="*/ 797510 w 1083991"/>
                <a:gd name="connsiteY31" fmla="*/ 29353 h 58705"/>
                <a:gd name="connsiteX32" fmla="*/ 455846 w 1083991"/>
                <a:gd name="connsiteY32" fmla="*/ 29353 h 58705"/>
                <a:gd name="connsiteX33" fmla="*/ 484905 w 1083991"/>
                <a:gd name="connsiteY33" fmla="*/ 0 h 58705"/>
                <a:gd name="connsiteX34" fmla="*/ 484905 w 1083991"/>
                <a:gd name="connsiteY34" fmla="*/ 0 h 58705"/>
                <a:gd name="connsiteX35" fmla="*/ 514551 w 1083991"/>
                <a:gd name="connsiteY35" fmla="*/ 29353 h 58705"/>
                <a:gd name="connsiteX36" fmla="*/ 514551 w 1083991"/>
                <a:gd name="connsiteY36" fmla="*/ 29353 h 58705"/>
                <a:gd name="connsiteX37" fmla="*/ 484905 w 1083991"/>
                <a:gd name="connsiteY37" fmla="*/ 58705 h 58705"/>
                <a:gd name="connsiteX38" fmla="*/ 484905 w 1083991"/>
                <a:gd name="connsiteY38" fmla="*/ 58705 h 58705"/>
                <a:gd name="connsiteX39" fmla="*/ 455846 w 1083991"/>
                <a:gd name="connsiteY39" fmla="*/ 29353 h 58705"/>
                <a:gd name="connsiteX40" fmla="*/ 113888 w 1083991"/>
                <a:gd name="connsiteY40" fmla="*/ 29353 h 58705"/>
                <a:gd name="connsiteX41" fmla="*/ 143241 w 1083991"/>
                <a:gd name="connsiteY41" fmla="*/ 0 h 58705"/>
                <a:gd name="connsiteX42" fmla="*/ 143241 w 1083991"/>
                <a:gd name="connsiteY42" fmla="*/ 0 h 58705"/>
                <a:gd name="connsiteX43" fmla="*/ 172593 w 1083991"/>
                <a:gd name="connsiteY43" fmla="*/ 29353 h 58705"/>
                <a:gd name="connsiteX44" fmla="*/ 172593 w 1083991"/>
                <a:gd name="connsiteY44" fmla="*/ 29353 h 58705"/>
                <a:gd name="connsiteX45" fmla="*/ 143241 w 1083991"/>
                <a:gd name="connsiteY45" fmla="*/ 58705 h 58705"/>
                <a:gd name="connsiteX46" fmla="*/ 143241 w 1083991"/>
                <a:gd name="connsiteY46" fmla="*/ 58705 h 58705"/>
                <a:gd name="connsiteX47" fmla="*/ 113888 w 1083991"/>
                <a:gd name="connsiteY47" fmla="*/ 29353 h 58705"/>
                <a:gd name="connsiteX48" fmla="*/ 683622 w 1083991"/>
                <a:gd name="connsiteY48" fmla="*/ 29353 h 58705"/>
                <a:gd name="connsiteX49" fmla="*/ 712975 w 1083991"/>
                <a:gd name="connsiteY49" fmla="*/ 0 h 58705"/>
                <a:gd name="connsiteX50" fmla="*/ 712975 w 1083991"/>
                <a:gd name="connsiteY50" fmla="*/ 0 h 58705"/>
                <a:gd name="connsiteX51" fmla="*/ 742327 w 1083991"/>
                <a:gd name="connsiteY51" fmla="*/ 29353 h 58705"/>
                <a:gd name="connsiteX52" fmla="*/ 742327 w 1083991"/>
                <a:gd name="connsiteY52" fmla="*/ 29353 h 58705"/>
                <a:gd name="connsiteX53" fmla="*/ 712975 w 1083991"/>
                <a:gd name="connsiteY53" fmla="*/ 58705 h 58705"/>
                <a:gd name="connsiteX54" fmla="*/ 712975 w 1083991"/>
                <a:gd name="connsiteY54" fmla="*/ 58705 h 58705"/>
                <a:gd name="connsiteX55" fmla="*/ 683622 w 1083991"/>
                <a:gd name="connsiteY55" fmla="*/ 29353 h 58705"/>
                <a:gd name="connsiteX56" fmla="*/ 569734 w 1083991"/>
                <a:gd name="connsiteY56" fmla="*/ 29353 h 58705"/>
                <a:gd name="connsiteX57" fmla="*/ 599087 w 1083991"/>
                <a:gd name="connsiteY57" fmla="*/ 0 h 58705"/>
                <a:gd name="connsiteX58" fmla="*/ 599087 w 1083991"/>
                <a:gd name="connsiteY58" fmla="*/ 0 h 58705"/>
                <a:gd name="connsiteX59" fmla="*/ 628439 w 1083991"/>
                <a:gd name="connsiteY59" fmla="*/ 29353 h 58705"/>
                <a:gd name="connsiteX60" fmla="*/ 628439 w 1083991"/>
                <a:gd name="connsiteY60" fmla="*/ 29353 h 58705"/>
                <a:gd name="connsiteX61" fmla="*/ 599087 w 1083991"/>
                <a:gd name="connsiteY61" fmla="*/ 58705 h 58705"/>
                <a:gd name="connsiteX62" fmla="*/ 599087 w 1083991"/>
                <a:gd name="connsiteY62" fmla="*/ 58705 h 58705"/>
                <a:gd name="connsiteX63" fmla="*/ 569734 w 1083991"/>
                <a:gd name="connsiteY63" fmla="*/ 29353 h 58705"/>
                <a:gd name="connsiteX64" fmla="*/ 341958 w 1083991"/>
                <a:gd name="connsiteY64" fmla="*/ 29353 h 58705"/>
                <a:gd name="connsiteX65" fmla="*/ 371017 w 1083991"/>
                <a:gd name="connsiteY65" fmla="*/ 0 h 58705"/>
                <a:gd name="connsiteX66" fmla="*/ 371017 w 1083991"/>
                <a:gd name="connsiteY66" fmla="*/ 0 h 58705"/>
                <a:gd name="connsiteX67" fmla="*/ 400663 w 1083991"/>
                <a:gd name="connsiteY67" fmla="*/ 29353 h 58705"/>
                <a:gd name="connsiteX68" fmla="*/ 400663 w 1083991"/>
                <a:gd name="connsiteY68" fmla="*/ 29353 h 58705"/>
                <a:gd name="connsiteX69" fmla="*/ 371017 w 1083991"/>
                <a:gd name="connsiteY69" fmla="*/ 58705 h 58705"/>
                <a:gd name="connsiteX70" fmla="*/ 371017 w 1083991"/>
                <a:gd name="connsiteY70" fmla="*/ 58705 h 58705"/>
                <a:gd name="connsiteX71" fmla="*/ 341958 w 1083991"/>
                <a:gd name="connsiteY71" fmla="*/ 29353 h 58705"/>
                <a:gd name="connsiteX72" fmla="*/ 227776 w 1083991"/>
                <a:gd name="connsiteY72" fmla="*/ 29353 h 58705"/>
                <a:gd name="connsiteX73" fmla="*/ 257129 w 1083991"/>
                <a:gd name="connsiteY73" fmla="*/ 0 h 58705"/>
                <a:gd name="connsiteX74" fmla="*/ 257129 w 1083991"/>
                <a:gd name="connsiteY74" fmla="*/ 0 h 58705"/>
                <a:gd name="connsiteX75" fmla="*/ 286481 w 1083991"/>
                <a:gd name="connsiteY75" fmla="*/ 29353 h 58705"/>
                <a:gd name="connsiteX76" fmla="*/ 286481 w 1083991"/>
                <a:gd name="connsiteY76" fmla="*/ 29353 h 58705"/>
                <a:gd name="connsiteX77" fmla="*/ 257129 w 1083991"/>
                <a:gd name="connsiteY77" fmla="*/ 58705 h 58705"/>
                <a:gd name="connsiteX78" fmla="*/ 257129 w 1083991"/>
                <a:gd name="connsiteY78" fmla="*/ 58705 h 58705"/>
                <a:gd name="connsiteX79" fmla="*/ 227776 w 1083991"/>
                <a:gd name="connsiteY79" fmla="*/ 29353 h 58705"/>
                <a:gd name="connsiteX80" fmla="*/ 143241 w 1083991"/>
                <a:gd name="connsiteY80" fmla="*/ 0 h 58705"/>
                <a:gd name="connsiteX81" fmla="*/ 143241 w 1083991"/>
                <a:gd name="connsiteY81" fmla="*/ 0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1083991" h="58705">
                  <a:moveTo>
                    <a:pt x="1025287" y="29353"/>
                  </a:moveTo>
                  <a:cubicBezTo>
                    <a:pt x="1025287" y="13209"/>
                    <a:pt x="1038495" y="0"/>
                    <a:pt x="1054639" y="0"/>
                  </a:cubicBezTo>
                  <a:lnTo>
                    <a:pt x="1054639" y="0"/>
                  </a:lnTo>
                  <a:cubicBezTo>
                    <a:pt x="1070783" y="0"/>
                    <a:pt x="1083992" y="13209"/>
                    <a:pt x="1083992" y="29353"/>
                  </a:cubicBezTo>
                  <a:lnTo>
                    <a:pt x="1083992" y="29353"/>
                  </a:lnTo>
                  <a:cubicBezTo>
                    <a:pt x="1083992" y="45496"/>
                    <a:pt x="1070783" y="58705"/>
                    <a:pt x="1054639" y="58705"/>
                  </a:cubicBezTo>
                  <a:lnTo>
                    <a:pt x="1054639" y="58705"/>
                  </a:lnTo>
                  <a:cubicBezTo>
                    <a:pt x="1038495" y="58705"/>
                    <a:pt x="1025287" y="45496"/>
                    <a:pt x="1025287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790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  <a:moveTo>
                    <a:pt x="911398" y="29353"/>
                  </a:moveTo>
                  <a:cubicBezTo>
                    <a:pt x="911398" y="13209"/>
                    <a:pt x="924607" y="0"/>
                    <a:pt x="940751" y="0"/>
                  </a:cubicBezTo>
                  <a:lnTo>
                    <a:pt x="940751" y="0"/>
                  </a:lnTo>
                  <a:cubicBezTo>
                    <a:pt x="956895" y="0"/>
                    <a:pt x="970104" y="13209"/>
                    <a:pt x="970104" y="29353"/>
                  </a:cubicBezTo>
                  <a:lnTo>
                    <a:pt x="970104" y="29353"/>
                  </a:lnTo>
                  <a:cubicBezTo>
                    <a:pt x="970104" y="45496"/>
                    <a:pt x="956895" y="58705"/>
                    <a:pt x="940751" y="58705"/>
                  </a:cubicBezTo>
                  <a:lnTo>
                    <a:pt x="940751" y="58705"/>
                  </a:lnTo>
                  <a:cubicBezTo>
                    <a:pt x="924607" y="58705"/>
                    <a:pt x="911398" y="45496"/>
                    <a:pt x="911398" y="29353"/>
                  </a:cubicBezTo>
                  <a:close/>
                  <a:moveTo>
                    <a:pt x="797510" y="29353"/>
                  </a:moveTo>
                  <a:cubicBezTo>
                    <a:pt x="797510" y="13209"/>
                    <a:pt x="810719" y="0"/>
                    <a:pt x="826863" y="0"/>
                  </a:cubicBezTo>
                  <a:lnTo>
                    <a:pt x="826863" y="0"/>
                  </a:lnTo>
                  <a:cubicBezTo>
                    <a:pt x="843007" y="0"/>
                    <a:pt x="856216" y="13209"/>
                    <a:pt x="856216" y="29353"/>
                  </a:cubicBezTo>
                  <a:lnTo>
                    <a:pt x="856216" y="29353"/>
                  </a:lnTo>
                  <a:cubicBezTo>
                    <a:pt x="856216" y="45496"/>
                    <a:pt x="843007" y="58705"/>
                    <a:pt x="826863" y="58705"/>
                  </a:cubicBezTo>
                  <a:lnTo>
                    <a:pt x="826863" y="58705"/>
                  </a:lnTo>
                  <a:cubicBezTo>
                    <a:pt x="810719" y="58705"/>
                    <a:pt x="797510" y="45496"/>
                    <a:pt x="797510" y="29353"/>
                  </a:cubicBezTo>
                  <a:close/>
                  <a:moveTo>
                    <a:pt x="455846" y="29353"/>
                  </a:moveTo>
                  <a:cubicBezTo>
                    <a:pt x="455846" y="12915"/>
                    <a:pt x="468761" y="0"/>
                    <a:pt x="484905" y="0"/>
                  </a:cubicBezTo>
                  <a:lnTo>
                    <a:pt x="484905" y="0"/>
                  </a:lnTo>
                  <a:cubicBezTo>
                    <a:pt x="501343" y="0"/>
                    <a:pt x="514551" y="13209"/>
                    <a:pt x="514551" y="29353"/>
                  </a:cubicBezTo>
                  <a:lnTo>
                    <a:pt x="514551" y="29353"/>
                  </a:lnTo>
                  <a:cubicBezTo>
                    <a:pt x="514551" y="45496"/>
                    <a:pt x="501343" y="58705"/>
                    <a:pt x="484905" y="58705"/>
                  </a:cubicBezTo>
                  <a:lnTo>
                    <a:pt x="484905" y="58705"/>
                  </a:lnTo>
                  <a:cubicBezTo>
                    <a:pt x="468761" y="58705"/>
                    <a:pt x="455846" y="45496"/>
                    <a:pt x="455846" y="29353"/>
                  </a:cubicBezTo>
                  <a:close/>
                  <a:moveTo>
                    <a:pt x="113888" y="29353"/>
                  </a:moveTo>
                  <a:cubicBezTo>
                    <a:pt x="113888" y="13209"/>
                    <a:pt x="127097" y="0"/>
                    <a:pt x="143241" y="0"/>
                  </a:cubicBezTo>
                  <a:lnTo>
                    <a:pt x="143241" y="0"/>
                  </a:lnTo>
                  <a:cubicBezTo>
                    <a:pt x="159385" y="0"/>
                    <a:pt x="172593" y="13209"/>
                    <a:pt x="172593" y="29353"/>
                  </a:cubicBezTo>
                  <a:lnTo>
                    <a:pt x="172593" y="29353"/>
                  </a:lnTo>
                  <a:cubicBezTo>
                    <a:pt x="172593" y="45496"/>
                    <a:pt x="159678" y="58705"/>
                    <a:pt x="143241" y="58705"/>
                  </a:cubicBezTo>
                  <a:lnTo>
                    <a:pt x="143241" y="58705"/>
                  </a:lnTo>
                  <a:cubicBezTo>
                    <a:pt x="127097" y="58705"/>
                    <a:pt x="113888" y="45496"/>
                    <a:pt x="113888" y="29353"/>
                  </a:cubicBezTo>
                  <a:close/>
                  <a:moveTo>
                    <a:pt x="683622" y="29353"/>
                  </a:moveTo>
                  <a:cubicBezTo>
                    <a:pt x="683622" y="13209"/>
                    <a:pt x="696537" y="0"/>
                    <a:pt x="712975" y="0"/>
                  </a:cubicBezTo>
                  <a:lnTo>
                    <a:pt x="712975" y="0"/>
                  </a:lnTo>
                  <a:cubicBezTo>
                    <a:pt x="729119" y="0"/>
                    <a:pt x="742327" y="13209"/>
                    <a:pt x="742327" y="29353"/>
                  </a:cubicBezTo>
                  <a:lnTo>
                    <a:pt x="742327" y="29353"/>
                  </a:lnTo>
                  <a:cubicBezTo>
                    <a:pt x="742327" y="45496"/>
                    <a:pt x="729119" y="58705"/>
                    <a:pt x="712975" y="58705"/>
                  </a:cubicBezTo>
                  <a:lnTo>
                    <a:pt x="712975" y="58705"/>
                  </a:lnTo>
                  <a:cubicBezTo>
                    <a:pt x="696537" y="58705"/>
                    <a:pt x="683622" y="45496"/>
                    <a:pt x="683622" y="29353"/>
                  </a:cubicBezTo>
                  <a:close/>
                  <a:moveTo>
                    <a:pt x="569734" y="29353"/>
                  </a:moveTo>
                  <a:cubicBezTo>
                    <a:pt x="569734" y="13209"/>
                    <a:pt x="582649" y="0"/>
                    <a:pt x="599087" y="0"/>
                  </a:cubicBezTo>
                  <a:lnTo>
                    <a:pt x="599087" y="0"/>
                  </a:lnTo>
                  <a:cubicBezTo>
                    <a:pt x="615231" y="0"/>
                    <a:pt x="628439" y="13209"/>
                    <a:pt x="628439" y="29353"/>
                  </a:cubicBezTo>
                  <a:lnTo>
                    <a:pt x="628439" y="29353"/>
                  </a:lnTo>
                  <a:cubicBezTo>
                    <a:pt x="628439" y="45496"/>
                    <a:pt x="615231" y="58705"/>
                    <a:pt x="599087" y="58705"/>
                  </a:cubicBezTo>
                  <a:lnTo>
                    <a:pt x="599087" y="58705"/>
                  </a:lnTo>
                  <a:cubicBezTo>
                    <a:pt x="582649" y="58705"/>
                    <a:pt x="569734" y="45496"/>
                    <a:pt x="569734" y="29353"/>
                  </a:cubicBezTo>
                  <a:close/>
                  <a:moveTo>
                    <a:pt x="341958" y="29353"/>
                  </a:moveTo>
                  <a:cubicBezTo>
                    <a:pt x="341958" y="13209"/>
                    <a:pt x="354873" y="0"/>
                    <a:pt x="371017" y="0"/>
                  </a:cubicBezTo>
                  <a:lnTo>
                    <a:pt x="371017" y="0"/>
                  </a:lnTo>
                  <a:cubicBezTo>
                    <a:pt x="387454" y="0"/>
                    <a:pt x="400663" y="13209"/>
                    <a:pt x="400663" y="29353"/>
                  </a:cubicBezTo>
                  <a:lnTo>
                    <a:pt x="400663" y="29353"/>
                  </a:lnTo>
                  <a:cubicBezTo>
                    <a:pt x="400663" y="45496"/>
                    <a:pt x="387454" y="58705"/>
                    <a:pt x="371017" y="58705"/>
                  </a:cubicBezTo>
                  <a:lnTo>
                    <a:pt x="371017" y="58705"/>
                  </a:lnTo>
                  <a:cubicBezTo>
                    <a:pt x="354873" y="58705"/>
                    <a:pt x="341958" y="45496"/>
                    <a:pt x="341958" y="29353"/>
                  </a:cubicBezTo>
                  <a:close/>
                  <a:moveTo>
                    <a:pt x="227776" y="29353"/>
                  </a:moveTo>
                  <a:cubicBezTo>
                    <a:pt x="227776" y="13209"/>
                    <a:pt x="240985" y="0"/>
                    <a:pt x="257129" y="0"/>
                  </a:cubicBezTo>
                  <a:lnTo>
                    <a:pt x="257129" y="0"/>
                  </a:lnTo>
                  <a:cubicBezTo>
                    <a:pt x="273566" y="0"/>
                    <a:pt x="286481" y="12915"/>
                    <a:pt x="286481" y="29353"/>
                  </a:cubicBezTo>
                  <a:lnTo>
                    <a:pt x="286481" y="29353"/>
                  </a:lnTo>
                  <a:cubicBezTo>
                    <a:pt x="286481" y="45496"/>
                    <a:pt x="273566" y="58705"/>
                    <a:pt x="257129" y="58705"/>
                  </a:cubicBezTo>
                  <a:lnTo>
                    <a:pt x="257129" y="58705"/>
                  </a:lnTo>
                  <a:cubicBezTo>
                    <a:pt x="240985" y="58705"/>
                    <a:pt x="227776" y="45496"/>
                    <a:pt x="227776" y="29353"/>
                  </a:cubicBezTo>
                  <a:close/>
                  <a:moveTo>
                    <a:pt x="143241" y="0"/>
                  </a:moveTo>
                  <a:lnTo>
                    <a:pt x="143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9F69B22-AF86-AF28-743C-E8960CB10388}"/>
                </a:ext>
              </a:extLst>
            </p:cNvPr>
            <p:cNvSpPr/>
            <p:nvPr/>
          </p:nvSpPr>
          <p:spPr>
            <a:xfrm>
              <a:off x="5770907" y="3814769"/>
              <a:ext cx="58385" cy="58808"/>
            </a:xfrm>
            <a:custGeom>
              <a:avLst/>
              <a:gdLst>
                <a:gd name="connsiteX0" fmla="*/ 20092 w 58385"/>
                <a:gd name="connsiteY0" fmla="*/ 57341 h 58808"/>
                <a:gd name="connsiteX1" fmla="*/ 1600 w 58385"/>
                <a:gd name="connsiteY1" fmla="*/ 20063 h 58808"/>
                <a:gd name="connsiteX2" fmla="*/ 1600 w 58385"/>
                <a:gd name="connsiteY2" fmla="*/ 20063 h 58808"/>
                <a:gd name="connsiteX3" fmla="*/ 38584 w 58385"/>
                <a:gd name="connsiteY3" fmla="*/ 1571 h 58808"/>
                <a:gd name="connsiteX4" fmla="*/ 38584 w 58385"/>
                <a:gd name="connsiteY4" fmla="*/ 1571 h 58808"/>
                <a:gd name="connsiteX5" fmla="*/ 56783 w 58385"/>
                <a:gd name="connsiteY5" fmla="*/ 38849 h 58808"/>
                <a:gd name="connsiteX6" fmla="*/ 56783 w 58385"/>
                <a:gd name="connsiteY6" fmla="*/ 38849 h 58808"/>
                <a:gd name="connsiteX7" fmla="*/ 29192 w 58385"/>
                <a:gd name="connsiteY7" fmla="*/ 58809 h 58808"/>
                <a:gd name="connsiteX8" fmla="*/ 29192 w 58385"/>
                <a:gd name="connsiteY8" fmla="*/ 58809 h 58808"/>
                <a:gd name="connsiteX9" fmla="*/ 19799 w 58385"/>
                <a:gd name="connsiteY9" fmla="*/ 57341 h 58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385" h="58808">
                  <a:moveTo>
                    <a:pt x="20092" y="57341"/>
                  </a:moveTo>
                  <a:cubicBezTo>
                    <a:pt x="4535" y="52057"/>
                    <a:pt x="-3683" y="35326"/>
                    <a:pt x="1600" y="20063"/>
                  </a:cubicBezTo>
                  <a:lnTo>
                    <a:pt x="1600" y="20063"/>
                  </a:lnTo>
                  <a:cubicBezTo>
                    <a:pt x="6590" y="4800"/>
                    <a:pt x="23321" y="-3712"/>
                    <a:pt x="38584" y="1571"/>
                  </a:cubicBezTo>
                  <a:lnTo>
                    <a:pt x="38584" y="1571"/>
                  </a:lnTo>
                  <a:cubicBezTo>
                    <a:pt x="53848" y="6855"/>
                    <a:pt x="62067" y="23292"/>
                    <a:pt x="56783" y="38849"/>
                  </a:cubicBezTo>
                  <a:lnTo>
                    <a:pt x="56783" y="38849"/>
                  </a:lnTo>
                  <a:cubicBezTo>
                    <a:pt x="52674" y="50883"/>
                    <a:pt x="41226" y="58809"/>
                    <a:pt x="29192" y="58809"/>
                  </a:cubicBezTo>
                  <a:lnTo>
                    <a:pt x="29192" y="58809"/>
                  </a:lnTo>
                  <a:cubicBezTo>
                    <a:pt x="25963" y="58809"/>
                    <a:pt x="22734" y="58222"/>
                    <a:pt x="19799" y="573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9A41EA0-8B23-C17B-F54F-182D5545DE1E}"/>
                </a:ext>
              </a:extLst>
            </p:cNvPr>
            <p:cNvSpPr/>
            <p:nvPr/>
          </p:nvSpPr>
          <p:spPr>
            <a:xfrm>
              <a:off x="5586412" y="3522639"/>
              <a:ext cx="74480" cy="188031"/>
            </a:xfrm>
            <a:custGeom>
              <a:avLst/>
              <a:gdLst>
                <a:gd name="connsiteX0" fmla="*/ 17612 w 74480"/>
                <a:gd name="connsiteY0" fmla="*/ 168952 h 188031"/>
                <a:gd name="connsiteX1" fmla="*/ 34636 w 74480"/>
                <a:gd name="connsiteY1" fmla="*/ 131088 h 188031"/>
                <a:gd name="connsiteX2" fmla="*/ 34636 w 74480"/>
                <a:gd name="connsiteY2" fmla="*/ 131088 h 188031"/>
                <a:gd name="connsiteX3" fmla="*/ 72501 w 74480"/>
                <a:gd name="connsiteY3" fmla="*/ 148112 h 188031"/>
                <a:gd name="connsiteX4" fmla="*/ 72501 w 74480"/>
                <a:gd name="connsiteY4" fmla="*/ 148112 h 188031"/>
                <a:gd name="connsiteX5" fmla="*/ 55476 w 74480"/>
                <a:gd name="connsiteY5" fmla="*/ 185977 h 188031"/>
                <a:gd name="connsiteX6" fmla="*/ 55476 w 74480"/>
                <a:gd name="connsiteY6" fmla="*/ 185977 h 188031"/>
                <a:gd name="connsiteX7" fmla="*/ 45203 w 74480"/>
                <a:gd name="connsiteY7" fmla="*/ 188031 h 188031"/>
                <a:gd name="connsiteX8" fmla="*/ 45203 w 74480"/>
                <a:gd name="connsiteY8" fmla="*/ 188031 h 188031"/>
                <a:gd name="connsiteX9" fmla="*/ 17612 w 74480"/>
                <a:gd name="connsiteY9" fmla="*/ 168952 h 188031"/>
                <a:gd name="connsiteX10" fmla="*/ 26124 w 74480"/>
                <a:gd name="connsiteY10" fmla="*/ 58587 h 188031"/>
                <a:gd name="connsiteX11" fmla="*/ 294 w 74480"/>
                <a:gd name="connsiteY11" fmla="*/ 26299 h 188031"/>
                <a:gd name="connsiteX12" fmla="*/ 0 w 74480"/>
                <a:gd name="connsiteY12" fmla="*/ 26299 h 188031"/>
                <a:gd name="connsiteX13" fmla="*/ 32288 w 74480"/>
                <a:gd name="connsiteY13" fmla="*/ 175 h 188031"/>
                <a:gd name="connsiteX14" fmla="*/ 32288 w 74480"/>
                <a:gd name="connsiteY14" fmla="*/ 175 h 188031"/>
                <a:gd name="connsiteX15" fmla="*/ 58412 w 74480"/>
                <a:gd name="connsiteY15" fmla="*/ 32756 h 188031"/>
                <a:gd name="connsiteX16" fmla="*/ 58412 w 74480"/>
                <a:gd name="connsiteY16" fmla="*/ 32756 h 188031"/>
                <a:gd name="connsiteX17" fmla="*/ 29059 w 74480"/>
                <a:gd name="connsiteY17" fmla="*/ 58880 h 188031"/>
                <a:gd name="connsiteX18" fmla="*/ 29059 w 74480"/>
                <a:gd name="connsiteY18" fmla="*/ 58880 h 188031"/>
                <a:gd name="connsiteX19" fmla="*/ 25830 w 74480"/>
                <a:gd name="connsiteY19" fmla="*/ 58587 h 18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4480" h="188031">
                  <a:moveTo>
                    <a:pt x="17612" y="168952"/>
                  </a:moveTo>
                  <a:cubicBezTo>
                    <a:pt x="12035" y="153689"/>
                    <a:pt x="19373" y="136664"/>
                    <a:pt x="34636" y="131088"/>
                  </a:cubicBezTo>
                  <a:lnTo>
                    <a:pt x="34636" y="131088"/>
                  </a:lnTo>
                  <a:cubicBezTo>
                    <a:pt x="49899" y="125217"/>
                    <a:pt x="66924" y="133142"/>
                    <a:pt x="72501" y="148112"/>
                  </a:cubicBezTo>
                  <a:lnTo>
                    <a:pt x="72501" y="148112"/>
                  </a:lnTo>
                  <a:cubicBezTo>
                    <a:pt x="78371" y="163375"/>
                    <a:pt x="70740" y="180400"/>
                    <a:pt x="55476" y="185977"/>
                  </a:cubicBezTo>
                  <a:lnTo>
                    <a:pt x="55476" y="185977"/>
                  </a:lnTo>
                  <a:cubicBezTo>
                    <a:pt x="51954" y="187444"/>
                    <a:pt x="48432" y="188031"/>
                    <a:pt x="45203" y="188031"/>
                  </a:cubicBezTo>
                  <a:lnTo>
                    <a:pt x="45203" y="188031"/>
                  </a:lnTo>
                  <a:cubicBezTo>
                    <a:pt x="33168" y="188031"/>
                    <a:pt x="22014" y="180693"/>
                    <a:pt x="17612" y="168952"/>
                  </a:cubicBezTo>
                  <a:close/>
                  <a:moveTo>
                    <a:pt x="26124" y="58587"/>
                  </a:moveTo>
                  <a:cubicBezTo>
                    <a:pt x="9980" y="56825"/>
                    <a:pt x="-1468" y="42443"/>
                    <a:pt x="294" y="26299"/>
                  </a:cubicBezTo>
                  <a:lnTo>
                    <a:pt x="0" y="26299"/>
                  </a:lnTo>
                  <a:cubicBezTo>
                    <a:pt x="1761" y="10155"/>
                    <a:pt x="16144" y="-1586"/>
                    <a:pt x="32288" y="175"/>
                  </a:cubicBezTo>
                  <a:lnTo>
                    <a:pt x="32288" y="175"/>
                  </a:lnTo>
                  <a:cubicBezTo>
                    <a:pt x="48432" y="2230"/>
                    <a:pt x="60173" y="16612"/>
                    <a:pt x="58412" y="32756"/>
                  </a:cubicBezTo>
                  <a:lnTo>
                    <a:pt x="58412" y="32756"/>
                  </a:lnTo>
                  <a:cubicBezTo>
                    <a:pt x="56651" y="47726"/>
                    <a:pt x="43735" y="58880"/>
                    <a:pt x="29059" y="58880"/>
                  </a:cubicBezTo>
                  <a:lnTo>
                    <a:pt x="29059" y="58880"/>
                  </a:lnTo>
                  <a:cubicBezTo>
                    <a:pt x="29059" y="58880"/>
                    <a:pt x="27004" y="58880"/>
                    <a:pt x="25830" y="5858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D6C17FA-1F9C-0F0C-F6D1-C9B5BD90CD03}"/>
                </a:ext>
              </a:extLst>
            </p:cNvPr>
            <p:cNvSpPr/>
            <p:nvPr/>
          </p:nvSpPr>
          <p:spPr>
            <a:xfrm>
              <a:off x="5685993" y="2892297"/>
              <a:ext cx="292439" cy="464087"/>
            </a:xfrm>
            <a:custGeom>
              <a:avLst/>
              <a:gdLst>
                <a:gd name="connsiteX0" fmla="*/ 14894 w 292439"/>
                <a:gd name="connsiteY0" fmla="*/ 460272 h 464087"/>
                <a:gd name="connsiteX1" fmla="*/ 4033 w 292439"/>
                <a:gd name="connsiteY1" fmla="*/ 420059 h 464087"/>
                <a:gd name="connsiteX2" fmla="*/ 4033 w 292439"/>
                <a:gd name="connsiteY2" fmla="*/ 420059 h 464087"/>
                <a:gd name="connsiteX3" fmla="*/ 43953 w 292439"/>
                <a:gd name="connsiteY3" fmla="*/ 409198 h 464087"/>
                <a:gd name="connsiteX4" fmla="*/ 43953 w 292439"/>
                <a:gd name="connsiteY4" fmla="*/ 409198 h 464087"/>
                <a:gd name="connsiteX5" fmla="*/ 54813 w 292439"/>
                <a:gd name="connsiteY5" fmla="*/ 449411 h 464087"/>
                <a:gd name="connsiteX6" fmla="*/ 54813 w 292439"/>
                <a:gd name="connsiteY6" fmla="*/ 449411 h 464087"/>
                <a:gd name="connsiteX7" fmla="*/ 29570 w 292439"/>
                <a:gd name="connsiteY7" fmla="*/ 464087 h 464087"/>
                <a:gd name="connsiteX8" fmla="*/ 29570 w 292439"/>
                <a:gd name="connsiteY8" fmla="*/ 464087 h 464087"/>
                <a:gd name="connsiteX9" fmla="*/ 14894 w 292439"/>
                <a:gd name="connsiteY9" fmla="*/ 460272 h 464087"/>
                <a:gd name="connsiteX10" fmla="*/ 73012 w 292439"/>
                <a:gd name="connsiteY10" fmla="*/ 358712 h 464087"/>
                <a:gd name="connsiteX11" fmla="*/ 62445 w 292439"/>
                <a:gd name="connsiteY11" fmla="*/ 318792 h 464087"/>
                <a:gd name="connsiteX12" fmla="*/ 62445 w 292439"/>
                <a:gd name="connsiteY12" fmla="*/ 318792 h 464087"/>
                <a:gd name="connsiteX13" fmla="*/ 102365 w 292439"/>
                <a:gd name="connsiteY13" fmla="*/ 307932 h 464087"/>
                <a:gd name="connsiteX14" fmla="*/ 102365 w 292439"/>
                <a:gd name="connsiteY14" fmla="*/ 307932 h 464087"/>
                <a:gd name="connsiteX15" fmla="*/ 113225 w 292439"/>
                <a:gd name="connsiteY15" fmla="*/ 348145 h 464087"/>
                <a:gd name="connsiteX16" fmla="*/ 113225 w 292439"/>
                <a:gd name="connsiteY16" fmla="*/ 348145 h 464087"/>
                <a:gd name="connsiteX17" fmla="*/ 87688 w 292439"/>
                <a:gd name="connsiteY17" fmla="*/ 362821 h 464087"/>
                <a:gd name="connsiteX18" fmla="*/ 87688 w 292439"/>
                <a:gd name="connsiteY18" fmla="*/ 362821 h 464087"/>
                <a:gd name="connsiteX19" fmla="*/ 73012 w 292439"/>
                <a:gd name="connsiteY19" fmla="*/ 358712 h 464087"/>
                <a:gd name="connsiteX20" fmla="*/ 131424 w 292439"/>
                <a:gd name="connsiteY20" fmla="*/ 257445 h 464087"/>
                <a:gd name="connsiteX21" fmla="*/ 120857 w 292439"/>
                <a:gd name="connsiteY21" fmla="*/ 217232 h 464087"/>
                <a:gd name="connsiteX22" fmla="*/ 120857 w 292439"/>
                <a:gd name="connsiteY22" fmla="*/ 217232 h 464087"/>
                <a:gd name="connsiteX23" fmla="*/ 160776 w 292439"/>
                <a:gd name="connsiteY23" fmla="*/ 206665 h 464087"/>
                <a:gd name="connsiteX24" fmla="*/ 160776 w 292439"/>
                <a:gd name="connsiteY24" fmla="*/ 206665 h 464087"/>
                <a:gd name="connsiteX25" fmla="*/ 171637 w 292439"/>
                <a:gd name="connsiteY25" fmla="*/ 246585 h 464087"/>
                <a:gd name="connsiteX26" fmla="*/ 171637 w 292439"/>
                <a:gd name="connsiteY26" fmla="*/ 246585 h 464087"/>
                <a:gd name="connsiteX27" fmla="*/ 146100 w 292439"/>
                <a:gd name="connsiteY27" fmla="*/ 261261 h 464087"/>
                <a:gd name="connsiteX28" fmla="*/ 146100 w 292439"/>
                <a:gd name="connsiteY28" fmla="*/ 261261 h 464087"/>
                <a:gd name="connsiteX29" fmla="*/ 131424 w 292439"/>
                <a:gd name="connsiteY29" fmla="*/ 257445 h 464087"/>
                <a:gd name="connsiteX30" fmla="*/ 190129 w 292439"/>
                <a:gd name="connsiteY30" fmla="*/ 156179 h 464087"/>
                <a:gd name="connsiteX31" fmla="*/ 179268 w 292439"/>
                <a:gd name="connsiteY31" fmla="*/ 115966 h 464087"/>
                <a:gd name="connsiteX32" fmla="*/ 179268 w 292439"/>
                <a:gd name="connsiteY32" fmla="*/ 115966 h 464087"/>
                <a:gd name="connsiteX33" fmla="*/ 219481 w 292439"/>
                <a:gd name="connsiteY33" fmla="*/ 105105 h 464087"/>
                <a:gd name="connsiteX34" fmla="*/ 219481 w 292439"/>
                <a:gd name="connsiteY34" fmla="*/ 105105 h 464087"/>
                <a:gd name="connsiteX35" fmla="*/ 230048 w 292439"/>
                <a:gd name="connsiteY35" fmla="*/ 145318 h 464087"/>
                <a:gd name="connsiteX36" fmla="*/ 230048 w 292439"/>
                <a:gd name="connsiteY36" fmla="*/ 145318 h 464087"/>
                <a:gd name="connsiteX37" fmla="*/ 204512 w 292439"/>
                <a:gd name="connsiteY37" fmla="*/ 159994 h 464087"/>
                <a:gd name="connsiteX38" fmla="*/ 204512 w 292439"/>
                <a:gd name="connsiteY38" fmla="*/ 159994 h 464087"/>
                <a:gd name="connsiteX39" fmla="*/ 190129 w 292439"/>
                <a:gd name="connsiteY39" fmla="*/ 156179 h 464087"/>
                <a:gd name="connsiteX40" fmla="*/ 248541 w 292439"/>
                <a:gd name="connsiteY40" fmla="*/ 54912 h 464087"/>
                <a:gd name="connsiteX41" fmla="*/ 237680 w 292439"/>
                <a:gd name="connsiteY41" fmla="*/ 14699 h 464087"/>
                <a:gd name="connsiteX42" fmla="*/ 237680 w 292439"/>
                <a:gd name="connsiteY42" fmla="*/ 14699 h 464087"/>
                <a:gd name="connsiteX43" fmla="*/ 277893 w 292439"/>
                <a:gd name="connsiteY43" fmla="*/ 3839 h 464087"/>
                <a:gd name="connsiteX44" fmla="*/ 277893 w 292439"/>
                <a:gd name="connsiteY44" fmla="*/ 3839 h 464087"/>
                <a:gd name="connsiteX45" fmla="*/ 288460 w 292439"/>
                <a:gd name="connsiteY45" fmla="*/ 44052 h 464087"/>
                <a:gd name="connsiteX46" fmla="*/ 288460 w 292439"/>
                <a:gd name="connsiteY46" fmla="*/ 44052 h 464087"/>
                <a:gd name="connsiteX47" fmla="*/ 263217 w 292439"/>
                <a:gd name="connsiteY47" fmla="*/ 58728 h 464087"/>
                <a:gd name="connsiteX48" fmla="*/ 263217 w 292439"/>
                <a:gd name="connsiteY48" fmla="*/ 58728 h 464087"/>
                <a:gd name="connsiteX49" fmla="*/ 248541 w 292439"/>
                <a:gd name="connsiteY49" fmla="*/ 54912 h 46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92439" h="464087">
                  <a:moveTo>
                    <a:pt x="14894" y="460272"/>
                  </a:moveTo>
                  <a:cubicBezTo>
                    <a:pt x="511" y="452053"/>
                    <a:pt x="-4185" y="434148"/>
                    <a:pt x="4033" y="420059"/>
                  </a:cubicBezTo>
                  <a:lnTo>
                    <a:pt x="4033" y="420059"/>
                  </a:lnTo>
                  <a:cubicBezTo>
                    <a:pt x="11959" y="405969"/>
                    <a:pt x="29864" y="401273"/>
                    <a:pt x="43953" y="409198"/>
                  </a:cubicBezTo>
                  <a:lnTo>
                    <a:pt x="43953" y="409198"/>
                  </a:lnTo>
                  <a:cubicBezTo>
                    <a:pt x="58042" y="417417"/>
                    <a:pt x="62739" y="435322"/>
                    <a:pt x="54813" y="449411"/>
                  </a:cubicBezTo>
                  <a:lnTo>
                    <a:pt x="54813" y="449411"/>
                  </a:lnTo>
                  <a:cubicBezTo>
                    <a:pt x="49530" y="458804"/>
                    <a:pt x="39550" y="464087"/>
                    <a:pt x="29570" y="464087"/>
                  </a:cubicBezTo>
                  <a:lnTo>
                    <a:pt x="29570" y="464087"/>
                  </a:lnTo>
                  <a:cubicBezTo>
                    <a:pt x="24580" y="464087"/>
                    <a:pt x="19297" y="462914"/>
                    <a:pt x="14894" y="460272"/>
                  </a:cubicBezTo>
                  <a:close/>
                  <a:moveTo>
                    <a:pt x="73012" y="358712"/>
                  </a:moveTo>
                  <a:cubicBezTo>
                    <a:pt x="58923" y="350786"/>
                    <a:pt x="54226" y="332588"/>
                    <a:pt x="62445" y="318792"/>
                  </a:cubicBezTo>
                  <a:lnTo>
                    <a:pt x="62445" y="318792"/>
                  </a:lnTo>
                  <a:cubicBezTo>
                    <a:pt x="70370" y="304703"/>
                    <a:pt x="88275" y="299713"/>
                    <a:pt x="102365" y="307932"/>
                  </a:cubicBezTo>
                  <a:lnTo>
                    <a:pt x="102365" y="307932"/>
                  </a:lnTo>
                  <a:cubicBezTo>
                    <a:pt x="116454" y="315857"/>
                    <a:pt x="121150" y="334055"/>
                    <a:pt x="113225" y="348145"/>
                  </a:cubicBezTo>
                  <a:lnTo>
                    <a:pt x="113225" y="348145"/>
                  </a:lnTo>
                  <a:cubicBezTo>
                    <a:pt x="107648" y="357538"/>
                    <a:pt x="97668" y="362821"/>
                    <a:pt x="87688" y="362821"/>
                  </a:cubicBezTo>
                  <a:lnTo>
                    <a:pt x="87688" y="362821"/>
                  </a:lnTo>
                  <a:cubicBezTo>
                    <a:pt x="82698" y="362821"/>
                    <a:pt x="77708" y="361353"/>
                    <a:pt x="73012" y="358712"/>
                  </a:cubicBezTo>
                  <a:close/>
                  <a:moveTo>
                    <a:pt x="131424" y="257445"/>
                  </a:moveTo>
                  <a:cubicBezTo>
                    <a:pt x="117334" y="249226"/>
                    <a:pt x="112638" y="231321"/>
                    <a:pt x="120857" y="217232"/>
                  </a:cubicBezTo>
                  <a:lnTo>
                    <a:pt x="120857" y="217232"/>
                  </a:lnTo>
                  <a:cubicBezTo>
                    <a:pt x="128782" y="203436"/>
                    <a:pt x="146687" y="198447"/>
                    <a:pt x="160776" y="206665"/>
                  </a:cubicBezTo>
                  <a:lnTo>
                    <a:pt x="160776" y="206665"/>
                  </a:lnTo>
                  <a:cubicBezTo>
                    <a:pt x="174866" y="214590"/>
                    <a:pt x="179562" y="232495"/>
                    <a:pt x="171637" y="246585"/>
                  </a:cubicBezTo>
                  <a:lnTo>
                    <a:pt x="171637" y="246585"/>
                  </a:lnTo>
                  <a:cubicBezTo>
                    <a:pt x="166060" y="255978"/>
                    <a:pt x="156373" y="261261"/>
                    <a:pt x="146100" y="261261"/>
                  </a:cubicBezTo>
                  <a:lnTo>
                    <a:pt x="146100" y="261261"/>
                  </a:lnTo>
                  <a:cubicBezTo>
                    <a:pt x="141110" y="261261"/>
                    <a:pt x="136120" y="260087"/>
                    <a:pt x="131424" y="257445"/>
                  </a:cubicBezTo>
                  <a:close/>
                  <a:moveTo>
                    <a:pt x="190129" y="156179"/>
                  </a:moveTo>
                  <a:cubicBezTo>
                    <a:pt x="176040" y="147960"/>
                    <a:pt x="171050" y="130055"/>
                    <a:pt x="179268" y="115966"/>
                  </a:cubicBezTo>
                  <a:lnTo>
                    <a:pt x="179268" y="115966"/>
                  </a:lnTo>
                  <a:cubicBezTo>
                    <a:pt x="187194" y="101876"/>
                    <a:pt x="205392" y="97180"/>
                    <a:pt x="219481" y="105105"/>
                  </a:cubicBezTo>
                  <a:lnTo>
                    <a:pt x="219481" y="105105"/>
                  </a:lnTo>
                  <a:cubicBezTo>
                    <a:pt x="233277" y="113324"/>
                    <a:pt x="238267" y="131229"/>
                    <a:pt x="230048" y="145318"/>
                  </a:cubicBezTo>
                  <a:lnTo>
                    <a:pt x="230048" y="145318"/>
                  </a:lnTo>
                  <a:cubicBezTo>
                    <a:pt x="224471" y="154711"/>
                    <a:pt x="214785" y="159994"/>
                    <a:pt x="204512" y="159994"/>
                  </a:cubicBezTo>
                  <a:lnTo>
                    <a:pt x="204512" y="159994"/>
                  </a:lnTo>
                  <a:cubicBezTo>
                    <a:pt x="199522" y="159994"/>
                    <a:pt x="194532" y="158821"/>
                    <a:pt x="190129" y="156179"/>
                  </a:cubicBezTo>
                  <a:close/>
                  <a:moveTo>
                    <a:pt x="248541" y="54912"/>
                  </a:moveTo>
                  <a:cubicBezTo>
                    <a:pt x="234451" y="46693"/>
                    <a:pt x="229461" y="28788"/>
                    <a:pt x="237680" y="14699"/>
                  </a:cubicBezTo>
                  <a:lnTo>
                    <a:pt x="237680" y="14699"/>
                  </a:lnTo>
                  <a:cubicBezTo>
                    <a:pt x="245899" y="610"/>
                    <a:pt x="263804" y="-4087"/>
                    <a:pt x="277893" y="3839"/>
                  </a:cubicBezTo>
                  <a:lnTo>
                    <a:pt x="277893" y="3839"/>
                  </a:lnTo>
                  <a:cubicBezTo>
                    <a:pt x="291689" y="12057"/>
                    <a:pt x="296679" y="29962"/>
                    <a:pt x="288460" y="44052"/>
                  </a:cubicBezTo>
                  <a:lnTo>
                    <a:pt x="288460" y="44052"/>
                  </a:lnTo>
                  <a:cubicBezTo>
                    <a:pt x="283177" y="53445"/>
                    <a:pt x="273197" y="58728"/>
                    <a:pt x="263217" y="58728"/>
                  </a:cubicBezTo>
                  <a:lnTo>
                    <a:pt x="263217" y="58728"/>
                  </a:lnTo>
                  <a:cubicBezTo>
                    <a:pt x="258227" y="58728"/>
                    <a:pt x="252943" y="57554"/>
                    <a:pt x="248541" y="549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42CC067-AEFC-9A60-F086-4A2351A3A794}"/>
                </a:ext>
              </a:extLst>
            </p:cNvPr>
            <p:cNvSpPr/>
            <p:nvPr/>
          </p:nvSpPr>
          <p:spPr>
            <a:xfrm>
              <a:off x="6035278" y="1307036"/>
              <a:ext cx="855937" cy="1443804"/>
            </a:xfrm>
            <a:custGeom>
              <a:avLst/>
              <a:gdLst>
                <a:gd name="connsiteX0" fmla="*/ 14611 w 855937"/>
                <a:gd name="connsiteY0" fmla="*/ 1439989 h 1443804"/>
                <a:gd name="connsiteX1" fmla="*/ 4044 w 855937"/>
                <a:gd name="connsiteY1" fmla="*/ 1399776 h 1443804"/>
                <a:gd name="connsiteX2" fmla="*/ 4044 w 855937"/>
                <a:gd name="connsiteY2" fmla="*/ 1399776 h 1443804"/>
                <a:gd name="connsiteX3" fmla="*/ 43964 w 855937"/>
                <a:gd name="connsiteY3" fmla="*/ 1389209 h 1443804"/>
                <a:gd name="connsiteX4" fmla="*/ 43964 w 855937"/>
                <a:gd name="connsiteY4" fmla="*/ 1389209 h 1443804"/>
                <a:gd name="connsiteX5" fmla="*/ 54824 w 855937"/>
                <a:gd name="connsiteY5" fmla="*/ 1429128 h 1443804"/>
                <a:gd name="connsiteX6" fmla="*/ 54824 w 855937"/>
                <a:gd name="connsiteY6" fmla="*/ 1429128 h 1443804"/>
                <a:gd name="connsiteX7" fmla="*/ 29287 w 855937"/>
                <a:gd name="connsiteY7" fmla="*/ 1443805 h 1443804"/>
                <a:gd name="connsiteX8" fmla="*/ 29287 w 855937"/>
                <a:gd name="connsiteY8" fmla="*/ 1443805 h 1443804"/>
                <a:gd name="connsiteX9" fmla="*/ 14611 w 855937"/>
                <a:gd name="connsiteY9" fmla="*/ 1439989 h 1443804"/>
                <a:gd name="connsiteX10" fmla="*/ 71849 w 855937"/>
                <a:gd name="connsiteY10" fmla="*/ 1341071 h 1443804"/>
                <a:gd name="connsiteX11" fmla="*/ 60988 w 855937"/>
                <a:gd name="connsiteY11" fmla="*/ 1300858 h 1443804"/>
                <a:gd name="connsiteX12" fmla="*/ 60988 w 855937"/>
                <a:gd name="connsiteY12" fmla="*/ 1300858 h 1443804"/>
                <a:gd name="connsiteX13" fmla="*/ 101201 w 855937"/>
                <a:gd name="connsiteY13" fmla="*/ 1290291 h 1443804"/>
                <a:gd name="connsiteX14" fmla="*/ 101201 w 855937"/>
                <a:gd name="connsiteY14" fmla="*/ 1290291 h 1443804"/>
                <a:gd name="connsiteX15" fmla="*/ 111768 w 855937"/>
                <a:gd name="connsiteY15" fmla="*/ 1330210 h 1443804"/>
                <a:gd name="connsiteX16" fmla="*/ 111768 w 855937"/>
                <a:gd name="connsiteY16" fmla="*/ 1330210 h 1443804"/>
                <a:gd name="connsiteX17" fmla="*/ 86525 w 855937"/>
                <a:gd name="connsiteY17" fmla="*/ 1344886 h 1443804"/>
                <a:gd name="connsiteX18" fmla="*/ 86525 w 855937"/>
                <a:gd name="connsiteY18" fmla="*/ 1344886 h 1443804"/>
                <a:gd name="connsiteX19" fmla="*/ 71849 w 855937"/>
                <a:gd name="connsiteY19" fmla="*/ 1341071 h 1443804"/>
                <a:gd name="connsiteX20" fmla="*/ 129086 w 855937"/>
                <a:gd name="connsiteY20" fmla="*/ 1242152 h 1443804"/>
                <a:gd name="connsiteX21" fmla="*/ 118226 w 855937"/>
                <a:gd name="connsiteY21" fmla="*/ 1202233 h 1443804"/>
                <a:gd name="connsiteX22" fmla="*/ 118226 w 855937"/>
                <a:gd name="connsiteY22" fmla="*/ 1202233 h 1443804"/>
                <a:gd name="connsiteX23" fmla="*/ 158439 w 855937"/>
                <a:gd name="connsiteY23" fmla="*/ 1191372 h 1443804"/>
                <a:gd name="connsiteX24" fmla="*/ 158439 w 855937"/>
                <a:gd name="connsiteY24" fmla="*/ 1191372 h 1443804"/>
                <a:gd name="connsiteX25" fmla="*/ 169006 w 855937"/>
                <a:gd name="connsiteY25" fmla="*/ 1231585 h 1443804"/>
                <a:gd name="connsiteX26" fmla="*/ 169006 w 855937"/>
                <a:gd name="connsiteY26" fmla="*/ 1231585 h 1443804"/>
                <a:gd name="connsiteX27" fmla="*/ 143469 w 855937"/>
                <a:gd name="connsiteY27" fmla="*/ 1246262 h 1443804"/>
                <a:gd name="connsiteX28" fmla="*/ 143469 w 855937"/>
                <a:gd name="connsiteY28" fmla="*/ 1246262 h 1443804"/>
                <a:gd name="connsiteX29" fmla="*/ 129086 w 855937"/>
                <a:gd name="connsiteY29" fmla="*/ 1242152 h 1443804"/>
                <a:gd name="connsiteX30" fmla="*/ 186030 w 855937"/>
                <a:gd name="connsiteY30" fmla="*/ 1143528 h 1443804"/>
                <a:gd name="connsiteX31" fmla="*/ 175463 w 855937"/>
                <a:gd name="connsiteY31" fmla="*/ 1103315 h 1443804"/>
                <a:gd name="connsiteX32" fmla="*/ 175463 w 855937"/>
                <a:gd name="connsiteY32" fmla="*/ 1103315 h 1443804"/>
                <a:gd name="connsiteX33" fmla="*/ 215676 w 855937"/>
                <a:gd name="connsiteY33" fmla="*/ 1092748 h 1443804"/>
                <a:gd name="connsiteX34" fmla="*/ 215676 w 855937"/>
                <a:gd name="connsiteY34" fmla="*/ 1092748 h 1443804"/>
                <a:gd name="connsiteX35" fmla="*/ 226243 w 855937"/>
                <a:gd name="connsiteY35" fmla="*/ 1132667 h 1443804"/>
                <a:gd name="connsiteX36" fmla="*/ 226243 w 855937"/>
                <a:gd name="connsiteY36" fmla="*/ 1132667 h 1443804"/>
                <a:gd name="connsiteX37" fmla="*/ 200707 w 855937"/>
                <a:gd name="connsiteY37" fmla="*/ 1147343 h 1443804"/>
                <a:gd name="connsiteX38" fmla="*/ 200707 w 855937"/>
                <a:gd name="connsiteY38" fmla="*/ 1147343 h 1443804"/>
                <a:gd name="connsiteX39" fmla="*/ 186030 w 855937"/>
                <a:gd name="connsiteY39" fmla="*/ 1143528 h 1443804"/>
                <a:gd name="connsiteX40" fmla="*/ 243268 w 855937"/>
                <a:gd name="connsiteY40" fmla="*/ 1044609 h 1443804"/>
                <a:gd name="connsiteX41" fmla="*/ 232701 w 855937"/>
                <a:gd name="connsiteY41" fmla="*/ 1004690 h 1443804"/>
                <a:gd name="connsiteX42" fmla="*/ 232701 w 855937"/>
                <a:gd name="connsiteY42" fmla="*/ 1004690 h 1443804"/>
                <a:gd name="connsiteX43" fmla="*/ 272914 w 855937"/>
                <a:gd name="connsiteY43" fmla="*/ 993829 h 1443804"/>
                <a:gd name="connsiteX44" fmla="*/ 272914 w 855937"/>
                <a:gd name="connsiteY44" fmla="*/ 993829 h 1443804"/>
                <a:gd name="connsiteX45" fmla="*/ 283481 w 855937"/>
                <a:gd name="connsiteY45" fmla="*/ 1034042 h 1443804"/>
                <a:gd name="connsiteX46" fmla="*/ 283481 w 855937"/>
                <a:gd name="connsiteY46" fmla="*/ 1034042 h 1443804"/>
                <a:gd name="connsiteX47" fmla="*/ 258238 w 855937"/>
                <a:gd name="connsiteY47" fmla="*/ 1048719 h 1443804"/>
                <a:gd name="connsiteX48" fmla="*/ 258238 w 855937"/>
                <a:gd name="connsiteY48" fmla="*/ 1048719 h 1443804"/>
                <a:gd name="connsiteX49" fmla="*/ 243268 w 855937"/>
                <a:gd name="connsiteY49" fmla="*/ 1044609 h 1443804"/>
                <a:gd name="connsiteX50" fmla="*/ 300506 w 855937"/>
                <a:gd name="connsiteY50" fmla="*/ 945985 h 1443804"/>
                <a:gd name="connsiteX51" fmla="*/ 289939 w 855937"/>
                <a:gd name="connsiteY51" fmla="*/ 905771 h 1443804"/>
                <a:gd name="connsiteX52" fmla="*/ 289939 w 855937"/>
                <a:gd name="connsiteY52" fmla="*/ 905771 h 1443804"/>
                <a:gd name="connsiteX53" fmla="*/ 329858 w 855937"/>
                <a:gd name="connsiteY53" fmla="*/ 895205 h 1443804"/>
                <a:gd name="connsiteX54" fmla="*/ 329858 w 855937"/>
                <a:gd name="connsiteY54" fmla="*/ 895205 h 1443804"/>
                <a:gd name="connsiteX55" fmla="*/ 340719 w 855937"/>
                <a:gd name="connsiteY55" fmla="*/ 935124 h 1443804"/>
                <a:gd name="connsiteX56" fmla="*/ 340719 w 855937"/>
                <a:gd name="connsiteY56" fmla="*/ 935124 h 1443804"/>
                <a:gd name="connsiteX57" fmla="*/ 315182 w 855937"/>
                <a:gd name="connsiteY57" fmla="*/ 949800 h 1443804"/>
                <a:gd name="connsiteX58" fmla="*/ 315182 w 855937"/>
                <a:gd name="connsiteY58" fmla="*/ 949800 h 1443804"/>
                <a:gd name="connsiteX59" fmla="*/ 300506 w 855937"/>
                <a:gd name="connsiteY59" fmla="*/ 945985 h 1443804"/>
                <a:gd name="connsiteX60" fmla="*/ 357743 w 855937"/>
                <a:gd name="connsiteY60" fmla="*/ 847066 h 1443804"/>
                <a:gd name="connsiteX61" fmla="*/ 347176 w 855937"/>
                <a:gd name="connsiteY61" fmla="*/ 807147 h 1443804"/>
                <a:gd name="connsiteX62" fmla="*/ 346883 w 855937"/>
                <a:gd name="connsiteY62" fmla="*/ 807147 h 1443804"/>
                <a:gd name="connsiteX63" fmla="*/ 387096 w 855937"/>
                <a:gd name="connsiteY63" fmla="*/ 796286 h 1443804"/>
                <a:gd name="connsiteX64" fmla="*/ 387096 w 855937"/>
                <a:gd name="connsiteY64" fmla="*/ 796286 h 1443804"/>
                <a:gd name="connsiteX65" fmla="*/ 397956 w 855937"/>
                <a:gd name="connsiteY65" fmla="*/ 836499 h 1443804"/>
                <a:gd name="connsiteX66" fmla="*/ 397956 w 855937"/>
                <a:gd name="connsiteY66" fmla="*/ 836499 h 1443804"/>
                <a:gd name="connsiteX67" fmla="*/ 372713 w 855937"/>
                <a:gd name="connsiteY67" fmla="*/ 851176 h 1443804"/>
                <a:gd name="connsiteX68" fmla="*/ 372713 w 855937"/>
                <a:gd name="connsiteY68" fmla="*/ 851176 h 1443804"/>
                <a:gd name="connsiteX69" fmla="*/ 358037 w 855937"/>
                <a:gd name="connsiteY69" fmla="*/ 847066 h 1443804"/>
                <a:gd name="connsiteX70" fmla="*/ 414981 w 855937"/>
                <a:gd name="connsiteY70" fmla="*/ 748148 h 1443804"/>
                <a:gd name="connsiteX71" fmla="*/ 404120 w 855937"/>
                <a:gd name="connsiteY71" fmla="*/ 708228 h 1443804"/>
                <a:gd name="connsiteX72" fmla="*/ 404120 w 855937"/>
                <a:gd name="connsiteY72" fmla="*/ 708228 h 1443804"/>
                <a:gd name="connsiteX73" fmla="*/ 444333 w 855937"/>
                <a:gd name="connsiteY73" fmla="*/ 697368 h 1443804"/>
                <a:gd name="connsiteX74" fmla="*/ 444333 w 855937"/>
                <a:gd name="connsiteY74" fmla="*/ 697368 h 1443804"/>
                <a:gd name="connsiteX75" fmla="*/ 454900 w 855937"/>
                <a:gd name="connsiteY75" fmla="*/ 737581 h 1443804"/>
                <a:gd name="connsiteX76" fmla="*/ 454900 w 855937"/>
                <a:gd name="connsiteY76" fmla="*/ 737581 h 1443804"/>
                <a:gd name="connsiteX77" fmla="*/ 429657 w 855937"/>
                <a:gd name="connsiteY77" fmla="*/ 752257 h 1443804"/>
                <a:gd name="connsiteX78" fmla="*/ 429657 w 855937"/>
                <a:gd name="connsiteY78" fmla="*/ 752257 h 1443804"/>
                <a:gd name="connsiteX79" fmla="*/ 414981 w 855937"/>
                <a:gd name="connsiteY79" fmla="*/ 748148 h 1443804"/>
                <a:gd name="connsiteX80" fmla="*/ 471925 w 855937"/>
                <a:gd name="connsiteY80" fmla="*/ 649523 h 1443804"/>
                <a:gd name="connsiteX81" fmla="*/ 461358 w 855937"/>
                <a:gd name="connsiteY81" fmla="*/ 609310 h 1443804"/>
                <a:gd name="connsiteX82" fmla="*/ 461358 w 855937"/>
                <a:gd name="connsiteY82" fmla="*/ 609310 h 1443804"/>
                <a:gd name="connsiteX83" fmla="*/ 501277 w 855937"/>
                <a:gd name="connsiteY83" fmla="*/ 598450 h 1443804"/>
                <a:gd name="connsiteX84" fmla="*/ 501277 w 855937"/>
                <a:gd name="connsiteY84" fmla="*/ 598450 h 1443804"/>
                <a:gd name="connsiteX85" fmla="*/ 512138 w 855937"/>
                <a:gd name="connsiteY85" fmla="*/ 638663 h 1443804"/>
                <a:gd name="connsiteX86" fmla="*/ 512138 w 855937"/>
                <a:gd name="connsiteY86" fmla="*/ 638663 h 1443804"/>
                <a:gd name="connsiteX87" fmla="*/ 486601 w 855937"/>
                <a:gd name="connsiteY87" fmla="*/ 653339 h 1443804"/>
                <a:gd name="connsiteX88" fmla="*/ 486601 w 855937"/>
                <a:gd name="connsiteY88" fmla="*/ 653339 h 1443804"/>
                <a:gd name="connsiteX89" fmla="*/ 471925 w 855937"/>
                <a:gd name="connsiteY89" fmla="*/ 649523 h 1443804"/>
                <a:gd name="connsiteX90" fmla="*/ 528869 w 855937"/>
                <a:gd name="connsiteY90" fmla="*/ 550605 h 1443804"/>
                <a:gd name="connsiteX91" fmla="*/ 518008 w 855937"/>
                <a:gd name="connsiteY91" fmla="*/ 510392 h 1443804"/>
                <a:gd name="connsiteX92" fmla="*/ 518008 w 855937"/>
                <a:gd name="connsiteY92" fmla="*/ 510392 h 1443804"/>
                <a:gd name="connsiteX93" fmla="*/ 557928 w 855937"/>
                <a:gd name="connsiteY93" fmla="*/ 499531 h 1443804"/>
                <a:gd name="connsiteX94" fmla="*/ 557928 w 855937"/>
                <a:gd name="connsiteY94" fmla="*/ 499531 h 1443804"/>
                <a:gd name="connsiteX95" fmla="*/ 568788 w 855937"/>
                <a:gd name="connsiteY95" fmla="*/ 539744 h 1443804"/>
                <a:gd name="connsiteX96" fmla="*/ 568788 w 855937"/>
                <a:gd name="connsiteY96" fmla="*/ 539744 h 1443804"/>
                <a:gd name="connsiteX97" fmla="*/ 543252 w 855937"/>
                <a:gd name="connsiteY97" fmla="*/ 554421 h 1443804"/>
                <a:gd name="connsiteX98" fmla="*/ 543252 w 855937"/>
                <a:gd name="connsiteY98" fmla="*/ 554421 h 1443804"/>
                <a:gd name="connsiteX99" fmla="*/ 528575 w 855937"/>
                <a:gd name="connsiteY99" fmla="*/ 550605 h 1443804"/>
                <a:gd name="connsiteX100" fmla="*/ 585813 w 855937"/>
                <a:gd name="connsiteY100" fmla="*/ 451687 h 1443804"/>
                <a:gd name="connsiteX101" fmla="*/ 574952 w 855937"/>
                <a:gd name="connsiteY101" fmla="*/ 411474 h 1443804"/>
                <a:gd name="connsiteX102" fmla="*/ 574952 w 855937"/>
                <a:gd name="connsiteY102" fmla="*/ 411474 h 1443804"/>
                <a:gd name="connsiteX103" fmla="*/ 615165 w 855937"/>
                <a:gd name="connsiteY103" fmla="*/ 400613 h 1443804"/>
                <a:gd name="connsiteX104" fmla="*/ 615165 w 855937"/>
                <a:gd name="connsiteY104" fmla="*/ 400613 h 1443804"/>
                <a:gd name="connsiteX105" fmla="*/ 626026 w 855937"/>
                <a:gd name="connsiteY105" fmla="*/ 440826 h 1443804"/>
                <a:gd name="connsiteX106" fmla="*/ 626026 w 855937"/>
                <a:gd name="connsiteY106" fmla="*/ 440826 h 1443804"/>
                <a:gd name="connsiteX107" fmla="*/ 600489 w 855937"/>
                <a:gd name="connsiteY107" fmla="*/ 455502 h 1443804"/>
                <a:gd name="connsiteX108" fmla="*/ 600489 w 855937"/>
                <a:gd name="connsiteY108" fmla="*/ 455502 h 1443804"/>
                <a:gd name="connsiteX109" fmla="*/ 585813 w 855937"/>
                <a:gd name="connsiteY109" fmla="*/ 451687 h 1443804"/>
                <a:gd name="connsiteX110" fmla="*/ 642757 w 855937"/>
                <a:gd name="connsiteY110" fmla="*/ 352475 h 1443804"/>
                <a:gd name="connsiteX111" fmla="*/ 631896 w 855937"/>
                <a:gd name="connsiteY111" fmla="*/ 312555 h 1443804"/>
                <a:gd name="connsiteX112" fmla="*/ 631896 w 855937"/>
                <a:gd name="connsiteY112" fmla="*/ 312555 h 1443804"/>
                <a:gd name="connsiteX113" fmla="*/ 671816 w 855937"/>
                <a:gd name="connsiteY113" fmla="*/ 301695 h 1443804"/>
                <a:gd name="connsiteX114" fmla="*/ 671816 w 855937"/>
                <a:gd name="connsiteY114" fmla="*/ 301695 h 1443804"/>
                <a:gd name="connsiteX115" fmla="*/ 682676 w 855937"/>
                <a:gd name="connsiteY115" fmla="*/ 341614 h 1443804"/>
                <a:gd name="connsiteX116" fmla="*/ 682676 w 855937"/>
                <a:gd name="connsiteY116" fmla="*/ 341614 h 1443804"/>
                <a:gd name="connsiteX117" fmla="*/ 657140 w 855937"/>
                <a:gd name="connsiteY117" fmla="*/ 356291 h 1443804"/>
                <a:gd name="connsiteX118" fmla="*/ 657140 w 855937"/>
                <a:gd name="connsiteY118" fmla="*/ 356291 h 1443804"/>
                <a:gd name="connsiteX119" fmla="*/ 642757 w 855937"/>
                <a:gd name="connsiteY119" fmla="*/ 352475 h 1443804"/>
                <a:gd name="connsiteX120" fmla="*/ 699407 w 855937"/>
                <a:gd name="connsiteY120" fmla="*/ 253263 h 1443804"/>
                <a:gd name="connsiteX121" fmla="*/ 688547 w 855937"/>
                <a:gd name="connsiteY121" fmla="*/ 213343 h 1443804"/>
                <a:gd name="connsiteX122" fmla="*/ 688253 w 855937"/>
                <a:gd name="connsiteY122" fmla="*/ 213343 h 1443804"/>
                <a:gd name="connsiteX123" fmla="*/ 728467 w 855937"/>
                <a:gd name="connsiteY123" fmla="*/ 202483 h 1443804"/>
                <a:gd name="connsiteX124" fmla="*/ 728467 w 855937"/>
                <a:gd name="connsiteY124" fmla="*/ 202483 h 1443804"/>
                <a:gd name="connsiteX125" fmla="*/ 739327 w 855937"/>
                <a:gd name="connsiteY125" fmla="*/ 242403 h 1443804"/>
                <a:gd name="connsiteX126" fmla="*/ 739327 w 855937"/>
                <a:gd name="connsiteY126" fmla="*/ 242403 h 1443804"/>
                <a:gd name="connsiteX127" fmla="*/ 713790 w 855937"/>
                <a:gd name="connsiteY127" fmla="*/ 257372 h 1443804"/>
                <a:gd name="connsiteX128" fmla="*/ 713790 w 855937"/>
                <a:gd name="connsiteY128" fmla="*/ 257372 h 1443804"/>
                <a:gd name="connsiteX129" fmla="*/ 699407 w 855937"/>
                <a:gd name="connsiteY129" fmla="*/ 253263 h 1443804"/>
                <a:gd name="connsiteX130" fmla="*/ 755764 w 855937"/>
                <a:gd name="connsiteY130" fmla="*/ 154345 h 1443804"/>
                <a:gd name="connsiteX131" fmla="*/ 744904 w 855937"/>
                <a:gd name="connsiteY131" fmla="*/ 114132 h 1443804"/>
                <a:gd name="connsiteX132" fmla="*/ 744904 w 855937"/>
                <a:gd name="connsiteY132" fmla="*/ 114132 h 1443804"/>
                <a:gd name="connsiteX133" fmla="*/ 784823 w 855937"/>
                <a:gd name="connsiteY133" fmla="*/ 103271 h 1443804"/>
                <a:gd name="connsiteX134" fmla="*/ 784823 w 855937"/>
                <a:gd name="connsiteY134" fmla="*/ 103271 h 1443804"/>
                <a:gd name="connsiteX135" fmla="*/ 795978 w 855937"/>
                <a:gd name="connsiteY135" fmla="*/ 143191 h 1443804"/>
                <a:gd name="connsiteX136" fmla="*/ 795978 w 855937"/>
                <a:gd name="connsiteY136" fmla="*/ 143191 h 1443804"/>
                <a:gd name="connsiteX137" fmla="*/ 770147 w 855937"/>
                <a:gd name="connsiteY137" fmla="*/ 158161 h 1443804"/>
                <a:gd name="connsiteX138" fmla="*/ 770147 w 855937"/>
                <a:gd name="connsiteY138" fmla="*/ 158161 h 1443804"/>
                <a:gd name="connsiteX139" fmla="*/ 755764 w 855937"/>
                <a:gd name="connsiteY139" fmla="*/ 154345 h 1443804"/>
                <a:gd name="connsiteX140" fmla="*/ 812121 w 855937"/>
                <a:gd name="connsiteY140" fmla="*/ 54839 h 1443804"/>
                <a:gd name="connsiteX141" fmla="*/ 800968 w 855937"/>
                <a:gd name="connsiteY141" fmla="*/ 14920 h 1443804"/>
                <a:gd name="connsiteX142" fmla="*/ 800968 w 855937"/>
                <a:gd name="connsiteY142" fmla="*/ 14920 h 1443804"/>
                <a:gd name="connsiteX143" fmla="*/ 840887 w 855937"/>
                <a:gd name="connsiteY143" fmla="*/ 3766 h 1443804"/>
                <a:gd name="connsiteX144" fmla="*/ 840887 w 855937"/>
                <a:gd name="connsiteY144" fmla="*/ 3766 h 1443804"/>
                <a:gd name="connsiteX145" fmla="*/ 852041 w 855937"/>
                <a:gd name="connsiteY145" fmla="*/ 43685 h 1443804"/>
                <a:gd name="connsiteX146" fmla="*/ 852041 w 855937"/>
                <a:gd name="connsiteY146" fmla="*/ 43685 h 1443804"/>
                <a:gd name="connsiteX147" fmla="*/ 826504 w 855937"/>
                <a:gd name="connsiteY147" fmla="*/ 58655 h 1443804"/>
                <a:gd name="connsiteX148" fmla="*/ 826504 w 855937"/>
                <a:gd name="connsiteY148" fmla="*/ 58655 h 1443804"/>
                <a:gd name="connsiteX149" fmla="*/ 812121 w 855937"/>
                <a:gd name="connsiteY149" fmla="*/ 54839 h 1443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855937" h="1443804">
                  <a:moveTo>
                    <a:pt x="14611" y="1439989"/>
                  </a:moveTo>
                  <a:cubicBezTo>
                    <a:pt x="522" y="1431770"/>
                    <a:pt x="-4175" y="1413865"/>
                    <a:pt x="4044" y="1399776"/>
                  </a:cubicBezTo>
                  <a:lnTo>
                    <a:pt x="4044" y="1399776"/>
                  </a:lnTo>
                  <a:cubicBezTo>
                    <a:pt x="11969" y="1385687"/>
                    <a:pt x="29874" y="1380990"/>
                    <a:pt x="43964" y="1389209"/>
                  </a:cubicBezTo>
                  <a:lnTo>
                    <a:pt x="43964" y="1389209"/>
                  </a:lnTo>
                  <a:cubicBezTo>
                    <a:pt x="58053" y="1397134"/>
                    <a:pt x="62749" y="1415039"/>
                    <a:pt x="54824" y="1429128"/>
                  </a:cubicBezTo>
                  <a:lnTo>
                    <a:pt x="54824" y="1429128"/>
                  </a:lnTo>
                  <a:cubicBezTo>
                    <a:pt x="49247" y="1438521"/>
                    <a:pt x="39561" y="1443805"/>
                    <a:pt x="29287" y="1443805"/>
                  </a:cubicBezTo>
                  <a:lnTo>
                    <a:pt x="29287" y="1443805"/>
                  </a:lnTo>
                  <a:cubicBezTo>
                    <a:pt x="24297" y="1443805"/>
                    <a:pt x="19307" y="1442631"/>
                    <a:pt x="14611" y="1439989"/>
                  </a:cubicBezTo>
                  <a:close/>
                  <a:moveTo>
                    <a:pt x="71849" y="1341071"/>
                  </a:moveTo>
                  <a:cubicBezTo>
                    <a:pt x="57759" y="1332852"/>
                    <a:pt x="53063" y="1314947"/>
                    <a:pt x="60988" y="1300858"/>
                  </a:cubicBezTo>
                  <a:lnTo>
                    <a:pt x="60988" y="1300858"/>
                  </a:lnTo>
                  <a:cubicBezTo>
                    <a:pt x="69207" y="1286768"/>
                    <a:pt x="87112" y="1282072"/>
                    <a:pt x="101201" y="1290291"/>
                  </a:cubicBezTo>
                  <a:lnTo>
                    <a:pt x="101201" y="1290291"/>
                  </a:lnTo>
                  <a:cubicBezTo>
                    <a:pt x="115291" y="1298216"/>
                    <a:pt x="119987" y="1316414"/>
                    <a:pt x="111768" y="1330210"/>
                  </a:cubicBezTo>
                  <a:lnTo>
                    <a:pt x="111768" y="1330210"/>
                  </a:lnTo>
                  <a:cubicBezTo>
                    <a:pt x="106485" y="1339603"/>
                    <a:pt x="96505" y="1344886"/>
                    <a:pt x="86525" y="1344886"/>
                  </a:cubicBezTo>
                  <a:lnTo>
                    <a:pt x="86525" y="1344886"/>
                  </a:lnTo>
                  <a:cubicBezTo>
                    <a:pt x="81535" y="1344886"/>
                    <a:pt x="76252" y="1343712"/>
                    <a:pt x="71849" y="1341071"/>
                  </a:cubicBezTo>
                  <a:close/>
                  <a:moveTo>
                    <a:pt x="129086" y="1242152"/>
                  </a:moveTo>
                  <a:cubicBezTo>
                    <a:pt x="114997" y="1234227"/>
                    <a:pt x="110007" y="1216029"/>
                    <a:pt x="118226" y="1202233"/>
                  </a:cubicBezTo>
                  <a:lnTo>
                    <a:pt x="118226" y="1202233"/>
                  </a:lnTo>
                  <a:cubicBezTo>
                    <a:pt x="126445" y="1188144"/>
                    <a:pt x="144350" y="1183154"/>
                    <a:pt x="158439" y="1191372"/>
                  </a:cubicBezTo>
                  <a:lnTo>
                    <a:pt x="158439" y="1191372"/>
                  </a:lnTo>
                  <a:cubicBezTo>
                    <a:pt x="172235" y="1199591"/>
                    <a:pt x="177225" y="1217496"/>
                    <a:pt x="169006" y="1231585"/>
                  </a:cubicBezTo>
                  <a:lnTo>
                    <a:pt x="169006" y="1231585"/>
                  </a:lnTo>
                  <a:cubicBezTo>
                    <a:pt x="163722" y="1240978"/>
                    <a:pt x="153742" y="1246262"/>
                    <a:pt x="143469" y="1246262"/>
                  </a:cubicBezTo>
                  <a:lnTo>
                    <a:pt x="143469" y="1246262"/>
                  </a:lnTo>
                  <a:cubicBezTo>
                    <a:pt x="138479" y="1246262"/>
                    <a:pt x="133489" y="1244794"/>
                    <a:pt x="129086" y="1242152"/>
                  </a:cubicBezTo>
                  <a:close/>
                  <a:moveTo>
                    <a:pt x="186030" y="1143528"/>
                  </a:moveTo>
                  <a:cubicBezTo>
                    <a:pt x="172235" y="1135309"/>
                    <a:pt x="167245" y="1117404"/>
                    <a:pt x="175463" y="1103315"/>
                  </a:cubicBezTo>
                  <a:lnTo>
                    <a:pt x="175463" y="1103315"/>
                  </a:lnTo>
                  <a:cubicBezTo>
                    <a:pt x="183682" y="1089225"/>
                    <a:pt x="201587" y="1084529"/>
                    <a:pt x="215676" y="1092748"/>
                  </a:cubicBezTo>
                  <a:lnTo>
                    <a:pt x="215676" y="1092748"/>
                  </a:lnTo>
                  <a:cubicBezTo>
                    <a:pt x="229472" y="1100673"/>
                    <a:pt x="234462" y="1118578"/>
                    <a:pt x="226243" y="1132667"/>
                  </a:cubicBezTo>
                  <a:lnTo>
                    <a:pt x="226243" y="1132667"/>
                  </a:lnTo>
                  <a:cubicBezTo>
                    <a:pt x="220666" y="1142060"/>
                    <a:pt x="210980" y="1147343"/>
                    <a:pt x="200707" y="1147343"/>
                  </a:cubicBezTo>
                  <a:lnTo>
                    <a:pt x="200707" y="1147343"/>
                  </a:lnTo>
                  <a:cubicBezTo>
                    <a:pt x="195717" y="1147343"/>
                    <a:pt x="190727" y="1146169"/>
                    <a:pt x="186030" y="1143528"/>
                  </a:cubicBezTo>
                  <a:close/>
                  <a:moveTo>
                    <a:pt x="243268" y="1044609"/>
                  </a:moveTo>
                  <a:cubicBezTo>
                    <a:pt x="229472" y="1036390"/>
                    <a:pt x="224482" y="1018485"/>
                    <a:pt x="232701" y="1004690"/>
                  </a:cubicBezTo>
                  <a:lnTo>
                    <a:pt x="232701" y="1004690"/>
                  </a:lnTo>
                  <a:cubicBezTo>
                    <a:pt x="240626" y="990600"/>
                    <a:pt x="258825" y="985610"/>
                    <a:pt x="272914" y="993829"/>
                  </a:cubicBezTo>
                  <a:lnTo>
                    <a:pt x="272914" y="993829"/>
                  </a:lnTo>
                  <a:cubicBezTo>
                    <a:pt x="286710" y="1002048"/>
                    <a:pt x="291700" y="1019953"/>
                    <a:pt x="283481" y="1034042"/>
                  </a:cubicBezTo>
                  <a:lnTo>
                    <a:pt x="283481" y="1034042"/>
                  </a:lnTo>
                  <a:cubicBezTo>
                    <a:pt x="277904" y="1043435"/>
                    <a:pt x="268218" y="1048719"/>
                    <a:pt x="258238" y="1048719"/>
                  </a:cubicBezTo>
                  <a:lnTo>
                    <a:pt x="258238" y="1048719"/>
                  </a:lnTo>
                  <a:cubicBezTo>
                    <a:pt x="252954" y="1048719"/>
                    <a:pt x="247964" y="1047251"/>
                    <a:pt x="243268" y="1044609"/>
                  </a:cubicBezTo>
                  <a:close/>
                  <a:moveTo>
                    <a:pt x="300506" y="945985"/>
                  </a:moveTo>
                  <a:cubicBezTo>
                    <a:pt x="286710" y="937766"/>
                    <a:pt x="281720" y="919861"/>
                    <a:pt x="289939" y="905771"/>
                  </a:cubicBezTo>
                  <a:lnTo>
                    <a:pt x="289939" y="905771"/>
                  </a:lnTo>
                  <a:cubicBezTo>
                    <a:pt x="297864" y="891682"/>
                    <a:pt x="316062" y="886986"/>
                    <a:pt x="329858" y="895205"/>
                  </a:cubicBezTo>
                  <a:lnTo>
                    <a:pt x="329858" y="895205"/>
                  </a:lnTo>
                  <a:cubicBezTo>
                    <a:pt x="343947" y="903130"/>
                    <a:pt x="348644" y="921328"/>
                    <a:pt x="340719" y="935124"/>
                  </a:cubicBezTo>
                  <a:lnTo>
                    <a:pt x="340719" y="935124"/>
                  </a:lnTo>
                  <a:cubicBezTo>
                    <a:pt x="335142" y="944517"/>
                    <a:pt x="325455" y="949800"/>
                    <a:pt x="315182" y="949800"/>
                  </a:cubicBezTo>
                  <a:lnTo>
                    <a:pt x="315182" y="949800"/>
                  </a:lnTo>
                  <a:cubicBezTo>
                    <a:pt x="310192" y="949800"/>
                    <a:pt x="305202" y="948626"/>
                    <a:pt x="300506" y="945985"/>
                  </a:cubicBezTo>
                  <a:close/>
                  <a:moveTo>
                    <a:pt x="357743" y="847066"/>
                  </a:moveTo>
                  <a:cubicBezTo>
                    <a:pt x="343654" y="838847"/>
                    <a:pt x="338957" y="820942"/>
                    <a:pt x="347176" y="807147"/>
                  </a:cubicBezTo>
                  <a:lnTo>
                    <a:pt x="346883" y="807147"/>
                  </a:lnTo>
                  <a:cubicBezTo>
                    <a:pt x="355101" y="792764"/>
                    <a:pt x="373006" y="788067"/>
                    <a:pt x="387096" y="796286"/>
                  </a:cubicBezTo>
                  <a:lnTo>
                    <a:pt x="387096" y="796286"/>
                  </a:lnTo>
                  <a:cubicBezTo>
                    <a:pt x="401185" y="804505"/>
                    <a:pt x="405881" y="822410"/>
                    <a:pt x="397956" y="836499"/>
                  </a:cubicBezTo>
                  <a:lnTo>
                    <a:pt x="397956" y="836499"/>
                  </a:lnTo>
                  <a:cubicBezTo>
                    <a:pt x="392673" y="845892"/>
                    <a:pt x="382986" y="851176"/>
                    <a:pt x="372713" y="851176"/>
                  </a:cubicBezTo>
                  <a:lnTo>
                    <a:pt x="372713" y="851176"/>
                  </a:lnTo>
                  <a:cubicBezTo>
                    <a:pt x="367723" y="851176"/>
                    <a:pt x="362733" y="849708"/>
                    <a:pt x="358037" y="847066"/>
                  </a:cubicBezTo>
                  <a:close/>
                  <a:moveTo>
                    <a:pt x="414981" y="748148"/>
                  </a:moveTo>
                  <a:cubicBezTo>
                    <a:pt x="400891" y="740223"/>
                    <a:pt x="396195" y="722318"/>
                    <a:pt x="404120" y="708228"/>
                  </a:cubicBezTo>
                  <a:lnTo>
                    <a:pt x="404120" y="708228"/>
                  </a:lnTo>
                  <a:cubicBezTo>
                    <a:pt x="412339" y="694139"/>
                    <a:pt x="430244" y="689149"/>
                    <a:pt x="444333" y="697368"/>
                  </a:cubicBezTo>
                  <a:lnTo>
                    <a:pt x="444333" y="697368"/>
                  </a:lnTo>
                  <a:cubicBezTo>
                    <a:pt x="458423" y="705587"/>
                    <a:pt x="463119" y="723492"/>
                    <a:pt x="454900" y="737581"/>
                  </a:cubicBezTo>
                  <a:lnTo>
                    <a:pt x="454900" y="737581"/>
                  </a:lnTo>
                  <a:cubicBezTo>
                    <a:pt x="449617" y="746974"/>
                    <a:pt x="439637" y="752257"/>
                    <a:pt x="429657" y="752257"/>
                  </a:cubicBezTo>
                  <a:lnTo>
                    <a:pt x="429657" y="752257"/>
                  </a:lnTo>
                  <a:cubicBezTo>
                    <a:pt x="424667" y="752257"/>
                    <a:pt x="419384" y="750790"/>
                    <a:pt x="414981" y="748148"/>
                  </a:cubicBezTo>
                  <a:close/>
                  <a:moveTo>
                    <a:pt x="471925" y="649523"/>
                  </a:moveTo>
                  <a:cubicBezTo>
                    <a:pt x="457835" y="641304"/>
                    <a:pt x="453139" y="623399"/>
                    <a:pt x="461358" y="609310"/>
                  </a:cubicBezTo>
                  <a:lnTo>
                    <a:pt x="461358" y="609310"/>
                  </a:lnTo>
                  <a:cubicBezTo>
                    <a:pt x="469283" y="595221"/>
                    <a:pt x="487188" y="590524"/>
                    <a:pt x="501277" y="598450"/>
                  </a:cubicBezTo>
                  <a:lnTo>
                    <a:pt x="501277" y="598450"/>
                  </a:lnTo>
                  <a:cubicBezTo>
                    <a:pt x="515367" y="606668"/>
                    <a:pt x="520063" y="624573"/>
                    <a:pt x="512138" y="638663"/>
                  </a:cubicBezTo>
                  <a:lnTo>
                    <a:pt x="512138" y="638663"/>
                  </a:lnTo>
                  <a:cubicBezTo>
                    <a:pt x="506561" y="648056"/>
                    <a:pt x="496874" y="653339"/>
                    <a:pt x="486601" y="653339"/>
                  </a:cubicBezTo>
                  <a:lnTo>
                    <a:pt x="486601" y="653339"/>
                  </a:lnTo>
                  <a:cubicBezTo>
                    <a:pt x="481611" y="653339"/>
                    <a:pt x="476621" y="652165"/>
                    <a:pt x="471925" y="649523"/>
                  </a:cubicBezTo>
                  <a:close/>
                  <a:moveTo>
                    <a:pt x="528869" y="550605"/>
                  </a:moveTo>
                  <a:cubicBezTo>
                    <a:pt x="515073" y="542386"/>
                    <a:pt x="510083" y="524481"/>
                    <a:pt x="518008" y="510392"/>
                  </a:cubicBezTo>
                  <a:lnTo>
                    <a:pt x="518008" y="510392"/>
                  </a:lnTo>
                  <a:cubicBezTo>
                    <a:pt x="525934" y="496303"/>
                    <a:pt x="543839" y="491606"/>
                    <a:pt x="557928" y="499531"/>
                  </a:cubicBezTo>
                  <a:lnTo>
                    <a:pt x="557928" y="499531"/>
                  </a:lnTo>
                  <a:cubicBezTo>
                    <a:pt x="572017" y="507750"/>
                    <a:pt x="577007" y="525655"/>
                    <a:pt x="568788" y="539744"/>
                  </a:cubicBezTo>
                  <a:lnTo>
                    <a:pt x="568788" y="539744"/>
                  </a:lnTo>
                  <a:cubicBezTo>
                    <a:pt x="563211" y="549137"/>
                    <a:pt x="553525" y="554421"/>
                    <a:pt x="543252" y="554421"/>
                  </a:cubicBezTo>
                  <a:lnTo>
                    <a:pt x="543252" y="554421"/>
                  </a:lnTo>
                  <a:cubicBezTo>
                    <a:pt x="538262" y="554421"/>
                    <a:pt x="533272" y="553247"/>
                    <a:pt x="528575" y="550605"/>
                  </a:cubicBezTo>
                  <a:close/>
                  <a:moveTo>
                    <a:pt x="585813" y="451687"/>
                  </a:moveTo>
                  <a:cubicBezTo>
                    <a:pt x="571724" y="443468"/>
                    <a:pt x="567027" y="425563"/>
                    <a:pt x="574952" y="411474"/>
                  </a:cubicBezTo>
                  <a:lnTo>
                    <a:pt x="574952" y="411474"/>
                  </a:lnTo>
                  <a:cubicBezTo>
                    <a:pt x="583171" y="397384"/>
                    <a:pt x="601076" y="392394"/>
                    <a:pt x="615165" y="400613"/>
                  </a:cubicBezTo>
                  <a:lnTo>
                    <a:pt x="615165" y="400613"/>
                  </a:lnTo>
                  <a:cubicBezTo>
                    <a:pt x="629255" y="408832"/>
                    <a:pt x="633951" y="426737"/>
                    <a:pt x="626026" y="440826"/>
                  </a:cubicBezTo>
                  <a:lnTo>
                    <a:pt x="626026" y="440826"/>
                  </a:lnTo>
                  <a:cubicBezTo>
                    <a:pt x="620449" y="450219"/>
                    <a:pt x="610469" y="455502"/>
                    <a:pt x="600489" y="455502"/>
                  </a:cubicBezTo>
                  <a:lnTo>
                    <a:pt x="600489" y="455502"/>
                  </a:lnTo>
                  <a:cubicBezTo>
                    <a:pt x="595499" y="455502"/>
                    <a:pt x="590509" y="454035"/>
                    <a:pt x="585813" y="451687"/>
                  </a:cubicBezTo>
                  <a:close/>
                  <a:moveTo>
                    <a:pt x="642757" y="352475"/>
                  </a:moveTo>
                  <a:cubicBezTo>
                    <a:pt x="628668" y="344550"/>
                    <a:pt x="623678" y="326645"/>
                    <a:pt x="631896" y="312555"/>
                  </a:cubicBezTo>
                  <a:lnTo>
                    <a:pt x="631896" y="312555"/>
                  </a:lnTo>
                  <a:cubicBezTo>
                    <a:pt x="639822" y="298466"/>
                    <a:pt x="657727" y="293476"/>
                    <a:pt x="671816" y="301695"/>
                  </a:cubicBezTo>
                  <a:lnTo>
                    <a:pt x="671816" y="301695"/>
                  </a:lnTo>
                  <a:cubicBezTo>
                    <a:pt x="685905" y="309620"/>
                    <a:pt x="690895" y="327525"/>
                    <a:pt x="682676" y="341614"/>
                  </a:cubicBezTo>
                  <a:lnTo>
                    <a:pt x="682676" y="341614"/>
                  </a:lnTo>
                  <a:cubicBezTo>
                    <a:pt x="677393" y="351007"/>
                    <a:pt x="667413" y="356291"/>
                    <a:pt x="657140" y="356291"/>
                  </a:cubicBezTo>
                  <a:lnTo>
                    <a:pt x="657140" y="356291"/>
                  </a:lnTo>
                  <a:cubicBezTo>
                    <a:pt x="652150" y="356291"/>
                    <a:pt x="647160" y="355117"/>
                    <a:pt x="642757" y="352475"/>
                  </a:cubicBezTo>
                  <a:close/>
                  <a:moveTo>
                    <a:pt x="699407" y="253263"/>
                  </a:moveTo>
                  <a:cubicBezTo>
                    <a:pt x="685318" y="245338"/>
                    <a:pt x="680328" y="227433"/>
                    <a:pt x="688547" y="213343"/>
                  </a:cubicBezTo>
                  <a:lnTo>
                    <a:pt x="688253" y="213343"/>
                  </a:lnTo>
                  <a:cubicBezTo>
                    <a:pt x="696472" y="199254"/>
                    <a:pt x="714377" y="194264"/>
                    <a:pt x="728467" y="202483"/>
                  </a:cubicBezTo>
                  <a:lnTo>
                    <a:pt x="728467" y="202483"/>
                  </a:lnTo>
                  <a:cubicBezTo>
                    <a:pt x="742262" y="210408"/>
                    <a:pt x="747546" y="228313"/>
                    <a:pt x="739327" y="242403"/>
                  </a:cubicBezTo>
                  <a:lnTo>
                    <a:pt x="739327" y="242403"/>
                  </a:lnTo>
                  <a:cubicBezTo>
                    <a:pt x="733750" y="251795"/>
                    <a:pt x="724064" y="257372"/>
                    <a:pt x="713790" y="257372"/>
                  </a:cubicBezTo>
                  <a:lnTo>
                    <a:pt x="713790" y="257372"/>
                  </a:lnTo>
                  <a:cubicBezTo>
                    <a:pt x="708800" y="257372"/>
                    <a:pt x="703810" y="255905"/>
                    <a:pt x="699407" y="253263"/>
                  </a:cubicBezTo>
                  <a:close/>
                  <a:moveTo>
                    <a:pt x="755764" y="154345"/>
                  </a:moveTo>
                  <a:cubicBezTo>
                    <a:pt x="741675" y="146126"/>
                    <a:pt x="736685" y="128221"/>
                    <a:pt x="744904" y="114132"/>
                  </a:cubicBezTo>
                  <a:lnTo>
                    <a:pt x="744904" y="114132"/>
                  </a:lnTo>
                  <a:cubicBezTo>
                    <a:pt x="752829" y="100042"/>
                    <a:pt x="770734" y="95052"/>
                    <a:pt x="784823" y="103271"/>
                  </a:cubicBezTo>
                  <a:lnTo>
                    <a:pt x="784823" y="103271"/>
                  </a:lnTo>
                  <a:cubicBezTo>
                    <a:pt x="798913" y="111196"/>
                    <a:pt x="803903" y="129101"/>
                    <a:pt x="795978" y="143191"/>
                  </a:cubicBezTo>
                  <a:lnTo>
                    <a:pt x="795978" y="143191"/>
                  </a:lnTo>
                  <a:cubicBezTo>
                    <a:pt x="790401" y="152584"/>
                    <a:pt x="780421" y="158161"/>
                    <a:pt x="770147" y="158161"/>
                  </a:cubicBezTo>
                  <a:lnTo>
                    <a:pt x="770147" y="158161"/>
                  </a:lnTo>
                  <a:cubicBezTo>
                    <a:pt x="765451" y="158161"/>
                    <a:pt x="760461" y="156693"/>
                    <a:pt x="755764" y="154345"/>
                  </a:cubicBezTo>
                  <a:close/>
                  <a:moveTo>
                    <a:pt x="812121" y="54839"/>
                  </a:moveTo>
                  <a:cubicBezTo>
                    <a:pt x="798032" y="46914"/>
                    <a:pt x="793042" y="29009"/>
                    <a:pt x="800968" y="14920"/>
                  </a:cubicBezTo>
                  <a:lnTo>
                    <a:pt x="800968" y="14920"/>
                  </a:lnTo>
                  <a:cubicBezTo>
                    <a:pt x="808893" y="831"/>
                    <a:pt x="826798" y="-4159"/>
                    <a:pt x="840887" y="3766"/>
                  </a:cubicBezTo>
                  <a:lnTo>
                    <a:pt x="840887" y="3766"/>
                  </a:lnTo>
                  <a:cubicBezTo>
                    <a:pt x="854976" y="11691"/>
                    <a:pt x="860260" y="29596"/>
                    <a:pt x="852041" y="43685"/>
                  </a:cubicBezTo>
                  <a:lnTo>
                    <a:pt x="852041" y="43685"/>
                  </a:lnTo>
                  <a:cubicBezTo>
                    <a:pt x="846758" y="53372"/>
                    <a:pt x="836778" y="58655"/>
                    <a:pt x="826504" y="58655"/>
                  </a:cubicBezTo>
                  <a:lnTo>
                    <a:pt x="826504" y="58655"/>
                  </a:lnTo>
                  <a:cubicBezTo>
                    <a:pt x="821808" y="58655"/>
                    <a:pt x="816818" y="57481"/>
                    <a:pt x="812121" y="5483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FB5A3B0-6EE8-5907-E535-B74770A29F4A}"/>
                </a:ext>
              </a:extLst>
            </p:cNvPr>
            <p:cNvSpPr/>
            <p:nvPr/>
          </p:nvSpPr>
          <p:spPr>
            <a:xfrm>
              <a:off x="6967294" y="1068343"/>
              <a:ext cx="394625" cy="108610"/>
            </a:xfrm>
            <a:custGeom>
              <a:avLst/>
              <a:gdLst>
                <a:gd name="connsiteX0" fmla="*/ 5734 w 394625"/>
                <a:gd name="connsiteY0" fmla="*/ 96576 h 108610"/>
                <a:gd name="connsiteX1" fmla="*/ 11898 w 394625"/>
                <a:gd name="connsiteY1" fmla="*/ 55483 h 108610"/>
                <a:gd name="connsiteX2" fmla="*/ 11898 w 394625"/>
                <a:gd name="connsiteY2" fmla="*/ 55483 h 108610"/>
                <a:gd name="connsiteX3" fmla="*/ 52992 w 394625"/>
                <a:gd name="connsiteY3" fmla="*/ 61647 h 108610"/>
                <a:gd name="connsiteX4" fmla="*/ 52992 w 394625"/>
                <a:gd name="connsiteY4" fmla="*/ 61647 h 108610"/>
                <a:gd name="connsiteX5" fmla="*/ 46828 w 394625"/>
                <a:gd name="connsiteY5" fmla="*/ 102740 h 108610"/>
                <a:gd name="connsiteX6" fmla="*/ 46828 w 394625"/>
                <a:gd name="connsiteY6" fmla="*/ 102740 h 108610"/>
                <a:gd name="connsiteX7" fmla="*/ 29510 w 394625"/>
                <a:gd name="connsiteY7" fmla="*/ 108611 h 108610"/>
                <a:gd name="connsiteX8" fmla="*/ 29510 w 394625"/>
                <a:gd name="connsiteY8" fmla="*/ 108611 h 108610"/>
                <a:gd name="connsiteX9" fmla="*/ 5734 w 394625"/>
                <a:gd name="connsiteY9" fmla="*/ 96576 h 108610"/>
                <a:gd name="connsiteX10" fmla="*/ 347692 w 394625"/>
                <a:gd name="connsiteY10" fmla="*/ 101566 h 108610"/>
                <a:gd name="connsiteX11" fmla="*/ 341822 w 394625"/>
                <a:gd name="connsiteY11" fmla="*/ 60473 h 108610"/>
                <a:gd name="connsiteX12" fmla="*/ 341822 w 394625"/>
                <a:gd name="connsiteY12" fmla="*/ 60473 h 108610"/>
                <a:gd name="connsiteX13" fmla="*/ 382915 w 394625"/>
                <a:gd name="connsiteY13" fmla="*/ 54309 h 108610"/>
                <a:gd name="connsiteX14" fmla="*/ 382915 w 394625"/>
                <a:gd name="connsiteY14" fmla="*/ 54309 h 108610"/>
                <a:gd name="connsiteX15" fmla="*/ 388786 w 394625"/>
                <a:gd name="connsiteY15" fmla="*/ 95402 h 108610"/>
                <a:gd name="connsiteX16" fmla="*/ 388786 w 394625"/>
                <a:gd name="connsiteY16" fmla="*/ 95402 h 108610"/>
                <a:gd name="connsiteX17" fmla="*/ 365304 w 394625"/>
                <a:gd name="connsiteY17" fmla="*/ 107143 h 108610"/>
                <a:gd name="connsiteX18" fmla="*/ 365304 w 394625"/>
                <a:gd name="connsiteY18" fmla="*/ 107143 h 108610"/>
                <a:gd name="connsiteX19" fmla="*/ 347692 w 394625"/>
                <a:gd name="connsiteY19" fmla="*/ 101566 h 108610"/>
                <a:gd name="connsiteX20" fmla="*/ 109055 w 394625"/>
                <a:gd name="connsiteY20" fmla="*/ 36697 h 108610"/>
                <a:gd name="connsiteX21" fmla="*/ 131657 w 394625"/>
                <a:gd name="connsiteY21" fmla="*/ 1474 h 108610"/>
                <a:gd name="connsiteX22" fmla="*/ 131657 w 394625"/>
                <a:gd name="connsiteY22" fmla="*/ 1474 h 108610"/>
                <a:gd name="connsiteX23" fmla="*/ 166587 w 394625"/>
                <a:gd name="connsiteY23" fmla="*/ 24075 h 108610"/>
                <a:gd name="connsiteX24" fmla="*/ 166587 w 394625"/>
                <a:gd name="connsiteY24" fmla="*/ 24075 h 108610"/>
                <a:gd name="connsiteX25" fmla="*/ 143985 w 394625"/>
                <a:gd name="connsiteY25" fmla="*/ 59005 h 108610"/>
                <a:gd name="connsiteX26" fmla="*/ 143985 w 394625"/>
                <a:gd name="connsiteY26" fmla="*/ 59005 h 108610"/>
                <a:gd name="connsiteX27" fmla="*/ 137821 w 394625"/>
                <a:gd name="connsiteY27" fmla="*/ 59592 h 108610"/>
                <a:gd name="connsiteX28" fmla="*/ 137821 w 394625"/>
                <a:gd name="connsiteY28" fmla="*/ 59592 h 108610"/>
                <a:gd name="connsiteX29" fmla="*/ 109055 w 394625"/>
                <a:gd name="connsiteY29" fmla="*/ 36697 h 108610"/>
                <a:gd name="connsiteX30" fmla="*/ 250829 w 394625"/>
                <a:gd name="connsiteY30" fmla="*/ 58124 h 108610"/>
                <a:gd name="connsiteX31" fmla="*/ 227934 w 394625"/>
                <a:gd name="connsiteY31" fmla="*/ 23488 h 108610"/>
                <a:gd name="connsiteX32" fmla="*/ 227934 w 394625"/>
                <a:gd name="connsiteY32" fmla="*/ 23488 h 108610"/>
                <a:gd name="connsiteX33" fmla="*/ 262863 w 394625"/>
                <a:gd name="connsiteY33" fmla="*/ 593 h 108610"/>
                <a:gd name="connsiteX34" fmla="*/ 262863 w 394625"/>
                <a:gd name="connsiteY34" fmla="*/ 593 h 108610"/>
                <a:gd name="connsiteX35" fmla="*/ 285465 w 394625"/>
                <a:gd name="connsiteY35" fmla="*/ 35229 h 108610"/>
                <a:gd name="connsiteX36" fmla="*/ 285465 w 394625"/>
                <a:gd name="connsiteY36" fmla="*/ 35229 h 108610"/>
                <a:gd name="connsiteX37" fmla="*/ 256699 w 394625"/>
                <a:gd name="connsiteY37" fmla="*/ 58712 h 108610"/>
                <a:gd name="connsiteX38" fmla="*/ 256699 w 394625"/>
                <a:gd name="connsiteY38" fmla="*/ 58712 h 108610"/>
                <a:gd name="connsiteX39" fmla="*/ 250829 w 394625"/>
                <a:gd name="connsiteY39" fmla="*/ 58124 h 108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94625" h="108610">
                  <a:moveTo>
                    <a:pt x="5734" y="96576"/>
                  </a:moveTo>
                  <a:cubicBezTo>
                    <a:pt x="-3952" y="83661"/>
                    <a:pt x="-1017" y="65169"/>
                    <a:pt x="11898" y="55483"/>
                  </a:cubicBezTo>
                  <a:lnTo>
                    <a:pt x="11898" y="55483"/>
                  </a:lnTo>
                  <a:cubicBezTo>
                    <a:pt x="25107" y="45796"/>
                    <a:pt x="43306" y="48732"/>
                    <a:pt x="52992" y="61647"/>
                  </a:cubicBezTo>
                  <a:lnTo>
                    <a:pt x="52992" y="61647"/>
                  </a:lnTo>
                  <a:cubicBezTo>
                    <a:pt x="62678" y="74855"/>
                    <a:pt x="59743" y="93348"/>
                    <a:pt x="46828" y="102740"/>
                  </a:cubicBezTo>
                  <a:lnTo>
                    <a:pt x="46828" y="102740"/>
                  </a:lnTo>
                  <a:cubicBezTo>
                    <a:pt x="41544" y="106850"/>
                    <a:pt x="35380" y="108611"/>
                    <a:pt x="29510" y="108611"/>
                  </a:cubicBezTo>
                  <a:lnTo>
                    <a:pt x="29510" y="108611"/>
                  </a:lnTo>
                  <a:cubicBezTo>
                    <a:pt x="20411" y="108611"/>
                    <a:pt x="11605" y="104502"/>
                    <a:pt x="5734" y="96576"/>
                  </a:cubicBezTo>
                  <a:close/>
                  <a:moveTo>
                    <a:pt x="347692" y="101566"/>
                  </a:moveTo>
                  <a:cubicBezTo>
                    <a:pt x="334777" y="91880"/>
                    <a:pt x="332135" y="73388"/>
                    <a:pt x="341822" y="60473"/>
                  </a:cubicBezTo>
                  <a:lnTo>
                    <a:pt x="341822" y="60473"/>
                  </a:lnTo>
                  <a:cubicBezTo>
                    <a:pt x="351508" y="47264"/>
                    <a:pt x="369707" y="44622"/>
                    <a:pt x="382915" y="54309"/>
                  </a:cubicBezTo>
                  <a:lnTo>
                    <a:pt x="382915" y="54309"/>
                  </a:lnTo>
                  <a:cubicBezTo>
                    <a:pt x="395830" y="63995"/>
                    <a:pt x="398472" y="82487"/>
                    <a:pt x="388786" y="95402"/>
                  </a:cubicBezTo>
                  <a:lnTo>
                    <a:pt x="388786" y="95402"/>
                  </a:lnTo>
                  <a:cubicBezTo>
                    <a:pt x="382915" y="103328"/>
                    <a:pt x="374110" y="107143"/>
                    <a:pt x="365304" y="107143"/>
                  </a:cubicBezTo>
                  <a:lnTo>
                    <a:pt x="365304" y="107143"/>
                  </a:lnTo>
                  <a:cubicBezTo>
                    <a:pt x="359140" y="107143"/>
                    <a:pt x="352976" y="105382"/>
                    <a:pt x="347692" y="101566"/>
                  </a:cubicBezTo>
                  <a:close/>
                  <a:moveTo>
                    <a:pt x="109055" y="36697"/>
                  </a:moveTo>
                  <a:cubicBezTo>
                    <a:pt x="105533" y="20847"/>
                    <a:pt x="115807" y="4996"/>
                    <a:pt x="131657" y="1474"/>
                  </a:cubicBezTo>
                  <a:lnTo>
                    <a:pt x="131657" y="1474"/>
                  </a:lnTo>
                  <a:cubicBezTo>
                    <a:pt x="147507" y="-1755"/>
                    <a:pt x="163064" y="8225"/>
                    <a:pt x="166587" y="24075"/>
                  </a:cubicBezTo>
                  <a:lnTo>
                    <a:pt x="166587" y="24075"/>
                  </a:lnTo>
                  <a:cubicBezTo>
                    <a:pt x="170109" y="39632"/>
                    <a:pt x="159836" y="55483"/>
                    <a:pt x="143985" y="59005"/>
                  </a:cubicBezTo>
                  <a:lnTo>
                    <a:pt x="143985" y="59005"/>
                  </a:lnTo>
                  <a:cubicBezTo>
                    <a:pt x="141930" y="59005"/>
                    <a:pt x="139876" y="59592"/>
                    <a:pt x="137821" y="59592"/>
                  </a:cubicBezTo>
                  <a:lnTo>
                    <a:pt x="137821" y="59592"/>
                  </a:lnTo>
                  <a:cubicBezTo>
                    <a:pt x="124319" y="59592"/>
                    <a:pt x="112284" y="50199"/>
                    <a:pt x="109055" y="36697"/>
                  </a:cubicBezTo>
                  <a:close/>
                  <a:moveTo>
                    <a:pt x="250829" y="58124"/>
                  </a:moveTo>
                  <a:cubicBezTo>
                    <a:pt x="234978" y="54896"/>
                    <a:pt x="224705" y="39339"/>
                    <a:pt x="227934" y="23488"/>
                  </a:cubicBezTo>
                  <a:lnTo>
                    <a:pt x="227934" y="23488"/>
                  </a:lnTo>
                  <a:cubicBezTo>
                    <a:pt x="231162" y="7638"/>
                    <a:pt x="247013" y="-2635"/>
                    <a:pt x="262863" y="593"/>
                  </a:cubicBezTo>
                  <a:lnTo>
                    <a:pt x="262863" y="593"/>
                  </a:lnTo>
                  <a:cubicBezTo>
                    <a:pt x="278420" y="3822"/>
                    <a:pt x="288694" y="19379"/>
                    <a:pt x="285465" y="35229"/>
                  </a:cubicBezTo>
                  <a:lnTo>
                    <a:pt x="285465" y="35229"/>
                  </a:lnTo>
                  <a:cubicBezTo>
                    <a:pt x="282529" y="49319"/>
                    <a:pt x="270495" y="58712"/>
                    <a:pt x="256699" y="58712"/>
                  </a:cubicBezTo>
                  <a:lnTo>
                    <a:pt x="256699" y="58712"/>
                  </a:lnTo>
                  <a:cubicBezTo>
                    <a:pt x="254938" y="58712"/>
                    <a:pt x="252883" y="58712"/>
                    <a:pt x="250829" y="581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A3EC8E3-777C-8109-B311-3FD60E86DED6}"/>
                </a:ext>
              </a:extLst>
            </p:cNvPr>
            <p:cNvSpPr/>
            <p:nvPr/>
          </p:nvSpPr>
          <p:spPr>
            <a:xfrm>
              <a:off x="7441049" y="1312320"/>
              <a:ext cx="360831" cy="584947"/>
            </a:xfrm>
            <a:custGeom>
              <a:avLst/>
              <a:gdLst>
                <a:gd name="connsiteX0" fmla="*/ 306007 w 360831"/>
                <a:gd name="connsiteY0" fmla="*/ 570271 h 584947"/>
                <a:gd name="connsiteX1" fmla="*/ 316868 w 360831"/>
                <a:gd name="connsiteY1" fmla="*/ 530058 h 584947"/>
                <a:gd name="connsiteX2" fmla="*/ 316868 w 360831"/>
                <a:gd name="connsiteY2" fmla="*/ 530058 h 584947"/>
                <a:gd name="connsiteX3" fmla="*/ 356787 w 360831"/>
                <a:gd name="connsiteY3" fmla="*/ 540919 h 584947"/>
                <a:gd name="connsiteX4" fmla="*/ 356787 w 360831"/>
                <a:gd name="connsiteY4" fmla="*/ 540919 h 584947"/>
                <a:gd name="connsiteX5" fmla="*/ 346221 w 360831"/>
                <a:gd name="connsiteY5" fmla="*/ 581132 h 584947"/>
                <a:gd name="connsiteX6" fmla="*/ 346221 w 360831"/>
                <a:gd name="connsiteY6" fmla="*/ 581132 h 584947"/>
                <a:gd name="connsiteX7" fmla="*/ 331544 w 360831"/>
                <a:gd name="connsiteY7" fmla="*/ 584947 h 584947"/>
                <a:gd name="connsiteX8" fmla="*/ 331544 w 360831"/>
                <a:gd name="connsiteY8" fmla="*/ 584947 h 584947"/>
                <a:gd name="connsiteX9" fmla="*/ 306007 w 360831"/>
                <a:gd name="connsiteY9" fmla="*/ 570271 h 584947"/>
                <a:gd name="connsiteX10" fmla="*/ 245541 w 360831"/>
                <a:gd name="connsiteY10" fmla="*/ 464895 h 584947"/>
                <a:gd name="connsiteX11" fmla="*/ 245541 w 360831"/>
                <a:gd name="connsiteY11" fmla="*/ 464895 h 584947"/>
                <a:gd name="connsiteX12" fmla="*/ 256108 w 360831"/>
                <a:gd name="connsiteY12" fmla="*/ 424976 h 584947"/>
                <a:gd name="connsiteX13" fmla="*/ 256108 w 360831"/>
                <a:gd name="connsiteY13" fmla="*/ 424976 h 584947"/>
                <a:gd name="connsiteX14" fmla="*/ 296321 w 360831"/>
                <a:gd name="connsiteY14" fmla="*/ 435836 h 584947"/>
                <a:gd name="connsiteX15" fmla="*/ 296321 w 360831"/>
                <a:gd name="connsiteY15" fmla="*/ 435836 h 584947"/>
                <a:gd name="connsiteX16" fmla="*/ 285461 w 360831"/>
                <a:gd name="connsiteY16" fmla="*/ 475756 h 584947"/>
                <a:gd name="connsiteX17" fmla="*/ 285461 w 360831"/>
                <a:gd name="connsiteY17" fmla="*/ 475756 h 584947"/>
                <a:gd name="connsiteX18" fmla="*/ 270784 w 360831"/>
                <a:gd name="connsiteY18" fmla="*/ 479865 h 584947"/>
                <a:gd name="connsiteX19" fmla="*/ 270784 w 360831"/>
                <a:gd name="connsiteY19" fmla="*/ 479865 h 584947"/>
                <a:gd name="connsiteX20" fmla="*/ 245541 w 360831"/>
                <a:gd name="connsiteY20" fmla="*/ 464895 h 584947"/>
                <a:gd name="connsiteX21" fmla="*/ 184781 w 360831"/>
                <a:gd name="connsiteY21" fmla="*/ 359813 h 584947"/>
                <a:gd name="connsiteX22" fmla="*/ 184781 w 360831"/>
                <a:gd name="connsiteY22" fmla="*/ 359813 h 584947"/>
                <a:gd name="connsiteX23" fmla="*/ 195642 w 360831"/>
                <a:gd name="connsiteY23" fmla="*/ 319893 h 584947"/>
                <a:gd name="connsiteX24" fmla="*/ 195642 w 360831"/>
                <a:gd name="connsiteY24" fmla="*/ 319893 h 584947"/>
                <a:gd name="connsiteX25" fmla="*/ 235561 w 360831"/>
                <a:gd name="connsiteY25" fmla="*/ 330460 h 584947"/>
                <a:gd name="connsiteX26" fmla="*/ 235561 w 360831"/>
                <a:gd name="connsiteY26" fmla="*/ 330460 h 584947"/>
                <a:gd name="connsiteX27" fmla="*/ 224994 w 360831"/>
                <a:gd name="connsiteY27" fmla="*/ 370673 h 584947"/>
                <a:gd name="connsiteX28" fmla="*/ 224994 w 360831"/>
                <a:gd name="connsiteY28" fmla="*/ 370673 h 584947"/>
                <a:gd name="connsiteX29" fmla="*/ 210318 w 360831"/>
                <a:gd name="connsiteY29" fmla="*/ 374489 h 584947"/>
                <a:gd name="connsiteX30" fmla="*/ 210318 w 360831"/>
                <a:gd name="connsiteY30" fmla="*/ 374489 h 584947"/>
                <a:gd name="connsiteX31" fmla="*/ 184781 w 360831"/>
                <a:gd name="connsiteY31" fmla="*/ 359813 h 584947"/>
                <a:gd name="connsiteX32" fmla="*/ 124315 w 360831"/>
                <a:gd name="connsiteY32" fmla="*/ 254731 h 584947"/>
                <a:gd name="connsiteX33" fmla="*/ 135175 w 360831"/>
                <a:gd name="connsiteY33" fmla="*/ 214518 h 584947"/>
                <a:gd name="connsiteX34" fmla="*/ 135175 w 360831"/>
                <a:gd name="connsiteY34" fmla="*/ 214518 h 584947"/>
                <a:gd name="connsiteX35" fmla="*/ 175095 w 360831"/>
                <a:gd name="connsiteY35" fmla="*/ 225378 h 584947"/>
                <a:gd name="connsiteX36" fmla="*/ 175095 w 360831"/>
                <a:gd name="connsiteY36" fmla="*/ 225378 h 584947"/>
                <a:gd name="connsiteX37" fmla="*/ 164528 w 360831"/>
                <a:gd name="connsiteY37" fmla="*/ 265591 h 584947"/>
                <a:gd name="connsiteX38" fmla="*/ 164528 w 360831"/>
                <a:gd name="connsiteY38" fmla="*/ 265591 h 584947"/>
                <a:gd name="connsiteX39" fmla="*/ 149852 w 360831"/>
                <a:gd name="connsiteY39" fmla="*/ 269407 h 584947"/>
                <a:gd name="connsiteX40" fmla="*/ 149852 w 360831"/>
                <a:gd name="connsiteY40" fmla="*/ 269407 h 584947"/>
                <a:gd name="connsiteX41" fmla="*/ 124315 w 360831"/>
                <a:gd name="connsiteY41" fmla="*/ 254731 h 584947"/>
                <a:gd name="connsiteX42" fmla="*/ 63848 w 360831"/>
                <a:gd name="connsiteY42" fmla="*/ 149355 h 584947"/>
                <a:gd name="connsiteX43" fmla="*/ 75002 w 360831"/>
                <a:gd name="connsiteY43" fmla="*/ 109435 h 584947"/>
                <a:gd name="connsiteX44" fmla="*/ 75002 w 360831"/>
                <a:gd name="connsiteY44" fmla="*/ 109435 h 584947"/>
                <a:gd name="connsiteX45" fmla="*/ 114922 w 360831"/>
                <a:gd name="connsiteY45" fmla="*/ 120296 h 584947"/>
                <a:gd name="connsiteX46" fmla="*/ 114922 w 360831"/>
                <a:gd name="connsiteY46" fmla="*/ 120296 h 584947"/>
                <a:gd name="connsiteX47" fmla="*/ 104062 w 360831"/>
                <a:gd name="connsiteY47" fmla="*/ 160215 h 584947"/>
                <a:gd name="connsiteX48" fmla="*/ 104062 w 360831"/>
                <a:gd name="connsiteY48" fmla="*/ 160215 h 584947"/>
                <a:gd name="connsiteX49" fmla="*/ 89385 w 360831"/>
                <a:gd name="connsiteY49" fmla="*/ 164031 h 584947"/>
                <a:gd name="connsiteX50" fmla="*/ 89385 w 360831"/>
                <a:gd name="connsiteY50" fmla="*/ 164031 h 584947"/>
                <a:gd name="connsiteX51" fmla="*/ 63848 w 360831"/>
                <a:gd name="connsiteY51" fmla="*/ 149355 h 584947"/>
                <a:gd name="connsiteX52" fmla="*/ 3969 w 360831"/>
                <a:gd name="connsiteY52" fmla="*/ 43979 h 584947"/>
                <a:gd name="connsiteX53" fmla="*/ 14830 w 360831"/>
                <a:gd name="connsiteY53" fmla="*/ 3766 h 584947"/>
                <a:gd name="connsiteX54" fmla="*/ 14830 w 360831"/>
                <a:gd name="connsiteY54" fmla="*/ 3766 h 584947"/>
                <a:gd name="connsiteX55" fmla="*/ 55043 w 360831"/>
                <a:gd name="connsiteY55" fmla="*/ 14920 h 584947"/>
                <a:gd name="connsiteX56" fmla="*/ 55043 w 360831"/>
                <a:gd name="connsiteY56" fmla="*/ 14920 h 584947"/>
                <a:gd name="connsiteX57" fmla="*/ 43889 w 360831"/>
                <a:gd name="connsiteY57" fmla="*/ 54839 h 584947"/>
                <a:gd name="connsiteX58" fmla="*/ 43889 w 360831"/>
                <a:gd name="connsiteY58" fmla="*/ 54839 h 584947"/>
                <a:gd name="connsiteX59" fmla="*/ 29506 w 360831"/>
                <a:gd name="connsiteY59" fmla="*/ 58655 h 584947"/>
                <a:gd name="connsiteX60" fmla="*/ 29506 w 360831"/>
                <a:gd name="connsiteY60" fmla="*/ 58655 h 584947"/>
                <a:gd name="connsiteX61" fmla="*/ 3969 w 360831"/>
                <a:gd name="connsiteY61" fmla="*/ 43979 h 58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60831" h="584947">
                  <a:moveTo>
                    <a:pt x="306007" y="570271"/>
                  </a:moveTo>
                  <a:cubicBezTo>
                    <a:pt x="297789" y="556182"/>
                    <a:pt x="302779" y="538277"/>
                    <a:pt x="316868" y="530058"/>
                  </a:cubicBezTo>
                  <a:lnTo>
                    <a:pt x="316868" y="530058"/>
                  </a:lnTo>
                  <a:cubicBezTo>
                    <a:pt x="330957" y="522133"/>
                    <a:pt x="348862" y="526829"/>
                    <a:pt x="356787" y="540919"/>
                  </a:cubicBezTo>
                  <a:lnTo>
                    <a:pt x="356787" y="540919"/>
                  </a:lnTo>
                  <a:cubicBezTo>
                    <a:pt x="365006" y="555008"/>
                    <a:pt x="360310" y="572913"/>
                    <a:pt x="346221" y="581132"/>
                  </a:cubicBezTo>
                  <a:lnTo>
                    <a:pt x="346221" y="581132"/>
                  </a:lnTo>
                  <a:cubicBezTo>
                    <a:pt x="341524" y="583773"/>
                    <a:pt x="336534" y="584947"/>
                    <a:pt x="331544" y="584947"/>
                  </a:cubicBezTo>
                  <a:lnTo>
                    <a:pt x="331544" y="584947"/>
                  </a:lnTo>
                  <a:cubicBezTo>
                    <a:pt x="321271" y="584947"/>
                    <a:pt x="311291" y="579664"/>
                    <a:pt x="306007" y="570271"/>
                  </a:cubicBezTo>
                  <a:close/>
                  <a:moveTo>
                    <a:pt x="245541" y="464895"/>
                  </a:moveTo>
                  <a:lnTo>
                    <a:pt x="245541" y="464895"/>
                  </a:lnTo>
                  <a:cubicBezTo>
                    <a:pt x="237322" y="451100"/>
                    <a:pt x="242019" y="432901"/>
                    <a:pt x="256108" y="424976"/>
                  </a:cubicBezTo>
                  <a:lnTo>
                    <a:pt x="256108" y="424976"/>
                  </a:lnTo>
                  <a:cubicBezTo>
                    <a:pt x="270197" y="416757"/>
                    <a:pt x="288102" y="421747"/>
                    <a:pt x="296321" y="435836"/>
                  </a:cubicBezTo>
                  <a:lnTo>
                    <a:pt x="296321" y="435836"/>
                  </a:lnTo>
                  <a:cubicBezTo>
                    <a:pt x="304246" y="449925"/>
                    <a:pt x="299550" y="467831"/>
                    <a:pt x="285461" y="475756"/>
                  </a:cubicBezTo>
                  <a:lnTo>
                    <a:pt x="285461" y="475756"/>
                  </a:lnTo>
                  <a:cubicBezTo>
                    <a:pt x="280764" y="478398"/>
                    <a:pt x="275774" y="479865"/>
                    <a:pt x="270784" y="479865"/>
                  </a:cubicBezTo>
                  <a:lnTo>
                    <a:pt x="270784" y="479865"/>
                  </a:lnTo>
                  <a:cubicBezTo>
                    <a:pt x="260804" y="479865"/>
                    <a:pt x="250825" y="474582"/>
                    <a:pt x="245541" y="464895"/>
                  </a:cubicBezTo>
                  <a:close/>
                  <a:moveTo>
                    <a:pt x="184781" y="359813"/>
                  </a:moveTo>
                  <a:lnTo>
                    <a:pt x="184781" y="359813"/>
                  </a:lnTo>
                  <a:cubicBezTo>
                    <a:pt x="176562" y="345724"/>
                    <a:pt x="181552" y="327819"/>
                    <a:pt x="195642" y="319893"/>
                  </a:cubicBezTo>
                  <a:lnTo>
                    <a:pt x="195642" y="319893"/>
                  </a:lnTo>
                  <a:cubicBezTo>
                    <a:pt x="209731" y="311675"/>
                    <a:pt x="227636" y="316665"/>
                    <a:pt x="235561" y="330460"/>
                  </a:cubicBezTo>
                  <a:lnTo>
                    <a:pt x="235561" y="330460"/>
                  </a:lnTo>
                  <a:cubicBezTo>
                    <a:pt x="243780" y="344550"/>
                    <a:pt x="238790" y="362455"/>
                    <a:pt x="224994" y="370673"/>
                  </a:cubicBezTo>
                  <a:lnTo>
                    <a:pt x="224994" y="370673"/>
                  </a:lnTo>
                  <a:cubicBezTo>
                    <a:pt x="220298" y="373315"/>
                    <a:pt x="215308" y="374489"/>
                    <a:pt x="210318" y="374489"/>
                  </a:cubicBezTo>
                  <a:lnTo>
                    <a:pt x="210318" y="374489"/>
                  </a:lnTo>
                  <a:cubicBezTo>
                    <a:pt x="200045" y="374489"/>
                    <a:pt x="190358" y="369206"/>
                    <a:pt x="184781" y="359813"/>
                  </a:cubicBezTo>
                  <a:close/>
                  <a:moveTo>
                    <a:pt x="124315" y="254731"/>
                  </a:moveTo>
                  <a:cubicBezTo>
                    <a:pt x="116390" y="240641"/>
                    <a:pt x="121086" y="222736"/>
                    <a:pt x="135175" y="214518"/>
                  </a:cubicBezTo>
                  <a:lnTo>
                    <a:pt x="135175" y="214518"/>
                  </a:lnTo>
                  <a:cubicBezTo>
                    <a:pt x="149264" y="206592"/>
                    <a:pt x="167170" y="211289"/>
                    <a:pt x="175095" y="225378"/>
                  </a:cubicBezTo>
                  <a:lnTo>
                    <a:pt x="175095" y="225378"/>
                  </a:lnTo>
                  <a:cubicBezTo>
                    <a:pt x="183314" y="239467"/>
                    <a:pt x="178617" y="257372"/>
                    <a:pt x="164528" y="265591"/>
                  </a:cubicBezTo>
                  <a:lnTo>
                    <a:pt x="164528" y="265591"/>
                  </a:lnTo>
                  <a:cubicBezTo>
                    <a:pt x="159831" y="268233"/>
                    <a:pt x="154841" y="269407"/>
                    <a:pt x="149852" y="269407"/>
                  </a:cubicBezTo>
                  <a:lnTo>
                    <a:pt x="149852" y="269407"/>
                  </a:lnTo>
                  <a:cubicBezTo>
                    <a:pt x="139578" y="269407"/>
                    <a:pt x="129892" y="264123"/>
                    <a:pt x="124315" y="254731"/>
                  </a:cubicBezTo>
                  <a:close/>
                  <a:moveTo>
                    <a:pt x="63848" y="149355"/>
                  </a:moveTo>
                  <a:cubicBezTo>
                    <a:pt x="55923" y="135266"/>
                    <a:pt x="60620" y="117360"/>
                    <a:pt x="75002" y="109435"/>
                  </a:cubicBezTo>
                  <a:lnTo>
                    <a:pt x="75002" y="109435"/>
                  </a:lnTo>
                  <a:cubicBezTo>
                    <a:pt x="89092" y="101217"/>
                    <a:pt x="106997" y="106206"/>
                    <a:pt x="114922" y="120296"/>
                  </a:cubicBezTo>
                  <a:lnTo>
                    <a:pt x="114922" y="120296"/>
                  </a:lnTo>
                  <a:cubicBezTo>
                    <a:pt x="122847" y="134385"/>
                    <a:pt x="118151" y="152290"/>
                    <a:pt x="104062" y="160215"/>
                  </a:cubicBezTo>
                  <a:lnTo>
                    <a:pt x="104062" y="160215"/>
                  </a:lnTo>
                  <a:cubicBezTo>
                    <a:pt x="99365" y="162857"/>
                    <a:pt x="94375" y="164031"/>
                    <a:pt x="89385" y="164031"/>
                  </a:cubicBezTo>
                  <a:lnTo>
                    <a:pt x="89385" y="164031"/>
                  </a:lnTo>
                  <a:cubicBezTo>
                    <a:pt x="79112" y="164031"/>
                    <a:pt x="69426" y="158748"/>
                    <a:pt x="63848" y="149355"/>
                  </a:cubicBezTo>
                  <a:close/>
                  <a:moveTo>
                    <a:pt x="3969" y="43979"/>
                  </a:move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919" y="-4159"/>
                    <a:pt x="46824" y="831"/>
                    <a:pt x="55043" y="14920"/>
                  </a:cubicBezTo>
                  <a:lnTo>
                    <a:pt x="55043" y="14920"/>
                  </a:lnTo>
                  <a:cubicBezTo>
                    <a:pt x="62968" y="29009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192" y="57481"/>
                    <a:pt x="34202" y="58655"/>
                    <a:pt x="29506" y="58655"/>
                  </a:cubicBezTo>
                  <a:lnTo>
                    <a:pt x="29506" y="58655"/>
                  </a:lnTo>
                  <a:cubicBezTo>
                    <a:pt x="19232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1B6AD58E-3C87-D2E3-2332-49A609B758A4}"/>
                </a:ext>
              </a:extLst>
            </p:cNvPr>
            <p:cNvSpPr/>
            <p:nvPr/>
          </p:nvSpPr>
          <p:spPr>
            <a:xfrm>
              <a:off x="7863433" y="2047896"/>
              <a:ext cx="776987" cy="1309076"/>
            </a:xfrm>
            <a:custGeom>
              <a:avLst/>
              <a:gdLst>
                <a:gd name="connsiteX0" fmla="*/ 722227 w 776987"/>
                <a:gd name="connsiteY0" fmla="*/ 1294400 h 1309076"/>
                <a:gd name="connsiteX1" fmla="*/ 733088 w 776987"/>
                <a:gd name="connsiteY1" fmla="*/ 1254480 h 1309076"/>
                <a:gd name="connsiteX2" fmla="*/ 733088 w 776987"/>
                <a:gd name="connsiteY2" fmla="*/ 1254480 h 1309076"/>
                <a:gd name="connsiteX3" fmla="*/ 773008 w 776987"/>
                <a:gd name="connsiteY3" fmla="*/ 1265047 h 1309076"/>
                <a:gd name="connsiteX4" fmla="*/ 773008 w 776987"/>
                <a:gd name="connsiteY4" fmla="*/ 1265047 h 1309076"/>
                <a:gd name="connsiteX5" fmla="*/ 762441 w 776987"/>
                <a:gd name="connsiteY5" fmla="*/ 1305260 h 1309076"/>
                <a:gd name="connsiteX6" fmla="*/ 762441 w 776987"/>
                <a:gd name="connsiteY6" fmla="*/ 1305260 h 1309076"/>
                <a:gd name="connsiteX7" fmla="*/ 747764 w 776987"/>
                <a:gd name="connsiteY7" fmla="*/ 1309076 h 1309076"/>
                <a:gd name="connsiteX8" fmla="*/ 747764 w 776987"/>
                <a:gd name="connsiteY8" fmla="*/ 1309076 h 1309076"/>
                <a:gd name="connsiteX9" fmla="*/ 722227 w 776987"/>
                <a:gd name="connsiteY9" fmla="*/ 1294400 h 1309076"/>
                <a:gd name="connsiteX10" fmla="*/ 662055 w 776987"/>
                <a:gd name="connsiteY10" fmla="*/ 1190198 h 1309076"/>
                <a:gd name="connsiteX11" fmla="*/ 662055 w 776987"/>
                <a:gd name="connsiteY11" fmla="*/ 1190198 h 1309076"/>
                <a:gd name="connsiteX12" fmla="*/ 672915 w 776987"/>
                <a:gd name="connsiteY12" fmla="*/ 1150279 h 1309076"/>
                <a:gd name="connsiteX13" fmla="*/ 672915 w 776987"/>
                <a:gd name="connsiteY13" fmla="*/ 1150279 h 1309076"/>
                <a:gd name="connsiteX14" fmla="*/ 713128 w 776987"/>
                <a:gd name="connsiteY14" fmla="*/ 1161139 h 1309076"/>
                <a:gd name="connsiteX15" fmla="*/ 713128 w 776987"/>
                <a:gd name="connsiteY15" fmla="*/ 1161139 h 1309076"/>
                <a:gd name="connsiteX16" fmla="*/ 702268 w 776987"/>
                <a:gd name="connsiteY16" fmla="*/ 1201059 h 1309076"/>
                <a:gd name="connsiteX17" fmla="*/ 702268 w 776987"/>
                <a:gd name="connsiteY17" fmla="*/ 1201059 h 1309076"/>
                <a:gd name="connsiteX18" fmla="*/ 687591 w 776987"/>
                <a:gd name="connsiteY18" fmla="*/ 1205168 h 1309076"/>
                <a:gd name="connsiteX19" fmla="*/ 687591 w 776987"/>
                <a:gd name="connsiteY19" fmla="*/ 1205168 h 1309076"/>
                <a:gd name="connsiteX20" fmla="*/ 662055 w 776987"/>
                <a:gd name="connsiteY20" fmla="*/ 1190198 h 1309076"/>
                <a:gd name="connsiteX21" fmla="*/ 602175 w 776987"/>
                <a:gd name="connsiteY21" fmla="*/ 1086290 h 1309076"/>
                <a:gd name="connsiteX22" fmla="*/ 613036 w 776987"/>
                <a:gd name="connsiteY22" fmla="*/ 1046077 h 1309076"/>
                <a:gd name="connsiteX23" fmla="*/ 613036 w 776987"/>
                <a:gd name="connsiteY23" fmla="*/ 1046077 h 1309076"/>
                <a:gd name="connsiteX24" fmla="*/ 652955 w 776987"/>
                <a:gd name="connsiteY24" fmla="*/ 1056937 h 1309076"/>
                <a:gd name="connsiteX25" fmla="*/ 652955 w 776987"/>
                <a:gd name="connsiteY25" fmla="*/ 1056937 h 1309076"/>
                <a:gd name="connsiteX26" fmla="*/ 642095 w 776987"/>
                <a:gd name="connsiteY26" fmla="*/ 1097150 h 1309076"/>
                <a:gd name="connsiteX27" fmla="*/ 642095 w 776987"/>
                <a:gd name="connsiteY27" fmla="*/ 1097150 h 1309076"/>
                <a:gd name="connsiteX28" fmla="*/ 627712 w 776987"/>
                <a:gd name="connsiteY28" fmla="*/ 1100966 h 1309076"/>
                <a:gd name="connsiteX29" fmla="*/ 627712 w 776987"/>
                <a:gd name="connsiteY29" fmla="*/ 1100966 h 1309076"/>
                <a:gd name="connsiteX30" fmla="*/ 602175 w 776987"/>
                <a:gd name="connsiteY30" fmla="*/ 1086290 h 1309076"/>
                <a:gd name="connsiteX31" fmla="*/ 542296 w 776987"/>
                <a:gd name="connsiteY31" fmla="*/ 982088 h 1309076"/>
                <a:gd name="connsiteX32" fmla="*/ 552863 w 776987"/>
                <a:gd name="connsiteY32" fmla="*/ 942169 h 1309076"/>
                <a:gd name="connsiteX33" fmla="*/ 552863 w 776987"/>
                <a:gd name="connsiteY33" fmla="*/ 942169 h 1309076"/>
                <a:gd name="connsiteX34" fmla="*/ 593076 w 776987"/>
                <a:gd name="connsiteY34" fmla="*/ 952736 h 1309076"/>
                <a:gd name="connsiteX35" fmla="*/ 593076 w 776987"/>
                <a:gd name="connsiteY35" fmla="*/ 952736 h 1309076"/>
                <a:gd name="connsiteX36" fmla="*/ 582216 w 776987"/>
                <a:gd name="connsiteY36" fmla="*/ 992949 h 1309076"/>
                <a:gd name="connsiteX37" fmla="*/ 582216 w 776987"/>
                <a:gd name="connsiteY37" fmla="*/ 992949 h 1309076"/>
                <a:gd name="connsiteX38" fmla="*/ 567539 w 776987"/>
                <a:gd name="connsiteY38" fmla="*/ 996765 h 1309076"/>
                <a:gd name="connsiteX39" fmla="*/ 567539 w 776987"/>
                <a:gd name="connsiteY39" fmla="*/ 996765 h 1309076"/>
                <a:gd name="connsiteX40" fmla="*/ 542296 w 776987"/>
                <a:gd name="connsiteY40" fmla="*/ 982088 h 1309076"/>
                <a:gd name="connsiteX41" fmla="*/ 482123 w 776987"/>
                <a:gd name="connsiteY41" fmla="*/ 877886 h 1309076"/>
                <a:gd name="connsiteX42" fmla="*/ 492984 w 776987"/>
                <a:gd name="connsiteY42" fmla="*/ 837967 h 1309076"/>
                <a:gd name="connsiteX43" fmla="*/ 492984 w 776987"/>
                <a:gd name="connsiteY43" fmla="*/ 837967 h 1309076"/>
                <a:gd name="connsiteX44" fmla="*/ 533197 w 776987"/>
                <a:gd name="connsiteY44" fmla="*/ 848827 h 1309076"/>
                <a:gd name="connsiteX45" fmla="*/ 533197 w 776987"/>
                <a:gd name="connsiteY45" fmla="*/ 848827 h 1309076"/>
                <a:gd name="connsiteX46" fmla="*/ 522336 w 776987"/>
                <a:gd name="connsiteY46" fmla="*/ 888747 h 1309076"/>
                <a:gd name="connsiteX47" fmla="*/ 522336 w 776987"/>
                <a:gd name="connsiteY47" fmla="*/ 888747 h 1309076"/>
                <a:gd name="connsiteX48" fmla="*/ 507660 w 776987"/>
                <a:gd name="connsiteY48" fmla="*/ 892563 h 1309076"/>
                <a:gd name="connsiteX49" fmla="*/ 507660 w 776987"/>
                <a:gd name="connsiteY49" fmla="*/ 892563 h 1309076"/>
                <a:gd name="connsiteX50" fmla="*/ 482123 w 776987"/>
                <a:gd name="connsiteY50" fmla="*/ 877886 h 1309076"/>
                <a:gd name="connsiteX51" fmla="*/ 422244 w 776987"/>
                <a:gd name="connsiteY51" fmla="*/ 773685 h 1309076"/>
                <a:gd name="connsiteX52" fmla="*/ 433104 w 776987"/>
                <a:gd name="connsiteY52" fmla="*/ 733765 h 1309076"/>
                <a:gd name="connsiteX53" fmla="*/ 433104 w 776987"/>
                <a:gd name="connsiteY53" fmla="*/ 733765 h 1309076"/>
                <a:gd name="connsiteX54" fmla="*/ 473317 w 776987"/>
                <a:gd name="connsiteY54" fmla="*/ 744626 h 1309076"/>
                <a:gd name="connsiteX55" fmla="*/ 473317 w 776987"/>
                <a:gd name="connsiteY55" fmla="*/ 744626 h 1309076"/>
                <a:gd name="connsiteX56" fmla="*/ 462457 w 776987"/>
                <a:gd name="connsiteY56" fmla="*/ 784545 h 1309076"/>
                <a:gd name="connsiteX57" fmla="*/ 462457 w 776987"/>
                <a:gd name="connsiteY57" fmla="*/ 784545 h 1309076"/>
                <a:gd name="connsiteX58" fmla="*/ 447781 w 776987"/>
                <a:gd name="connsiteY58" fmla="*/ 788361 h 1309076"/>
                <a:gd name="connsiteX59" fmla="*/ 447781 w 776987"/>
                <a:gd name="connsiteY59" fmla="*/ 788361 h 1309076"/>
                <a:gd name="connsiteX60" fmla="*/ 422244 w 776987"/>
                <a:gd name="connsiteY60" fmla="*/ 773685 h 1309076"/>
                <a:gd name="connsiteX61" fmla="*/ 362658 w 776987"/>
                <a:gd name="connsiteY61" fmla="*/ 669483 h 1309076"/>
                <a:gd name="connsiteX62" fmla="*/ 373225 w 776987"/>
                <a:gd name="connsiteY62" fmla="*/ 629563 h 1309076"/>
                <a:gd name="connsiteX63" fmla="*/ 373225 w 776987"/>
                <a:gd name="connsiteY63" fmla="*/ 629563 h 1309076"/>
                <a:gd name="connsiteX64" fmla="*/ 413438 w 776987"/>
                <a:gd name="connsiteY64" fmla="*/ 640424 h 1309076"/>
                <a:gd name="connsiteX65" fmla="*/ 413438 w 776987"/>
                <a:gd name="connsiteY65" fmla="*/ 640424 h 1309076"/>
                <a:gd name="connsiteX66" fmla="*/ 402578 w 776987"/>
                <a:gd name="connsiteY66" fmla="*/ 680343 h 1309076"/>
                <a:gd name="connsiteX67" fmla="*/ 402578 w 776987"/>
                <a:gd name="connsiteY67" fmla="*/ 680343 h 1309076"/>
                <a:gd name="connsiteX68" fmla="*/ 387901 w 776987"/>
                <a:gd name="connsiteY68" fmla="*/ 684159 h 1309076"/>
                <a:gd name="connsiteX69" fmla="*/ 387901 w 776987"/>
                <a:gd name="connsiteY69" fmla="*/ 684159 h 1309076"/>
                <a:gd name="connsiteX70" fmla="*/ 362658 w 776987"/>
                <a:gd name="connsiteY70" fmla="*/ 669483 h 1309076"/>
                <a:gd name="connsiteX71" fmla="*/ 302779 w 776987"/>
                <a:gd name="connsiteY71" fmla="*/ 565281 h 1309076"/>
                <a:gd name="connsiteX72" fmla="*/ 313639 w 776987"/>
                <a:gd name="connsiteY72" fmla="*/ 525362 h 1309076"/>
                <a:gd name="connsiteX73" fmla="*/ 313639 w 776987"/>
                <a:gd name="connsiteY73" fmla="*/ 525362 h 1309076"/>
                <a:gd name="connsiteX74" fmla="*/ 353559 w 776987"/>
                <a:gd name="connsiteY74" fmla="*/ 536222 h 1309076"/>
                <a:gd name="connsiteX75" fmla="*/ 353559 w 776987"/>
                <a:gd name="connsiteY75" fmla="*/ 536222 h 1309076"/>
                <a:gd name="connsiteX76" fmla="*/ 342698 w 776987"/>
                <a:gd name="connsiteY76" fmla="*/ 576142 h 1309076"/>
                <a:gd name="connsiteX77" fmla="*/ 342698 w 776987"/>
                <a:gd name="connsiteY77" fmla="*/ 576142 h 1309076"/>
                <a:gd name="connsiteX78" fmla="*/ 328316 w 776987"/>
                <a:gd name="connsiteY78" fmla="*/ 579958 h 1309076"/>
                <a:gd name="connsiteX79" fmla="*/ 328316 w 776987"/>
                <a:gd name="connsiteY79" fmla="*/ 579958 h 1309076"/>
                <a:gd name="connsiteX80" fmla="*/ 302779 w 776987"/>
                <a:gd name="connsiteY80" fmla="*/ 565281 h 1309076"/>
                <a:gd name="connsiteX81" fmla="*/ 242899 w 776987"/>
                <a:gd name="connsiteY81" fmla="*/ 461079 h 1309076"/>
                <a:gd name="connsiteX82" fmla="*/ 242899 w 776987"/>
                <a:gd name="connsiteY82" fmla="*/ 461079 h 1309076"/>
                <a:gd name="connsiteX83" fmla="*/ 253760 w 776987"/>
                <a:gd name="connsiteY83" fmla="*/ 420866 h 1309076"/>
                <a:gd name="connsiteX84" fmla="*/ 253760 w 776987"/>
                <a:gd name="connsiteY84" fmla="*/ 420866 h 1309076"/>
                <a:gd name="connsiteX85" fmla="*/ 293973 w 776987"/>
                <a:gd name="connsiteY85" fmla="*/ 431727 h 1309076"/>
                <a:gd name="connsiteX86" fmla="*/ 293973 w 776987"/>
                <a:gd name="connsiteY86" fmla="*/ 431727 h 1309076"/>
                <a:gd name="connsiteX87" fmla="*/ 283112 w 776987"/>
                <a:gd name="connsiteY87" fmla="*/ 471940 h 1309076"/>
                <a:gd name="connsiteX88" fmla="*/ 283112 w 776987"/>
                <a:gd name="connsiteY88" fmla="*/ 471940 h 1309076"/>
                <a:gd name="connsiteX89" fmla="*/ 268436 w 776987"/>
                <a:gd name="connsiteY89" fmla="*/ 475756 h 1309076"/>
                <a:gd name="connsiteX90" fmla="*/ 268436 w 776987"/>
                <a:gd name="connsiteY90" fmla="*/ 475756 h 1309076"/>
                <a:gd name="connsiteX91" fmla="*/ 242899 w 776987"/>
                <a:gd name="connsiteY91" fmla="*/ 461079 h 1309076"/>
                <a:gd name="connsiteX92" fmla="*/ 183314 w 776987"/>
                <a:gd name="connsiteY92" fmla="*/ 356584 h 1309076"/>
                <a:gd name="connsiteX93" fmla="*/ 194174 w 776987"/>
                <a:gd name="connsiteY93" fmla="*/ 316665 h 1309076"/>
                <a:gd name="connsiteX94" fmla="*/ 194174 w 776987"/>
                <a:gd name="connsiteY94" fmla="*/ 316665 h 1309076"/>
                <a:gd name="connsiteX95" fmla="*/ 234094 w 776987"/>
                <a:gd name="connsiteY95" fmla="*/ 327525 h 1309076"/>
                <a:gd name="connsiteX96" fmla="*/ 234094 w 776987"/>
                <a:gd name="connsiteY96" fmla="*/ 327525 h 1309076"/>
                <a:gd name="connsiteX97" fmla="*/ 223233 w 776987"/>
                <a:gd name="connsiteY97" fmla="*/ 367445 h 1309076"/>
                <a:gd name="connsiteX98" fmla="*/ 223233 w 776987"/>
                <a:gd name="connsiteY98" fmla="*/ 367445 h 1309076"/>
                <a:gd name="connsiteX99" fmla="*/ 208557 w 776987"/>
                <a:gd name="connsiteY99" fmla="*/ 371554 h 1309076"/>
                <a:gd name="connsiteX100" fmla="*/ 208557 w 776987"/>
                <a:gd name="connsiteY100" fmla="*/ 371554 h 1309076"/>
                <a:gd name="connsiteX101" fmla="*/ 183314 w 776987"/>
                <a:gd name="connsiteY101" fmla="*/ 356584 h 1309076"/>
                <a:gd name="connsiteX102" fmla="*/ 123434 w 776987"/>
                <a:gd name="connsiteY102" fmla="*/ 252382 h 1309076"/>
                <a:gd name="connsiteX103" fmla="*/ 134295 w 776987"/>
                <a:gd name="connsiteY103" fmla="*/ 212463 h 1309076"/>
                <a:gd name="connsiteX104" fmla="*/ 134295 w 776987"/>
                <a:gd name="connsiteY104" fmla="*/ 212463 h 1309076"/>
                <a:gd name="connsiteX105" fmla="*/ 174508 w 776987"/>
                <a:gd name="connsiteY105" fmla="*/ 223323 h 1309076"/>
                <a:gd name="connsiteX106" fmla="*/ 174508 w 776987"/>
                <a:gd name="connsiteY106" fmla="*/ 223323 h 1309076"/>
                <a:gd name="connsiteX107" fmla="*/ 163647 w 776987"/>
                <a:gd name="connsiteY107" fmla="*/ 263243 h 1309076"/>
                <a:gd name="connsiteX108" fmla="*/ 163647 w 776987"/>
                <a:gd name="connsiteY108" fmla="*/ 263243 h 1309076"/>
                <a:gd name="connsiteX109" fmla="*/ 148971 w 776987"/>
                <a:gd name="connsiteY109" fmla="*/ 267352 h 1309076"/>
                <a:gd name="connsiteX110" fmla="*/ 148971 w 776987"/>
                <a:gd name="connsiteY110" fmla="*/ 267352 h 1309076"/>
                <a:gd name="connsiteX111" fmla="*/ 123434 w 776987"/>
                <a:gd name="connsiteY111" fmla="*/ 252382 h 1309076"/>
                <a:gd name="connsiteX112" fmla="*/ 63555 w 776987"/>
                <a:gd name="connsiteY112" fmla="*/ 148181 h 1309076"/>
                <a:gd name="connsiteX113" fmla="*/ 74415 w 776987"/>
                <a:gd name="connsiteY113" fmla="*/ 108261 h 1309076"/>
                <a:gd name="connsiteX114" fmla="*/ 74415 w 776987"/>
                <a:gd name="connsiteY114" fmla="*/ 108261 h 1309076"/>
                <a:gd name="connsiteX115" fmla="*/ 114629 w 776987"/>
                <a:gd name="connsiteY115" fmla="*/ 119122 h 1309076"/>
                <a:gd name="connsiteX116" fmla="*/ 114629 w 776987"/>
                <a:gd name="connsiteY116" fmla="*/ 119122 h 1309076"/>
                <a:gd name="connsiteX117" fmla="*/ 103768 w 776987"/>
                <a:gd name="connsiteY117" fmla="*/ 159041 h 1309076"/>
                <a:gd name="connsiteX118" fmla="*/ 103768 w 776987"/>
                <a:gd name="connsiteY118" fmla="*/ 159041 h 1309076"/>
                <a:gd name="connsiteX119" fmla="*/ 89092 w 776987"/>
                <a:gd name="connsiteY119" fmla="*/ 162857 h 1309076"/>
                <a:gd name="connsiteX120" fmla="*/ 89092 w 776987"/>
                <a:gd name="connsiteY120" fmla="*/ 162857 h 1309076"/>
                <a:gd name="connsiteX121" fmla="*/ 63555 w 776987"/>
                <a:gd name="connsiteY121" fmla="*/ 148181 h 1309076"/>
                <a:gd name="connsiteX122" fmla="*/ 3969 w 776987"/>
                <a:gd name="connsiteY122" fmla="*/ 43979 h 1309076"/>
                <a:gd name="connsiteX123" fmla="*/ 3969 w 776987"/>
                <a:gd name="connsiteY123" fmla="*/ 43979 h 1309076"/>
                <a:gd name="connsiteX124" fmla="*/ 14830 w 776987"/>
                <a:gd name="connsiteY124" fmla="*/ 3766 h 1309076"/>
                <a:gd name="connsiteX125" fmla="*/ 14830 w 776987"/>
                <a:gd name="connsiteY125" fmla="*/ 3766 h 1309076"/>
                <a:gd name="connsiteX126" fmla="*/ 54749 w 776987"/>
                <a:gd name="connsiteY126" fmla="*/ 14920 h 1309076"/>
                <a:gd name="connsiteX127" fmla="*/ 54749 w 776987"/>
                <a:gd name="connsiteY127" fmla="*/ 14920 h 1309076"/>
                <a:gd name="connsiteX128" fmla="*/ 43889 w 776987"/>
                <a:gd name="connsiteY128" fmla="*/ 54839 h 1309076"/>
                <a:gd name="connsiteX129" fmla="*/ 43889 w 776987"/>
                <a:gd name="connsiteY129" fmla="*/ 54839 h 1309076"/>
                <a:gd name="connsiteX130" fmla="*/ 29506 w 776987"/>
                <a:gd name="connsiteY130" fmla="*/ 58655 h 1309076"/>
                <a:gd name="connsiteX131" fmla="*/ 29506 w 776987"/>
                <a:gd name="connsiteY131" fmla="*/ 58655 h 1309076"/>
                <a:gd name="connsiteX132" fmla="*/ 3969 w 776987"/>
                <a:gd name="connsiteY132" fmla="*/ 43979 h 130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776987" h="1309076">
                  <a:moveTo>
                    <a:pt x="722227" y="1294400"/>
                  </a:moveTo>
                  <a:cubicBezTo>
                    <a:pt x="714009" y="1280604"/>
                    <a:pt x="718999" y="1262406"/>
                    <a:pt x="733088" y="1254480"/>
                  </a:cubicBezTo>
                  <a:lnTo>
                    <a:pt x="733088" y="1254480"/>
                  </a:lnTo>
                  <a:cubicBezTo>
                    <a:pt x="746884" y="1246262"/>
                    <a:pt x="765082" y="1250958"/>
                    <a:pt x="773008" y="1265047"/>
                  </a:cubicBezTo>
                  <a:lnTo>
                    <a:pt x="773008" y="1265047"/>
                  </a:lnTo>
                  <a:cubicBezTo>
                    <a:pt x="781226" y="1279136"/>
                    <a:pt x="776236" y="1297042"/>
                    <a:pt x="762441" y="1305260"/>
                  </a:cubicBezTo>
                  <a:lnTo>
                    <a:pt x="762441" y="1305260"/>
                  </a:lnTo>
                  <a:cubicBezTo>
                    <a:pt x="757744" y="1307902"/>
                    <a:pt x="752754" y="1309076"/>
                    <a:pt x="747764" y="1309076"/>
                  </a:cubicBezTo>
                  <a:lnTo>
                    <a:pt x="747764" y="1309076"/>
                  </a:lnTo>
                  <a:cubicBezTo>
                    <a:pt x="737491" y="1309076"/>
                    <a:pt x="727805" y="1303793"/>
                    <a:pt x="722227" y="1294400"/>
                  </a:cubicBezTo>
                  <a:close/>
                  <a:moveTo>
                    <a:pt x="662055" y="1190198"/>
                  </a:moveTo>
                  <a:lnTo>
                    <a:pt x="662055" y="1190198"/>
                  </a:lnTo>
                  <a:cubicBezTo>
                    <a:pt x="654129" y="1176402"/>
                    <a:pt x="658826" y="1158497"/>
                    <a:pt x="672915" y="1150279"/>
                  </a:cubicBezTo>
                  <a:lnTo>
                    <a:pt x="672915" y="1150279"/>
                  </a:lnTo>
                  <a:cubicBezTo>
                    <a:pt x="687004" y="1142060"/>
                    <a:pt x="704909" y="1147050"/>
                    <a:pt x="713128" y="1161139"/>
                  </a:cubicBezTo>
                  <a:lnTo>
                    <a:pt x="713128" y="1161139"/>
                  </a:lnTo>
                  <a:cubicBezTo>
                    <a:pt x="721053" y="1175228"/>
                    <a:pt x="716357" y="1193133"/>
                    <a:pt x="702268" y="1201059"/>
                  </a:cubicBezTo>
                  <a:lnTo>
                    <a:pt x="702268" y="1201059"/>
                  </a:lnTo>
                  <a:cubicBezTo>
                    <a:pt x="697571" y="1203700"/>
                    <a:pt x="692581" y="1205168"/>
                    <a:pt x="687591" y="1205168"/>
                  </a:cubicBezTo>
                  <a:lnTo>
                    <a:pt x="687591" y="1205168"/>
                  </a:lnTo>
                  <a:cubicBezTo>
                    <a:pt x="677612" y="1205168"/>
                    <a:pt x="667632" y="1199885"/>
                    <a:pt x="662055" y="1190198"/>
                  </a:cubicBezTo>
                  <a:close/>
                  <a:moveTo>
                    <a:pt x="602175" y="1086290"/>
                  </a:moveTo>
                  <a:cubicBezTo>
                    <a:pt x="593956" y="1072201"/>
                    <a:pt x="598947" y="1054296"/>
                    <a:pt x="613036" y="1046077"/>
                  </a:cubicBezTo>
                  <a:lnTo>
                    <a:pt x="613036" y="1046077"/>
                  </a:lnTo>
                  <a:cubicBezTo>
                    <a:pt x="626831" y="1038152"/>
                    <a:pt x="645030" y="1042848"/>
                    <a:pt x="652955" y="1056937"/>
                  </a:cubicBezTo>
                  <a:lnTo>
                    <a:pt x="652955" y="1056937"/>
                  </a:lnTo>
                  <a:cubicBezTo>
                    <a:pt x="661174" y="1071027"/>
                    <a:pt x="656184" y="1088932"/>
                    <a:pt x="642095" y="1097150"/>
                  </a:cubicBezTo>
                  <a:lnTo>
                    <a:pt x="642095" y="1097150"/>
                  </a:lnTo>
                  <a:cubicBezTo>
                    <a:pt x="637692" y="1099792"/>
                    <a:pt x="632702" y="1100966"/>
                    <a:pt x="627712" y="1100966"/>
                  </a:cubicBezTo>
                  <a:lnTo>
                    <a:pt x="627712" y="1100966"/>
                  </a:lnTo>
                  <a:cubicBezTo>
                    <a:pt x="617439" y="1100966"/>
                    <a:pt x="607459" y="1095683"/>
                    <a:pt x="602175" y="1086290"/>
                  </a:cubicBezTo>
                  <a:close/>
                  <a:moveTo>
                    <a:pt x="542296" y="982088"/>
                  </a:moveTo>
                  <a:cubicBezTo>
                    <a:pt x="534077" y="967999"/>
                    <a:pt x="538774" y="950094"/>
                    <a:pt x="552863" y="942169"/>
                  </a:cubicBezTo>
                  <a:lnTo>
                    <a:pt x="552863" y="942169"/>
                  </a:lnTo>
                  <a:cubicBezTo>
                    <a:pt x="566952" y="933950"/>
                    <a:pt x="584857" y="938646"/>
                    <a:pt x="593076" y="952736"/>
                  </a:cubicBezTo>
                  <a:lnTo>
                    <a:pt x="593076" y="952736"/>
                  </a:lnTo>
                  <a:cubicBezTo>
                    <a:pt x="601001" y="966825"/>
                    <a:pt x="596305" y="984730"/>
                    <a:pt x="582216" y="992949"/>
                  </a:cubicBezTo>
                  <a:lnTo>
                    <a:pt x="582216" y="992949"/>
                  </a:lnTo>
                  <a:cubicBezTo>
                    <a:pt x="577519" y="995590"/>
                    <a:pt x="572529" y="996765"/>
                    <a:pt x="567539" y="996765"/>
                  </a:cubicBezTo>
                  <a:lnTo>
                    <a:pt x="567539" y="996765"/>
                  </a:lnTo>
                  <a:cubicBezTo>
                    <a:pt x="557266" y="996765"/>
                    <a:pt x="547580" y="991481"/>
                    <a:pt x="542296" y="982088"/>
                  </a:cubicBezTo>
                  <a:close/>
                  <a:moveTo>
                    <a:pt x="482123" y="877886"/>
                  </a:moveTo>
                  <a:cubicBezTo>
                    <a:pt x="474198" y="863797"/>
                    <a:pt x="478894" y="845892"/>
                    <a:pt x="492984" y="837967"/>
                  </a:cubicBezTo>
                  <a:lnTo>
                    <a:pt x="492984" y="837967"/>
                  </a:lnTo>
                  <a:cubicBezTo>
                    <a:pt x="507073" y="829748"/>
                    <a:pt x="524978" y="834738"/>
                    <a:pt x="533197" y="848827"/>
                  </a:cubicBezTo>
                  <a:lnTo>
                    <a:pt x="533197" y="848827"/>
                  </a:lnTo>
                  <a:cubicBezTo>
                    <a:pt x="541122" y="862623"/>
                    <a:pt x="536425" y="880528"/>
                    <a:pt x="522336" y="888747"/>
                  </a:cubicBezTo>
                  <a:lnTo>
                    <a:pt x="522336" y="888747"/>
                  </a:lnTo>
                  <a:cubicBezTo>
                    <a:pt x="517640" y="891389"/>
                    <a:pt x="512650" y="892563"/>
                    <a:pt x="507660" y="892563"/>
                  </a:cubicBezTo>
                  <a:lnTo>
                    <a:pt x="507660" y="892563"/>
                  </a:lnTo>
                  <a:cubicBezTo>
                    <a:pt x="497386" y="892563"/>
                    <a:pt x="487700" y="887279"/>
                    <a:pt x="482123" y="877886"/>
                  </a:cubicBezTo>
                  <a:close/>
                  <a:moveTo>
                    <a:pt x="422244" y="773685"/>
                  </a:moveTo>
                  <a:cubicBezTo>
                    <a:pt x="414319" y="759595"/>
                    <a:pt x="419015" y="741690"/>
                    <a:pt x="433104" y="733765"/>
                  </a:cubicBezTo>
                  <a:lnTo>
                    <a:pt x="433104" y="733765"/>
                  </a:lnTo>
                  <a:cubicBezTo>
                    <a:pt x="447193" y="725546"/>
                    <a:pt x="465099" y="730536"/>
                    <a:pt x="473317" y="744626"/>
                  </a:cubicBezTo>
                  <a:lnTo>
                    <a:pt x="473317" y="744626"/>
                  </a:lnTo>
                  <a:cubicBezTo>
                    <a:pt x="481243" y="758715"/>
                    <a:pt x="476546" y="776326"/>
                    <a:pt x="462457" y="784545"/>
                  </a:cubicBezTo>
                  <a:lnTo>
                    <a:pt x="462457" y="784545"/>
                  </a:lnTo>
                  <a:cubicBezTo>
                    <a:pt x="457760" y="787187"/>
                    <a:pt x="452771" y="788361"/>
                    <a:pt x="447781" y="788361"/>
                  </a:cubicBezTo>
                  <a:lnTo>
                    <a:pt x="447781" y="788361"/>
                  </a:lnTo>
                  <a:cubicBezTo>
                    <a:pt x="437801" y="788361"/>
                    <a:pt x="427821" y="783078"/>
                    <a:pt x="422244" y="773685"/>
                  </a:cubicBezTo>
                  <a:close/>
                  <a:moveTo>
                    <a:pt x="362658" y="669483"/>
                  </a:moveTo>
                  <a:cubicBezTo>
                    <a:pt x="354439" y="655394"/>
                    <a:pt x="359136" y="637489"/>
                    <a:pt x="373225" y="629563"/>
                  </a:cubicBezTo>
                  <a:lnTo>
                    <a:pt x="373225" y="629563"/>
                  </a:lnTo>
                  <a:cubicBezTo>
                    <a:pt x="387314" y="621345"/>
                    <a:pt x="405219" y="626335"/>
                    <a:pt x="413438" y="640424"/>
                  </a:cubicBezTo>
                  <a:lnTo>
                    <a:pt x="413438" y="640424"/>
                  </a:lnTo>
                  <a:cubicBezTo>
                    <a:pt x="421363" y="654220"/>
                    <a:pt x="416667" y="672418"/>
                    <a:pt x="402578" y="680343"/>
                  </a:cubicBezTo>
                  <a:lnTo>
                    <a:pt x="402578" y="680343"/>
                  </a:lnTo>
                  <a:cubicBezTo>
                    <a:pt x="397881" y="682985"/>
                    <a:pt x="392891" y="684159"/>
                    <a:pt x="387901" y="684159"/>
                  </a:cubicBezTo>
                  <a:lnTo>
                    <a:pt x="387901" y="684159"/>
                  </a:lnTo>
                  <a:cubicBezTo>
                    <a:pt x="377921" y="684159"/>
                    <a:pt x="367941" y="678876"/>
                    <a:pt x="362658" y="669483"/>
                  </a:cubicBezTo>
                  <a:close/>
                  <a:moveTo>
                    <a:pt x="302779" y="565281"/>
                  </a:moveTo>
                  <a:cubicBezTo>
                    <a:pt x="294560" y="551192"/>
                    <a:pt x="299550" y="533287"/>
                    <a:pt x="313639" y="525362"/>
                  </a:cubicBezTo>
                  <a:lnTo>
                    <a:pt x="313639" y="525362"/>
                  </a:lnTo>
                  <a:cubicBezTo>
                    <a:pt x="327728" y="517143"/>
                    <a:pt x="345633" y="522133"/>
                    <a:pt x="353559" y="536222"/>
                  </a:cubicBezTo>
                  <a:lnTo>
                    <a:pt x="353559" y="536222"/>
                  </a:lnTo>
                  <a:cubicBezTo>
                    <a:pt x="361777" y="550018"/>
                    <a:pt x="356788" y="567923"/>
                    <a:pt x="342698" y="576142"/>
                  </a:cubicBezTo>
                  <a:lnTo>
                    <a:pt x="342698" y="576142"/>
                  </a:lnTo>
                  <a:cubicBezTo>
                    <a:pt x="338295" y="578783"/>
                    <a:pt x="333012" y="579958"/>
                    <a:pt x="328316" y="579958"/>
                  </a:cubicBezTo>
                  <a:lnTo>
                    <a:pt x="328316" y="579958"/>
                  </a:lnTo>
                  <a:cubicBezTo>
                    <a:pt x="318042" y="579958"/>
                    <a:pt x="308062" y="574674"/>
                    <a:pt x="302779" y="565281"/>
                  </a:cubicBezTo>
                  <a:close/>
                  <a:moveTo>
                    <a:pt x="242899" y="461079"/>
                  </a:moveTo>
                  <a:lnTo>
                    <a:pt x="242899" y="461079"/>
                  </a:lnTo>
                  <a:cubicBezTo>
                    <a:pt x="234974" y="446990"/>
                    <a:pt x="239964" y="429085"/>
                    <a:pt x="253760" y="420866"/>
                  </a:cubicBezTo>
                  <a:lnTo>
                    <a:pt x="253760" y="420866"/>
                  </a:lnTo>
                  <a:cubicBezTo>
                    <a:pt x="267849" y="412941"/>
                    <a:pt x="285754" y="417638"/>
                    <a:pt x="293973" y="431727"/>
                  </a:cubicBezTo>
                  <a:lnTo>
                    <a:pt x="293973" y="431727"/>
                  </a:lnTo>
                  <a:cubicBezTo>
                    <a:pt x="301898" y="445816"/>
                    <a:pt x="297202" y="463721"/>
                    <a:pt x="283112" y="471940"/>
                  </a:cubicBezTo>
                  <a:lnTo>
                    <a:pt x="283112" y="471940"/>
                  </a:lnTo>
                  <a:cubicBezTo>
                    <a:pt x="278416" y="474582"/>
                    <a:pt x="273426" y="475756"/>
                    <a:pt x="268436" y="475756"/>
                  </a:cubicBezTo>
                  <a:lnTo>
                    <a:pt x="268436" y="475756"/>
                  </a:lnTo>
                  <a:cubicBezTo>
                    <a:pt x="258456" y="475756"/>
                    <a:pt x="248476" y="470472"/>
                    <a:pt x="242899" y="461079"/>
                  </a:cubicBezTo>
                  <a:close/>
                  <a:moveTo>
                    <a:pt x="183314" y="356584"/>
                  </a:moveTo>
                  <a:cubicBezTo>
                    <a:pt x="175095" y="342495"/>
                    <a:pt x="180085" y="324590"/>
                    <a:pt x="194174" y="316665"/>
                  </a:cubicBezTo>
                  <a:lnTo>
                    <a:pt x="194174" y="316665"/>
                  </a:lnTo>
                  <a:cubicBezTo>
                    <a:pt x="208263" y="308446"/>
                    <a:pt x="226168" y="313436"/>
                    <a:pt x="234094" y="327525"/>
                  </a:cubicBezTo>
                  <a:lnTo>
                    <a:pt x="234094" y="327525"/>
                  </a:lnTo>
                  <a:cubicBezTo>
                    <a:pt x="242312" y="341614"/>
                    <a:pt x="237322" y="359519"/>
                    <a:pt x="223233" y="367445"/>
                  </a:cubicBezTo>
                  <a:lnTo>
                    <a:pt x="223233" y="367445"/>
                  </a:lnTo>
                  <a:cubicBezTo>
                    <a:pt x="218830" y="370086"/>
                    <a:pt x="213547" y="371554"/>
                    <a:pt x="208557" y="371554"/>
                  </a:cubicBezTo>
                  <a:lnTo>
                    <a:pt x="208557" y="371554"/>
                  </a:lnTo>
                  <a:cubicBezTo>
                    <a:pt x="198577" y="371554"/>
                    <a:pt x="188597" y="366270"/>
                    <a:pt x="183314" y="356584"/>
                  </a:cubicBezTo>
                  <a:close/>
                  <a:moveTo>
                    <a:pt x="123434" y="252382"/>
                  </a:moveTo>
                  <a:cubicBezTo>
                    <a:pt x="115216" y="238293"/>
                    <a:pt x="120205" y="220388"/>
                    <a:pt x="134295" y="212463"/>
                  </a:cubicBezTo>
                  <a:lnTo>
                    <a:pt x="134295" y="212463"/>
                  </a:lnTo>
                  <a:cubicBezTo>
                    <a:pt x="148384" y="204244"/>
                    <a:pt x="166289" y="209234"/>
                    <a:pt x="174508" y="223323"/>
                  </a:cubicBezTo>
                  <a:lnTo>
                    <a:pt x="174508" y="223323"/>
                  </a:lnTo>
                  <a:cubicBezTo>
                    <a:pt x="182433" y="237413"/>
                    <a:pt x="177443" y="255318"/>
                    <a:pt x="163647" y="263243"/>
                  </a:cubicBezTo>
                  <a:lnTo>
                    <a:pt x="163647" y="263243"/>
                  </a:lnTo>
                  <a:cubicBezTo>
                    <a:pt x="158951" y="265885"/>
                    <a:pt x="153961" y="267352"/>
                    <a:pt x="148971" y="267352"/>
                  </a:cubicBezTo>
                  <a:lnTo>
                    <a:pt x="148971" y="267352"/>
                  </a:lnTo>
                  <a:cubicBezTo>
                    <a:pt x="138698" y="267352"/>
                    <a:pt x="129011" y="261775"/>
                    <a:pt x="123434" y="252382"/>
                  </a:cubicBezTo>
                  <a:close/>
                  <a:moveTo>
                    <a:pt x="63555" y="148181"/>
                  </a:moveTo>
                  <a:cubicBezTo>
                    <a:pt x="55630" y="134091"/>
                    <a:pt x="60326" y="116186"/>
                    <a:pt x="74415" y="108261"/>
                  </a:cubicBezTo>
                  <a:lnTo>
                    <a:pt x="74415" y="108261"/>
                  </a:lnTo>
                  <a:cubicBezTo>
                    <a:pt x="88505" y="100042"/>
                    <a:pt x="106703" y="105032"/>
                    <a:pt x="114629" y="119122"/>
                  </a:cubicBezTo>
                  <a:lnTo>
                    <a:pt x="114629" y="119122"/>
                  </a:lnTo>
                  <a:cubicBezTo>
                    <a:pt x="122554" y="132917"/>
                    <a:pt x="117857" y="151116"/>
                    <a:pt x="103768" y="159041"/>
                  </a:cubicBezTo>
                  <a:lnTo>
                    <a:pt x="103768" y="159041"/>
                  </a:lnTo>
                  <a:cubicBezTo>
                    <a:pt x="99071" y="161683"/>
                    <a:pt x="94082" y="162857"/>
                    <a:pt x="89092" y="162857"/>
                  </a:cubicBezTo>
                  <a:lnTo>
                    <a:pt x="89092" y="162857"/>
                  </a:lnTo>
                  <a:cubicBezTo>
                    <a:pt x="79112" y="162857"/>
                    <a:pt x="69132" y="157574"/>
                    <a:pt x="63555" y="148181"/>
                  </a:cubicBezTo>
                  <a:close/>
                  <a:moveTo>
                    <a:pt x="3969" y="43979"/>
                  </a:moveTo>
                  <a:lnTo>
                    <a:pt x="3969" y="43979"/>
                  </a:ln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625" y="-4159"/>
                    <a:pt x="46824" y="831"/>
                    <a:pt x="54749" y="14920"/>
                  </a:cubicBezTo>
                  <a:lnTo>
                    <a:pt x="54749" y="14920"/>
                  </a:lnTo>
                  <a:cubicBezTo>
                    <a:pt x="62968" y="28716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486" y="57481"/>
                    <a:pt x="34496" y="58655"/>
                    <a:pt x="29506" y="58655"/>
                  </a:cubicBezTo>
                  <a:lnTo>
                    <a:pt x="29506" y="58655"/>
                  </a:lnTo>
                  <a:cubicBezTo>
                    <a:pt x="19233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ED510E1-AC50-3469-0C43-446B19ADA08C}"/>
                </a:ext>
              </a:extLst>
            </p:cNvPr>
            <p:cNvSpPr/>
            <p:nvPr/>
          </p:nvSpPr>
          <p:spPr>
            <a:xfrm>
              <a:off x="8642383" y="3499045"/>
              <a:ext cx="95226" cy="258590"/>
            </a:xfrm>
            <a:custGeom>
              <a:avLst/>
              <a:gdLst>
                <a:gd name="connsiteX0" fmla="*/ 14311 w 95226"/>
                <a:gd name="connsiteY0" fmla="*/ 254481 h 258590"/>
                <a:gd name="connsiteX1" fmla="*/ 4331 w 95226"/>
                <a:gd name="connsiteY1" fmla="*/ 213975 h 258590"/>
                <a:gd name="connsiteX2" fmla="*/ 4331 w 95226"/>
                <a:gd name="connsiteY2" fmla="*/ 213975 h 258590"/>
                <a:gd name="connsiteX3" fmla="*/ 44544 w 95226"/>
                <a:gd name="connsiteY3" fmla="*/ 203995 h 258590"/>
                <a:gd name="connsiteX4" fmla="*/ 44544 w 95226"/>
                <a:gd name="connsiteY4" fmla="*/ 203995 h 258590"/>
                <a:gd name="connsiteX5" fmla="*/ 54524 w 95226"/>
                <a:gd name="connsiteY5" fmla="*/ 244501 h 258590"/>
                <a:gd name="connsiteX6" fmla="*/ 54524 w 95226"/>
                <a:gd name="connsiteY6" fmla="*/ 244501 h 258590"/>
                <a:gd name="connsiteX7" fmla="*/ 29281 w 95226"/>
                <a:gd name="connsiteY7" fmla="*/ 258591 h 258590"/>
                <a:gd name="connsiteX8" fmla="*/ 29281 w 95226"/>
                <a:gd name="connsiteY8" fmla="*/ 258591 h 258590"/>
                <a:gd name="connsiteX9" fmla="*/ 14311 w 95226"/>
                <a:gd name="connsiteY9" fmla="*/ 254481 h 258590"/>
                <a:gd name="connsiteX10" fmla="*/ 60688 w 95226"/>
                <a:gd name="connsiteY10" fmla="*/ 161433 h 258590"/>
                <a:gd name="connsiteX11" fmla="*/ 36913 w 95226"/>
                <a:gd name="connsiteY11" fmla="*/ 127384 h 258590"/>
                <a:gd name="connsiteX12" fmla="*/ 36913 w 95226"/>
                <a:gd name="connsiteY12" fmla="*/ 127384 h 258590"/>
                <a:gd name="connsiteX13" fmla="*/ 70961 w 95226"/>
                <a:gd name="connsiteY13" fmla="*/ 103902 h 258590"/>
                <a:gd name="connsiteX14" fmla="*/ 70961 w 95226"/>
                <a:gd name="connsiteY14" fmla="*/ 103902 h 258590"/>
                <a:gd name="connsiteX15" fmla="*/ 94737 w 95226"/>
                <a:gd name="connsiteY15" fmla="*/ 137951 h 258590"/>
                <a:gd name="connsiteX16" fmla="*/ 94737 w 95226"/>
                <a:gd name="connsiteY16" fmla="*/ 137951 h 258590"/>
                <a:gd name="connsiteX17" fmla="*/ 65972 w 95226"/>
                <a:gd name="connsiteY17" fmla="*/ 162021 h 258590"/>
                <a:gd name="connsiteX18" fmla="*/ 65972 w 95226"/>
                <a:gd name="connsiteY18" fmla="*/ 162021 h 258590"/>
                <a:gd name="connsiteX19" fmla="*/ 60688 w 95226"/>
                <a:gd name="connsiteY19" fmla="*/ 161433 h 258590"/>
                <a:gd name="connsiteX20" fmla="*/ 36619 w 95226"/>
                <a:gd name="connsiteY20" fmla="*/ 34630 h 258590"/>
                <a:gd name="connsiteX21" fmla="*/ 59808 w 95226"/>
                <a:gd name="connsiteY21" fmla="*/ 581 h 258590"/>
                <a:gd name="connsiteX22" fmla="*/ 59808 w 95226"/>
                <a:gd name="connsiteY22" fmla="*/ 581 h 258590"/>
                <a:gd name="connsiteX23" fmla="*/ 94150 w 95226"/>
                <a:gd name="connsiteY23" fmla="*/ 23770 h 258590"/>
                <a:gd name="connsiteX24" fmla="*/ 94150 w 95226"/>
                <a:gd name="connsiteY24" fmla="*/ 23770 h 258590"/>
                <a:gd name="connsiteX25" fmla="*/ 70961 w 95226"/>
                <a:gd name="connsiteY25" fmla="*/ 58112 h 258590"/>
                <a:gd name="connsiteX26" fmla="*/ 70961 w 95226"/>
                <a:gd name="connsiteY26" fmla="*/ 58112 h 258590"/>
                <a:gd name="connsiteX27" fmla="*/ 65384 w 95226"/>
                <a:gd name="connsiteY27" fmla="*/ 58699 h 258590"/>
                <a:gd name="connsiteX28" fmla="*/ 65384 w 95226"/>
                <a:gd name="connsiteY28" fmla="*/ 58699 h 258590"/>
                <a:gd name="connsiteX29" fmla="*/ 36619 w 95226"/>
                <a:gd name="connsiteY29" fmla="*/ 34630 h 25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5226" h="258590">
                  <a:moveTo>
                    <a:pt x="14311" y="254481"/>
                  </a:moveTo>
                  <a:cubicBezTo>
                    <a:pt x="222" y="245969"/>
                    <a:pt x="-4181" y="227770"/>
                    <a:pt x="4331" y="213975"/>
                  </a:cubicBezTo>
                  <a:lnTo>
                    <a:pt x="4331" y="213975"/>
                  </a:lnTo>
                  <a:cubicBezTo>
                    <a:pt x="12550" y="200179"/>
                    <a:pt x="30455" y="195776"/>
                    <a:pt x="44544" y="203995"/>
                  </a:cubicBezTo>
                  <a:lnTo>
                    <a:pt x="44544" y="203995"/>
                  </a:lnTo>
                  <a:cubicBezTo>
                    <a:pt x="58340" y="212507"/>
                    <a:pt x="62743" y="230412"/>
                    <a:pt x="54524" y="244501"/>
                  </a:cubicBezTo>
                  <a:lnTo>
                    <a:pt x="54524" y="244501"/>
                  </a:lnTo>
                  <a:cubicBezTo>
                    <a:pt x="48947" y="253601"/>
                    <a:pt x="39261" y="258591"/>
                    <a:pt x="29281" y="258591"/>
                  </a:cubicBezTo>
                  <a:lnTo>
                    <a:pt x="29281" y="258591"/>
                  </a:lnTo>
                  <a:cubicBezTo>
                    <a:pt x="24291" y="258591"/>
                    <a:pt x="19007" y="257123"/>
                    <a:pt x="14311" y="254481"/>
                  </a:cubicBezTo>
                  <a:close/>
                  <a:moveTo>
                    <a:pt x="60688" y="161433"/>
                  </a:moveTo>
                  <a:cubicBezTo>
                    <a:pt x="44544" y="158498"/>
                    <a:pt x="33977" y="143235"/>
                    <a:pt x="36913" y="127384"/>
                  </a:cubicBezTo>
                  <a:lnTo>
                    <a:pt x="36913" y="127384"/>
                  </a:lnTo>
                  <a:cubicBezTo>
                    <a:pt x="39848" y="111240"/>
                    <a:pt x="55111" y="100673"/>
                    <a:pt x="70961" y="103902"/>
                  </a:cubicBezTo>
                  <a:lnTo>
                    <a:pt x="70961" y="103902"/>
                  </a:lnTo>
                  <a:cubicBezTo>
                    <a:pt x="87105" y="106544"/>
                    <a:pt x="97672" y="121807"/>
                    <a:pt x="94737" y="137951"/>
                  </a:cubicBezTo>
                  <a:lnTo>
                    <a:pt x="94737" y="137951"/>
                  </a:lnTo>
                  <a:cubicBezTo>
                    <a:pt x="92095" y="152041"/>
                    <a:pt x="79767" y="162021"/>
                    <a:pt x="65972" y="162021"/>
                  </a:cubicBezTo>
                  <a:lnTo>
                    <a:pt x="65972" y="162021"/>
                  </a:lnTo>
                  <a:cubicBezTo>
                    <a:pt x="64210" y="162021"/>
                    <a:pt x="62449" y="162021"/>
                    <a:pt x="60688" y="161433"/>
                  </a:cubicBezTo>
                  <a:close/>
                  <a:moveTo>
                    <a:pt x="36619" y="34630"/>
                  </a:moveTo>
                  <a:cubicBezTo>
                    <a:pt x="33684" y="18780"/>
                    <a:pt x="43957" y="3516"/>
                    <a:pt x="59808" y="581"/>
                  </a:cubicBezTo>
                  <a:lnTo>
                    <a:pt x="59808" y="581"/>
                  </a:lnTo>
                  <a:cubicBezTo>
                    <a:pt x="75951" y="-2648"/>
                    <a:pt x="91215" y="7919"/>
                    <a:pt x="94150" y="23770"/>
                  </a:cubicBezTo>
                  <a:lnTo>
                    <a:pt x="94150" y="23770"/>
                  </a:lnTo>
                  <a:cubicBezTo>
                    <a:pt x="97379" y="39914"/>
                    <a:pt x="86812" y="55177"/>
                    <a:pt x="70961" y="58112"/>
                  </a:cubicBezTo>
                  <a:lnTo>
                    <a:pt x="70961" y="58112"/>
                  </a:lnTo>
                  <a:cubicBezTo>
                    <a:pt x="68907" y="58699"/>
                    <a:pt x="67146" y="58699"/>
                    <a:pt x="65384" y="58699"/>
                  </a:cubicBezTo>
                  <a:lnTo>
                    <a:pt x="65384" y="58699"/>
                  </a:lnTo>
                  <a:cubicBezTo>
                    <a:pt x="51589" y="58699"/>
                    <a:pt x="39261" y="49013"/>
                    <a:pt x="36619" y="3463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6F61C30-29B4-98CC-3C79-0398A151140F}"/>
                </a:ext>
              </a:extLst>
            </p:cNvPr>
            <p:cNvSpPr/>
            <p:nvPr/>
          </p:nvSpPr>
          <p:spPr>
            <a:xfrm>
              <a:off x="8486809" y="3819465"/>
              <a:ext cx="58552" cy="58809"/>
            </a:xfrm>
            <a:custGeom>
              <a:avLst/>
              <a:gdLst>
                <a:gd name="connsiteX0" fmla="*/ 1108 w 58552"/>
                <a:gd name="connsiteY0" fmla="*/ 37088 h 58809"/>
                <a:gd name="connsiteX1" fmla="*/ 21655 w 58552"/>
                <a:gd name="connsiteY1" fmla="*/ 985 h 58809"/>
                <a:gd name="connsiteX2" fmla="*/ 21655 w 58552"/>
                <a:gd name="connsiteY2" fmla="*/ 985 h 58809"/>
                <a:gd name="connsiteX3" fmla="*/ 57465 w 58552"/>
                <a:gd name="connsiteY3" fmla="*/ 21825 h 58809"/>
                <a:gd name="connsiteX4" fmla="*/ 57465 w 58552"/>
                <a:gd name="connsiteY4" fmla="*/ 21825 h 58809"/>
                <a:gd name="connsiteX5" fmla="*/ 36918 w 58552"/>
                <a:gd name="connsiteY5" fmla="*/ 57635 h 58809"/>
                <a:gd name="connsiteX6" fmla="*/ 36918 w 58552"/>
                <a:gd name="connsiteY6" fmla="*/ 57635 h 58809"/>
                <a:gd name="connsiteX7" fmla="*/ 29286 w 58552"/>
                <a:gd name="connsiteY7" fmla="*/ 58809 h 58809"/>
                <a:gd name="connsiteX8" fmla="*/ 29286 w 58552"/>
                <a:gd name="connsiteY8" fmla="*/ 58809 h 58809"/>
                <a:gd name="connsiteX9" fmla="*/ 1108 w 58552"/>
                <a:gd name="connsiteY9" fmla="*/ 37088 h 58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552" h="58809">
                  <a:moveTo>
                    <a:pt x="1108" y="37088"/>
                  </a:moveTo>
                  <a:cubicBezTo>
                    <a:pt x="-3295" y="21531"/>
                    <a:pt x="5805" y="5388"/>
                    <a:pt x="21655" y="985"/>
                  </a:cubicBezTo>
                  <a:lnTo>
                    <a:pt x="21655" y="985"/>
                  </a:lnTo>
                  <a:cubicBezTo>
                    <a:pt x="37212" y="-3125"/>
                    <a:pt x="53356" y="5975"/>
                    <a:pt x="57465" y="21825"/>
                  </a:cubicBezTo>
                  <a:lnTo>
                    <a:pt x="57465" y="21825"/>
                  </a:lnTo>
                  <a:cubicBezTo>
                    <a:pt x="61868" y="37382"/>
                    <a:pt x="52475" y="53526"/>
                    <a:pt x="36918" y="57635"/>
                  </a:cubicBezTo>
                  <a:lnTo>
                    <a:pt x="36918" y="57635"/>
                  </a:lnTo>
                  <a:cubicBezTo>
                    <a:pt x="34570" y="58516"/>
                    <a:pt x="31928" y="58809"/>
                    <a:pt x="29286" y="58809"/>
                  </a:cubicBezTo>
                  <a:lnTo>
                    <a:pt x="29286" y="58809"/>
                  </a:lnTo>
                  <a:cubicBezTo>
                    <a:pt x="16371" y="58809"/>
                    <a:pt x="4630" y="50297"/>
                    <a:pt x="1108" y="370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FCA2074-1EEC-7B5A-093B-300D33B3A4A3}"/>
                </a:ext>
              </a:extLst>
            </p:cNvPr>
            <p:cNvSpPr/>
            <p:nvPr/>
          </p:nvSpPr>
          <p:spPr>
            <a:xfrm>
              <a:off x="7247476" y="3831017"/>
              <a:ext cx="1086633" cy="58705"/>
            </a:xfrm>
            <a:custGeom>
              <a:avLst/>
              <a:gdLst>
                <a:gd name="connsiteX0" fmla="*/ 1027928 w 1086633"/>
                <a:gd name="connsiteY0" fmla="*/ 29353 h 58705"/>
                <a:gd name="connsiteX1" fmla="*/ 1057281 w 1086633"/>
                <a:gd name="connsiteY1" fmla="*/ 0 h 58705"/>
                <a:gd name="connsiteX2" fmla="*/ 1057281 w 1086633"/>
                <a:gd name="connsiteY2" fmla="*/ 0 h 58705"/>
                <a:gd name="connsiteX3" fmla="*/ 1086634 w 1086633"/>
                <a:gd name="connsiteY3" fmla="*/ 29353 h 58705"/>
                <a:gd name="connsiteX4" fmla="*/ 1086634 w 1086633"/>
                <a:gd name="connsiteY4" fmla="*/ 29353 h 58705"/>
                <a:gd name="connsiteX5" fmla="*/ 1057281 w 1086633"/>
                <a:gd name="connsiteY5" fmla="*/ 58705 h 58705"/>
                <a:gd name="connsiteX6" fmla="*/ 1057281 w 1086633"/>
                <a:gd name="connsiteY6" fmla="*/ 58705 h 58705"/>
                <a:gd name="connsiteX7" fmla="*/ 1027928 w 1086633"/>
                <a:gd name="connsiteY7" fmla="*/ 29353 h 58705"/>
                <a:gd name="connsiteX8" fmla="*/ 913747 w 1086633"/>
                <a:gd name="connsiteY8" fmla="*/ 29353 h 58705"/>
                <a:gd name="connsiteX9" fmla="*/ 943099 w 1086633"/>
                <a:gd name="connsiteY9" fmla="*/ 0 h 58705"/>
                <a:gd name="connsiteX10" fmla="*/ 943099 w 1086633"/>
                <a:gd name="connsiteY10" fmla="*/ 0 h 58705"/>
                <a:gd name="connsiteX11" fmla="*/ 972452 w 1086633"/>
                <a:gd name="connsiteY11" fmla="*/ 29353 h 58705"/>
                <a:gd name="connsiteX12" fmla="*/ 972452 w 1086633"/>
                <a:gd name="connsiteY12" fmla="*/ 29353 h 58705"/>
                <a:gd name="connsiteX13" fmla="*/ 943099 w 1086633"/>
                <a:gd name="connsiteY13" fmla="*/ 58705 h 58705"/>
                <a:gd name="connsiteX14" fmla="*/ 943099 w 1086633"/>
                <a:gd name="connsiteY14" fmla="*/ 58705 h 58705"/>
                <a:gd name="connsiteX15" fmla="*/ 913747 w 1086633"/>
                <a:gd name="connsiteY15" fmla="*/ 29353 h 58705"/>
                <a:gd name="connsiteX16" fmla="*/ 799565 w 1086633"/>
                <a:gd name="connsiteY16" fmla="*/ 29353 h 58705"/>
                <a:gd name="connsiteX17" fmla="*/ 828918 w 1086633"/>
                <a:gd name="connsiteY17" fmla="*/ 0 h 58705"/>
                <a:gd name="connsiteX18" fmla="*/ 828918 w 1086633"/>
                <a:gd name="connsiteY18" fmla="*/ 0 h 58705"/>
                <a:gd name="connsiteX19" fmla="*/ 858270 w 1086633"/>
                <a:gd name="connsiteY19" fmla="*/ 29353 h 58705"/>
                <a:gd name="connsiteX20" fmla="*/ 858270 w 1086633"/>
                <a:gd name="connsiteY20" fmla="*/ 29353 h 58705"/>
                <a:gd name="connsiteX21" fmla="*/ 828918 w 1086633"/>
                <a:gd name="connsiteY21" fmla="*/ 58705 h 58705"/>
                <a:gd name="connsiteX22" fmla="*/ 828918 w 1086633"/>
                <a:gd name="connsiteY22" fmla="*/ 58705 h 58705"/>
                <a:gd name="connsiteX23" fmla="*/ 799565 w 1086633"/>
                <a:gd name="connsiteY23" fmla="*/ 29353 h 58705"/>
                <a:gd name="connsiteX24" fmla="*/ 685383 w 1086633"/>
                <a:gd name="connsiteY24" fmla="*/ 29353 h 58705"/>
                <a:gd name="connsiteX25" fmla="*/ 714736 w 1086633"/>
                <a:gd name="connsiteY25" fmla="*/ 0 h 58705"/>
                <a:gd name="connsiteX26" fmla="*/ 714736 w 1086633"/>
                <a:gd name="connsiteY26" fmla="*/ 0 h 58705"/>
                <a:gd name="connsiteX27" fmla="*/ 744089 w 1086633"/>
                <a:gd name="connsiteY27" fmla="*/ 29353 h 58705"/>
                <a:gd name="connsiteX28" fmla="*/ 744089 w 1086633"/>
                <a:gd name="connsiteY28" fmla="*/ 29353 h 58705"/>
                <a:gd name="connsiteX29" fmla="*/ 714736 w 1086633"/>
                <a:gd name="connsiteY29" fmla="*/ 58705 h 58705"/>
                <a:gd name="connsiteX30" fmla="*/ 714736 w 1086633"/>
                <a:gd name="connsiteY30" fmla="*/ 58705 h 58705"/>
                <a:gd name="connsiteX31" fmla="*/ 685383 w 1086633"/>
                <a:gd name="connsiteY31" fmla="*/ 29353 h 58705"/>
                <a:gd name="connsiteX32" fmla="*/ 571202 w 1086633"/>
                <a:gd name="connsiteY32" fmla="*/ 29353 h 58705"/>
                <a:gd name="connsiteX33" fmla="*/ 600554 w 1086633"/>
                <a:gd name="connsiteY33" fmla="*/ 0 h 58705"/>
                <a:gd name="connsiteX34" fmla="*/ 600554 w 1086633"/>
                <a:gd name="connsiteY34" fmla="*/ 0 h 58705"/>
                <a:gd name="connsiteX35" fmla="*/ 629907 w 1086633"/>
                <a:gd name="connsiteY35" fmla="*/ 29353 h 58705"/>
                <a:gd name="connsiteX36" fmla="*/ 629907 w 1086633"/>
                <a:gd name="connsiteY36" fmla="*/ 29353 h 58705"/>
                <a:gd name="connsiteX37" fmla="*/ 600554 w 1086633"/>
                <a:gd name="connsiteY37" fmla="*/ 58705 h 58705"/>
                <a:gd name="connsiteX38" fmla="*/ 600554 w 1086633"/>
                <a:gd name="connsiteY38" fmla="*/ 58705 h 58705"/>
                <a:gd name="connsiteX39" fmla="*/ 571202 w 1086633"/>
                <a:gd name="connsiteY39" fmla="*/ 29353 h 58705"/>
                <a:gd name="connsiteX40" fmla="*/ 457020 w 1086633"/>
                <a:gd name="connsiteY40" fmla="*/ 29353 h 58705"/>
                <a:gd name="connsiteX41" fmla="*/ 486373 w 1086633"/>
                <a:gd name="connsiteY41" fmla="*/ 0 h 58705"/>
                <a:gd name="connsiteX42" fmla="*/ 486373 w 1086633"/>
                <a:gd name="connsiteY42" fmla="*/ 0 h 58705"/>
                <a:gd name="connsiteX43" fmla="*/ 515725 w 1086633"/>
                <a:gd name="connsiteY43" fmla="*/ 29353 h 58705"/>
                <a:gd name="connsiteX44" fmla="*/ 515725 w 1086633"/>
                <a:gd name="connsiteY44" fmla="*/ 29353 h 58705"/>
                <a:gd name="connsiteX45" fmla="*/ 486373 w 1086633"/>
                <a:gd name="connsiteY45" fmla="*/ 58705 h 58705"/>
                <a:gd name="connsiteX46" fmla="*/ 486373 w 1086633"/>
                <a:gd name="connsiteY46" fmla="*/ 58705 h 58705"/>
                <a:gd name="connsiteX47" fmla="*/ 457020 w 1086633"/>
                <a:gd name="connsiteY47" fmla="*/ 29353 h 58705"/>
                <a:gd name="connsiteX48" fmla="*/ 342545 w 1086633"/>
                <a:gd name="connsiteY48" fmla="*/ 29353 h 58705"/>
                <a:gd name="connsiteX49" fmla="*/ 372191 w 1086633"/>
                <a:gd name="connsiteY49" fmla="*/ 0 h 58705"/>
                <a:gd name="connsiteX50" fmla="*/ 372191 w 1086633"/>
                <a:gd name="connsiteY50" fmla="*/ 0 h 58705"/>
                <a:gd name="connsiteX51" fmla="*/ 401250 w 1086633"/>
                <a:gd name="connsiteY51" fmla="*/ 29353 h 58705"/>
                <a:gd name="connsiteX52" fmla="*/ 401250 w 1086633"/>
                <a:gd name="connsiteY52" fmla="*/ 29353 h 58705"/>
                <a:gd name="connsiteX53" fmla="*/ 372191 w 1086633"/>
                <a:gd name="connsiteY53" fmla="*/ 58705 h 58705"/>
                <a:gd name="connsiteX54" fmla="*/ 372191 w 1086633"/>
                <a:gd name="connsiteY54" fmla="*/ 58705 h 58705"/>
                <a:gd name="connsiteX55" fmla="*/ 342545 w 1086633"/>
                <a:gd name="connsiteY55" fmla="*/ 29353 h 58705"/>
                <a:gd name="connsiteX56" fmla="*/ 228363 w 1086633"/>
                <a:gd name="connsiteY56" fmla="*/ 29353 h 58705"/>
                <a:gd name="connsiteX57" fmla="*/ 257716 w 1086633"/>
                <a:gd name="connsiteY57" fmla="*/ 0 h 58705"/>
                <a:gd name="connsiteX58" fmla="*/ 257716 w 1086633"/>
                <a:gd name="connsiteY58" fmla="*/ 0 h 58705"/>
                <a:gd name="connsiteX59" fmla="*/ 287069 w 1086633"/>
                <a:gd name="connsiteY59" fmla="*/ 29353 h 58705"/>
                <a:gd name="connsiteX60" fmla="*/ 287069 w 1086633"/>
                <a:gd name="connsiteY60" fmla="*/ 29353 h 58705"/>
                <a:gd name="connsiteX61" fmla="*/ 257716 w 1086633"/>
                <a:gd name="connsiteY61" fmla="*/ 58705 h 58705"/>
                <a:gd name="connsiteX62" fmla="*/ 257716 w 1086633"/>
                <a:gd name="connsiteY62" fmla="*/ 58705 h 58705"/>
                <a:gd name="connsiteX63" fmla="*/ 228363 w 1086633"/>
                <a:gd name="connsiteY63" fmla="*/ 29353 h 58705"/>
                <a:gd name="connsiteX64" fmla="*/ 114182 w 1086633"/>
                <a:gd name="connsiteY64" fmla="*/ 29353 h 58705"/>
                <a:gd name="connsiteX65" fmla="*/ 143534 w 1086633"/>
                <a:gd name="connsiteY65" fmla="*/ 0 h 58705"/>
                <a:gd name="connsiteX66" fmla="*/ 143534 w 1086633"/>
                <a:gd name="connsiteY66" fmla="*/ 0 h 58705"/>
                <a:gd name="connsiteX67" fmla="*/ 172887 w 1086633"/>
                <a:gd name="connsiteY67" fmla="*/ 29353 h 58705"/>
                <a:gd name="connsiteX68" fmla="*/ 172887 w 1086633"/>
                <a:gd name="connsiteY68" fmla="*/ 29353 h 58705"/>
                <a:gd name="connsiteX69" fmla="*/ 143534 w 1086633"/>
                <a:gd name="connsiteY69" fmla="*/ 58705 h 58705"/>
                <a:gd name="connsiteX70" fmla="*/ 143534 w 1086633"/>
                <a:gd name="connsiteY70" fmla="*/ 58705 h 58705"/>
                <a:gd name="connsiteX71" fmla="*/ 114182 w 1086633"/>
                <a:gd name="connsiteY71" fmla="*/ 29353 h 58705"/>
                <a:gd name="connsiteX72" fmla="*/ 0 w 1086633"/>
                <a:gd name="connsiteY72" fmla="*/ 29353 h 58705"/>
                <a:gd name="connsiteX73" fmla="*/ 29353 w 1086633"/>
                <a:gd name="connsiteY73" fmla="*/ 0 h 58705"/>
                <a:gd name="connsiteX74" fmla="*/ 29353 w 1086633"/>
                <a:gd name="connsiteY74" fmla="*/ 0 h 58705"/>
                <a:gd name="connsiteX75" fmla="*/ 58705 w 1086633"/>
                <a:gd name="connsiteY75" fmla="*/ 29353 h 58705"/>
                <a:gd name="connsiteX76" fmla="*/ 58705 w 1086633"/>
                <a:gd name="connsiteY76" fmla="*/ 29353 h 58705"/>
                <a:gd name="connsiteX77" fmla="*/ 29353 w 1086633"/>
                <a:gd name="connsiteY77" fmla="*/ 58705 h 58705"/>
                <a:gd name="connsiteX78" fmla="*/ 29353 w 1086633"/>
                <a:gd name="connsiteY78" fmla="*/ 58705 h 58705"/>
                <a:gd name="connsiteX79" fmla="*/ 0 w 1086633"/>
                <a:gd name="connsiteY79" fmla="*/ 29353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86633" h="58705">
                  <a:moveTo>
                    <a:pt x="1027928" y="29353"/>
                  </a:moveTo>
                  <a:cubicBezTo>
                    <a:pt x="1027928" y="13209"/>
                    <a:pt x="1041137" y="0"/>
                    <a:pt x="1057281" y="0"/>
                  </a:cubicBezTo>
                  <a:lnTo>
                    <a:pt x="1057281" y="0"/>
                  </a:lnTo>
                  <a:cubicBezTo>
                    <a:pt x="1073425" y="0"/>
                    <a:pt x="1086634" y="13209"/>
                    <a:pt x="1086634" y="29353"/>
                  </a:cubicBezTo>
                  <a:lnTo>
                    <a:pt x="1086634" y="29353"/>
                  </a:lnTo>
                  <a:cubicBezTo>
                    <a:pt x="1086634" y="45790"/>
                    <a:pt x="1073425" y="58705"/>
                    <a:pt x="1057281" y="58705"/>
                  </a:cubicBezTo>
                  <a:lnTo>
                    <a:pt x="1057281" y="58705"/>
                  </a:lnTo>
                  <a:cubicBezTo>
                    <a:pt x="1041137" y="58705"/>
                    <a:pt x="1027928" y="45790"/>
                    <a:pt x="1027928" y="29353"/>
                  </a:cubicBezTo>
                  <a:close/>
                  <a:moveTo>
                    <a:pt x="913747" y="29353"/>
                  </a:moveTo>
                  <a:cubicBezTo>
                    <a:pt x="913747" y="13209"/>
                    <a:pt x="926955" y="0"/>
                    <a:pt x="943099" y="0"/>
                  </a:cubicBezTo>
                  <a:lnTo>
                    <a:pt x="943099" y="0"/>
                  </a:lnTo>
                  <a:cubicBezTo>
                    <a:pt x="959243" y="0"/>
                    <a:pt x="972452" y="13209"/>
                    <a:pt x="972452" y="29353"/>
                  </a:cubicBezTo>
                  <a:lnTo>
                    <a:pt x="972452" y="29353"/>
                  </a:lnTo>
                  <a:cubicBezTo>
                    <a:pt x="972452" y="45496"/>
                    <a:pt x="959243" y="58705"/>
                    <a:pt x="943099" y="58705"/>
                  </a:cubicBezTo>
                  <a:lnTo>
                    <a:pt x="943099" y="58705"/>
                  </a:lnTo>
                  <a:cubicBezTo>
                    <a:pt x="926955" y="58705"/>
                    <a:pt x="913747" y="45496"/>
                    <a:pt x="913747" y="29353"/>
                  </a:cubicBezTo>
                  <a:close/>
                  <a:moveTo>
                    <a:pt x="799565" y="29353"/>
                  </a:moveTo>
                  <a:cubicBezTo>
                    <a:pt x="799565" y="13209"/>
                    <a:pt x="812774" y="0"/>
                    <a:pt x="828918" y="0"/>
                  </a:cubicBezTo>
                  <a:lnTo>
                    <a:pt x="828918" y="0"/>
                  </a:lnTo>
                  <a:cubicBezTo>
                    <a:pt x="845062" y="0"/>
                    <a:pt x="858270" y="13209"/>
                    <a:pt x="858270" y="29353"/>
                  </a:cubicBezTo>
                  <a:lnTo>
                    <a:pt x="858270" y="29353"/>
                  </a:lnTo>
                  <a:cubicBezTo>
                    <a:pt x="858270" y="45496"/>
                    <a:pt x="845062" y="58705"/>
                    <a:pt x="828918" y="58705"/>
                  </a:cubicBezTo>
                  <a:lnTo>
                    <a:pt x="828918" y="58705"/>
                  </a:lnTo>
                  <a:cubicBezTo>
                    <a:pt x="812774" y="58705"/>
                    <a:pt x="799565" y="45496"/>
                    <a:pt x="799565" y="29353"/>
                  </a:cubicBezTo>
                  <a:close/>
                  <a:moveTo>
                    <a:pt x="685383" y="29353"/>
                  </a:moveTo>
                  <a:cubicBezTo>
                    <a:pt x="685383" y="13209"/>
                    <a:pt x="698298" y="0"/>
                    <a:pt x="714736" y="0"/>
                  </a:cubicBezTo>
                  <a:lnTo>
                    <a:pt x="714736" y="0"/>
                  </a:lnTo>
                  <a:cubicBezTo>
                    <a:pt x="730880" y="0"/>
                    <a:pt x="744089" y="13209"/>
                    <a:pt x="744089" y="29353"/>
                  </a:cubicBezTo>
                  <a:lnTo>
                    <a:pt x="744089" y="29353"/>
                  </a:lnTo>
                  <a:cubicBezTo>
                    <a:pt x="744089" y="45496"/>
                    <a:pt x="730880" y="58705"/>
                    <a:pt x="714736" y="58705"/>
                  </a:cubicBezTo>
                  <a:lnTo>
                    <a:pt x="714736" y="58705"/>
                  </a:lnTo>
                  <a:cubicBezTo>
                    <a:pt x="698298" y="58705"/>
                    <a:pt x="685383" y="45496"/>
                    <a:pt x="685383" y="29353"/>
                  </a:cubicBezTo>
                  <a:close/>
                  <a:moveTo>
                    <a:pt x="571202" y="29353"/>
                  </a:moveTo>
                  <a:cubicBezTo>
                    <a:pt x="571202" y="13209"/>
                    <a:pt x="584117" y="0"/>
                    <a:pt x="600554" y="0"/>
                  </a:cubicBezTo>
                  <a:lnTo>
                    <a:pt x="600554" y="0"/>
                  </a:lnTo>
                  <a:cubicBezTo>
                    <a:pt x="616698" y="0"/>
                    <a:pt x="629907" y="13209"/>
                    <a:pt x="629907" y="29353"/>
                  </a:cubicBezTo>
                  <a:lnTo>
                    <a:pt x="629907" y="29353"/>
                  </a:lnTo>
                  <a:cubicBezTo>
                    <a:pt x="629907" y="45496"/>
                    <a:pt x="616698" y="58705"/>
                    <a:pt x="600554" y="58705"/>
                  </a:cubicBezTo>
                  <a:lnTo>
                    <a:pt x="600554" y="58705"/>
                  </a:lnTo>
                  <a:cubicBezTo>
                    <a:pt x="584117" y="58705"/>
                    <a:pt x="571202" y="45496"/>
                    <a:pt x="571202" y="29353"/>
                  </a:cubicBezTo>
                  <a:close/>
                  <a:moveTo>
                    <a:pt x="457020" y="29353"/>
                  </a:moveTo>
                  <a:cubicBezTo>
                    <a:pt x="457020" y="13209"/>
                    <a:pt x="469935" y="0"/>
                    <a:pt x="486373" y="0"/>
                  </a:cubicBezTo>
                  <a:lnTo>
                    <a:pt x="486373" y="0"/>
                  </a:lnTo>
                  <a:cubicBezTo>
                    <a:pt x="502517" y="0"/>
                    <a:pt x="515725" y="13209"/>
                    <a:pt x="515725" y="29353"/>
                  </a:cubicBezTo>
                  <a:lnTo>
                    <a:pt x="515725" y="29353"/>
                  </a:lnTo>
                  <a:cubicBezTo>
                    <a:pt x="515725" y="45496"/>
                    <a:pt x="502517" y="58705"/>
                    <a:pt x="486373" y="58705"/>
                  </a:cubicBezTo>
                  <a:lnTo>
                    <a:pt x="486373" y="58705"/>
                  </a:lnTo>
                  <a:cubicBezTo>
                    <a:pt x="469935" y="58705"/>
                    <a:pt x="457020" y="45496"/>
                    <a:pt x="457020" y="29353"/>
                  </a:cubicBezTo>
                  <a:close/>
                  <a:moveTo>
                    <a:pt x="342545" y="29353"/>
                  </a:moveTo>
                  <a:cubicBezTo>
                    <a:pt x="342545" y="13209"/>
                    <a:pt x="355754" y="0"/>
                    <a:pt x="372191" y="0"/>
                  </a:cubicBezTo>
                  <a:lnTo>
                    <a:pt x="372191" y="0"/>
                  </a:lnTo>
                  <a:cubicBezTo>
                    <a:pt x="388041" y="0"/>
                    <a:pt x="401250" y="13209"/>
                    <a:pt x="401250" y="29353"/>
                  </a:cubicBezTo>
                  <a:lnTo>
                    <a:pt x="401250" y="29353"/>
                  </a:lnTo>
                  <a:cubicBezTo>
                    <a:pt x="401250" y="45496"/>
                    <a:pt x="388041" y="58705"/>
                    <a:pt x="372191" y="58705"/>
                  </a:cubicBezTo>
                  <a:lnTo>
                    <a:pt x="372191" y="58705"/>
                  </a:lnTo>
                  <a:cubicBezTo>
                    <a:pt x="355754" y="58705"/>
                    <a:pt x="342545" y="45496"/>
                    <a:pt x="342545" y="29353"/>
                  </a:cubicBezTo>
                  <a:close/>
                  <a:moveTo>
                    <a:pt x="228363" y="29353"/>
                  </a:moveTo>
                  <a:cubicBezTo>
                    <a:pt x="228363" y="13209"/>
                    <a:pt x="241572" y="0"/>
                    <a:pt x="257716" y="0"/>
                  </a:cubicBezTo>
                  <a:lnTo>
                    <a:pt x="257716" y="0"/>
                  </a:lnTo>
                  <a:cubicBezTo>
                    <a:pt x="273860" y="0"/>
                    <a:pt x="287069" y="13209"/>
                    <a:pt x="287069" y="29353"/>
                  </a:cubicBezTo>
                  <a:lnTo>
                    <a:pt x="287069" y="29353"/>
                  </a:lnTo>
                  <a:cubicBezTo>
                    <a:pt x="287069" y="45496"/>
                    <a:pt x="273860" y="58705"/>
                    <a:pt x="257716" y="58705"/>
                  </a:cubicBezTo>
                  <a:lnTo>
                    <a:pt x="257716" y="58705"/>
                  </a:lnTo>
                  <a:cubicBezTo>
                    <a:pt x="241572" y="58705"/>
                    <a:pt x="228363" y="45496"/>
                    <a:pt x="228363" y="29353"/>
                  </a:cubicBezTo>
                  <a:close/>
                  <a:moveTo>
                    <a:pt x="114182" y="29353"/>
                  </a:moveTo>
                  <a:cubicBezTo>
                    <a:pt x="114182" y="13209"/>
                    <a:pt x="127390" y="0"/>
                    <a:pt x="143534" y="0"/>
                  </a:cubicBezTo>
                  <a:lnTo>
                    <a:pt x="143534" y="0"/>
                  </a:lnTo>
                  <a:cubicBezTo>
                    <a:pt x="159678" y="0"/>
                    <a:pt x="172887" y="13209"/>
                    <a:pt x="172887" y="29353"/>
                  </a:cubicBezTo>
                  <a:lnTo>
                    <a:pt x="172887" y="29353"/>
                  </a:lnTo>
                  <a:cubicBezTo>
                    <a:pt x="172887" y="45496"/>
                    <a:pt x="159678" y="58705"/>
                    <a:pt x="143534" y="58705"/>
                  </a:cubicBezTo>
                  <a:lnTo>
                    <a:pt x="143534" y="58705"/>
                  </a:lnTo>
                  <a:cubicBezTo>
                    <a:pt x="127390" y="58705"/>
                    <a:pt x="114182" y="45496"/>
                    <a:pt x="114182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497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F3B5DEE-0BBF-ADA8-F3E7-FF2341BA31B1}"/>
                </a:ext>
              </a:extLst>
            </p:cNvPr>
            <p:cNvSpPr/>
            <p:nvPr/>
          </p:nvSpPr>
          <p:spPr>
            <a:xfrm>
              <a:off x="7799738" y="194685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E86D8EA-B3CF-09F2-C49A-78447F5E97D2}"/>
                </a:ext>
              </a:extLst>
            </p:cNvPr>
            <p:cNvSpPr/>
            <p:nvPr/>
          </p:nvSpPr>
          <p:spPr>
            <a:xfrm>
              <a:off x="7383518" y="1223308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70B7882-E17E-6E0F-7692-4E55D68C43E1}"/>
                </a:ext>
              </a:extLst>
            </p:cNvPr>
            <p:cNvSpPr/>
            <p:nvPr/>
          </p:nvSpPr>
          <p:spPr>
            <a:xfrm>
              <a:off x="6898026" y="120305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493A1A3-6FCC-6B24-D2C1-A938E813F551}"/>
                </a:ext>
              </a:extLst>
            </p:cNvPr>
            <p:cNvSpPr/>
            <p:nvPr/>
          </p:nvSpPr>
          <p:spPr>
            <a:xfrm>
              <a:off x="5984867" y="278809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9CF186A-3A57-190D-162F-F59B88CE967C}"/>
                </a:ext>
              </a:extLst>
            </p:cNvPr>
            <p:cNvSpPr/>
            <p:nvPr/>
          </p:nvSpPr>
          <p:spPr>
            <a:xfrm>
              <a:off x="5669033" y="375027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4932F48-FA1C-82B7-6C5B-34213DE7B280}"/>
                </a:ext>
              </a:extLst>
            </p:cNvPr>
            <p:cNvSpPr/>
            <p:nvPr/>
          </p:nvSpPr>
          <p:spPr>
            <a:xfrm>
              <a:off x="5628820" y="339980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9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2848468-86D2-E2EC-2E9F-48CE128F649E}"/>
                </a:ext>
              </a:extLst>
            </p:cNvPr>
            <p:cNvSpPr/>
            <p:nvPr/>
          </p:nvSpPr>
          <p:spPr>
            <a:xfrm>
              <a:off x="5623243" y="340831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4136A36-9D66-9306-F53D-E87F076F5CE7}"/>
                </a:ext>
              </a:extLst>
            </p:cNvPr>
            <p:cNvSpPr/>
            <p:nvPr/>
          </p:nvSpPr>
          <p:spPr>
            <a:xfrm>
              <a:off x="5881545" y="382776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EB25509-3F93-6D92-94A7-B533958DBD1C}"/>
                </a:ext>
              </a:extLst>
            </p:cNvPr>
            <p:cNvSpPr/>
            <p:nvPr/>
          </p:nvSpPr>
          <p:spPr>
            <a:xfrm>
              <a:off x="7133434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10896A5-ED41-FF26-DC71-8F1892D97096}"/>
                </a:ext>
              </a:extLst>
            </p:cNvPr>
            <p:cNvSpPr/>
            <p:nvPr/>
          </p:nvSpPr>
          <p:spPr>
            <a:xfrm>
              <a:off x="8379746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29B878C-D70B-3F3D-FD49-1B035AD4DDBD}"/>
                </a:ext>
              </a:extLst>
            </p:cNvPr>
            <p:cNvSpPr/>
            <p:nvPr/>
          </p:nvSpPr>
          <p:spPr>
            <a:xfrm>
              <a:off x="8583747" y="3778746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F05B2F2-6A5E-23F9-EC5F-82DE5FC4D886}"/>
                </a:ext>
              </a:extLst>
            </p:cNvPr>
            <p:cNvSpPr/>
            <p:nvPr/>
          </p:nvSpPr>
          <p:spPr>
            <a:xfrm>
              <a:off x="8629537" y="3394227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2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3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5" name="Graphic 77">
            <a:extLst>
              <a:ext uri="{FF2B5EF4-FFF2-40B4-BE49-F238E27FC236}">
                <a16:creationId xmlns:a16="http://schemas.microsoft.com/office/drawing/2014/main" id="{9628D2E7-127E-7541-5C29-39FF594B8D5A}"/>
              </a:ext>
            </a:extLst>
          </p:cNvPr>
          <p:cNvSpPr/>
          <p:nvPr userDrawn="1"/>
        </p:nvSpPr>
        <p:spPr>
          <a:xfrm rot="809673">
            <a:off x="4767783" y="5493156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7707E67-2321-64C5-0075-6CADF40A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122" y="2153165"/>
            <a:ext cx="7109750" cy="1325563"/>
          </a:xfrm>
          <a:prstGeom prst="rect">
            <a:avLst/>
          </a:prstGeom>
        </p:spPr>
        <p:txBody>
          <a:bodyPr/>
          <a:lstStyle>
            <a:lvl1pPr>
              <a:defRPr sz="66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C30CF8-19F2-967A-2194-973E9B95C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8030" y="3908907"/>
            <a:ext cx="4206224" cy="5572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20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43">
            <a:extLst>
              <a:ext uri="{FF2B5EF4-FFF2-40B4-BE49-F238E27FC236}">
                <a16:creationId xmlns:a16="http://schemas.microsoft.com/office/drawing/2014/main" id="{33792459-4AEE-6080-1FD7-F1BED897BFE6}"/>
              </a:ext>
            </a:extLst>
          </p:cNvPr>
          <p:cNvSpPr/>
          <p:nvPr userDrawn="1"/>
        </p:nvSpPr>
        <p:spPr>
          <a:xfrm>
            <a:off x="-216694" y="5179961"/>
            <a:ext cx="2764641" cy="2764641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1" name="Graphic 3">
            <a:extLst>
              <a:ext uri="{FF2B5EF4-FFF2-40B4-BE49-F238E27FC236}">
                <a16:creationId xmlns:a16="http://schemas.microsoft.com/office/drawing/2014/main" id="{92D9065B-CB5F-FB31-8864-A680D4FA5946}"/>
              </a:ext>
            </a:extLst>
          </p:cNvPr>
          <p:cNvSpPr/>
          <p:nvPr userDrawn="1"/>
        </p:nvSpPr>
        <p:spPr>
          <a:xfrm rot="4380857">
            <a:off x="8859989" y="-971334"/>
            <a:ext cx="2282503" cy="2499300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2" name="Graphic 2">
            <a:extLst>
              <a:ext uri="{FF2B5EF4-FFF2-40B4-BE49-F238E27FC236}">
                <a16:creationId xmlns:a16="http://schemas.microsoft.com/office/drawing/2014/main" id="{0302F919-55C7-3872-9950-63F0947FE066}"/>
              </a:ext>
            </a:extLst>
          </p:cNvPr>
          <p:cNvSpPr/>
          <p:nvPr userDrawn="1"/>
        </p:nvSpPr>
        <p:spPr>
          <a:xfrm rot="1802222">
            <a:off x="6397851" y="191767"/>
            <a:ext cx="1007938" cy="900971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662ACA6-3352-A4B1-10D9-6413AEB2F15C}"/>
              </a:ext>
            </a:extLst>
          </p:cNvPr>
          <p:cNvGrpSpPr/>
          <p:nvPr userDrawn="1"/>
        </p:nvGrpSpPr>
        <p:grpSpPr>
          <a:xfrm>
            <a:off x="5753520" y="344094"/>
            <a:ext cx="910956" cy="913815"/>
            <a:chOff x="5600613" y="586069"/>
            <a:chExt cx="3320474" cy="3330895"/>
          </a:xfrm>
        </p:grpSpPr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86E448C-F3AB-5F0D-1FB5-498DE3459102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24E85637-B66A-A508-DC25-CCA16E5645C9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8014A117-2070-C7CF-CFCE-3277F8064F3D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6611385E-5CD2-98B6-4895-C88DFD897AAF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B0F3B9-2277-3951-2B00-820447964D7D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68A2C01-A12F-768D-234C-B018E827B8E4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solidFill>
              <a:srgbClr val="3CAB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0" name="Graphic 40">
            <a:extLst>
              <a:ext uri="{FF2B5EF4-FFF2-40B4-BE49-F238E27FC236}">
                <a16:creationId xmlns:a16="http://schemas.microsoft.com/office/drawing/2014/main" id="{3DABDDF6-1C8D-6E0B-8ADD-9D86BD4C7EAC}"/>
              </a:ext>
            </a:extLst>
          </p:cNvPr>
          <p:cNvSpPr/>
          <p:nvPr userDrawn="1"/>
        </p:nvSpPr>
        <p:spPr>
          <a:xfrm rot="20340354">
            <a:off x="11049159" y="4117996"/>
            <a:ext cx="1455858" cy="1618257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1" name="Graphic 43">
            <a:extLst>
              <a:ext uri="{FF2B5EF4-FFF2-40B4-BE49-F238E27FC236}">
                <a16:creationId xmlns:a16="http://schemas.microsoft.com/office/drawing/2014/main" id="{1F4757A9-6E43-D769-119E-64A96386F929}"/>
              </a:ext>
            </a:extLst>
          </p:cNvPr>
          <p:cNvSpPr/>
          <p:nvPr userDrawn="1"/>
        </p:nvSpPr>
        <p:spPr>
          <a:xfrm>
            <a:off x="2583246" y="4514760"/>
            <a:ext cx="326168" cy="326168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E8DDD32-B75E-BD37-97CF-E3480D4EB5CD}"/>
              </a:ext>
            </a:extLst>
          </p:cNvPr>
          <p:cNvGrpSpPr/>
          <p:nvPr userDrawn="1"/>
        </p:nvGrpSpPr>
        <p:grpSpPr>
          <a:xfrm rot="1383668">
            <a:off x="11012528" y="5989133"/>
            <a:ext cx="621795" cy="556715"/>
            <a:chOff x="5586412" y="1068343"/>
            <a:chExt cx="3151197" cy="2821379"/>
          </a:xfrm>
          <a:solidFill>
            <a:srgbClr val="4B64FF"/>
          </a:solidFill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BE31D2F-3B69-B30A-34A6-5A88CC462AB9}"/>
                </a:ext>
              </a:extLst>
            </p:cNvPr>
            <p:cNvSpPr/>
            <p:nvPr/>
          </p:nvSpPr>
          <p:spPr>
            <a:xfrm>
              <a:off x="5994119" y="3831017"/>
              <a:ext cx="1083991" cy="58705"/>
            </a:xfrm>
            <a:custGeom>
              <a:avLst/>
              <a:gdLst>
                <a:gd name="connsiteX0" fmla="*/ 1025287 w 1083991"/>
                <a:gd name="connsiteY0" fmla="*/ 29353 h 58705"/>
                <a:gd name="connsiteX1" fmla="*/ 1054639 w 1083991"/>
                <a:gd name="connsiteY1" fmla="*/ 0 h 58705"/>
                <a:gd name="connsiteX2" fmla="*/ 1054639 w 1083991"/>
                <a:gd name="connsiteY2" fmla="*/ 0 h 58705"/>
                <a:gd name="connsiteX3" fmla="*/ 1083992 w 1083991"/>
                <a:gd name="connsiteY3" fmla="*/ 29353 h 58705"/>
                <a:gd name="connsiteX4" fmla="*/ 1083992 w 1083991"/>
                <a:gd name="connsiteY4" fmla="*/ 29353 h 58705"/>
                <a:gd name="connsiteX5" fmla="*/ 1054639 w 1083991"/>
                <a:gd name="connsiteY5" fmla="*/ 58705 h 58705"/>
                <a:gd name="connsiteX6" fmla="*/ 1054639 w 1083991"/>
                <a:gd name="connsiteY6" fmla="*/ 58705 h 58705"/>
                <a:gd name="connsiteX7" fmla="*/ 1025287 w 1083991"/>
                <a:gd name="connsiteY7" fmla="*/ 29353 h 58705"/>
                <a:gd name="connsiteX8" fmla="*/ 0 w 1083991"/>
                <a:gd name="connsiteY8" fmla="*/ 29353 h 58705"/>
                <a:gd name="connsiteX9" fmla="*/ 29353 w 1083991"/>
                <a:gd name="connsiteY9" fmla="*/ 0 h 58705"/>
                <a:gd name="connsiteX10" fmla="*/ 29353 w 1083991"/>
                <a:gd name="connsiteY10" fmla="*/ 0 h 58705"/>
                <a:gd name="connsiteX11" fmla="*/ 58705 w 1083991"/>
                <a:gd name="connsiteY11" fmla="*/ 29353 h 58705"/>
                <a:gd name="connsiteX12" fmla="*/ 58705 w 1083991"/>
                <a:gd name="connsiteY12" fmla="*/ 29353 h 58705"/>
                <a:gd name="connsiteX13" fmla="*/ 29353 w 1083991"/>
                <a:gd name="connsiteY13" fmla="*/ 58705 h 58705"/>
                <a:gd name="connsiteX14" fmla="*/ 29353 w 1083991"/>
                <a:gd name="connsiteY14" fmla="*/ 58705 h 58705"/>
                <a:gd name="connsiteX15" fmla="*/ 0 w 1083991"/>
                <a:gd name="connsiteY15" fmla="*/ 29353 h 58705"/>
                <a:gd name="connsiteX16" fmla="*/ 911398 w 1083991"/>
                <a:gd name="connsiteY16" fmla="*/ 29353 h 58705"/>
                <a:gd name="connsiteX17" fmla="*/ 940751 w 1083991"/>
                <a:gd name="connsiteY17" fmla="*/ 0 h 58705"/>
                <a:gd name="connsiteX18" fmla="*/ 940751 w 1083991"/>
                <a:gd name="connsiteY18" fmla="*/ 0 h 58705"/>
                <a:gd name="connsiteX19" fmla="*/ 970104 w 1083991"/>
                <a:gd name="connsiteY19" fmla="*/ 29353 h 58705"/>
                <a:gd name="connsiteX20" fmla="*/ 970104 w 1083991"/>
                <a:gd name="connsiteY20" fmla="*/ 29353 h 58705"/>
                <a:gd name="connsiteX21" fmla="*/ 940751 w 1083991"/>
                <a:gd name="connsiteY21" fmla="*/ 58705 h 58705"/>
                <a:gd name="connsiteX22" fmla="*/ 940751 w 1083991"/>
                <a:gd name="connsiteY22" fmla="*/ 58705 h 58705"/>
                <a:gd name="connsiteX23" fmla="*/ 911398 w 1083991"/>
                <a:gd name="connsiteY23" fmla="*/ 29353 h 58705"/>
                <a:gd name="connsiteX24" fmla="*/ 797510 w 1083991"/>
                <a:gd name="connsiteY24" fmla="*/ 29353 h 58705"/>
                <a:gd name="connsiteX25" fmla="*/ 826863 w 1083991"/>
                <a:gd name="connsiteY25" fmla="*/ 0 h 58705"/>
                <a:gd name="connsiteX26" fmla="*/ 826863 w 1083991"/>
                <a:gd name="connsiteY26" fmla="*/ 0 h 58705"/>
                <a:gd name="connsiteX27" fmla="*/ 856216 w 1083991"/>
                <a:gd name="connsiteY27" fmla="*/ 29353 h 58705"/>
                <a:gd name="connsiteX28" fmla="*/ 856216 w 1083991"/>
                <a:gd name="connsiteY28" fmla="*/ 29353 h 58705"/>
                <a:gd name="connsiteX29" fmla="*/ 826863 w 1083991"/>
                <a:gd name="connsiteY29" fmla="*/ 58705 h 58705"/>
                <a:gd name="connsiteX30" fmla="*/ 826863 w 1083991"/>
                <a:gd name="connsiteY30" fmla="*/ 58705 h 58705"/>
                <a:gd name="connsiteX31" fmla="*/ 797510 w 1083991"/>
                <a:gd name="connsiteY31" fmla="*/ 29353 h 58705"/>
                <a:gd name="connsiteX32" fmla="*/ 455846 w 1083991"/>
                <a:gd name="connsiteY32" fmla="*/ 29353 h 58705"/>
                <a:gd name="connsiteX33" fmla="*/ 484905 w 1083991"/>
                <a:gd name="connsiteY33" fmla="*/ 0 h 58705"/>
                <a:gd name="connsiteX34" fmla="*/ 484905 w 1083991"/>
                <a:gd name="connsiteY34" fmla="*/ 0 h 58705"/>
                <a:gd name="connsiteX35" fmla="*/ 514551 w 1083991"/>
                <a:gd name="connsiteY35" fmla="*/ 29353 h 58705"/>
                <a:gd name="connsiteX36" fmla="*/ 514551 w 1083991"/>
                <a:gd name="connsiteY36" fmla="*/ 29353 h 58705"/>
                <a:gd name="connsiteX37" fmla="*/ 484905 w 1083991"/>
                <a:gd name="connsiteY37" fmla="*/ 58705 h 58705"/>
                <a:gd name="connsiteX38" fmla="*/ 484905 w 1083991"/>
                <a:gd name="connsiteY38" fmla="*/ 58705 h 58705"/>
                <a:gd name="connsiteX39" fmla="*/ 455846 w 1083991"/>
                <a:gd name="connsiteY39" fmla="*/ 29353 h 58705"/>
                <a:gd name="connsiteX40" fmla="*/ 113888 w 1083991"/>
                <a:gd name="connsiteY40" fmla="*/ 29353 h 58705"/>
                <a:gd name="connsiteX41" fmla="*/ 143241 w 1083991"/>
                <a:gd name="connsiteY41" fmla="*/ 0 h 58705"/>
                <a:gd name="connsiteX42" fmla="*/ 143241 w 1083991"/>
                <a:gd name="connsiteY42" fmla="*/ 0 h 58705"/>
                <a:gd name="connsiteX43" fmla="*/ 172593 w 1083991"/>
                <a:gd name="connsiteY43" fmla="*/ 29353 h 58705"/>
                <a:gd name="connsiteX44" fmla="*/ 172593 w 1083991"/>
                <a:gd name="connsiteY44" fmla="*/ 29353 h 58705"/>
                <a:gd name="connsiteX45" fmla="*/ 143241 w 1083991"/>
                <a:gd name="connsiteY45" fmla="*/ 58705 h 58705"/>
                <a:gd name="connsiteX46" fmla="*/ 143241 w 1083991"/>
                <a:gd name="connsiteY46" fmla="*/ 58705 h 58705"/>
                <a:gd name="connsiteX47" fmla="*/ 113888 w 1083991"/>
                <a:gd name="connsiteY47" fmla="*/ 29353 h 58705"/>
                <a:gd name="connsiteX48" fmla="*/ 683622 w 1083991"/>
                <a:gd name="connsiteY48" fmla="*/ 29353 h 58705"/>
                <a:gd name="connsiteX49" fmla="*/ 712975 w 1083991"/>
                <a:gd name="connsiteY49" fmla="*/ 0 h 58705"/>
                <a:gd name="connsiteX50" fmla="*/ 712975 w 1083991"/>
                <a:gd name="connsiteY50" fmla="*/ 0 h 58705"/>
                <a:gd name="connsiteX51" fmla="*/ 742327 w 1083991"/>
                <a:gd name="connsiteY51" fmla="*/ 29353 h 58705"/>
                <a:gd name="connsiteX52" fmla="*/ 742327 w 1083991"/>
                <a:gd name="connsiteY52" fmla="*/ 29353 h 58705"/>
                <a:gd name="connsiteX53" fmla="*/ 712975 w 1083991"/>
                <a:gd name="connsiteY53" fmla="*/ 58705 h 58705"/>
                <a:gd name="connsiteX54" fmla="*/ 712975 w 1083991"/>
                <a:gd name="connsiteY54" fmla="*/ 58705 h 58705"/>
                <a:gd name="connsiteX55" fmla="*/ 683622 w 1083991"/>
                <a:gd name="connsiteY55" fmla="*/ 29353 h 58705"/>
                <a:gd name="connsiteX56" fmla="*/ 569734 w 1083991"/>
                <a:gd name="connsiteY56" fmla="*/ 29353 h 58705"/>
                <a:gd name="connsiteX57" fmla="*/ 599087 w 1083991"/>
                <a:gd name="connsiteY57" fmla="*/ 0 h 58705"/>
                <a:gd name="connsiteX58" fmla="*/ 599087 w 1083991"/>
                <a:gd name="connsiteY58" fmla="*/ 0 h 58705"/>
                <a:gd name="connsiteX59" fmla="*/ 628439 w 1083991"/>
                <a:gd name="connsiteY59" fmla="*/ 29353 h 58705"/>
                <a:gd name="connsiteX60" fmla="*/ 628439 w 1083991"/>
                <a:gd name="connsiteY60" fmla="*/ 29353 h 58705"/>
                <a:gd name="connsiteX61" fmla="*/ 599087 w 1083991"/>
                <a:gd name="connsiteY61" fmla="*/ 58705 h 58705"/>
                <a:gd name="connsiteX62" fmla="*/ 599087 w 1083991"/>
                <a:gd name="connsiteY62" fmla="*/ 58705 h 58705"/>
                <a:gd name="connsiteX63" fmla="*/ 569734 w 1083991"/>
                <a:gd name="connsiteY63" fmla="*/ 29353 h 58705"/>
                <a:gd name="connsiteX64" fmla="*/ 341958 w 1083991"/>
                <a:gd name="connsiteY64" fmla="*/ 29353 h 58705"/>
                <a:gd name="connsiteX65" fmla="*/ 371017 w 1083991"/>
                <a:gd name="connsiteY65" fmla="*/ 0 h 58705"/>
                <a:gd name="connsiteX66" fmla="*/ 371017 w 1083991"/>
                <a:gd name="connsiteY66" fmla="*/ 0 h 58705"/>
                <a:gd name="connsiteX67" fmla="*/ 400663 w 1083991"/>
                <a:gd name="connsiteY67" fmla="*/ 29353 h 58705"/>
                <a:gd name="connsiteX68" fmla="*/ 400663 w 1083991"/>
                <a:gd name="connsiteY68" fmla="*/ 29353 h 58705"/>
                <a:gd name="connsiteX69" fmla="*/ 371017 w 1083991"/>
                <a:gd name="connsiteY69" fmla="*/ 58705 h 58705"/>
                <a:gd name="connsiteX70" fmla="*/ 371017 w 1083991"/>
                <a:gd name="connsiteY70" fmla="*/ 58705 h 58705"/>
                <a:gd name="connsiteX71" fmla="*/ 341958 w 1083991"/>
                <a:gd name="connsiteY71" fmla="*/ 29353 h 58705"/>
                <a:gd name="connsiteX72" fmla="*/ 227776 w 1083991"/>
                <a:gd name="connsiteY72" fmla="*/ 29353 h 58705"/>
                <a:gd name="connsiteX73" fmla="*/ 257129 w 1083991"/>
                <a:gd name="connsiteY73" fmla="*/ 0 h 58705"/>
                <a:gd name="connsiteX74" fmla="*/ 257129 w 1083991"/>
                <a:gd name="connsiteY74" fmla="*/ 0 h 58705"/>
                <a:gd name="connsiteX75" fmla="*/ 286481 w 1083991"/>
                <a:gd name="connsiteY75" fmla="*/ 29353 h 58705"/>
                <a:gd name="connsiteX76" fmla="*/ 286481 w 1083991"/>
                <a:gd name="connsiteY76" fmla="*/ 29353 h 58705"/>
                <a:gd name="connsiteX77" fmla="*/ 257129 w 1083991"/>
                <a:gd name="connsiteY77" fmla="*/ 58705 h 58705"/>
                <a:gd name="connsiteX78" fmla="*/ 257129 w 1083991"/>
                <a:gd name="connsiteY78" fmla="*/ 58705 h 58705"/>
                <a:gd name="connsiteX79" fmla="*/ 227776 w 1083991"/>
                <a:gd name="connsiteY79" fmla="*/ 29353 h 58705"/>
                <a:gd name="connsiteX80" fmla="*/ 143241 w 1083991"/>
                <a:gd name="connsiteY80" fmla="*/ 0 h 58705"/>
                <a:gd name="connsiteX81" fmla="*/ 143241 w 1083991"/>
                <a:gd name="connsiteY81" fmla="*/ 0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1083991" h="58705">
                  <a:moveTo>
                    <a:pt x="1025287" y="29353"/>
                  </a:moveTo>
                  <a:cubicBezTo>
                    <a:pt x="1025287" y="13209"/>
                    <a:pt x="1038495" y="0"/>
                    <a:pt x="1054639" y="0"/>
                  </a:cubicBezTo>
                  <a:lnTo>
                    <a:pt x="1054639" y="0"/>
                  </a:lnTo>
                  <a:cubicBezTo>
                    <a:pt x="1070783" y="0"/>
                    <a:pt x="1083992" y="13209"/>
                    <a:pt x="1083992" y="29353"/>
                  </a:cubicBezTo>
                  <a:lnTo>
                    <a:pt x="1083992" y="29353"/>
                  </a:lnTo>
                  <a:cubicBezTo>
                    <a:pt x="1083992" y="45496"/>
                    <a:pt x="1070783" y="58705"/>
                    <a:pt x="1054639" y="58705"/>
                  </a:cubicBezTo>
                  <a:lnTo>
                    <a:pt x="1054639" y="58705"/>
                  </a:lnTo>
                  <a:cubicBezTo>
                    <a:pt x="1038495" y="58705"/>
                    <a:pt x="1025287" y="45496"/>
                    <a:pt x="1025287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790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  <a:moveTo>
                    <a:pt x="911398" y="29353"/>
                  </a:moveTo>
                  <a:cubicBezTo>
                    <a:pt x="911398" y="13209"/>
                    <a:pt x="924607" y="0"/>
                    <a:pt x="940751" y="0"/>
                  </a:cubicBezTo>
                  <a:lnTo>
                    <a:pt x="940751" y="0"/>
                  </a:lnTo>
                  <a:cubicBezTo>
                    <a:pt x="956895" y="0"/>
                    <a:pt x="970104" y="13209"/>
                    <a:pt x="970104" y="29353"/>
                  </a:cubicBezTo>
                  <a:lnTo>
                    <a:pt x="970104" y="29353"/>
                  </a:lnTo>
                  <a:cubicBezTo>
                    <a:pt x="970104" y="45496"/>
                    <a:pt x="956895" y="58705"/>
                    <a:pt x="940751" y="58705"/>
                  </a:cubicBezTo>
                  <a:lnTo>
                    <a:pt x="940751" y="58705"/>
                  </a:lnTo>
                  <a:cubicBezTo>
                    <a:pt x="924607" y="58705"/>
                    <a:pt x="911398" y="45496"/>
                    <a:pt x="911398" y="29353"/>
                  </a:cubicBezTo>
                  <a:close/>
                  <a:moveTo>
                    <a:pt x="797510" y="29353"/>
                  </a:moveTo>
                  <a:cubicBezTo>
                    <a:pt x="797510" y="13209"/>
                    <a:pt x="810719" y="0"/>
                    <a:pt x="826863" y="0"/>
                  </a:cubicBezTo>
                  <a:lnTo>
                    <a:pt x="826863" y="0"/>
                  </a:lnTo>
                  <a:cubicBezTo>
                    <a:pt x="843007" y="0"/>
                    <a:pt x="856216" y="13209"/>
                    <a:pt x="856216" y="29353"/>
                  </a:cubicBezTo>
                  <a:lnTo>
                    <a:pt x="856216" y="29353"/>
                  </a:lnTo>
                  <a:cubicBezTo>
                    <a:pt x="856216" y="45496"/>
                    <a:pt x="843007" y="58705"/>
                    <a:pt x="826863" y="58705"/>
                  </a:cubicBezTo>
                  <a:lnTo>
                    <a:pt x="826863" y="58705"/>
                  </a:lnTo>
                  <a:cubicBezTo>
                    <a:pt x="810719" y="58705"/>
                    <a:pt x="797510" y="45496"/>
                    <a:pt x="797510" y="29353"/>
                  </a:cubicBezTo>
                  <a:close/>
                  <a:moveTo>
                    <a:pt x="455846" y="29353"/>
                  </a:moveTo>
                  <a:cubicBezTo>
                    <a:pt x="455846" y="12915"/>
                    <a:pt x="468761" y="0"/>
                    <a:pt x="484905" y="0"/>
                  </a:cubicBezTo>
                  <a:lnTo>
                    <a:pt x="484905" y="0"/>
                  </a:lnTo>
                  <a:cubicBezTo>
                    <a:pt x="501343" y="0"/>
                    <a:pt x="514551" y="13209"/>
                    <a:pt x="514551" y="29353"/>
                  </a:cubicBezTo>
                  <a:lnTo>
                    <a:pt x="514551" y="29353"/>
                  </a:lnTo>
                  <a:cubicBezTo>
                    <a:pt x="514551" y="45496"/>
                    <a:pt x="501343" y="58705"/>
                    <a:pt x="484905" y="58705"/>
                  </a:cubicBezTo>
                  <a:lnTo>
                    <a:pt x="484905" y="58705"/>
                  </a:lnTo>
                  <a:cubicBezTo>
                    <a:pt x="468761" y="58705"/>
                    <a:pt x="455846" y="45496"/>
                    <a:pt x="455846" y="29353"/>
                  </a:cubicBezTo>
                  <a:close/>
                  <a:moveTo>
                    <a:pt x="113888" y="29353"/>
                  </a:moveTo>
                  <a:cubicBezTo>
                    <a:pt x="113888" y="13209"/>
                    <a:pt x="127097" y="0"/>
                    <a:pt x="143241" y="0"/>
                  </a:cubicBezTo>
                  <a:lnTo>
                    <a:pt x="143241" y="0"/>
                  </a:lnTo>
                  <a:cubicBezTo>
                    <a:pt x="159385" y="0"/>
                    <a:pt x="172593" y="13209"/>
                    <a:pt x="172593" y="29353"/>
                  </a:cubicBezTo>
                  <a:lnTo>
                    <a:pt x="172593" y="29353"/>
                  </a:lnTo>
                  <a:cubicBezTo>
                    <a:pt x="172593" y="45496"/>
                    <a:pt x="159678" y="58705"/>
                    <a:pt x="143241" y="58705"/>
                  </a:cubicBezTo>
                  <a:lnTo>
                    <a:pt x="143241" y="58705"/>
                  </a:lnTo>
                  <a:cubicBezTo>
                    <a:pt x="127097" y="58705"/>
                    <a:pt x="113888" y="45496"/>
                    <a:pt x="113888" y="29353"/>
                  </a:cubicBezTo>
                  <a:close/>
                  <a:moveTo>
                    <a:pt x="683622" y="29353"/>
                  </a:moveTo>
                  <a:cubicBezTo>
                    <a:pt x="683622" y="13209"/>
                    <a:pt x="696537" y="0"/>
                    <a:pt x="712975" y="0"/>
                  </a:cubicBezTo>
                  <a:lnTo>
                    <a:pt x="712975" y="0"/>
                  </a:lnTo>
                  <a:cubicBezTo>
                    <a:pt x="729119" y="0"/>
                    <a:pt x="742327" y="13209"/>
                    <a:pt x="742327" y="29353"/>
                  </a:cubicBezTo>
                  <a:lnTo>
                    <a:pt x="742327" y="29353"/>
                  </a:lnTo>
                  <a:cubicBezTo>
                    <a:pt x="742327" y="45496"/>
                    <a:pt x="729119" y="58705"/>
                    <a:pt x="712975" y="58705"/>
                  </a:cubicBezTo>
                  <a:lnTo>
                    <a:pt x="712975" y="58705"/>
                  </a:lnTo>
                  <a:cubicBezTo>
                    <a:pt x="696537" y="58705"/>
                    <a:pt x="683622" y="45496"/>
                    <a:pt x="683622" y="29353"/>
                  </a:cubicBezTo>
                  <a:close/>
                  <a:moveTo>
                    <a:pt x="569734" y="29353"/>
                  </a:moveTo>
                  <a:cubicBezTo>
                    <a:pt x="569734" y="13209"/>
                    <a:pt x="582649" y="0"/>
                    <a:pt x="599087" y="0"/>
                  </a:cubicBezTo>
                  <a:lnTo>
                    <a:pt x="599087" y="0"/>
                  </a:lnTo>
                  <a:cubicBezTo>
                    <a:pt x="615231" y="0"/>
                    <a:pt x="628439" y="13209"/>
                    <a:pt x="628439" y="29353"/>
                  </a:cubicBezTo>
                  <a:lnTo>
                    <a:pt x="628439" y="29353"/>
                  </a:lnTo>
                  <a:cubicBezTo>
                    <a:pt x="628439" y="45496"/>
                    <a:pt x="615231" y="58705"/>
                    <a:pt x="599087" y="58705"/>
                  </a:cubicBezTo>
                  <a:lnTo>
                    <a:pt x="599087" y="58705"/>
                  </a:lnTo>
                  <a:cubicBezTo>
                    <a:pt x="582649" y="58705"/>
                    <a:pt x="569734" y="45496"/>
                    <a:pt x="569734" y="29353"/>
                  </a:cubicBezTo>
                  <a:close/>
                  <a:moveTo>
                    <a:pt x="341958" y="29353"/>
                  </a:moveTo>
                  <a:cubicBezTo>
                    <a:pt x="341958" y="13209"/>
                    <a:pt x="354873" y="0"/>
                    <a:pt x="371017" y="0"/>
                  </a:cubicBezTo>
                  <a:lnTo>
                    <a:pt x="371017" y="0"/>
                  </a:lnTo>
                  <a:cubicBezTo>
                    <a:pt x="387454" y="0"/>
                    <a:pt x="400663" y="13209"/>
                    <a:pt x="400663" y="29353"/>
                  </a:cubicBezTo>
                  <a:lnTo>
                    <a:pt x="400663" y="29353"/>
                  </a:lnTo>
                  <a:cubicBezTo>
                    <a:pt x="400663" y="45496"/>
                    <a:pt x="387454" y="58705"/>
                    <a:pt x="371017" y="58705"/>
                  </a:cubicBezTo>
                  <a:lnTo>
                    <a:pt x="371017" y="58705"/>
                  </a:lnTo>
                  <a:cubicBezTo>
                    <a:pt x="354873" y="58705"/>
                    <a:pt x="341958" y="45496"/>
                    <a:pt x="341958" y="29353"/>
                  </a:cubicBezTo>
                  <a:close/>
                  <a:moveTo>
                    <a:pt x="227776" y="29353"/>
                  </a:moveTo>
                  <a:cubicBezTo>
                    <a:pt x="227776" y="13209"/>
                    <a:pt x="240985" y="0"/>
                    <a:pt x="257129" y="0"/>
                  </a:cubicBezTo>
                  <a:lnTo>
                    <a:pt x="257129" y="0"/>
                  </a:lnTo>
                  <a:cubicBezTo>
                    <a:pt x="273566" y="0"/>
                    <a:pt x="286481" y="12915"/>
                    <a:pt x="286481" y="29353"/>
                  </a:cubicBezTo>
                  <a:lnTo>
                    <a:pt x="286481" y="29353"/>
                  </a:lnTo>
                  <a:cubicBezTo>
                    <a:pt x="286481" y="45496"/>
                    <a:pt x="273566" y="58705"/>
                    <a:pt x="257129" y="58705"/>
                  </a:cubicBezTo>
                  <a:lnTo>
                    <a:pt x="257129" y="58705"/>
                  </a:lnTo>
                  <a:cubicBezTo>
                    <a:pt x="240985" y="58705"/>
                    <a:pt x="227776" y="45496"/>
                    <a:pt x="227776" y="29353"/>
                  </a:cubicBezTo>
                  <a:close/>
                  <a:moveTo>
                    <a:pt x="143241" y="0"/>
                  </a:moveTo>
                  <a:lnTo>
                    <a:pt x="143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761653E9-F877-5ECC-B29E-B823E31E1195}"/>
                </a:ext>
              </a:extLst>
            </p:cNvPr>
            <p:cNvSpPr/>
            <p:nvPr/>
          </p:nvSpPr>
          <p:spPr>
            <a:xfrm>
              <a:off x="5770907" y="3814769"/>
              <a:ext cx="58385" cy="58808"/>
            </a:xfrm>
            <a:custGeom>
              <a:avLst/>
              <a:gdLst>
                <a:gd name="connsiteX0" fmla="*/ 20092 w 58385"/>
                <a:gd name="connsiteY0" fmla="*/ 57341 h 58808"/>
                <a:gd name="connsiteX1" fmla="*/ 1600 w 58385"/>
                <a:gd name="connsiteY1" fmla="*/ 20063 h 58808"/>
                <a:gd name="connsiteX2" fmla="*/ 1600 w 58385"/>
                <a:gd name="connsiteY2" fmla="*/ 20063 h 58808"/>
                <a:gd name="connsiteX3" fmla="*/ 38584 w 58385"/>
                <a:gd name="connsiteY3" fmla="*/ 1571 h 58808"/>
                <a:gd name="connsiteX4" fmla="*/ 38584 w 58385"/>
                <a:gd name="connsiteY4" fmla="*/ 1571 h 58808"/>
                <a:gd name="connsiteX5" fmla="*/ 56783 w 58385"/>
                <a:gd name="connsiteY5" fmla="*/ 38849 h 58808"/>
                <a:gd name="connsiteX6" fmla="*/ 56783 w 58385"/>
                <a:gd name="connsiteY6" fmla="*/ 38849 h 58808"/>
                <a:gd name="connsiteX7" fmla="*/ 29192 w 58385"/>
                <a:gd name="connsiteY7" fmla="*/ 58809 h 58808"/>
                <a:gd name="connsiteX8" fmla="*/ 29192 w 58385"/>
                <a:gd name="connsiteY8" fmla="*/ 58809 h 58808"/>
                <a:gd name="connsiteX9" fmla="*/ 19799 w 58385"/>
                <a:gd name="connsiteY9" fmla="*/ 57341 h 58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385" h="58808">
                  <a:moveTo>
                    <a:pt x="20092" y="57341"/>
                  </a:moveTo>
                  <a:cubicBezTo>
                    <a:pt x="4535" y="52057"/>
                    <a:pt x="-3683" y="35326"/>
                    <a:pt x="1600" y="20063"/>
                  </a:cubicBezTo>
                  <a:lnTo>
                    <a:pt x="1600" y="20063"/>
                  </a:lnTo>
                  <a:cubicBezTo>
                    <a:pt x="6590" y="4800"/>
                    <a:pt x="23321" y="-3712"/>
                    <a:pt x="38584" y="1571"/>
                  </a:cubicBezTo>
                  <a:lnTo>
                    <a:pt x="38584" y="1571"/>
                  </a:lnTo>
                  <a:cubicBezTo>
                    <a:pt x="53848" y="6855"/>
                    <a:pt x="62067" y="23292"/>
                    <a:pt x="56783" y="38849"/>
                  </a:cubicBezTo>
                  <a:lnTo>
                    <a:pt x="56783" y="38849"/>
                  </a:lnTo>
                  <a:cubicBezTo>
                    <a:pt x="52674" y="50883"/>
                    <a:pt x="41226" y="58809"/>
                    <a:pt x="29192" y="58809"/>
                  </a:cubicBezTo>
                  <a:lnTo>
                    <a:pt x="29192" y="58809"/>
                  </a:lnTo>
                  <a:cubicBezTo>
                    <a:pt x="25963" y="58809"/>
                    <a:pt x="22734" y="58222"/>
                    <a:pt x="19799" y="573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D44BB2E0-D9A7-62E6-397E-B5ED5F68EDD9}"/>
                </a:ext>
              </a:extLst>
            </p:cNvPr>
            <p:cNvSpPr/>
            <p:nvPr/>
          </p:nvSpPr>
          <p:spPr>
            <a:xfrm>
              <a:off x="5586412" y="3522639"/>
              <a:ext cx="74480" cy="188031"/>
            </a:xfrm>
            <a:custGeom>
              <a:avLst/>
              <a:gdLst>
                <a:gd name="connsiteX0" fmla="*/ 17612 w 74480"/>
                <a:gd name="connsiteY0" fmla="*/ 168952 h 188031"/>
                <a:gd name="connsiteX1" fmla="*/ 34636 w 74480"/>
                <a:gd name="connsiteY1" fmla="*/ 131088 h 188031"/>
                <a:gd name="connsiteX2" fmla="*/ 34636 w 74480"/>
                <a:gd name="connsiteY2" fmla="*/ 131088 h 188031"/>
                <a:gd name="connsiteX3" fmla="*/ 72501 w 74480"/>
                <a:gd name="connsiteY3" fmla="*/ 148112 h 188031"/>
                <a:gd name="connsiteX4" fmla="*/ 72501 w 74480"/>
                <a:gd name="connsiteY4" fmla="*/ 148112 h 188031"/>
                <a:gd name="connsiteX5" fmla="*/ 55476 w 74480"/>
                <a:gd name="connsiteY5" fmla="*/ 185977 h 188031"/>
                <a:gd name="connsiteX6" fmla="*/ 55476 w 74480"/>
                <a:gd name="connsiteY6" fmla="*/ 185977 h 188031"/>
                <a:gd name="connsiteX7" fmla="*/ 45203 w 74480"/>
                <a:gd name="connsiteY7" fmla="*/ 188031 h 188031"/>
                <a:gd name="connsiteX8" fmla="*/ 45203 w 74480"/>
                <a:gd name="connsiteY8" fmla="*/ 188031 h 188031"/>
                <a:gd name="connsiteX9" fmla="*/ 17612 w 74480"/>
                <a:gd name="connsiteY9" fmla="*/ 168952 h 188031"/>
                <a:gd name="connsiteX10" fmla="*/ 26124 w 74480"/>
                <a:gd name="connsiteY10" fmla="*/ 58587 h 188031"/>
                <a:gd name="connsiteX11" fmla="*/ 294 w 74480"/>
                <a:gd name="connsiteY11" fmla="*/ 26299 h 188031"/>
                <a:gd name="connsiteX12" fmla="*/ 0 w 74480"/>
                <a:gd name="connsiteY12" fmla="*/ 26299 h 188031"/>
                <a:gd name="connsiteX13" fmla="*/ 32288 w 74480"/>
                <a:gd name="connsiteY13" fmla="*/ 175 h 188031"/>
                <a:gd name="connsiteX14" fmla="*/ 32288 w 74480"/>
                <a:gd name="connsiteY14" fmla="*/ 175 h 188031"/>
                <a:gd name="connsiteX15" fmla="*/ 58412 w 74480"/>
                <a:gd name="connsiteY15" fmla="*/ 32756 h 188031"/>
                <a:gd name="connsiteX16" fmla="*/ 58412 w 74480"/>
                <a:gd name="connsiteY16" fmla="*/ 32756 h 188031"/>
                <a:gd name="connsiteX17" fmla="*/ 29059 w 74480"/>
                <a:gd name="connsiteY17" fmla="*/ 58880 h 188031"/>
                <a:gd name="connsiteX18" fmla="*/ 29059 w 74480"/>
                <a:gd name="connsiteY18" fmla="*/ 58880 h 188031"/>
                <a:gd name="connsiteX19" fmla="*/ 25830 w 74480"/>
                <a:gd name="connsiteY19" fmla="*/ 58587 h 18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4480" h="188031">
                  <a:moveTo>
                    <a:pt x="17612" y="168952"/>
                  </a:moveTo>
                  <a:cubicBezTo>
                    <a:pt x="12035" y="153689"/>
                    <a:pt x="19373" y="136664"/>
                    <a:pt x="34636" y="131088"/>
                  </a:cubicBezTo>
                  <a:lnTo>
                    <a:pt x="34636" y="131088"/>
                  </a:lnTo>
                  <a:cubicBezTo>
                    <a:pt x="49899" y="125217"/>
                    <a:pt x="66924" y="133142"/>
                    <a:pt x="72501" y="148112"/>
                  </a:cubicBezTo>
                  <a:lnTo>
                    <a:pt x="72501" y="148112"/>
                  </a:lnTo>
                  <a:cubicBezTo>
                    <a:pt x="78371" y="163375"/>
                    <a:pt x="70740" y="180400"/>
                    <a:pt x="55476" y="185977"/>
                  </a:cubicBezTo>
                  <a:lnTo>
                    <a:pt x="55476" y="185977"/>
                  </a:lnTo>
                  <a:cubicBezTo>
                    <a:pt x="51954" y="187444"/>
                    <a:pt x="48432" y="188031"/>
                    <a:pt x="45203" y="188031"/>
                  </a:cubicBezTo>
                  <a:lnTo>
                    <a:pt x="45203" y="188031"/>
                  </a:lnTo>
                  <a:cubicBezTo>
                    <a:pt x="33168" y="188031"/>
                    <a:pt x="22014" y="180693"/>
                    <a:pt x="17612" y="168952"/>
                  </a:cubicBezTo>
                  <a:close/>
                  <a:moveTo>
                    <a:pt x="26124" y="58587"/>
                  </a:moveTo>
                  <a:cubicBezTo>
                    <a:pt x="9980" y="56825"/>
                    <a:pt x="-1468" y="42443"/>
                    <a:pt x="294" y="26299"/>
                  </a:cubicBezTo>
                  <a:lnTo>
                    <a:pt x="0" y="26299"/>
                  </a:lnTo>
                  <a:cubicBezTo>
                    <a:pt x="1761" y="10155"/>
                    <a:pt x="16144" y="-1586"/>
                    <a:pt x="32288" y="175"/>
                  </a:cubicBezTo>
                  <a:lnTo>
                    <a:pt x="32288" y="175"/>
                  </a:lnTo>
                  <a:cubicBezTo>
                    <a:pt x="48432" y="2230"/>
                    <a:pt x="60173" y="16612"/>
                    <a:pt x="58412" y="32756"/>
                  </a:cubicBezTo>
                  <a:lnTo>
                    <a:pt x="58412" y="32756"/>
                  </a:lnTo>
                  <a:cubicBezTo>
                    <a:pt x="56651" y="47726"/>
                    <a:pt x="43735" y="58880"/>
                    <a:pt x="29059" y="58880"/>
                  </a:cubicBezTo>
                  <a:lnTo>
                    <a:pt x="29059" y="58880"/>
                  </a:lnTo>
                  <a:cubicBezTo>
                    <a:pt x="29059" y="58880"/>
                    <a:pt x="27004" y="58880"/>
                    <a:pt x="25830" y="5858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54C9D4F0-D9B6-8DCD-F20B-1C0AE5D5DBD1}"/>
                </a:ext>
              </a:extLst>
            </p:cNvPr>
            <p:cNvSpPr/>
            <p:nvPr/>
          </p:nvSpPr>
          <p:spPr>
            <a:xfrm>
              <a:off x="5685993" y="2892297"/>
              <a:ext cx="292439" cy="464087"/>
            </a:xfrm>
            <a:custGeom>
              <a:avLst/>
              <a:gdLst>
                <a:gd name="connsiteX0" fmla="*/ 14894 w 292439"/>
                <a:gd name="connsiteY0" fmla="*/ 460272 h 464087"/>
                <a:gd name="connsiteX1" fmla="*/ 4033 w 292439"/>
                <a:gd name="connsiteY1" fmla="*/ 420059 h 464087"/>
                <a:gd name="connsiteX2" fmla="*/ 4033 w 292439"/>
                <a:gd name="connsiteY2" fmla="*/ 420059 h 464087"/>
                <a:gd name="connsiteX3" fmla="*/ 43953 w 292439"/>
                <a:gd name="connsiteY3" fmla="*/ 409198 h 464087"/>
                <a:gd name="connsiteX4" fmla="*/ 43953 w 292439"/>
                <a:gd name="connsiteY4" fmla="*/ 409198 h 464087"/>
                <a:gd name="connsiteX5" fmla="*/ 54813 w 292439"/>
                <a:gd name="connsiteY5" fmla="*/ 449411 h 464087"/>
                <a:gd name="connsiteX6" fmla="*/ 54813 w 292439"/>
                <a:gd name="connsiteY6" fmla="*/ 449411 h 464087"/>
                <a:gd name="connsiteX7" fmla="*/ 29570 w 292439"/>
                <a:gd name="connsiteY7" fmla="*/ 464087 h 464087"/>
                <a:gd name="connsiteX8" fmla="*/ 29570 w 292439"/>
                <a:gd name="connsiteY8" fmla="*/ 464087 h 464087"/>
                <a:gd name="connsiteX9" fmla="*/ 14894 w 292439"/>
                <a:gd name="connsiteY9" fmla="*/ 460272 h 464087"/>
                <a:gd name="connsiteX10" fmla="*/ 73012 w 292439"/>
                <a:gd name="connsiteY10" fmla="*/ 358712 h 464087"/>
                <a:gd name="connsiteX11" fmla="*/ 62445 w 292439"/>
                <a:gd name="connsiteY11" fmla="*/ 318792 h 464087"/>
                <a:gd name="connsiteX12" fmla="*/ 62445 w 292439"/>
                <a:gd name="connsiteY12" fmla="*/ 318792 h 464087"/>
                <a:gd name="connsiteX13" fmla="*/ 102365 w 292439"/>
                <a:gd name="connsiteY13" fmla="*/ 307932 h 464087"/>
                <a:gd name="connsiteX14" fmla="*/ 102365 w 292439"/>
                <a:gd name="connsiteY14" fmla="*/ 307932 h 464087"/>
                <a:gd name="connsiteX15" fmla="*/ 113225 w 292439"/>
                <a:gd name="connsiteY15" fmla="*/ 348145 h 464087"/>
                <a:gd name="connsiteX16" fmla="*/ 113225 w 292439"/>
                <a:gd name="connsiteY16" fmla="*/ 348145 h 464087"/>
                <a:gd name="connsiteX17" fmla="*/ 87688 w 292439"/>
                <a:gd name="connsiteY17" fmla="*/ 362821 h 464087"/>
                <a:gd name="connsiteX18" fmla="*/ 87688 w 292439"/>
                <a:gd name="connsiteY18" fmla="*/ 362821 h 464087"/>
                <a:gd name="connsiteX19" fmla="*/ 73012 w 292439"/>
                <a:gd name="connsiteY19" fmla="*/ 358712 h 464087"/>
                <a:gd name="connsiteX20" fmla="*/ 131424 w 292439"/>
                <a:gd name="connsiteY20" fmla="*/ 257445 h 464087"/>
                <a:gd name="connsiteX21" fmla="*/ 120857 w 292439"/>
                <a:gd name="connsiteY21" fmla="*/ 217232 h 464087"/>
                <a:gd name="connsiteX22" fmla="*/ 120857 w 292439"/>
                <a:gd name="connsiteY22" fmla="*/ 217232 h 464087"/>
                <a:gd name="connsiteX23" fmla="*/ 160776 w 292439"/>
                <a:gd name="connsiteY23" fmla="*/ 206665 h 464087"/>
                <a:gd name="connsiteX24" fmla="*/ 160776 w 292439"/>
                <a:gd name="connsiteY24" fmla="*/ 206665 h 464087"/>
                <a:gd name="connsiteX25" fmla="*/ 171637 w 292439"/>
                <a:gd name="connsiteY25" fmla="*/ 246585 h 464087"/>
                <a:gd name="connsiteX26" fmla="*/ 171637 w 292439"/>
                <a:gd name="connsiteY26" fmla="*/ 246585 h 464087"/>
                <a:gd name="connsiteX27" fmla="*/ 146100 w 292439"/>
                <a:gd name="connsiteY27" fmla="*/ 261261 h 464087"/>
                <a:gd name="connsiteX28" fmla="*/ 146100 w 292439"/>
                <a:gd name="connsiteY28" fmla="*/ 261261 h 464087"/>
                <a:gd name="connsiteX29" fmla="*/ 131424 w 292439"/>
                <a:gd name="connsiteY29" fmla="*/ 257445 h 464087"/>
                <a:gd name="connsiteX30" fmla="*/ 190129 w 292439"/>
                <a:gd name="connsiteY30" fmla="*/ 156179 h 464087"/>
                <a:gd name="connsiteX31" fmla="*/ 179268 w 292439"/>
                <a:gd name="connsiteY31" fmla="*/ 115966 h 464087"/>
                <a:gd name="connsiteX32" fmla="*/ 179268 w 292439"/>
                <a:gd name="connsiteY32" fmla="*/ 115966 h 464087"/>
                <a:gd name="connsiteX33" fmla="*/ 219481 w 292439"/>
                <a:gd name="connsiteY33" fmla="*/ 105105 h 464087"/>
                <a:gd name="connsiteX34" fmla="*/ 219481 w 292439"/>
                <a:gd name="connsiteY34" fmla="*/ 105105 h 464087"/>
                <a:gd name="connsiteX35" fmla="*/ 230048 w 292439"/>
                <a:gd name="connsiteY35" fmla="*/ 145318 h 464087"/>
                <a:gd name="connsiteX36" fmla="*/ 230048 w 292439"/>
                <a:gd name="connsiteY36" fmla="*/ 145318 h 464087"/>
                <a:gd name="connsiteX37" fmla="*/ 204512 w 292439"/>
                <a:gd name="connsiteY37" fmla="*/ 159994 h 464087"/>
                <a:gd name="connsiteX38" fmla="*/ 204512 w 292439"/>
                <a:gd name="connsiteY38" fmla="*/ 159994 h 464087"/>
                <a:gd name="connsiteX39" fmla="*/ 190129 w 292439"/>
                <a:gd name="connsiteY39" fmla="*/ 156179 h 464087"/>
                <a:gd name="connsiteX40" fmla="*/ 248541 w 292439"/>
                <a:gd name="connsiteY40" fmla="*/ 54912 h 464087"/>
                <a:gd name="connsiteX41" fmla="*/ 237680 w 292439"/>
                <a:gd name="connsiteY41" fmla="*/ 14699 h 464087"/>
                <a:gd name="connsiteX42" fmla="*/ 237680 w 292439"/>
                <a:gd name="connsiteY42" fmla="*/ 14699 h 464087"/>
                <a:gd name="connsiteX43" fmla="*/ 277893 w 292439"/>
                <a:gd name="connsiteY43" fmla="*/ 3839 h 464087"/>
                <a:gd name="connsiteX44" fmla="*/ 277893 w 292439"/>
                <a:gd name="connsiteY44" fmla="*/ 3839 h 464087"/>
                <a:gd name="connsiteX45" fmla="*/ 288460 w 292439"/>
                <a:gd name="connsiteY45" fmla="*/ 44052 h 464087"/>
                <a:gd name="connsiteX46" fmla="*/ 288460 w 292439"/>
                <a:gd name="connsiteY46" fmla="*/ 44052 h 464087"/>
                <a:gd name="connsiteX47" fmla="*/ 263217 w 292439"/>
                <a:gd name="connsiteY47" fmla="*/ 58728 h 464087"/>
                <a:gd name="connsiteX48" fmla="*/ 263217 w 292439"/>
                <a:gd name="connsiteY48" fmla="*/ 58728 h 464087"/>
                <a:gd name="connsiteX49" fmla="*/ 248541 w 292439"/>
                <a:gd name="connsiteY49" fmla="*/ 54912 h 46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92439" h="464087">
                  <a:moveTo>
                    <a:pt x="14894" y="460272"/>
                  </a:moveTo>
                  <a:cubicBezTo>
                    <a:pt x="511" y="452053"/>
                    <a:pt x="-4185" y="434148"/>
                    <a:pt x="4033" y="420059"/>
                  </a:cubicBezTo>
                  <a:lnTo>
                    <a:pt x="4033" y="420059"/>
                  </a:lnTo>
                  <a:cubicBezTo>
                    <a:pt x="11959" y="405969"/>
                    <a:pt x="29864" y="401273"/>
                    <a:pt x="43953" y="409198"/>
                  </a:cubicBezTo>
                  <a:lnTo>
                    <a:pt x="43953" y="409198"/>
                  </a:lnTo>
                  <a:cubicBezTo>
                    <a:pt x="58042" y="417417"/>
                    <a:pt x="62739" y="435322"/>
                    <a:pt x="54813" y="449411"/>
                  </a:cubicBezTo>
                  <a:lnTo>
                    <a:pt x="54813" y="449411"/>
                  </a:lnTo>
                  <a:cubicBezTo>
                    <a:pt x="49530" y="458804"/>
                    <a:pt x="39550" y="464087"/>
                    <a:pt x="29570" y="464087"/>
                  </a:cubicBezTo>
                  <a:lnTo>
                    <a:pt x="29570" y="464087"/>
                  </a:lnTo>
                  <a:cubicBezTo>
                    <a:pt x="24580" y="464087"/>
                    <a:pt x="19297" y="462914"/>
                    <a:pt x="14894" y="460272"/>
                  </a:cubicBezTo>
                  <a:close/>
                  <a:moveTo>
                    <a:pt x="73012" y="358712"/>
                  </a:moveTo>
                  <a:cubicBezTo>
                    <a:pt x="58923" y="350786"/>
                    <a:pt x="54226" y="332588"/>
                    <a:pt x="62445" y="318792"/>
                  </a:cubicBezTo>
                  <a:lnTo>
                    <a:pt x="62445" y="318792"/>
                  </a:lnTo>
                  <a:cubicBezTo>
                    <a:pt x="70370" y="304703"/>
                    <a:pt x="88275" y="299713"/>
                    <a:pt x="102365" y="307932"/>
                  </a:cubicBezTo>
                  <a:lnTo>
                    <a:pt x="102365" y="307932"/>
                  </a:lnTo>
                  <a:cubicBezTo>
                    <a:pt x="116454" y="315857"/>
                    <a:pt x="121150" y="334055"/>
                    <a:pt x="113225" y="348145"/>
                  </a:cubicBezTo>
                  <a:lnTo>
                    <a:pt x="113225" y="348145"/>
                  </a:lnTo>
                  <a:cubicBezTo>
                    <a:pt x="107648" y="357538"/>
                    <a:pt x="97668" y="362821"/>
                    <a:pt x="87688" y="362821"/>
                  </a:cubicBezTo>
                  <a:lnTo>
                    <a:pt x="87688" y="362821"/>
                  </a:lnTo>
                  <a:cubicBezTo>
                    <a:pt x="82698" y="362821"/>
                    <a:pt x="77708" y="361353"/>
                    <a:pt x="73012" y="358712"/>
                  </a:cubicBezTo>
                  <a:close/>
                  <a:moveTo>
                    <a:pt x="131424" y="257445"/>
                  </a:moveTo>
                  <a:cubicBezTo>
                    <a:pt x="117334" y="249226"/>
                    <a:pt x="112638" y="231321"/>
                    <a:pt x="120857" y="217232"/>
                  </a:cubicBezTo>
                  <a:lnTo>
                    <a:pt x="120857" y="217232"/>
                  </a:lnTo>
                  <a:cubicBezTo>
                    <a:pt x="128782" y="203436"/>
                    <a:pt x="146687" y="198447"/>
                    <a:pt x="160776" y="206665"/>
                  </a:cubicBezTo>
                  <a:lnTo>
                    <a:pt x="160776" y="206665"/>
                  </a:lnTo>
                  <a:cubicBezTo>
                    <a:pt x="174866" y="214590"/>
                    <a:pt x="179562" y="232495"/>
                    <a:pt x="171637" y="246585"/>
                  </a:cubicBezTo>
                  <a:lnTo>
                    <a:pt x="171637" y="246585"/>
                  </a:lnTo>
                  <a:cubicBezTo>
                    <a:pt x="166060" y="255978"/>
                    <a:pt x="156373" y="261261"/>
                    <a:pt x="146100" y="261261"/>
                  </a:cubicBezTo>
                  <a:lnTo>
                    <a:pt x="146100" y="261261"/>
                  </a:lnTo>
                  <a:cubicBezTo>
                    <a:pt x="141110" y="261261"/>
                    <a:pt x="136120" y="260087"/>
                    <a:pt x="131424" y="257445"/>
                  </a:cubicBezTo>
                  <a:close/>
                  <a:moveTo>
                    <a:pt x="190129" y="156179"/>
                  </a:moveTo>
                  <a:cubicBezTo>
                    <a:pt x="176040" y="147960"/>
                    <a:pt x="171050" y="130055"/>
                    <a:pt x="179268" y="115966"/>
                  </a:cubicBezTo>
                  <a:lnTo>
                    <a:pt x="179268" y="115966"/>
                  </a:lnTo>
                  <a:cubicBezTo>
                    <a:pt x="187194" y="101876"/>
                    <a:pt x="205392" y="97180"/>
                    <a:pt x="219481" y="105105"/>
                  </a:cubicBezTo>
                  <a:lnTo>
                    <a:pt x="219481" y="105105"/>
                  </a:lnTo>
                  <a:cubicBezTo>
                    <a:pt x="233277" y="113324"/>
                    <a:pt x="238267" y="131229"/>
                    <a:pt x="230048" y="145318"/>
                  </a:cubicBezTo>
                  <a:lnTo>
                    <a:pt x="230048" y="145318"/>
                  </a:lnTo>
                  <a:cubicBezTo>
                    <a:pt x="224471" y="154711"/>
                    <a:pt x="214785" y="159994"/>
                    <a:pt x="204512" y="159994"/>
                  </a:cubicBezTo>
                  <a:lnTo>
                    <a:pt x="204512" y="159994"/>
                  </a:lnTo>
                  <a:cubicBezTo>
                    <a:pt x="199522" y="159994"/>
                    <a:pt x="194532" y="158821"/>
                    <a:pt x="190129" y="156179"/>
                  </a:cubicBezTo>
                  <a:close/>
                  <a:moveTo>
                    <a:pt x="248541" y="54912"/>
                  </a:moveTo>
                  <a:cubicBezTo>
                    <a:pt x="234451" y="46693"/>
                    <a:pt x="229461" y="28788"/>
                    <a:pt x="237680" y="14699"/>
                  </a:cubicBezTo>
                  <a:lnTo>
                    <a:pt x="237680" y="14699"/>
                  </a:lnTo>
                  <a:cubicBezTo>
                    <a:pt x="245899" y="610"/>
                    <a:pt x="263804" y="-4087"/>
                    <a:pt x="277893" y="3839"/>
                  </a:cubicBezTo>
                  <a:lnTo>
                    <a:pt x="277893" y="3839"/>
                  </a:lnTo>
                  <a:cubicBezTo>
                    <a:pt x="291689" y="12057"/>
                    <a:pt x="296679" y="29962"/>
                    <a:pt x="288460" y="44052"/>
                  </a:cubicBezTo>
                  <a:lnTo>
                    <a:pt x="288460" y="44052"/>
                  </a:lnTo>
                  <a:cubicBezTo>
                    <a:pt x="283177" y="53445"/>
                    <a:pt x="273197" y="58728"/>
                    <a:pt x="263217" y="58728"/>
                  </a:cubicBezTo>
                  <a:lnTo>
                    <a:pt x="263217" y="58728"/>
                  </a:lnTo>
                  <a:cubicBezTo>
                    <a:pt x="258227" y="58728"/>
                    <a:pt x="252943" y="57554"/>
                    <a:pt x="248541" y="549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E3DB55C-931C-67CE-884F-901BAB323707}"/>
                </a:ext>
              </a:extLst>
            </p:cNvPr>
            <p:cNvSpPr/>
            <p:nvPr/>
          </p:nvSpPr>
          <p:spPr>
            <a:xfrm>
              <a:off x="6035278" y="1307036"/>
              <a:ext cx="855937" cy="1443804"/>
            </a:xfrm>
            <a:custGeom>
              <a:avLst/>
              <a:gdLst>
                <a:gd name="connsiteX0" fmla="*/ 14611 w 855937"/>
                <a:gd name="connsiteY0" fmla="*/ 1439989 h 1443804"/>
                <a:gd name="connsiteX1" fmla="*/ 4044 w 855937"/>
                <a:gd name="connsiteY1" fmla="*/ 1399776 h 1443804"/>
                <a:gd name="connsiteX2" fmla="*/ 4044 w 855937"/>
                <a:gd name="connsiteY2" fmla="*/ 1399776 h 1443804"/>
                <a:gd name="connsiteX3" fmla="*/ 43964 w 855937"/>
                <a:gd name="connsiteY3" fmla="*/ 1389209 h 1443804"/>
                <a:gd name="connsiteX4" fmla="*/ 43964 w 855937"/>
                <a:gd name="connsiteY4" fmla="*/ 1389209 h 1443804"/>
                <a:gd name="connsiteX5" fmla="*/ 54824 w 855937"/>
                <a:gd name="connsiteY5" fmla="*/ 1429128 h 1443804"/>
                <a:gd name="connsiteX6" fmla="*/ 54824 w 855937"/>
                <a:gd name="connsiteY6" fmla="*/ 1429128 h 1443804"/>
                <a:gd name="connsiteX7" fmla="*/ 29287 w 855937"/>
                <a:gd name="connsiteY7" fmla="*/ 1443805 h 1443804"/>
                <a:gd name="connsiteX8" fmla="*/ 29287 w 855937"/>
                <a:gd name="connsiteY8" fmla="*/ 1443805 h 1443804"/>
                <a:gd name="connsiteX9" fmla="*/ 14611 w 855937"/>
                <a:gd name="connsiteY9" fmla="*/ 1439989 h 1443804"/>
                <a:gd name="connsiteX10" fmla="*/ 71849 w 855937"/>
                <a:gd name="connsiteY10" fmla="*/ 1341071 h 1443804"/>
                <a:gd name="connsiteX11" fmla="*/ 60988 w 855937"/>
                <a:gd name="connsiteY11" fmla="*/ 1300858 h 1443804"/>
                <a:gd name="connsiteX12" fmla="*/ 60988 w 855937"/>
                <a:gd name="connsiteY12" fmla="*/ 1300858 h 1443804"/>
                <a:gd name="connsiteX13" fmla="*/ 101201 w 855937"/>
                <a:gd name="connsiteY13" fmla="*/ 1290291 h 1443804"/>
                <a:gd name="connsiteX14" fmla="*/ 101201 w 855937"/>
                <a:gd name="connsiteY14" fmla="*/ 1290291 h 1443804"/>
                <a:gd name="connsiteX15" fmla="*/ 111768 w 855937"/>
                <a:gd name="connsiteY15" fmla="*/ 1330210 h 1443804"/>
                <a:gd name="connsiteX16" fmla="*/ 111768 w 855937"/>
                <a:gd name="connsiteY16" fmla="*/ 1330210 h 1443804"/>
                <a:gd name="connsiteX17" fmla="*/ 86525 w 855937"/>
                <a:gd name="connsiteY17" fmla="*/ 1344886 h 1443804"/>
                <a:gd name="connsiteX18" fmla="*/ 86525 w 855937"/>
                <a:gd name="connsiteY18" fmla="*/ 1344886 h 1443804"/>
                <a:gd name="connsiteX19" fmla="*/ 71849 w 855937"/>
                <a:gd name="connsiteY19" fmla="*/ 1341071 h 1443804"/>
                <a:gd name="connsiteX20" fmla="*/ 129086 w 855937"/>
                <a:gd name="connsiteY20" fmla="*/ 1242152 h 1443804"/>
                <a:gd name="connsiteX21" fmla="*/ 118226 w 855937"/>
                <a:gd name="connsiteY21" fmla="*/ 1202233 h 1443804"/>
                <a:gd name="connsiteX22" fmla="*/ 118226 w 855937"/>
                <a:gd name="connsiteY22" fmla="*/ 1202233 h 1443804"/>
                <a:gd name="connsiteX23" fmla="*/ 158439 w 855937"/>
                <a:gd name="connsiteY23" fmla="*/ 1191372 h 1443804"/>
                <a:gd name="connsiteX24" fmla="*/ 158439 w 855937"/>
                <a:gd name="connsiteY24" fmla="*/ 1191372 h 1443804"/>
                <a:gd name="connsiteX25" fmla="*/ 169006 w 855937"/>
                <a:gd name="connsiteY25" fmla="*/ 1231585 h 1443804"/>
                <a:gd name="connsiteX26" fmla="*/ 169006 w 855937"/>
                <a:gd name="connsiteY26" fmla="*/ 1231585 h 1443804"/>
                <a:gd name="connsiteX27" fmla="*/ 143469 w 855937"/>
                <a:gd name="connsiteY27" fmla="*/ 1246262 h 1443804"/>
                <a:gd name="connsiteX28" fmla="*/ 143469 w 855937"/>
                <a:gd name="connsiteY28" fmla="*/ 1246262 h 1443804"/>
                <a:gd name="connsiteX29" fmla="*/ 129086 w 855937"/>
                <a:gd name="connsiteY29" fmla="*/ 1242152 h 1443804"/>
                <a:gd name="connsiteX30" fmla="*/ 186030 w 855937"/>
                <a:gd name="connsiteY30" fmla="*/ 1143528 h 1443804"/>
                <a:gd name="connsiteX31" fmla="*/ 175463 w 855937"/>
                <a:gd name="connsiteY31" fmla="*/ 1103315 h 1443804"/>
                <a:gd name="connsiteX32" fmla="*/ 175463 w 855937"/>
                <a:gd name="connsiteY32" fmla="*/ 1103315 h 1443804"/>
                <a:gd name="connsiteX33" fmla="*/ 215676 w 855937"/>
                <a:gd name="connsiteY33" fmla="*/ 1092748 h 1443804"/>
                <a:gd name="connsiteX34" fmla="*/ 215676 w 855937"/>
                <a:gd name="connsiteY34" fmla="*/ 1092748 h 1443804"/>
                <a:gd name="connsiteX35" fmla="*/ 226243 w 855937"/>
                <a:gd name="connsiteY35" fmla="*/ 1132667 h 1443804"/>
                <a:gd name="connsiteX36" fmla="*/ 226243 w 855937"/>
                <a:gd name="connsiteY36" fmla="*/ 1132667 h 1443804"/>
                <a:gd name="connsiteX37" fmla="*/ 200707 w 855937"/>
                <a:gd name="connsiteY37" fmla="*/ 1147343 h 1443804"/>
                <a:gd name="connsiteX38" fmla="*/ 200707 w 855937"/>
                <a:gd name="connsiteY38" fmla="*/ 1147343 h 1443804"/>
                <a:gd name="connsiteX39" fmla="*/ 186030 w 855937"/>
                <a:gd name="connsiteY39" fmla="*/ 1143528 h 1443804"/>
                <a:gd name="connsiteX40" fmla="*/ 243268 w 855937"/>
                <a:gd name="connsiteY40" fmla="*/ 1044609 h 1443804"/>
                <a:gd name="connsiteX41" fmla="*/ 232701 w 855937"/>
                <a:gd name="connsiteY41" fmla="*/ 1004690 h 1443804"/>
                <a:gd name="connsiteX42" fmla="*/ 232701 w 855937"/>
                <a:gd name="connsiteY42" fmla="*/ 1004690 h 1443804"/>
                <a:gd name="connsiteX43" fmla="*/ 272914 w 855937"/>
                <a:gd name="connsiteY43" fmla="*/ 993829 h 1443804"/>
                <a:gd name="connsiteX44" fmla="*/ 272914 w 855937"/>
                <a:gd name="connsiteY44" fmla="*/ 993829 h 1443804"/>
                <a:gd name="connsiteX45" fmla="*/ 283481 w 855937"/>
                <a:gd name="connsiteY45" fmla="*/ 1034042 h 1443804"/>
                <a:gd name="connsiteX46" fmla="*/ 283481 w 855937"/>
                <a:gd name="connsiteY46" fmla="*/ 1034042 h 1443804"/>
                <a:gd name="connsiteX47" fmla="*/ 258238 w 855937"/>
                <a:gd name="connsiteY47" fmla="*/ 1048719 h 1443804"/>
                <a:gd name="connsiteX48" fmla="*/ 258238 w 855937"/>
                <a:gd name="connsiteY48" fmla="*/ 1048719 h 1443804"/>
                <a:gd name="connsiteX49" fmla="*/ 243268 w 855937"/>
                <a:gd name="connsiteY49" fmla="*/ 1044609 h 1443804"/>
                <a:gd name="connsiteX50" fmla="*/ 300506 w 855937"/>
                <a:gd name="connsiteY50" fmla="*/ 945985 h 1443804"/>
                <a:gd name="connsiteX51" fmla="*/ 289939 w 855937"/>
                <a:gd name="connsiteY51" fmla="*/ 905771 h 1443804"/>
                <a:gd name="connsiteX52" fmla="*/ 289939 w 855937"/>
                <a:gd name="connsiteY52" fmla="*/ 905771 h 1443804"/>
                <a:gd name="connsiteX53" fmla="*/ 329858 w 855937"/>
                <a:gd name="connsiteY53" fmla="*/ 895205 h 1443804"/>
                <a:gd name="connsiteX54" fmla="*/ 329858 w 855937"/>
                <a:gd name="connsiteY54" fmla="*/ 895205 h 1443804"/>
                <a:gd name="connsiteX55" fmla="*/ 340719 w 855937"/>
                <a:gd name="connsiteY55" fmla="*/ 935124 h 1443804"/>
                <a:gd name="connsiteX56" fmla="*/ 340719 w 855937"/>
                <a:gd name="connsiteY56" fmla="*/ 935124 h 1443804"/>
                <a:gd name="connsiteX57" fmla="*/ 315182 w 855937"/>
                <a:gd name="connsiteY57" fmla="*/ 949800 h 1443804"/>
                <a:gd name="connsiteX58" fmla="*/ 315182 w 855937"/>
                <a:gd name="connsiteY58" fmla="*/ 949800 h 1443804"/>
                <a:gd name="connsiteX59" fmla="*/ 300506 w 855937"/>
                <a:gd name="connsiteY59" fmla="*/ 945985 h 1443804"/>
                <a:gd name="connsiteX60" fmla="*/ 357743 w 855937"/>
                <a:gd name="connsiteY60" fmla="*/ 847066 h 1443804"/>
                <a:gd name="connsiteX61" fmla="*/ 347176 w 855937"/>
                <a:gd name="connsiteY61" fmla="*/ 807147 h 1443804"/>
                <a:gd name="connsiteX62" fmla="*/ 346883 w 855937"/>
                <a:gd name="connsiteY62" fmla="*/ 807147 h 1443804"/>
                <a:gd name="connsiteX63" fmla="*/ 387096 w 855937"/>
                <a:gd name="connsiteY63" fmla="*/ 796286 h 1443804"/>
                <a:gd name="connsiteX64" fmla="*/ 387096 w 855937"/>
                <a:gd name="connsiteY64" fmla="*/ 796286 h 1443804"/>
                <a:gd name="connsiteX65" fmla="*/ 397956 w 855937"/>
                <a:gd name="connsiteY65" fmla="*/ 836499 h 1443804"/>
                <a:gd name="connsiteX66" fmla="*/ 397956 w 855937"/>
                <a:gd name="connsiteY66" fmla="*/ 836499 h 1443804"/>
                <a:gd name="connsiteX67" fmla="*/ 372713 w 855937"/>
                <a:gd name="connsiteY67" fmla="*/ 851176 h 1443804"/>
                <a:gd name="connsiteX68" fmla="*/ 372713 w 855937"/>
                <a:gd name="connsiteY68" fmla="*/ 851176 h 1443804"/>
                <a:gd name="connsiteX69" fmla="*/ 358037 w 855937"/>
                <a:gd name="connsiteY69" fmla="*/ 847066 h 1443804"/>
                <a:gd name="connsiteX70" fmla="*/ 414981 w 855937"/>
                <a:gd name="connsiteY70" fmla="*/ 748148 h 1443804"/>
                <a:gd name="connsiteX71" fmla="*/ 404120 w 855937"/>
                <a:gd name="connsiteY71" fmla="*/ 708228 h 1443804"/>
                <a:gd name="connsiteX72" fmla="*/ 404120 w 855937"/>
                <a:gd name="connsiteY72" fmla="*/ 708228 h 1443804"/>
                <a:gd name="connsiteX73" fmla="*/ 444333 w 855937"/>
                <a:gd name="connsiteY73" fmla="*/ 697368 h 1443804"/>
                <a:gd name="connsiteX74" fmla="*/ 444333 w 855937"/>
                <a:gd name="connsiteY74" fmla="*/ 697368 h 1443804"/>
                <a:gd name="connsiteX75" fmla="*/ 454900 w 855937"/>
                <a:gd name="connsiteY75" fmla="*/ 737581 h 1443804"/>
                <a:gd name="connsiteX76" fmla="*/ 454900 w 855937"/>
                <a:gd name="connsiteY76" fmla="*/ 737581 h 1443804"/>
                <a:gd name="connsiteX77" fmla="*/ 429657 w 855937"/>
                <a:gd name="connsiteY77" fmla="*/ 752257 h 1443804"/>
                <a:gd name="connsiteX78" fmla="*/ 429657 w 855937"/>
                <a:gd name="connsiteY78" fmla="*/ 752257 h 1443804"/>
                <a:gd name="connsiteX79" fmla="*/ 414981 w 855937"/>
                <a:gd name="connsiteY79" fmla="*/ 748148 h 1443804"/>
                <a:gd name="connsiteX80" fmla="*/ 471925 w 855937"/>
                <a:gd name="connsiteY80" fmla="*/ 649523 h 1443804"/>
                <a:gd name="connsiteX81" fmla="*/ 461358 w 855937"/>
                <a:gd name="connsiteY81" fmla="*/ 609310 h 1443804"/>
                <a:gd name="connsiteX82" fmla="*/ 461358 w 855937"/>
                <a:gd name="connsiteY82" fmla="*/ 609310 h 1443804"/>
                <a:gd name="connsiteX83" fmla="*/ 501277 w 855937"/>
                <a:gd name="connsiteY83" fmla="*/ 598450 h 1443804"/>
                <a:gd name="connsiteX84" fmla="*/ 501277 w 855937"/>
                <a:gd name="connsiteY84" fmla="*/ 598450 h 1443804"/>
                <a:gd name="connsiteX85" fmla="*/ 512138 w 855937"/>
                <a:gd name="connsiteY85" fmla="*/ 638663 h 1443804"/>
                <a:gd name="connsiteX86" fmla="*/ 512138 w 855937"/>
                <a:gd name="connsiteY86" fmla="*/ 638663 h 1443804"/>
                <a:gd name="connsiteX87" fmla="*/ 486601 w 855937"/>
                <a:gd name="connsiteY87" fmla="*/ 653339 h 1443804"/>
                <a:gd name="connsiteX88" fmla="*/ 486601 w 855937"/>
                <a:gd name="connsiteY88" fmla="*/ 653339 h 1443804"/>
                <a:gd name="connsiteX89" fmla="*/ 471925 w 855937"/>
                <a:gd name="connsiteY89" fmla="*/ 649523 h 1443804"/>
                <a:gd name="connsiteX90" fmla="*/ 528869 w 855937"/>
                <a:gd name="connsiteY90" fmla="*/ 550605 h 1443804"/>
                <a:gd name="connsiteX91" fmla="*/ 518008 w 855937"/>
                <a:gd name="connsiteY91" fmla="*/ 510392 h 1443804"/>
                <a:gd name="connsiteX92" fmla="*/ 518008 w 855937"/>
                <a:gd name="connsiteY92" fmla="*/ 510392 h 1443804"/>
                <a:gd name="connsiteX93" fmla="*/ 557928 w 855937"/>
                <a:gd name="connsiteY93" fmla="*/ 499531 h 1443804"/>
                <a:gd name="connsiteX94" fmla="*/ 557928 w 855937"/>
                <a:gd name="connsiteY94" fmla="*/ 499531 h 1443804"/>
                <a:gd name="connsiteX95" fmla="*/ 568788 w 855937"/>
                <a:gd name="connsiteY95" fmla="*/ 539744 h 1443804"/>
                <a:gd name="connsiteX96" fmla="*/ 568788 w 855937"/>
                <a:gd name="connsiteY96" fmla="*/ 539744 h 1443804"/>
                <a:gd name="connsiteX97" fmla="*/ 543252 w 855937"/>
                <a:gd name="connsiteY97" fmla="*/ 554421 h 1443804"/>
                <a:gd name="connsiteX98" fmla="*/ 543252 w 855937"/>
                <a:gd name="connsiteY98" fmla="*/ 554421 h 1443804"/>
                <a:gd name="connsiteX99" fmla="*/ 528575 w 855937"/>
                <a:gd name="connsiteY99" fmla="*/ 550605 h 1443804"/>
                <a:gd name="connsiteX100" fmla="*/ 585813 w 855937"/>
                <a:gd name="connsiteY100" fmla="*/ 451687 h 1443804"/>
                <a:gd name="connsiteX101" fmla="*/ 574952 w 855937"/>
                <a:gd name="connsiteY101" fmla="*/ 411474 h 1443804"/>
                <a:gd name="connsiteX102" fmla="*/ 574952 w 855937"/>
                <a:gd name="connsiteY102" fmla="*/ 411474 h 1443804"/>
                <a:gd name="connsiteX103" fmla="*/ 615165 w 855937"/>
                <a:gd name="connsiteY103" fmla="*/ 400613 h 1443804"/>
                <a:gd name="connsiteX104" fmla="*/ 615165 w 855937"/>
                <a:gd name="connsiteY104" fmla="*/ 400613 h 1443804"/>
                <a:gd name="connsiteX105" fmla="*/ 626026 w 855937"/>
                <a:gd name="connsiteY105" fmla="*/ 440826 h 1443804"/>
                <a:gd name="connsiteX106" fmla="*/ 626026 w 855937"/>
                <a:gd name="connsiteY106" fmla="*/ 440826 h 1443804"/>
                <a:gd name="connsiteX107" fmla="*/ 600489 w 855937"/>
                <a:gd name="connsiteY107" fmla="*/ 455502 h 1443804"/>
                <a:gd name="connsiteX108" fmla="*/ 600489 w 855937"/>
                <a:gd name="connsiteY108" fmla="*/ 455502 h 1443804"/>
                <a:gd name="connsiteX109" fmla="*/ 585813 w 855937"/>
                <a:gd name="connsiteY109" fmla="*/ 451687 h 1443804"/>
                <a:gd name="connsiteX110" fmla="*/ 642757 w 855937"/>
                <a:gd name="connsiteY110" fmla="*/ 352475 h 1443804"/>
                <a:gd name="connsiteX111" fmla="*/ 631896 w 855937"/>
                <a:gd name="connsiteY111" fmla="*/ 312555 h 1443804"/>
                <a:gd name="connsiteX112" fmla="*/ 631896 w 855937"/>
                <a:gd name="connsiteY112" fmla="*/ 312555 h 1443804"/>
                <a:gd name="connsiteX113" fmla="*/ 671816 w 855937"/>
                <a:gd name="connsiteY113" fmla="*/ 301695 h 1443804"/>
                <a:gd name="connsiteX114" fmla="*/ 671816 w 855937"/>
                <a:gd name="connsiteY114" fmla="*/ 301695 h 1443804"/>
                <a:gd name="connsiteX115" fmla="*/ 682676 w 855937"/>
                <a:gd name="connsiteY115" fmla="*/ 341614 h 1443804"/>
                <a:gd name="connsiteX116" fmla="*/ 682676 w 855937"/>
                <a:gd name="connsiteY116" fmla="*/ 341614 h 1443804"/>
                <a:gd name="connsiteX117" fmla="*/ 657140 w 855937"/>
                <a:gd name="connsiteY117" fmla="*/ 356291 h 1443804"/>
                <a:gd name="connsiteX118" fmla="*/ 657140 w 855937"/>
                <a:gd name="connsiteY118" fmla="*/ 356291 h 1443804"/>
                <a:gd name="connsiteX119" fmla="*/ 642757 w 855937"/>
                <a:gd name="connsiteY119" fmla="*/ 352475 h 1443804"/>
                <a:gd name="connsiteX120" fmla="*/ 699407 w 855937"/>
                <a:gd name="connsiteY120" fmla="*/ 253263 h 1443804"/>
                <a:gd name="connsiteX121" fmla="*/ 688547 w 855937"/>
                <a:gd name="connsiteY121" fmla="*/ 213343 h 1443804"/>
                <a:gd name="connsiteX122" fmla="*/ 688253 w 855937"/>
                <a:gd name="connsiteY122" fmla="*/ 213343 h 1443804"/>
                <a:gd name="connsiteX123" fmla="*/ 728467 w 855937"/>
                <a:gd name="connsiteY123" fmla="*/ 202483 h 1443804"/>
                <a:gd name="connsiteX124" fmla="*/ 728467 w 855937"/>
                <a:gd name="connsiteY124" fmla="*/ 202483 h 1443804"/>
                <a:gd name="connsiteX125" fmla="*/ 739327 w 855937"/>
                <a:gd name="connsiteY125" fmla="*/ 242403 h 1443804"/>
                <a:gd name="connsiteX126" fmla="*/ 739327 w 855937"/>
                <a:gd name="connsiteY126" fmla="*/ 242403 h 1443804"/>
                <a:gd name="connsiteX127" fmla="*/ 713790 w 855937"/>
                <a:gd name="connsiteY127" fmla="*/ 257372 h 1443804"/>
                <a:gd name="connsiteX128" fmla="*/ 713790 w 855937"/>
                <a:gd name="connsiteY128" fmla="*/ 257372 h 1443804"/>
                <a:gd name="connsiteX129" fmla="*/ 699407 w 855937"/>
                <a:gd name="connsiteY129" fmla="*/ 253263 h 1443804"/>
                <a:gd name="connsiteX130" fmla="*/ 755764 w 855937"/>
                <a:gd name="connsiteY130" fmla="*/ 154345 h 1443804"/>
                <a:gd name="connsiteX131" fmla="*/ 744904 w 855937"/>
                <a:gd name="connsiteY131" fmla="*/ 114132 h 1443804"/>
                <a:gd name="connsiteX132" fmla="*/ 744904 w 855937"/>
                <a:gd name="connsiteY132" fmla="*/ 114132 h 1443804"/>
                <a:gd name="connsiteX133" fmla="*/ 784823 w 855937"/>
                <a:gd name="connsiteY133" fmla="*/ 103271 h 1443804"/>
                <a:gd name="connsiteX134" fmla="*/ 784823 w 855937"/>
                <a:gd name="connsiteY134" fmla="*/ 103271 h 1443804"/>
                <a:gd name="connsiteX135" fmla="*/ 795978 w 855937"/>
                <a:gd name="connsiteY135" fmla="*/ 143191 h 1443804"/>
                <a:gd name="connsiteX136" fmla="*/ 795978 w 855937"/>
                <a:gd name="connsiteY136" fmla="*/ 143191 h 1443804"/>
                <a:gd name="connsiteX137" fmla="*/ 770147 w 855937"/>
                <a:gd name="connsiteY137" fmla="*/ 158161 h 1443804"/>
                <a:gd name="connsiteX138" fmla="*/ 770147 w 855937"/>
                <a:gd name="connsiteY138" fmla="*/ 158161 h 1443804"/>
                <a:gd name="connsiteX139" fmla="*/ 755764 w 855937"/>
                <a:gd name="connsiteY139" fmla="*/ 154345 h 1443804"/>
                <a:gd name="connsiteX140" fmla="*/ 812121 w 855937"/>
                <a:gd name="connsiteY140" fmla="*/ 54839 h 1443804"/>
                <a:gd name="connsiteX141" fmla="*/ 800968 w 855937"/>
                <a:gd name="connsiteY141" fmla="*/ 14920 h 1443804"/>
                <a:gd name="connsiteX142" fmla="*/ 800968 w 855937"/>
                <a:gd name="connsiteY142" fmla="*/ 14920 h 1443804"/>
                <a:gd name="connsiteX143" fmla="*/ 840887 w 855937"/>
                <a:gd name="connsiteY143" fmla="*/ 3766 h 1443804"/>
                <a:gd name="connsiteX144" fmla="*/ 840887 w 855937"/>
                <a:gd name="connsiteY144" fmla="*/ 3766 h 1443804"/>
                <a:gd name="connsiteX145" fmla="*/ 852041 w 855937"/>
                <a:gd name="connsiteY145" fmla="*/ 43685 h 1443804"/>
                <a:gd name="connsiteX146" fmla="*/ 852041 w 855937"/>
                <a:gd name="connsiteY146" fmla="*/ 43685 h 1443804"/>
                <a:gd name="connsiteX147" fmla="*/ 826504 w 855937"/>
                <a:gd name="connsiteY147" fmla="*/ 58655 h 1443804"/>
                <a:gd name="connsiteX148" fmla="*/ 826504 w 855937"/>
                <a:gd name="connsiteY148" fmla="*/ 58655 h 1443804"/>
                <a:gd name="connsiteX149" fmla="*/ 812121 w 855937"/>
                <a:gd name="connsiteY149" fmla="*/ 54839 h 1443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855937" h="1443804">
                  <a:moveTo>
                    <a:pt x="14611" y="1439989"/>
                  </a:moveTo>
                  <a:cubicBezTo>
                    <a:pt x="522" y="1431770"/>
                    <a:pt x="-4175" y="1413865"/>
                    <a:pt x="4044" y="1399776"/>
                  </a:cubicBezTo>
                  <a:lnTo>
                    <a:pt x="4044" y="1399776"/>
                  </a:lnTo>
                  <a:cubicBezTo>
                    <a:pt x="11969" y="1385687"/>
                    <a:pt x="29874" y="1380990"/>
                    <a:pt x="43964" y="1389209"/>
                  </a:cubicBezTo>
                  <a:lnTo>
                    <a:pt x="43964" y="1389209"/>
                  </a:lnTo>
                  <a:cubicBezTo>
                    <a:pt x="58053" y="1397134"/>
                    <a:pt x="62749" y="1415039"/>
                    <a:pt x="54824" y="1429128"/>
                  </a:cubicBezTo>
                  <a:lnTo>
                    <a:pt x="54824" y="1429128"/>
                  </a:lnTo>
                  <a:cubicBezTo>
                    <a:pt x="49247" y="1438521"/>
                    <a:pt x="39561" y="1443805"/>
                    <a:pt x="29287" y="1443805"/>
                  </a:cubicBezTo>
                  <a:lnTo>
                    <a:pt x="29287" y="1443805"/>
                  </a:lnTo>
                  <a:cubicBezTo>
                    <a:pt x="24297" y="1443805"/>
                    <a:pt x="19307" y="1442631"/>
                    <a:pt x="14611" y="1439989"/>
                  </a:cubicBezTo>
                  <a:close/>
                  <a:moveTo>
                    <a:pt x="71849" y="1341071"/>
                  </a:moveTo>
                  <a:cubicBezTo>
                    <a:pt x="57759" y="1332852"/>
                    <a:pt x="53063" y="1314947"/>
                    <a:pt x="60988" y="1300858"/>
                  </a:cubicBezTo>
                  <a:lnTo>
                    <a:pt x="60988" y="1300858"/>
                  </a:lnTo>
                  <a:cubicBezTo>
                    <a:pt x="69207" y="1286768"/>
                    <a:pt x="87112" y="1282072"/>
                    <a:pt x="101201" y="1290291"/>
                  </a:cubicBezTo>
                  <a:lnTo>
                    <a:pt x="101201" y="1290291"/>
                  </a:lnTo>
                  <a:cubicBezTo>
                    <a:pt x="115291" y="1298216"/>
                    <a:pt x="119987" y="1316414"/>
                    <a:pt x="111768" y="1330210"/>
                  </a:cubicBezTo>
                  <a:lnTo>
                    <a:pt x="111768" y="1330210"/>
                  </a:lnTo>
                  <a:cubicBezTo>
                    <a:pt x="106485" y="1339603"/>
                    <a:pt x="96505" y="1344886"/>
                    <a:pt x="86525" y="1344886"/>
                  </a:cubicBezTo>
                  <a:lnTo>
                    <a:pt x="86525" y="1344886"/>
                  </a:lnTo>
                  <a:cubicBezTo>
                    <a:pt x="81535" y="1344886"/>
                    <a:pt x="76252" y="1343712"/>
                    <a:pt x="71849" y="1341071"/>
                  </a:cubicBezTo>
                  <a:close/>
                  <a:moveTo>
                    <a:pt x="129086" y="1242152"/>
                  </a:moveTo>
                  <a:cubicBezTo>
                    <a:pt x="114997" y="1234227"/>
                    <a:pt x="110007" y="1216029"/>
                    <a:pt x="118226" y="1202233"/>
                  </a:cubicBezTo>
                  <a:lnTo>
                    <a:pt x="118226" y="1202233"/>
                  </a:lnTo>
                  <a:cubicBezTo>
                    <a:pt x="126445" y="1188144"/>
                    <a:pt x="144350" y="1183154"/>
                    <a:pt x="158439" y="1191372"/>
                  </a:cubicBezTo>
                  <a:lnTo>
                    <a:pt x="158439" y="1191372"/>
                  </a:lnTo>
                  <a:cubicBezTo>
                    <a:pt x="172235" y="1199591"/>
                    <a:pt x="177225" y="1217496"/>
                    <a:pt x="169006" y="1231585"/>
                  </a:cubicBezTo>
                  <a:lnTo>
                    <a:pt x="169006" y="1231585"/>
                  </a:lnTo>
                  <a:cubicBezTo>
                    <a:pt x="163722" y="1240978"/>
                    <a:pt x="153742" y="1246262"/>
                    <a:pt x="143469" y="1246262"/>
                  </a:cubicBezTo>
                  <a:lnTo>
                    <a:pt x="143469" y="1246262"/>
                  </a:lnTo>
                  <a:cubicBezTo>
                    <a:pt x="138479" y="1246262"/>
                    <a:pt x="133489" y="1244794"/>
                    <a:pt x="129086" y="1242152"/>
                  </a:cubicBezTo>
                  <a:close/>
                  <a:moveTo>
                    <a:pt x="186030" y="1143528"/>
                  </a:moveTo>
                  <a:cubicBezTo>
                    <a:pt x="172235" y="1135309"/>
                    <a:pt x="167245" y="1117404"/>
                    <a:pt x="175463" y="1103315"/>
                  </a:cubicBezTo>
                  <a:lnTo>
                    <a:pt x="175463" y="1103315"/>
                  </a:lnTo>
                  <a:cubicBezTo>
                    <a:pt x="183682" y="1089225"/>
                    <a:pt x="201587" y="1084529"/>
                    <a:pt x="215676" y="1092748"/>
                  </a:cubicBezTo>
                  <a:lnTo>
                    <a:pt x="215676" y="1092748"/>
                  </a:lnTo>
                  <a:cubicBezTo>
                    <a:pt x="229472" y="1100673"/>
                    <a:pt x="234462" y="1118578"/>
                    <a:pt x="226243" y="1132667"/>
                  </a:cubicBezTo>
                  <a:lnTo>
                    <a:pt x="226243" y="1132667"/>
                  </a:lnTo>
                  <a:cubicBezTo>
                    <a:pt x="220666" y="1142060"/>
                    <a:pt x="210980" y="1147343"/>
                    <a:pt x="200707" y="1147343"/>
                  </a:cubicBezTo>
                  <a:lnTo>
                    <a:pt x="200707" y="1147343"/>
                  </a:lnTo>
                  <a:cubicBezTo>
                    <a:pt x="195717" y="1147343"/>
                    <a:pt x="190727" y="1146169"/>
                    <a:pt x="186030" y="1143528"/>
                  </a:cubicBezTo>
                  <a:close/>
                  <a:moveTo>
                    <a:pt x="243268" y="1044609"/>
                  </a:moveTo>
                  <a:cubicBezTo>
                    <a:pt x="229472" y="1036390"/>
                    <a:pt x="224482" y="1018485"/>
                    <a:pt x="232701" y="1004690"/>
                  </a:cubicBezTo>
                  <a:lnTo>
                    <a:pt x="232701" y="1004690"/>
                  </a:lnTo>
                  <a:cubicBezTo>
                    <a:pt x="240626" y="990600"/>
                    <a:pt x="258825" y="985610"/>
                    <a:pt x="272914" y="993829"/>
                  </a:cubicBezTo>
                  <a:lnTo>
                    <a:pt x="272914" y="993829"/>
                  </a:lnTo>
                  <a:cubicBezTo>
                    <a:pt x="286710" y="1002048"/>
                    <a:pt x="291700" y="1019953"/>
                    <a:pt x="283481" y="1034042"/>
                  </a:cubicBezTo>
                  <a:lnTo>
                    <a:pt x="283481" y="1034042"/>
                  </a:lnTo>
                  <a:cubicBezTo>
                    <a:pt x="277904" y="1043435"/>
                    <a:pt x="268218" y="1048719"/>
                    <a:pt x="258238" y="1048719"/>
                  </a:cubicBezTo>
                  <a:lnTo>
                    <a:pt x="258238" y="1048719"/>
                  </a:lnTo>
                  <a:cubicBezTo>
                    <a:pt x="252954" y="1048719"/>
                    <a:pt x="247964" y="1047251"/>
                    <a:pt x="243268" y="1044609"/>
                  </a:cubicBezTo>
                  <a:close/>
                  <a:moveTo>
                    <a:pt x="300506" y="945985"/>
                  </a:moveTo>
                  <a:cubicBezTo>
                    <a:pt x="286710" y="937766"/>
                    <a:pt x="281720" y="919861"/>
                    <a:pt x="289939" y="905771"/>
                  </a:cubicBezTo>
                  <a:lnTo>
                    <a:pt x="289939" y="905771"/>
                  </a:lnTo>
                  <a:cubicBezTo>
                    <a:pt x="297864" y="891682"/>
                    <a:pt x="316062" y="886986"/>
                    <a:pt x="329858" y="895205"/>
                  </a:cubicBezTo>
                  <a:lnTo>
                    <a:pt x="329858" y="895205"/>
                  </a:lnTo>
                  <a:cubicBezTo>
                    <a:pt x="343947" y="903130"/>
                    <a:pt x="348644" y="921328"/>
                    <a:pt x="340719" y="935124"/>
                  </a:cubicBezTo>
                  <a:lnTo>
                    <a:pt x="340719" y="935124"/>
                  </a:lnTo>
                  <a:cubicBezTo>
                    <a:pt x="335142" y="944517"/>
                    <a:pt x="325455" y="949800"/>
                    <a:pt x="315182" y="949800"/>
                  </a:cubicBezTo>
                  <a:lnTo>
                    <a:pt x="315182" y="949800"/>
                  </a:lnTo>
                  <a:cubicBezTo>
                    <a:pt x="310192" y="949800"/>
                    <a:pt x="305202" y="948626"/>
                    <a:pt x="300506" y="945985"/>
                  </a:cubicBezTo>
                  <a:close/>
                  <a:moveTo>
                    <a:pt x="357743" y="847066"/>
                  </a:moveTo>
                  <a:cubicBezTo>
                    <a:pt x="343654" y="838847"/>
                    <a:pt x="338957" y="820942"/>
                    <a:pt x="347176" y="807147"/>
                  </a:cubicBezTo>
                  <a:lnTo>
                    <a:pt x="346883" y="807147"/>
                  </a:lnTo>
                  <a:cubicBezTo>
                    <a:pt x="355101" y="792764"/>
                    <a:pt x="373006" y="788067"/>
                    <a:pt x="387096" y="796286"/>
                  </a:cubicBezTo>
                  <a:lnTo>
                    <a:pt x="387096" y="796286"/>
                  </a:lnTo>
                  <a:cubicBezTo>
                    <a:pt x="401185" y="804505"/>
                    <a:pt x="405881" y="822410"/>
                    <a:pt x="397956" y="836499"/>
                  </a:cubicBezTo>
                  <a:lnTo>
                    <a:pt x="397956" y="836499"/>
                  </a:lnTo>
                  <a:cubicBezTo>
                    <a:pt x="392673" y="845892"/>
                    <a:pt x="382986" y="851176"/>
                    <a:pt x="372713" y="851176"/>
                  </a:cubicBezTo>
                  <a:lnTo>
                    <a:pt x="372713" y="851176"/>
                  </a:lnTo>
                  <a:cubicBezTo>
                    <a:pt x="367723" y="851176"/>
                    <a:pt x="362733" y="849708"/>
                    <a:pt x="358037" y="847066"/>
                  </a:cubicBezTo>
                  <a:close/>
                  <a:moveTo>
                    <a:pt x="414981" y="748148"/>
                  </a:moveTo>
                  <a:cubicBezTo>
                    <a:pt x="400891" y="740223"/>
                    <a:pt x="396195" y="722318"/>
                    <a:pt x="404120" y="708228"/>
                  </a:cubicBezTo>
                  <a:lnTo>
                    <a:pt x="404120" y="708228"/>
                  </a:lnTo>
                  <a:cubicBezTo>
                    <a:pt x="412339" y="694139"/>
                    <a:pt x="430244" y="689149"/>
                    <a:pt x="444333" y="697368"/>
                  </a:cubicBezTo>
                  <a:lnTo>
                    <a:pt x="444333" y="697368"/>
                  </a:lnTo>
                  <a:cubicBezTo>
                    <a:pt x="458423" y="705587"/>
                    <a:pt x="463119" y="723492"/>
                    <a:pt x="454900" y="737581"/>
                  </a:cubicBezTo>
                  <a:lnTo>
                    <a:pt x="454900" y="737581"/>
                  </a:lnTo>
                  <a:cubicBezTo>
                    <a:pt x="449617" y="746974"/>
                    <a:pt x="439637" y="752257"/>
                    <a:pt x="429657" y="752257"/>
                  </a:cubicBezTo>
                  <a:lnTo>
                    <a:pt x="429657" y="752257"/>
                  </a:lnTo>
                  <a:cubicBezTo>
                    <a:pt x="424667" y="752257"/>
                    <a:pt x="419384" y="750790"/>
                    <a:pt x="414981" y="748148"/>
                  </a:cubicBezTo>
                  <a:close/>
                  <a:moveTo>
                    <a:pt x="471925" y="649523"/>
                  </a:moveTo>
                  <a:cubicBezTo>
                    <a:pt x="457835" y="641304"/>
                    <a:pt x="453139" y="623399"/>
                    <a:pt x="461358" y="609310"/>
                  </a:cubicBezTo>
                  <a:lnTo>
                    <a:pt x="461358" y="609310"/>
                  </a:lnTo>
                  <a:cubicBezTo>
                    <a:pt x="469283" y="595221"/>
                    <a:pt x="487188" y="590524"/>
                    <a:pt x="501277" y="598450"/>
                  </a:cubicBezTo>
                  <a:lnTo>
                    <a:pt x="501277" y="598450"/>
                  </a:lnTo>
                  <a:cubicBezTo>
                    <a:pt x="515367" y="606668"/>
                    <a:pt x="520063" y="624573"/>
                    <a:pt x="512138" y="638663"/>
                  </a:cubicBezTo>
                  <a:lnTo>
                    <a:pt x="512138" y="638663"/>
                  </a:lnTo>
                  <a:cubicBezTo>
                    <a:pt x="506561" y="648056"/>
                    <a:pt x="496874" y="653339"/>
                    <a:pt x="486601" y="653339"/>
                  </a:cubicBezTo>
                  <a:lnTo>
                    <a:pt x="486601" y="653339"/>
                  </a:lnTo>
                  <a:cubicBezTo>
                    <a:pt x="481611" y="653339"/>
                    <a:pt x="476621" y="652165"/>
                    <a:pt x="471925" y="649523"/>
                  </a:cubicBezTo>
                  <a:close/>
                  <a:moveTo>
                    <a:pt x="528869" y="550605"/>
                  </a:moveTo>
                  <a:cubicBezTo>
                    <a:pt x="515073" y="542386"/>
                    <a:pt x="510083" y="524481"/>
                    <a:pt x="518008" y="510392"/>
                  </a:cubicBezTo>
                  <a:lnTo>
                    <a:pt x="518008" y="510392"/>
                  </a:lnTo>
                  <a:cubicBezTo>
                    <a:pt x="525934" y="496303"/>
                    <a:pt x="543839" y="491606"/>
                    <a:pt x="557928" y="499531"/>
                  </a:cubicBezTo>
                  <a:lnTo>
                    <a:pt x="557928" y="499531"/>
                  </a:lnTo>
                  <a:cubicBezTo>
                    <a:pt x="572017" y="507750"/>
                    <a:pt x="577007" y="525655"/>
                    <a:pt x="568788" y="539744"/>
                  </a:cubicBezTo>
                  <a:lnTo>
                    <a:pt x="568788" y="539744"/>
                  </a:lnTo>
                  <a:cubicBezTo>
                    <a:pt x="563211" y="549137"/>
                    <a:pt x="553525" y="554421"/>
                    <a:pt x="543252" y="554421"/>
                  </a:cubicBezTo>
                  <a:lnTo>
                    <a:pt x="543252" y="554421"/>
                  </a:lnTo>
                  <a:cubicBezTo>
                    <a:pt x="538262" y="554421"/>
                    <a:pt x="533272" y="553247"/>
                    <a:pt x="528575" y="550605"/>
                  </a:cubicBezTo>
                  <a:close/>
                  <a:moveTo>
                    <a:pt x="585813" y="451687"/>
                  </a:moveTo>
                  <a:cubicBezTo>
                    <a:pt x="571724" y="443468"/>
                    <a:pt x="567027" y="425563"/>
                    <a:pt x="574952" y="411474"/>
                  </a:cubicBezTo>
                  <a:lnTo>
                    <a:pt x="574952" y="411474"/>
                  </a:lnTo>
                  <a:cubicBezTo>
                    <a:pt x="583171" y="397384"/>
                    <a:pt x="601076" y="392394"/>
                    <a:pt x="615165" y="400613"/>
                  </a:cubicBezTo>
                  <a:lnTo>
                    <a:pt x="615165" y="400613"/>
                  </a:lnTo>
                  <a:cubicBezTo>
                    <a:pt x="629255" y="408832"/>
                    <a:pt x="633951" y="426737"/>
                    <a:pt x="626026" y="440826"/>
                  </a:cubicBezTo>
                  <a:lnTo>
                    <a:pt x="626026" y="440826"/>
                  </a:lnTo>
                  <a:cubicBezTo>
                    <a:pt x="620449" y="450219"/>
                    <a:pt x="610469" y="455502"/>
                    <a:pt x="600489" y="455502"/>
                  </a:cubicBezTo>
                  <a:lnTo>
                    <a:pt x="600489" y="455502"/>
                  </a:lnTo>
                  <a:cubicBezTo>
                    <a:pt x="595499" y="455502"/>
                    <a:pt x="590509" y="454035"/>
                    <a:pt x="585813" y="451687"/>
                  </a:cubicBezTo>
                  <a:close/>
                  <a:moveTo>
                    <a:pt x="642757" y="352475"/>
                  </a:moveTo>
                  <a:cubicBezTo>
                    <a:pt x="628668" y="344550"/>
                    <a:pt x="623678" y="326645"/>
                    <a:pt x="631896" y="312555"/>
                  </a:cubicBezTo>
                  <a:lnTo>
                    <a:pt x="631896" y="312555"/>
                  </a:lnTo>
                  <a:cubicBezTo>
                    <a:pt x="639822" y="298466"/>
                    <a:pt x="657727" y="293476"/>
                    <a:pt x="671816" y="301695"/>
                  </a:cubicBezTo>
                  <a:lnTo>
                    <a:pt x="671816" y="301695"/>
                  </a:lnTo>
                  <a:cubicBezTo>
                    <a:pt x="685905" y="309620"/>
                    <a:pt x="690895" y="327525"/>
                    <a:pt x="682676" y="341614"/>
                  </a:cubicBezTo>
                  <a:lnTo>
                    <a:pt x="682676" y="341614"/>
                  </a:lnTo>
                  <a:cubicBezTo>
                    <a:pt x="677393" y="351007"/>
                    <a:pt x="667413" y="356291"/>
                    <a:pt x="657140" y="356291"/>
                  </a:cubicBezTo>
                  <a:lnTo>
                    <a:pt x="657140" y="356291"/>
                  </a:lnTo>
                  <a:cubicBezTo>
                    <a:pt x="652150" y="356291"/>
                    <a:pt x="647160" y="355117"/>
                    <a:pt x="642757" y="352475"/>
                  </a:cubicBezTo>
                  <a:close/>
                  <a:moveTo>
                    <a:pt x="699407" y="253263"/>
                  </a:moveTo>
                  <a:cubicBezTo>
                    <a:pt x="685318" y="245338"/>
                    <a:pt x="680328" y="227433"/>
                    <a:pt x="688547" y="213343"/>
                  </a:cubicBezTo>
                  <a:lnTo>
                    <a:pt x="688253" y="213343"/>
                  </a:lnTo>
                  <a:cubicBezTo>
                    <a:pt x="696472" y="199254"/>
                    <a:pt x="714377" y="194264"/>
                    <a:pt x="728467" y="202483"/>
                  </a:cubicBezTo>
                  <a:lnTo>
                    <a:pt x="728467" y="202483"/>
                  </a:lnTo>
                  <a:cubicBezTo>
                    <a:pt x="742262" y="210408"/>
                    <a:pt x="747546" y="228313"/>
                    <a:pt x="739327" y="242403"/>
                  </a:cubicBezTo>
                  <a:lnTo>
                    <a:pt x="739327" y="242403"/>
                  </a:lnTo>
                  <a:cubicBezTo>
                    <a:pt x="733750" y="251795"/>
                    <a:pt x="724064" y="257372"/>
                    <a:pt x="713790" y="257372"/>
                  </a:cubicBezTo>
                  <a:lnTo>
                    <a:pt x="713790" y="257372"/>
                  </a:lnTo>
                  <a:cubicBezTo>
                    <a:pt x="708800" y="257372"/>
                    <a:pt x="703810" y="255905"/>
                    <a:pt x="699407" y="253263"/>
                  </a:cubicBezTo>
                  <a:close/>
                  <a:moveTo>
                    <a:pt x="755764" y="154345"/>
                  </a:moveTo>
                  <a:cubicBezTo>
                    <a:pt x="741675" y="146126"/>
                    <a:pt x="736685" y="128221"/>
                    <a:pt x="744904" y="114132"/>
                  </a:cubicBezTo>
                  <a:lnTo>
                    <a:pt x="744904" y="114132"/>
                  </a:lnTo>
                  <a:cubicBezTo>
                    <a:pt x="752829" y="100042"/>
                    <a:pt x="770734" y="95052"/>
                    <a:pt x="784823" y="103271"/>
                  </a:cubicBezTo>
                  <a:lnTo>
                    <a:pt x="784823" y="103271"/>
                  </a:lnTo>
                  <a:cubicBezTo>
                    <a:pt x="798913" y="111196"/>
                    <a:pt x="803903" y="129101"/>
                    <a:pt x="795978" y="143191"/>
                  </a:cubicBezTo>
                  <a:lnTo>
                    <a:pt x="795978" y="143191"/>
                  </a:lnTo>
                  <a:cubicBezTo>
                    <a:pt x="790401" y="152584"/>
                    <a:pt x="780421" y="158161"/>
                    <a:pt x="770147" y="158161"/>
                  </a:cubicBezTo>
                  <a:lnTo>
                    <a:pt x="770147" y="158161"/>
                  </a:lnTo>
                  <a:cubicBezTo>
                    <a:pt x="765451" y="158161"/>
                    <a:pt x="760461" y="156693"/>
                    <a:pt x="755764" y="154345"/>
                  </a:cubicBezTo>
                  <a:close/>
                  <a:moveTo>
                    <a:pt x="812121" y="54839"/>
                  </a:moveTo>
                  <a:cubicBezTo>
                    <a:pt x="798032" y="46914"/>
                    <a:pt x="793042" y="29009"/>
                    <a:pt x="800968" y="14920"/>
                  </a:cubicBezTo>
                  <a:lnTo>
                    <a:pt x="800968" y="14920"/>
                  </a:lnTo>
                  <a:cubicBezTo>
                    <a:pt x="808893" y="831"/>
                    <a:pt x="826798" y="-4159"/>
                    <a:pt x="840887" y="3766"/>
                  </a:cubicBezTo>
                  <a:lnTo>
                    <a:pt x="840887" y="3766"/>
                  </a:lnTo>
                  <a:cubicBezTo>
                    <a:pt x="854976" y="11691"/>
                    <a:pt x="860260" y="29596"/>
                    <a:pt x="852041" y="43685"/>
                  </a:cubicBezTo>
                  <a:lnTo>
                    <a:pt x="852041" y="43685"/>
                  </a:lnTo>
                  <a:cubicBezTo>
                    <a:pt x="846758" y="53372"/>
                    <a:pt x="836778" y="58655"/>
                    <a:pt x="826504" y="58655"/>
                  </a:cubicBezTo>
                  <a:lnTo>
                    <a:pt x="826504" y="58655"/>
                  </a:lnTo>
                  <a:cubicBezTo>
                    <a:pt x="821808" y="58655"/>
                    <a:pt x="816818" y="57481"/>
                    <a:pt x="812121" y="5483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57835476-DE63-BBAE-C612-5E74B7D36CA0}"/>
                </a:ext>
              </a:extLst>
            </p:cNvPr>
            <p:cNvSpPr/>
            <p:nvPr/>
          </p:nvSpPr>
          <p:spPr>
            <a:xfrm>
              <a:off x="6967294" y="1068343"/>
              <a:ext cx="394625" cy="108610"/>
            </a:xfrm>
            <a:custGeom>
              <a:avLst/>
              <a:gdLst>
                <a:gd name="connsiteX0" fmla="*/ 5734 w 394625"/>
                <a:gd name="connsiteY0" fmla="*/ 96576 h 108610"/>
                <a:gd name="connsiteX1" fmla="*/ 11898 w 394625"/>
                <a:gd name="connsiteY1" fmla="*/ 55483 h 108610"/>
                <a:gd name="connsiteX2" fmla="*/ 11898 w 394625"/>
                <a:gd name="connsiteY2" fmla="*/ 55483 h 108610"/>
                <a:gd name="connsiteX3" fmla="*/ 52992 w 394625"/>
                <a:gd name="connsiteY3" fmla="*/ 61647 h 108610"/>
                <a:gd name="connsiteX4" fmla="*/ 52992 w 394625"/>
                <a:gd name="connsiteY4" fmla="*/ 61647 h 108610"/>
                <a:gd name="connsiteX5" fmla="*/ 46828 w 394625"/>
                <a:gd name="connsiteY5" fmla="*/ 102740 h 108610"/>
                <a:gd name="connsiteX6" fmla="*/ 46828 w 394625"/>
                <a:gd name="connsiteY6" fmla="*/ 102740 h 108610"/>
                <a:gd name="connsiteX7" fmla="*/ 29510 w 394625"/>
                <a:gd name="connsiteY7" fmla="*/ 108611 h 108610"/>
                <a:gd name="connsiteX8" fmla="*/ 29510 w 394625"/>
                <a:gd name="connsiteY8" fmla="*/ 108611 h 108610"/>
                <a:gd name="connsiteX9" fmla="*/ 5734 w 394625"/>
                <a:gd name="connsiteY9" fmla="*/ 96576 h 108610"/>
                <a:gd name="connsiteX10" fmla="*/ 347692 w 394625"/>
                <a:gd name="connsiteY10" fmla="*/ 101566 h 108610"/>
                <a:gd name="connsiteX11" fmla="*/ 341822 w 394625"/>
                <a:gd name="connsiteY11" fmla="*/ 60473 h 108610"/>
                <a:gd name="connsiteX12" fmla="*/ 341822 w 394625"/>
                <a:gd name="connsiteY12" fmla="*/ 60473 h 108610"/>
                <a:gd name="connsiteX13" fmla="*/ 382915 w 394625"/>
                <a:gd name="connsiteY13" fmla="*/ 54309 h 108610"/>
                <a:gd name="connsiteX14" fmla="*/ 382915 w 394625"/>
                <a:gd name="connsiteY14" fmla="*/ 54309 h 108610"/>
                <a:gd name="connsiteX15" fmla="*/ 388786 w 394625"/>
                <a:gd name="connsiteY15" fmla="*/ 95402 h 108610"/>
                <a:gd name="connsiteX16" fmla="*/ 388786 w 394625"/>
                <a:gd name="connsiteY16" fmla="*/ 95402 h 108610"/>
                <a:gd name="connsiteX17" fmla="*/ 365304 w 394625"/>
                <a:gd name="connsiteY17" fmla="*/ 107143 h 108610"/>
                <a:gd name="connsiteX18" fmla="*/ 365304 w 394625"/>
                <a:gd name="connsiteY18" fmla="*/ 107143 h 108610"/>
                <a:gd name="connsiteX19" fmla="*/ 347692 w 394625"/>
                <a:gd name="connsiteY19" fmla="*/ 101566 h 108610"/>
                <a:gd name="connsiteX20" fmla="*/ 109055 w 394625"/>
                <a:gd name="connsiteY20" fmla="*/ 36697 h 108610"/>
                <a:gd name="connsiteX21" fmla="*/ 131657 w 394625"/>
                <a:gd name="connsiteY21" fmla="*/ 1474 h 108610"/>
                <a:gd name="connsiteX22" fmla="*/ 131657 w 394625"/>
                <a:gd name="connsiteY22" fmla="*/ 1474 h 108610"/>
                <a:gd name="connsiteX23" fmla="*/ 166587 w 394625"/>
                <a:gd name="connsiteY23" fmla="*/ 24075 h 108610"/>
                <a:gd name="connsiteX24" fmla="*/ 166587 w 394625"/>
                <a:gd name="connsiteY24" fmla="*/ 24075 h 108610"/>
                <a:gd name="connsiteX25" fmla="*/ 143985 w 394625"/>
                <a:gd name="connsiteY25" fmla="*/ 59005 h 108610"/>
                <a:gd name="connsiteX26" fmla="*/ 143985 w 394625"/>
                <a:gd name="connsiteY26" fmla="*/ 59005 h 108610"/>
                <a:gd name="connsiteX27" fmla="*/ 137821 w 394625"/>
                <a:gd name="connsiteY27" fmla="*/ 59592 h 108610"/>
                <a:gd name="connsiteX28" fmla="*/ 137821 w 394625"/>
                <a:gd name="connsiteY28" fmla="*/ 59592 h 108610"/>
                <a:gd name="connsiteX29" fmla="*/ 109055 w 394625"/>
                <a:gd name="connsiteY29" fmla="*/ 36697 h 108610"/>
                <a:gd name="connsiteX30" fmla="*/ 250829 w 394625"/>
                <a:gd name="connsiteY30" fmla="*/ 58124 h 108610"/>
                <a:gd name="connsiteX31" fmla="*/ 227934 w 394625"/>
                <a:gd name="connsiteY31" fmla="*/ 23488 h 108610"/>
                <a:gd name="connsiteX32" fmla="*/ 227934 w 394625"/>
                <a:gd name="connsiteY32" fmla="*/ 23488 h 108610"/>
                <a:gd name="connsiteX33" fmla="*/ 262863 w 394625"/>
                <a:gd name="connsiteY33" fmla="*/ 593 h 108610"/>
                <a:gd name="connsiteX34" fmla="*/ 262863 w 394625"/>
                <a:gd name="connsiteY34" fmla="*/ 593 h 108610"/>
                <a:gd name="connsiteX35" fmla="*/ 285465 w 394625"/>
                <a:gd name="connsiteY35" fmla="*/ 35229 h 108610"/>
                <a:gd name="connsiteX36" fmla="*/ 285465 w 394625"/>
                <a:gd name="connsiteY36" fmla="*/ 35229 h 108610"/>
                <a:gd name="connsiteX37" fmla="*/ 256699 w 394625"/>
                <a:gd name="connsiteY37" fmla="*/ 58712 h 108610"/>
                <a:gd name="connsiteX38" fmla="*/ 256699 w 394625"/>
                <a:gd name="connsiteY38" fmla="*/ 58712 h 108610"/>
                <a:gd name="connsiteX39" fmla="*/ 250829 w 394625"/>
                <a:gd name="connsiteY39" fmla="*/ 58124 h 108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94625" h="108610">
                  <a:moveTo>
                    <a:pt x="5734" y="96576"/>
                  </a:moveTo>
                  <a:cubicBezTo>
                    <a:pt x="-3952" y="83661"/>
                    <a:pt x="-1017" y="65169"/>
                    <a:pt x="11898" y="55483"/>
                  </a:cubicBezTo>
                  <a:lnTo>
                    <a:pt x="11898" y="55483"/>
                  </a:lnTo>
                  <a:cubicBezTo>
                    <a:pt x="25107" y="45796"/>
                    <a:pt x="43306" y="48732"/>
                    <a:pt x="52992" y="61647"/>
                  </a:cubicBezTo>
                  <a:lnTo>
                    <a:pt x="52992" y="61647"/>
                  </a:lnTo>
                  <a:cubicBezTo>
                    <a:pt x="62678" y="74855"/>
                    <a:pt x="59743" y="93348"/>
                    <a:pt x="46828" y="102740"/>
                  </a:cubicBezTo>
                  <a:lnTo>
                    <a:pt x="46828" y="102740"/>
                  </a:lnTo>
                  <a:cubicBezTo>
                    <a:pt x="41544" y="106850"/>
                    <a:pt x="35380" y="108611"/>
                    <a:pt x="29510" y="108611"/>
                  </a:cubicBezTo>
                  <a:lnTo>
                    <a:pt x="29510" y="108611"/>
                  </a:lnTo>
                  <a:cubicBezTo>
                    <a:pt x="20411" y="108611"/>
                    <a:pt x="11605" y="104502"/>
                    <a:pt x="5734" y="96576"/>
                  </a:cubicBezTo>
                  <a:close/>
                  <a:moveTo>
                    <a:pt x="347692" y="101566"/>
                  </a:moveTo>
                  <a:cubicBezTo>
                    <a:pt x="334777" y="91880"/>
                    <a:pt x="332135" y="73388"/>
                    <a:pt x="341822" y="60473"/>
                  </a:cubicBezTo>
                  <a:lnTo>
                    <a:pt x="341822" y="60473"/>
                  </a:lnTo>
                  <a:cubicBezTo>
                    <a:pt x="351508" y="47264"/>
                    <a:pt x="369707" y="44622"/>
                    <a:pt x="382915" y="54309"/>
                  </a:cubicBezTo>
                  <a:lnTo>
                    <a:pt x="382915" y="54309"/>
                  </a:lnTo>
                  <a:cubicBezTo>
                    <a:pt x="395830" y="63995"/>
                    <a:pt x="398472" y="82487"/>
                    <a:pt x="388786" y="95402"/>
                  </a:cubicBezTo>
                  <a:lnTo>
                    <a:pt x="388786" y="95402"/>
                  </a:lnTo>
                  <a:cubicBezTo>
                    <a:pt x="382915" y="103328"/>
                    <a:pt x="374110" y="107143"/>
                    <a:pt x="365304" y="107143"/>
                  </a:cubicBezTo>
                  <a:lnTo>
                    <a:pt x="365304" y="107143"/>
                  </a:lnTo>
                  <a:cubicBezTo>
                    <a:pt x="359140" y="107143"/>
                    <a:pt x="352976" y="105382"/>
                    <a:pt x="347692" y="101566"/>
                  </a:cubicBezTo>
                  <a:close/>
                  <a:moveTo>
                    <a:pt x="109055" y="36697"/>
                  </a:moveTo>
                  <a:cubicBezTo>
                    <a:pt x="105533" y="20847"/>
                    <a:pt x="115807" y="4996"/>
                    <a:pt x="131657" y="1474"/>
                  </a:cubicBezTo>
                  <a:lnTo>
                    <a:pt x="131657" y="1474"/>
                  </a:lnTo>
                  <a:cubicBezTo>
                    <a:pt x="147507" y="-1755"/>
                    <a:pt x="163064" y="8225"/>
                    <a:pt x="166587" y="24075"/>
                  </a:cubicBezTo>
                  <a:lnTo>
                    <a:pt x="166587" y="24075"/>
                  </a:lnTo>
                  <a:cubicBezTo>
                    <a:pt x="170109" y="39632"/>
                    <a:pt x="159836" y="55483"/>
                    <a:pt x="143985" y="59005"/>
                  </a:cubicBezTo>
                  <a:lnTo>
                    <a:pt x="143985" y="59005"/>
                  </a:lnTo>
                  <a:cubicBezTo>
                    <a:pt x="141930" y="59005"/>
                    <a:pt x="139876" y="59592"/>
                    <a:pt x="137821" y="59592"/>
                  </a:cubicBezTo>
                  <a:lnTo>
                    <a:pt x="137821" y="59592"/>
                  </a:lnTo>
                  <a:cubicBezTo>
                    <a:pt x="124319" y="59592"/>
                    <a:pt x="112284" y="50199"/>
                    <a:pt x="109055" y="36697"/>
                  </a:cubicBezTo>
                  <a:close/>
                  <a:moveTo>
                    <a:pt x="250829" y="58124"/>
                  </a:moveTo>
                  <a:cubicBezTo>
                    <a:pt x="234978" y="54896"/>
                    <a:pt x="224705" y="39339"/>
                    <a:pt x="227934" y="23488"/>
                  </a:cubicBezTo>
                  <a:lnTo>
                    <a:pt x="227934" y="23488"/>
                  </a:lnTo>
                  <a:cubicBezTo>
                    <a:pt x="231162" y="7638"/>
                    <a:pt x="247013" y="-2635"/>
                    <a:pt x="262863" y="593"/>
                  </a:cubicBezTo>
                  <a:lnTo>
                    <a:pt x="262863" y="593"/>
                  </a:lnTo>
                  <a:cubicBezTo>
                    <a:pt x="278420" y="3822"/>
                    <a:pt x="288694" y="19379"/>
                    <a:pt x="285465" y="35229"/>
                  </a:cubicBezTo>
                  <a:lnTo>
                    <a:pt x="285465" y="35229"/>
                  </a:lnTo>
                  <a:cubicBezTo>
                    <a:pt x="282529" y="49319"/>
                    <a:pt x="270495" y="58712"/>
                    <a:pt x="256699" y="58712"/>
                  </a:cubicBezTo>
                  <a:lnTo>
                    <a:pt x="256699" y="58712"/>
                  </a:lnTo>
                  <a:cubicBezTo>
                    <a:pt x="254938" y="58712"/>
                    <a:pt x="252883" y="58712"/>
                    <a:pt x="250829" y="581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534A932D-FB05-2CA1-45BE-3C31952D2945}"/>
                </a:ext>
              </a:extLst>
            </p:cNvPr>
            <p:cNvSpPr/>
            <p:nvPr/>
          </p:nvSpPr>
          <p:spPr>
            <a:xfrm>
              <a:off x="7441049" y="1312320"/>
              <a:ext cx="360831" cy="584947"/>
            </a:xfrm>
            <a:custGeom>
              <a:avLst/>
              <a:gdLst>
                <a:gd name="connsiteX0" fmla="*/ 306007 w 360831"/>
                <a:gd name="connsiteY0" fmla="*/ 570271 h 584947"/>
                <a:gd name="connsiteX1" fmla="*/ 316868 w 360831"/>
                <a:gd name="connsiteY1" fmla="*/ 530058 h 584947"/>
                <a:gd name="connsiteX2" fmla="*/ 316868 w 360831"/>
                <a:gd name="connsiteY2" fmla="*/ 530058 h 584947"/>
                <a:gd name="connsiteX3" fmla="*/ 356787 w 360831"/>
                <a:gd name="connsiteY3" fmla="*/ 540919 h 584947"/>
                <a:gd name="connsiteX4" fmla="*/ 356787 w 360831"/>
                <a:gd name="connsiteY4" fmla="*/ 540919 h 584947"/>
                <a:gd name="connsiteX5" fmla="*/ 346221 w 360831"/>
                <a:gd name="connsiteY5" fmla="*/ 581132 h 584947"/>
                <a:gd name="connsiteX6" fmla="*/ 346221 w 360831"/>
                <a:gd name="connsiteY6" fmla="*/ 581132 h 584947"/>
                <a:gd name="connsiteX7" fmla="*/ 331544 w 360831"/>
                <a:gd name="connsiteY7" fmla="*/ 584947 h 584947"/>
                <a:gd name="connsiteX8" fmla="*/ 331544 w 360831"/>
                <a:gd name="connsiteY8" fmla="*/ 584947 h 584947"/>
                <a:gd name="connsiteX9" fmla="*/ 306007 w 360831"/>
                <a:gd name="connsiteY9" fmla="*/ 570271 h 584947"/>
                <a:gd name="connsiteX10" fmla="*/ 245541 w 360831"/>
                <a:gd name="connsiteY10" fmla="*/ 464895 h 584947"/>
                <a:gd name="connsiteX11" fmla="*/ 245541 w 360831"/>
                <a:gd name="connsiteY11" fmla="*/ 464895 h 584947"/>
                <a:gd name="connsiteX12" fmla="*/ 256108 w 360831"/>
                <a:gd name="connsiteY12" fmla="*/ 424976 h 584947"/>
                <a:gd name="connsiteX13" fmla="*/ 256108 w 360831"/>
                <a:gd name="connsiteY13" fmla="*/ 424976 h 584947"/>
                <a:gd name="connsiteX14" fmla="*/ 296321 w 360831"/>
                <a:gd name="connsiteY14" fmla="*/ 435836 h 584947"/>
                <a:gd name="connsiteX15" fmla="*/ 296321 w 360831"/>
                <a:gd name="connsiteY15" fmla="*/ 435836 h 584947"/>
                <a:gd name="connsiteX16" fmla="*/ 285461 w 360831"/>
                <a:gd name="connsiteY16" fmla="*/ 475756 h 584947"/>
                <a:gd name="connsiteX17" fmla="*/ 285461 w 360831"/>
                <a:gd name="connsiteY17" fmla="*/ 475756 h 584947"/>
                <a:gd name="connsiteX18" fmla="*/ 270784 w 360831"/>
                <a:gd name="connsiteY18" fmla="*/ 479865 h 584947"/>
                <a:gd name="connsiteX19" fmla="*/ 270784 w 360831"/>
                <a:gd name="connsiteY19" fmla="*/ 479865 h 584947"/>
                <a:gd name="connsiteX20" fmla="*/ 245541 w 360831"/>
                <a:gd name="connsiteY20" fmla="*/ 464895 h 584947"/>
                <a:gd name="connsiteX21" fmla="*/ 184781 w 360831"/>
                <a:gd name="connsiteY21" fmla="*/ 359813 h 584947"/>
                <a:gd name="connsiteX22" fmla="*/ 184781 w 360831"/>
                <a:gd name="connsiteY22" fmla="*/ 359813 h 584947"/>
                <a:gd name="connsiteX23" fmla="*/ 195642 w 360831"/>
                <a:gd name="connsiteY23" fmla="*/ 319893 h 584947"/>
                <a:gd name="connsiteX24" fmla="*/ 195642 w 360831"/>
                <a:gd name="connsiteY24" fmla="*/ 319893 h 584947"/>
                <a:gd name="connsiteX25" fmla="*/ 235561 w 360831"/>
                <a:gd name="connsiteY25" fmla="*/ 330460 h 584947"/>
                <a:gd name="connsiteX26" fmla="*/ 235561 w 360831"/>
                <a:gd name="connsiteY26" fmla="*/ 330460 h 584947"/>
                <a:gd name="connsiteX27" fmla="*/ 224994 w 360831"/>
                <a:gd name="connsiteY27" fmla="*/ 370673 h 584947"/>
                <a:gd name="connsiteX28" fmla="*/ 224994 w 360831"/>
                <a:gd name="connsiteY28" fmla="*/ 370673 h 584947"/>
                <a:gd name="connsiteX29" fmla="*/ 210318 w 360831"/>
                <a:gd name="connsiteY29" fmla="*/ 374489 h 584947"/>
                <a:gd name="connsiteX30" fmla="*/ 210318 w 360831"/>
                <a:gd name="connsiteY30" fmla="*/ 374489 h 584947"/>
                <a:gd name="connsiteX31" fmla="*/ 184781 w 360831"/>
                <a:gd name="connsiteY31" fmla="*/ 359813 h 584947"/>
                <a:gd name="connsiteX32" fmla="*/ 124315 w 360831"/>
                <a:gd name="connsiteY32" fmla="*/ 254731 h 584947"/>
                <a:gd name="connsiteX33" fmla="*/ 135175 w 360831"/>
                <a:gd name="connsiteY33" fmla="*/ 214518 h 584947"/>
                <a:gd name="connsiteX34" fmla="*/ 135175 w 360831"/>
                <a:gd name="connsiteY34" fmla="*/ 214518 h 584947"/>
                <a:gd name="connsiteX35" fmla="*/ 175095 w 360831"/>
                <a:gd name="connsiteY35" fmla="*/ 225378 h 584947"/>
                <a:gd name="connsiteX36" fmla="*/ 175095 w 360831"/>
                <a:gd name="connsiteY36" fmla="*/ 225378 h 584947"/>
                <a:gd name="connsiteX37" fmla="*/ 164528 w 360831"/>
                <a:gd name="connsiteY37" fmla="*/ 265591 h 584947"/>
                <a:gd name="connsiteX38" fmla="*/ 164528 w 360831"/>
                <a:gd name="connsiteY38" fmla="*/ 265591 h 584947"/>
                <a:gd name="connsiteX39" fmla="*/ 149852 w 360831"/>
                <a:gd name="connsiteY39" fmla="*/ 269407 h 584947"/>
                <a:gd name="connsiteX40" fmla="*/ 149852 w 360831"/>
                <a:gd name="connsiteY40" fmla="*/ 269407 h 584947"/>
                <a:gd name="connsiteX41" fmla="*/ 124315 w 360831"/>
                <a:gd name="connsiteY41" fmla="*/ 254731 h 584947"/>
                <a:gd name="connsiteX42" fmla="*/ 63848 w 360831"/>
                <a:gd name="connsiteY42" fmla="*/ 149355 h 584947"/>
                <a:gd name="connsiteX43" fmla="*/ 75002 w 360831"/>
                <a:gd name="connsiteY43" fmla="*/ 109435 h 584947"/>
                <a:gd name="connsiteX44" fmla="*/ 75002 w 360831"/>
                <a:gd name="connsiteY44" fmla="*/ 109435 h 584947"/>
                <a:gd name="connsiteX45" fmla="*/ 114922 w 360831"/>
                <a:gd name="connsiteY45" fmla="*/ 120296 h 584947"/>
                <a:gd name="connsiteX46" fmla="*/ 114922 w 360831"/>
                <a:gd name="connsiteY46" fmla="*/ 120296 h 584947"/>
                <a:gd name="connsiteX47" fmla="*/ 104062 w 360831"/>
                <a:gd name="connsiteY47" fmla="*/ 160215 h 584947"/>
                <a:gd name="connsiteX48" fmla="*/ 104062 w 360831"/>
                <a:gd name="connsiteY48" fmla="*/ 160215 h 584947"/>
                <a:gd name="connsiteX49" fmla="*/ 89385 w 360831"/>
                <a:gd name="connsiteY49" fmla="*/ 164031 h 584947"/>
                <a:gd name="connsiteX50" fmla="*/ 89385 w 360831"/>
                <a:gd name="connsiteY50" fmla="*/ 164031 h 584947"/>
                <a:gd name="connsiteX51" fmla="*/ 63848 w 360831"/>
                <a:gd name="connsiteY51" fmla="*/ 149355 h 584947"/>
                <a:gd name="connsiteX52" fmla="*/ 3969 w 360831"/>
                <a:gd name="connsiteY52" fmla="*/ 43979 h 584947"/>
                <a:gd name="connsiteX53" fmla="*/ 14830 w 360831"/>
                <a:gd name="connsiteY53" fmla="*/ 3766 h 584947"/>
                <a:gd name="connsiteX54" fmla="*/ 14830 w 360831"/>
                <a:gd name="connsiteY54" fmla="*/ 3766 h 584947"/>
                <a:gd name="connsiteX55" fmla="*/ 55043 w 360831"/>
                <a:gd name="connsiteY55" fmla="*/ 14920 h 584947"/>
                <a:gd name="connsiteX56" fmla="*/ 55043 w 360831"/>
                <a:gd name="connsiteY56" fmla="*/ 14920 h 584947"/>
                <a:gd name="connsiteX57" fmla="*/ 43889 w 360831"/>
                <a:gd name="connsiteY57" fmla="*/ 54839 h 584947"/>
                <a:gd name="connsiteX58" fmla="*/ 43889 w 360831"/>
                <a:gd name="connsiteY58" fmla="*/ 54839 h 584947"/>
                <a:gd name="connsiteX59" fmla="*/ 29506 w 360831"/>
                <a:gd name="connsiteY59" fmla="*/ 58655 h 584947"/>
                <a:gd name="connsiteX60" fmla="*/ 29506 w 360831"/>
                <a:gd name="connsiteY60" fmla="*/ 58655 h 584947"/>
                <a:gd name="connsiteX61" fmla="*/ 3969 w 360831"/>
                <a:gd name="connsiteY61" fmla="*/ 43979 h 58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60831" h="584947">
                  <a:moveTo>
                    <a:pt x="306007" y="570271"/>
                  </a:moveTo>
                  <a:cubicBezTo>
                    <a:pt x="297789" y="556182"/>
                    <a:pt x="302779" y="538277"/>
                    <a:pt x="316868" y="530058"/>
                  </a:cubicBezTo>
                  <a:lnTo>
                    <a:pt x="316868" y="530058"/>
                  </a:lnTo>
                  <a:cubicBezTo>
                    <a:pt x="330957" y="522133"/>
                    <a:pt x="348862" y="526829"/>
                    <a:pt x="356787" y="540919"/>
                  </a:cubicBezTo>
                  <a:lnTo>
                    <a:pt x="356787" y="540919"/>
                  </a:lnTo>
                  <a:cubicBezTo>
                    <a:pt x="365006" y="555008"/>
                    <a:pt x="360310" y="572913"/>
                    <a:pt x="346221" y="581132"/>
                  </a:cubicBezTo>
                  <a:lnTo>
                    <a:pt x="346221" y="581132"/>
                  </a:lnTo>
                  <a:cubicBezTo>
                    <a:pt x="341524" y="583773"/>
                    <a:pt x="336534" y="584947"/>
                    <a:pt x="331544" y="584947"/>
                  </a:cubicBezTo>
                  <a:lnTo>
                    <a:pt x="331544" y="584947"/>
                  </a:lnTo>
                  <a:cubicBezTo>
                    <a:pt x="321271" y="584947"/>
                    <a:pt x="311291" y="579664"/>
                    <a:pt x="306007" y="570271"/>
                  </a:cubicBezTo>
                  <a:close/>
                  <a:moveTo>
                    <a:pt x="245541" y="464895"/>
                  </a:moveTo>
                  <a:lnTo>
                    <a:pt x="245541" y="464895"/>
                  </a:lnTo>
                  <a:cubicBezTo>
                    <a:pt x="237322" y="451100"/>
                    <a:pt x="242019" y="432901"/>
                    <a:pt x="256108" y="424976"/>
                  </a:cubicBezTo>
                  <a:lnTo>
                    <a:pt x="256108" y="424976"/>
                  </a:lnTo>
                  <a:cubicBezTo>
                    <a:pt x="270197" y="416757"/>
                    <a:pt x="288102" y="421747"/>
                    <a:pt x="296321" y="435836"/>
                  </a:cubicBezTo>
                  <a:lnTo>
                    <a:pt x="296321" y="435836"/>
                  </a:lnTo>
                  <a:cubicBezTo>
                    <a:pt x="304246" y="449925"/>
                    <a:pt x="299550" y="467831"/>
                    <a:pt x="285461" y="475756"/>
                  </a:cubicBezTo>
                  <a:lnTo>
                    <a:pt x="285461" y="475756"/>
                  </a:lnTo>
                  <a:cubicBezTo>
                    <a:pt x="280764" y="478398"/>
                    <a:pt x="275774" y="479865"/>
                    <a:pt x="270784" y="479865"/>
                  </a:cubicBezTo>
                  <a:lnTo>
                    <a:pt x="270784" y="479865"/>
                  </a:lnTo>
                  <a:cubicBezTo>
                    <a:pt x="260804" y="479865"/>
                    <a:pt x="250825" y="474582"/>
                    <a:pt x="245541" y="464895"/>
                  </a:cubicBezTo>
                  <a:close/>
                  <a:moveTo>
                    <a:pt x="184781" y="359813"/>
                  </a:moveTo>
                  <a:lnTo>
                    <a:pt x="184781" y="359813"/>
                  </a:lnTo>
                  <a:cubicBezTo>
                    <a:pt x="176562" y="345724"/>
                    <a:pt x="181552" y="327819"/>
                    <a:pt x="195642" y="319893"/>
                  </a:cubicBezTo>
                  <a:lnTo>
                    <a:pt x="195642" y="319893"/>
                  </a:lnTo>
                  <a:cubicBezTo>
                    <a:pt x="209731" y="311675"/>
                    <a:pt x="227636" y="316665"/>
                    <a:pt x="235561" y="330460"/>
                  </a:cubicBezTo>
                  <a:lnTo>
                    <a:pt x="235561" y="330460"/>
                  </a:lnTo>
                  <a:cubicBezTo>
                    <a:pt x="243780" y="344550"/>
                    <a:pt x="238790" y="362455"/>
                    <a:pt x="224994" y="370673"/>
                  </a:cubicBezTo>
                  <a:lnTo>
                    <a:pt x="224994" y="370673"/>
                  </a:lnTo>
                  <a:cubicBezTo>
                    <a:pt x="220298" y="373315"/>
                    <a:pt x="215308" y="374489"/>
                    <a:pt x="210318" y="374489"/>
                  </a:cubicBezTo>
                  <a:lnTo>
                    <a:pt x="210318" y="374489"/>
                  </a:lnTo>
                  <a:cubicBezTo>
                    <a:pt x="200045" y="374489"/>
                    <a:pt x="190358" y="369206"/>
                    <a:pt x="184781" y="359813"/>
                  </a:cubicBezTo>
                  <a:close/>
                  <a:moveTo>
                    <a:pt x="124315" y="254731"/>
                  </a:moveTo>
                  <a:cubicBezTo>
                    <a:pt x="116390" y="240641"/>
                    <a:pt x="121086" y="222736"/>
                    <a:pt x="135175" y="214518"/>
                  </a:cubicBezTo>
                  <a:lnTo>
                    <a:pt x="135175" y="214518"/>
                  </a:lnTo>
                  <a:cubicBezTo>
                    <a:pt x="149264" y="206592"/>
                    <a:pt x="167170" y="211289"/>
                    <a:pt x="175095" y="225378"/>
                  </a:cubicBezTo>
                  <a:lnTo>
                    <a:pt x="175095" y="225378"/>
                  </a:lnTo>
                  <a:cubicBezTo>
                    <a:pt x="183314" y="239467"/>
                    <a:pt x="178617" y="257372"/>
                    <a:pt x="164528" y="265591"/>
                  </a:cubicBezTo>
                  <a:lnTo>
                    <a:pt x="164528" y="265591"/>
                  </a:lnTo>
                  <a:cubicBezTo>
                    <a:pt x="159831" y="268233"/>
                    <a:pt x="154841" y="269407"/>
                    <a:pt x="149852" y="269407"/>
                  </a:cubicBezTo>
                  <a:lnTo>
                    <a:pt x="149852" y="269407"/>
                  </a:lnTo>
                  <a:cubicBezTo>
                    <a:pt x="139578" y="269407"/>
                    <a:pt x="129892" y="264123"/>
                    <a:pt x="124315" y="254731"/>
                  </a:cubicBezTo>
                  <a:close/>
                  <a:moveTo>
                    <a:pt x="63848" y="149355"/>
                  </a:moveTo>
                  <a:cubicBezTo>
                    <a:pt x="55923" y="135266"/>
                    <a:pt x="60620" y="117360"/>
                    <a:pt x="75002" y="109435"/>
                  </a:cubicBezTo>
                  <a:lnTo>
                    <a:pt x="75002" y="109435"/>
                  </a:lnTo>
                  <a:cubicBezTo>
                    <a:pt x="89092" y="101217"/>
                    <a:pt x="106997" y="106206"/>
                    <a:pt x="114922" y="120296"/>
                  </a:cubicBezTo>
                  <a:lnTo>
                    <a:pt x="114922" y="120296"/>
                  </a:lnTo>
                  <a:cubicBezTo>
                    <a:pt x="122847" y="134385"/>
                    <a:pt x="118151" y="152290"/>
                    <a:pt x="104062" y="160215"/>
                  </a:cubicBezTo>
                  <a:lnTo>
                    <a:pt x="104062" y="160215"/>
                  </a:lnTo>
                  <a:cubicBezTo>
                    <a:pt x="99365" y="162857"/>
                    <a:pt x="94375" y="164031"/>
                    <a:pt x="89385" y="164031"/>
                  </a:cubicBezTo>
                  <a:lnTo>
                    <a:pt x="89385" y="164031"/>
                  </a:lnTo>
                  <a:cubicBezTo>
                    <a:pt x="79112" y="164031"/>
                    <a:pt x="69426" y="158748"/>
                    <a:pt x="63848" y="149355"/>
                  </a:cubicBezTo>
                  <a:close/>
                  <a:moveTo>
                    <a:pt x="3969" y="43979"/>
                  </a:move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919" y="-4159"/>
                    <a:pt x="46824" y="831"/>
                    <a:pt x="55043" y="14920"/>
                  </a:cubicBezTo>
                  <a:lnTo>
                    <a:pt x="55043" y="14920"/>
                  </a:lnTo>
                  <a:cubicBezTo>
                    <a:pt x="62968" y="29009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192" y="57481"/>
                    <a:pt x="34202" y="58655"/>
                    <a:pt x="29506" y="58655"/>
                  </a:cubicBezTo>
                  <a:lnTo>
                    <a:pt x="29506" y="58655"/>
                  </a:lnTo>
                  <a:cubicBezTo>
                    <a:pt x="19232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1F5AE869-03A5-3D03-1725-293C05BE79C5}"/>
                </a:ext>
              </a:extLst>
            </p:cNvPr>
            <p:cNvSpPr/>
            <p:nvPr/>
          </p:nvSpPr>
          <p:spPr>
            <a:xfrm>
              <a:off x="7863433" y="2047896"/>
              <a:ext cx="776987" cy="1309076"/>
            </a:xfrm>
            <a:custGeom>
              <a:avLst/>
              <a:gdLst>
                <a:gd name="connsiteX0" fmla="*/ 722227 w 776987"/>
                <a:gd name="connsiteY0" fmla="*/ 1294400 h 1309076"/>
                <a:gd name="connsiteX1" fmla="*/ 733088 w 776987"/>
                <a:gd name="connsiteY1" fmla="*/ 1254480 h 1309076"/>
                <a:gd name="connsiteX2" fmla="*/ 733088 w 776987"/>
                <a:gd name="connsiteY2" fmla="*/ 1254480 h 1309076"/>
                <a:gd name="connsiteX3" fmla="*/ 773008 w 776987"/>
                <a:gd name="connsiteY3" fmla="*/ 1265047 h 1309076"/>
                <a:gd name="connsiteX4" fmla="*/ 773008 w 776987"/>
                <a:gd name="connsiteY4" fmla="*/ 1265047 h 1309076"/>
                <a:gd name="connsiteX5" fmla="*/ 762441 w 776987"/>
                <a:gd name="connsiteY5" fmla="*/ 1305260 h 1309076"/>
                <a:gd name="connsiteX6" fmla="*/ 762441 w 776987"/>
                <a:gd name="connsiteY6" fmla="*/ 1305260 h 1309076"/>
                <a:gd name="connsiteX7" fmla="*/ 747764 w 776987"/>
                <a:gd name="connsiteY7" fmla="*/ 1309076 h 1309076"/>
                <a:gd name="connsiteX8" fmla="*/ 747764 w 776987"/>
                <a:gd name="connsiteY8" fmla="*/ 1309076 h 1309076"/>
                <a:gd name="connsiteX9" fmla="*/ 722227 w 776987"/>
                <a:gd name="connsiteY9" fmla="*/ 1294400 h 1309076"/>
                <a:gd name="connsiteX10" fmla="*/ 662055 w 776987"/>
                <a:gd name="connsiteY10" fmla="*/ 1190198 h 1309076"/>
                <a:gd name="connsiteX11" fmla="*/ 662055 w 776987"/>
                <a:gd name="connsiteY11" fmla="*/ 1190198 h 1309076"/>
                <a:gd name="connsiteX12" fmla="*/ 672915 w 776987"/>
                <a:gd name="connsiteY12" fmla="*/ 1150279 h 1309076"/>
                <a:gd name="connsiteX13" fmla="*/ 672915 w 776987"/>
                <a:gd name="connsiteY13" fmla="*/ 1150279 h 1309076"/>
                <a:gd name="connsiteX14" fmla="*/ 713128 w 776987"/>
                <a:gd name="connsiteY14" fmla="*/ 1161139 h 1309076"/>
                <a:gd name="connsiteX15" fmla="*/ 713128 w 776987"/>
                <a:gd name="connsiteY15" fmla="*/ 1161139 h 1309076"/>
                <a:gd name="connsiteX16" fmla="*/ 702268 w 776987"/>
                <a:gd name="connsiteY16" fmla="*/ 1201059 h 1309076"/>
                <a:gd name="connsiteX17" fmla="*/ 702268 w 776987"/>
                <a:gd name="connsiteY17" fmla="*/ 1201059 h 1309076"/>
                <a:gd name="connsiteX18" fmla="*/ 687591 w 776987"/>
                <a:gd name="connsiteY18" fmla="*/ 1205168 h 1309076"/>
                <a:gd name="connsiteX19" fmla="*/ 687591 w 776987"/>
                <a:gd name="connsiteY19" fmla="*/ 1205168 h 1309076"/>
                <a:gd name="connsiteX20" fmla="*/ 662055 w 776987"/>
                <a:gd name="connsiteY20" fmla="*/ 1190198 h 1309076"/>
                <a:gd name="connsiteX21" fmla="*/ 602175 w 776987"/>
                <a:gd name="connsiteY21" fmla="*/ 1086290 h 1309076"/>
                <a:gd name="connsiteX22" fmla="*/ 613036 w 776987"/>
                <a:gd name="connsiteY22" fmla="*/ 1046077 h 1309076"/>
                <a:gd name="connsiteX23" fmla="*/ 613036 w 776987"/>
                <a:gd name="connsiteY23" fmla="*/ 1046077 h 1309076"/>
                <a:gd name="connsiteX24" fmla="*/ 652955 w 776987"/>
                <a:gd name="connsiteY24" fmla="*/ 1056937 h 1309076"/>
                <a:gd name="connsiteX25" fmla="*/ 652955 w 776987"/>
                <a:gd name="connsiteY25" fmla="*/ 1056937 h 1309076"/>
                <a:gd name="connsiteX26" fmla="*/ 642095 w 776987"/>
                <a:gd name="connsiteY26" fmla="*/ 1097150 h 1309076"/>
                <a:gd name="connsiteX27" fmla="*/ 642095 w 776987"/>
                <a:gd name="connsiteY27" fmla="*/ 1097150 h 1309076"/>
                <a:gd name="connsiteX28" fmla="*/ 627712 w 776987"/>
                <a:gd name="connsiteY28" fmla="*/ 1100966 h 1309076"/>
                <a:gd name="connsiteX29" fmla="*/ 627712 w 776987"/>
                <a:gd name="connsiteY29" fmla="*/ 1100966 h 1309076"/>
                <a:gd name="connsiteX30" fmla="*/ 602175 w 776987"/>
                <a:gd name="connsiteY30" fmla="*/ 1086290 h 1309076"/>
                <a:gd name="connsiteX31" fmla="*/ 542296 w 776987"/>
                <a:gd name="connsiteY31" fmla="*/ 982088 h 1309076"/>
                <a:gd name="connsiteX32" fmla="*/ 552863 w 776987"/>
                <a:gd name="connsiteY32" fmla="*/ 942169 h 1309076"/>
                <a:gd name="connsiteX33" fmla="*/ 552863 w 776987"/>
                <a:gd name="connsiteY33" fmla="*/ 942169 h 1309076"/>
                <a:gd name="connsiteX34" fmla="*/ 593076 w 776987"/>
                <a:gd name="connsiteY34" fmla="*/ 952736 h 1309076"/>
                <a:gd name="connsiteX35" fmla="*/ 593076 w 776987"/>
                <a:gd name="connsiteY35" fmla="*/ 952736 h 1309076"/>
                <a:gd name="connsiteX36" fmla="*/ 582216 w 776987"/>
                <a:gd name="connsiteY36" fmla="*/ 992949 h 1309076"/>
                <a:gd name="connsiteX37" fmla="*/ 582216 w 776987"/>
                <a:gd name="connsiteY37" fmla="*/ 992949 h 1309076"/>
                <a:gd name="connsiteX38" fmla="*/ 567539 w 776987"/>
                <a:gd name="connsiteY38" fmla="*/ 996765 h 1309076"/>
                <a:gd name="connsiteX39" fmla="*/ 567539 w 776987"/>
                <a:gd name="connsiteY39" fmla="*/ 996765 h 1309076"/>
                <a:gd name="connsiteX40" fmla="*/ 542296 w 776987"/>
                <a:gd name="connsiteY40" fmla="*/ 982088 h 1309076"/>
                <a:gd name="connsiteX41" fmla="*/ 482123 w 776987"/>
                <a:gd name="connsiteY41" fmla="*/ 877886 h 1309076"/>
                <a:gd name="connsiteX42" fmla="*/ 492984 w 776987"/>
                <a:gd name="connsiteY42" fmla="*/ 837967 h 1309076"/>
                <a:gd name="connsiteX43" fmla="*/ 492984 w 776987"/>
                <a:gd name="connsiteY43" fmla="*/ 837967 h 1309076"/>
                <a:gd name="connsiteX44" fmla="*/ 533197 w 776987"/>
                <a:gd name="connsiteY44" fmla="*/ 848827 h 1309076"/>
                <a:gd name="connsiteX45" fmla="*/ 533197 w 776987"/>
                <a:gd name="connsiteY45" fmla="*/ 848827 h 1309076"/>
                <a:gd name="connsiteX46" fmla="*/ 522336 w 776987"/>
                <a:gd name="connsiteY46" fmla="*/ 888747 h 1309076"/>
                <a:gd name="connsiteX47" fmla="*/ 522336 w 776987"/>
                <a:gd name="connsiteY47" fmla="*/ 888747 h 1309076"/>
                <a:gd name="connsiteX48" fmla="*/ 507660 w 776987"/>
                <a:gd name="connsiteY48" fmla="*/ 892563 h 1309076"/>
                <a:gd name="connsiteX49" fmla="*/ 507660 w 776987"/>
                <a:gd name="connsiteY49" fmla="*/ 892563 h 1309076"/>
                <a:gd name="connsiteX50" fmla="*/ 482123 w 776987"/>
                <a:gd name="connsiteY50" fmla="*/ 877886 h 1309076"/>
                <a:gd name="connsiteX51" fmla="*/ 422244 w 776987"/>
                <a:gd name="connsiteY51" fmla="*/ 773685 h 1309076"/>
                <a:gd name="connsiteX52" fmla="*/ 433104 w 776987"/>
                <a:gd name="connsiteY52" fmla="*/ 733765 h 1309076"/>
                <a:gd name="connsiteX53" fmla="*/ 433104 w 776987"/>
                <a:gd name="connsiteY53" fmla="*/ 733765 h 1309076"/>
                <a:gd name="connsiteX54" fmla="*/ 473317 w 776987"/>
                <a:gd name="connsiteY54" fmla="*/ 744626 h 1309076"/>
                <a:gd name="connsiteX55" fmla="*/ 473317 w 776987"/>
                <a:gd name="connsiteY55" fmla="*/ 744626 h 1309076"/>
                <a:gd name="connsiteX56" fmla="*/ 462457 w 776987"/>
                <a:gd name="connsiteY56" fmla="*/ 784545 h 1309076"/>
                <a:gd name="connsiteX57" fmla="*/ 462457 w 776987"/>
                <a:gd name="connsiteY57" fmla="*/ 784545 h 1309076"/>
                <a:gd name="connsiteX58" fmla="*/ 447781 w 776987"/>
                <a:gd name="connsiteY58" fmla="*/ 788361 h 1309076"/>
                <a:gd name="connsiteX59" fmla="*/ 447781 w 776987"/>
                <a:gd name="connsiteY59" fmla="*/ 788361 h 1309076"/>
                <a:gd name="connsiteX60" fmla="*/ 422244 w 776987"/>
                <a:gd name="connsiteY60" fmla="*/ 773685 h 1309076"/>
                <a:gd name="connsiteX61" fmla="*/ 362658 w 776987"/>
                <a:gd name="connsiteY61" fmla="*/ 669483 h 1309076"/>
                <a:gd name="connsiteX62" fmla="*/ 373225 w 776987"/>
                <a:gd name="connsiteY62" fmla="*/ 629563 h 1309076"/>
                <a:gd name="connsiteX63" fmla="*/ 373225 w 776987"/>
                <a:gd name="connsiteY63" fmla="*/ 629563 h 1309076"/>
                <a:gd name="connsiteX64" fmla="*/ 413438 w 776987"/>
                <a:gd name="connsiteY64" fmla="*/ 640424 h 1309076"/>
                <a:gd name="connsiteX65" fmla="*/ 413438 w 776987"/>
                <a:gd name="connsiteY65" fmla="*/ 640424 h 1309076"/>
                <a:gd name="connsiteX66" fmla="*/ 402578 w 776987"/>
                <a:gd name="connsiteY66" fmla="*/ 680343 h 1309076"/>
                <a:gd name="connsiteX67" fmla="*/ 402578 w 776987"/>
                <a:gd name="connsiteY67" fmla="*/ 680343 h 1309076"/>
                <a:gd name="connsiteX68" fmla="*/ 387901 w 776987"/>
                <a:gd name="connsiteY68" fmla="*/ 684159 h 1309076"/>
                <a:gd name="connsiteX69" fmla="*/ 387901 w 776987"/>
                <a:gd name="connsiteY69" fmla="*/ 684159 h 1309076"/>
                <a:gd name="connsiteX70" fmla="*/ 362658 w 776987"/>
                <a:gd name="connsiteY70" fmla="*/ 669483 h 1309076"/>
                <a:gd name="connsiteX71" fmla="*/ 302779 w 776987"/>
                <a:gd name="connsiteY71" fmla="*/ 565281 h 1309076"/>
                <a:gd name="connsiteX72" fmla="*/ 313639 w 776987"/>
                <a:gd name="connsiteY72" fmla="*/ 525362 h 1309076"/>
                <a:gd name="connsiteX73" fmla="*/ 313639 w 776987"/>
                <a:gd name="connsiteY73" fmla="*/ 525362 h 1309076"/>
                <a:gd name="connsiteX74" fmla="*/ 353559 w 776987"/>
                <a:gd name="connsiteY74" fmla="*/ 536222 h 1309076"/>
                <a:gd name="connsiteX75" fmla="*/ 353559 w 776987"/>
                <a:gd name="connsiteY75" fmla="*/ 536222 h 1309076"/>
                <a:gd name="connsiteX76" fmla="*/ 342698 w 776987"/>
                <a:gd name="connsiteY76" fmla="*/ 576142 h 1309076"/>
                <a:gd name="connsiteX77" fmla="*/ 342698 w 776987"/>
                <a:gd name="connsiteY77" fmla="*/ 576142 h 1309076"/>
                <a:gd name="connsiteX78" fmla="*/ 328316 w 776987"/>
                <a:gd name="connsiteY78" fmla="*/ 579958 h 1309076"/>
                <a:gd name="connsiteX79" fmla="*/ 328316 w 776987"/>
                <a:gd name="connsiteY79" fmla="*/ 579958 h 1309076"/>
                <a:gd name="connsiteX80" fmla="*/ 302779 w 776987"/>
                <a:gd name="connsiteY80" fmla="*/ 565281 h 1309076"/>
                <a:gd name="connsiteX81" fmla="*/ 242899 w 776987"/>
                <a:gd name="connsiteY81" fmla="*/ 461079 h 1309076"/>
                <a:gd name="connsiteX82" fmla="*/ 242899 w 776987"/>
                <a:gd name="connsiteY82" fmla="*/ 461079 h 1309076"/>
                <a:gd name="connsiteX83" fmla="*/ 253760 w 776987"/>
                <a:gd name="connsiteY83" fmla="*/ 420866 h 1309076"/>
                <a:gd name="connsiteX84" fmla="*/ 253760 w 776987"/>
                <a:gd name="connsiteY84" fmla="*/ 420866 h 1309076"/>
                <a:gd name="connsiteX85" fmla="*/ 293973 w 776987"/>
                <a:gd name="connsiteY85" fmla="*/ 431727 h 1309076"/>
                <a:gd name="connsiteX86" fmla="*/ 293973 w 776987"/>
                <a:gd name="connsiteY86" fmla="*/ 431727 h 1309076"/>
                <a:gd name="connsiteX87" fmla="*/ 283112 w 776987"/>
                <a:gd name="connsiteY87" fmla="*/ 471940 h 1309076"/>
                <a:gd name="connsiteX88" fmla="*/ 283112 w 776987"/>
                <a:gd name="connsiteY88" fmla="*/ 471940 h 1309076"/>
                <a:gd name="connsiteX89" fmla="*/ 268436 w 776987"/>
                <a:gd name="connsiteY89" fmla="*/ 475756 h 1309076"/>
                <a:gd name="connsiteX90" fmla="*/ 268436 w 776987"/>
                <a:gd name="connsiteY90" fmla="*/ 475756 h 1309076"/>
                <a:gd name="connsiteX91" fmla="*/ 242899 w 776987"/>
                <a:gd name="connsiteY91" fmla="*/ 461079 h 1309076"/>
                <a:gd name="connsiteX92" fmla="*/ 183314 w 776987"/>
                <a:gd name="connsiteY92" fmla="*/ 356584 h 1309076"/>
                <a:gd name="connsiteX93" fmla="*/ 194174 w 776987"/>
                <a:gd name="connsiteY93" fmla="*/ 316665 h 1309076"/>
                <a:gd name="connsiteX94" fmla="*/ 194174 w 776987"/>
                <a:gd name="connsiteY94" fmla="*/ 316665 h 1309076"/>
                <a:gd name="connsiteX95" fmla="*/ 234094 w 776987"/>
                <a:gd name="connsiteY95" fmla="*/ 327525 h 1309076"/>
                <a:gd name="connsiteX96" fmla="*/ 234094 w 776987"/>
                <a:gd name="connsiteY96" fmla="*/ 327525 h 1309076"/>
                <a:gd name="connsiteX97" fmla="*/ 223233 w 776987"/>
                <a:gd name="connsiteY97" fmla="*/ 367445 h 1309076"/>
                <a:gd name="connsiteX98" fmla="*/ 223233 w 776987"/>
                <a:gd name="connsiteY98" fmla="*/ 367445 h 1309076"/>
                <a:gd name="connsiteX99" fmla="*/ 208557 w 776987"/>
                <a:gd name="connsiteY99" fmla="*/ 371554 h 1309076"/>
                <a:gd name="connsiteX100" fmla="*/ 208557 w 776987"/>
                <a:gd name="connsiteY100" fmla="*/ 371554 h 1309076"/>
                <a:gd name="connsiteX101" fmla="*/ 183314 w 776987"/>
                <a:gd name="connsiteY101" fmla="*/ 356584 h 1309076"/>
                <a:gd name="connsiteX102" fmla="*/ 123434 w 776987"/>
                <a:gd name="connsiteY102" fmla="*/ 252382 h 1309076"/>
                <a:gd name="connsiteX103" fmla="*/ 134295 w 776987"/>
                <a:gd name="connsiteY103" fmla="*/ 212463 h 1309076"/>
                <a:gd name="connsiteX104" fmla="*/ 134295 w 776987"/>
                <a:gd name="connsiteY104" fmla="*/ 212463 h 1309076"/>
                <a:gd name="connsiteX105" fmla="*/ 174508 w 776987"/>
                <a:gd name="connsiteY105" fmla="*/ 223323 h 1309076"/>
                <a:gd name="connsiteX106" fmla="*/ 174508 w 776987"/>
                <a:gd name="connsiteY106" fmla="*/ 223323 h 1309076"/>
                <a:gd name="connsiteX107" fmla="*/ 163647 w 776987"/>
                <a:gd name="connsiteY107" fmla="*/ 263243 h 1309076"/>
                <a:gd name="connsiteX108" fmla="*/ 163647 w 776987"/>
                <a:gd name="connsiteY108" fmla="*/ 263243 h 1309076"/>
                <a:gd name="connsiteX109" fmla="*/ 148971 w 776987"/>
                <a:gd name="connsiteY109" fmla="*/ 267352 h 1309076"/>
                <a:gd name="connsiteX110" fmla="*/ 148971 w 776987"/>
                <a:gd name="connsiteY110" fmla="*/ 267352 h 1309076"/>
                <a:gd name="connsiteX111" fmla="*/ 123434 w 776987"/>
                <a:gd name="connsiteY111" fmla="*/ 252382 h 1309076"/>
                <a:gd name="connsiteX112" fmla="*/ 63555 w 776987"/>
                <a:gd name="connsiteY112" fmla="*/ 148181 h 1309076"/>
                <a:gd name="connsiteX113" fmla="*/ 74415 w 776987"/>
                <a:gd name="connsiteY113" fmla="*/ 108261 h 1309076"/>
                <a:gd name="connsiteX114" fmla="*/ 74415 w 776987"/>
                <a:gd name="connsiteY114" fmla="*/ 108261 h 1309076"/>
                <a:gd name="connsiteX115" fmla="*/ 114629 w 776987"/>
                <a:gd name="connsiteY115" fmla="*/ 119122 h 1309076"/>
                <a:gd name="connsiteX116" fmla="*/ 114629 w 776987"/>
                <a:gd name="connsiteY116" fmla="*/ 119122 h 1309076"/>
                <a:gd name="connsiteX117" fmla="*/ 103768 w 776987"/>
                <a:gd name="connsiteY117" fmla="*/ 159041 h 1309076"/>
                <a:gd name="connsiteX118" fmla="*/ 103768 w 776987"/>
                <a:gd name="connsiteY118" fmla="*/ 159041 h 1309076"/>
                <a:gd name="connsiteX119" fmla="*/ 89092 w 776987"/>
                <a:gd name="connsiteY119" fmla="*/ 162857 h 1309076"/>
                <a:gd name="connsiteX120" fmla="*/ 89092 w 776987"/>
                <a:gd name="connsiteY120" fmla="*/ 162857 h 1309076"/>
                <a:gd name="connsiteX121" fmla="*/ 63555 w 776987"/>
                <a:gd name="connsiteY121" fmla="*/ 148181 h 1309076"/>
                <a:gd name="connsiteX122" fmla="*/ 3969 w 776987"/>
                <a:gd name="connsiteY122" fmla="*/ 43979 h 1309076"/>
                <a:gd name="connsiteX123" fmla="*/ 3969 w 776987"/>
                <a:gd name="connsiteY123" fmla="*/ 43979 h 1309076"/>
                <a:gd name="connsiteX124" fmla="*/ 14830 w 776987"/>
                <a:gd name="connsiteY124" fmla="*/ 3766 h 1309076"/>
                <a:gd name="connsiteX125" fmla="*/ 14830 w 776987"/>
                <a:gd name="connsiteY125" fmla="*/ 3766 h 1309076"/>
                <a:gd name="connsiteX126" fmla="*/ 54749 w 776987"/>
                <a:gd name="connsiteY126" fmla="*/ 14920 h 1309076"/>
                <a:gd name="connsiteX127" fmla="*/ 54749 w 776987"/>
                <a:gd name="connsiteY127" fmla="*/ 14920 h 1309076"/>
                <a:gd name="connsiteX128" fmla="*/ 43889 w 776987"/>
                <a:gd name="connsiteY128" fmla="*/ 54839 h 1309076"/>
                <a:gd name="connsiteX129" fmla="*/ 43889 w 776987"/>
                <a:gd name="connsiteY129" fmla="*/ 54839 h 1309076"/>
                <a:gd name="connsiteX130" fmla="*/ 29506 w 776987"/>
                <a:gd name="connsiteY130" fmla="*/ 58655 h 1309076"/>
                <a:gd name="connsiteX131" fmla="*/ 29506 w 776987"/>
                <a:gd name="connsiteY131" fmla="*/ 58655 h 1309076"/>
                <a:gd name="connsiteX132" fmla="*/ 3969 w 776987"/>
                <a:gd name="connsiteY132" fmla="*/ 43979 h 130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776987" h="1309076">
                  <a:moveTo>
                    <a:pt x="722227" y="1294400"/>
                  </a:moveTo>
                  <a:cubicBezTo>
                    <a:pt x="714009" y="1280604"/>
                    <a:pt x="718999" y="1262406"/>
                    <a:pt x="733088" y="1254480"/>
                  </a:cubicBezTo>
                  <a:lnTo>
                    <a:pt x="733088" y="1254480"/>
                  </a:lnTo>
                  <a:cubicBezTo>
                    <a:pt x="746884" y="1246262"/>
                    <a:pt x="765082" y="1250958"/>
                    <a:pt x="773008" y="1265047"/>
                  </a:cubicBezTo>
                  <a:lnTo>
                    <a:pt x="773008" y="1265047"/>
                  </a:lnTo>
                  <a:cubicBezTo>
                    <a:pt x="781226" y="1279136"/>
                    <a:pt x="776236" y="1297042"/>
                    <a:pt x="762441" y="1305260"/>
                  </a:cubicBezTo>
                  <a:lnTo>
                    <a:pt x="762441" y="1305260"/>
                  </a:lnTo>
                  <a:cubicBezTo>
                    <a:pt x="757744" y="1307902"/>
                    <a:pt x="752754" y="1309076"/>
                    <a:pt x="747764" y="1309076"/>
                  </a:cubicBezTo>
                  <a:lnTo>
                    <a:pt x="747764" y="1309076"/>
                  </a:lnTo>
                  <a:cubicBezTo>
                    <a:pt x="737491" y="1309076"/>
                    <a:pt x="727805" y="1303793"/>
                    <a:pt x="722227" y="1294400"/>
                  </a:cubicBezTo>
                  <a:close/>
                  <a:moveTo>
                    <a:pt x="662055" y="1190198"/>
                  </a:moveTo>
                  <a:lnTo>
                    <a:pt x="662055" y="1190198"/>
                  </a:lnTo>
                  <a:cubicBezTo>
                    <a:pt x="654129" y="1176402"/>
                    <a:pt x="658826" y="1158497"/>
                    <a:pt x="672915" y="1150279"/>
                  </a:cubicBezTo>
                  <a:lnTo>
                    <a:pt x="672915" y="1150279"/>
                  </a:lnTo>
                  <a:cubicBezTo>
                    <a:pt x="687004" y="1142060"/>
                    <a:pt x="704909" y="1147050"/>
                    <a:pt x="713128" y="1161139"/>
                  </a:cubicBezTo>
                  <a:lnTo>
                    <a:pt x="713128" y="1161139"/>
                  </a:lnTo>
                  <a:cubicBezTo>
                    <a:pt x="721053" y="1175228"/>
                    <a:pt x="716357" y="1193133"/>
                    <a:pt x="702268" y="1201059"/>
                  </a:cubicBezTo>
                  <a:lnTo>
                    <a:pt x="702268" y="1201059"/>
                  </a:lnTo>
                  <a:cubicBezTo>
                    <a:pt x="697571" y="1203700"/>
                    <a:pt x="692581" y="1205168"/>
                    <a:pt x="687591" y="1205168"/>
                  </a:cubicBezTo>
                  <a:lnTo>
                    <a:pt x="687591" y="1205168"/>
                  </a:lnTo>
                  <a:cubicBezTo>
                    <a:pt x="677612" y="1205168"/>
                    <a:pt x="667632" y="1199885"/>
                    <a:pt x="662055" y="1190198"/>
                  </a:cubicBezTo>
                  <a:close/>
                  <a:moveTo>
                    <a:pt x="602175" y="1086290"/>
                  </a:moveTo>
                  <a:cubicBezTo>
                    <a:pt x="593956" y="1072201"/>
                    <a:pt x="598947" y="1054296"/>
                    <a:pt x="613036" y="1046077"/>
                  </a:cubicBezTo>
                  <a:lnTo>
                    <a:pt x="613036" y="1046077"/>
                  </a:lnTo>
                  <a:cubicBezTo>
                    <a:pt x="626831" y="1038152"/>
                    <a:pt x="645030" y="1042848"/>
                    <a:pt x="652955" y="1056937"/>
                  </a:cubicBezTo>
                  <a:lnTo>
                    <a:pt x="652955" y="1056937"/>
                  </a:lnTo>
                  <a:cubicBezTo>
                    <a:pt x="661174" y="1071027"/>
                    <a:pt x="656184" y="1088932"/>
                    <a:pt x="642095" y="1097150"/>
                  </a:cubicBezTo>
                  <a:lnTo>
                    <a:pt x="642095" y="1097150"/>
                  </a:lnTo>
                  <a:cubicBezTo>
                    <a:pt x="637692" y="1099792"/>
                    <a:pt x="632702" y="1100966"/>
                    <a:pt x="627712" y="1100966"/>
                  </a:cubicBezTo>
                  <a:lnTo>
                    <a:pt x="627712" y="1100966"/>
                  </a:lnTo>
                  <a:cubicBezTo>
                    <a:pt x="617439" y="1100966"/>
                    <a:pt x="607459" y="1095683"/>
                    <a:pt x="602175" y="1086290"/>
                  </a:cubicBezTo>
                  <a:close/>
                  <a:moveTo>
                    <a:pt x="542296" y="982088"/>
                  </a:moveTo>
                  <a:cubicBezTo>
                    <a:pt x="534077" y="967999"/>
                    <a:pt x="538774" y="950094"/>
                    <a:pt x="552863" y="942169"/>
                  </a:cubicBezTo>
                  <a:lnTo>
                    <a:pt x="552863" y="942169"/>
                  </a:lnTo>
                  <a:cubicBezTo>
                    <a:pt x="566952" y="933950"/>
                    <a:pt x="584857" y="938646"/>
                    <a:pt x="593076" y="952736"/>
                  </a:cubicBezTo>
                  <a:lnTo>
                    <a:pt x="593076" y="952736"/>
                  </a:lnTo>
                  <a:cubicBezTo>
                    <a:pt x="601001" y="966825"/>
                    <a:pt x="596305" y="984730"/>
                    <a:pt x="582216" y="992949"/>
                  </a:cubicBezTo>
                  <a:lnTo>
                    <a:pt x="582216" y="992949"/>
                  </a:lnTo>
                  <a:cubicBezTo>
                    <a:pt x="577519" y="995590"/>
                    <a:pt x="572529" y="996765"/>
                    <a:pt x="567539" y="996765"/>
                  </a:cubicBezTo>
                  <a:lnTo>
                    <a:pt x="567539" y="996765"/>
                  </a:lnTo>
                  <a:cubicBezTo>
                    <a:pt x="557266" y="996765"/>
                    <a:pt x="547580" y="991481"/>
                    <a:pt x="542296" y="982088"/>
                  </a:cubicBezTo>
                  <a:close/>
                  <a:moveTo>
                    <a:pt x="482123" y="877886"/>
                  </a:moveTo>
                  <a:cubicBezTo>
                    <a:pt x="474198" y="863797"/>
                    <a:pt x="478894" y="845892"/>
                    <a:pt x="492984" y="837967"/>
                  </a:cubicBezTo>
                  <a:lnTo>
                    <a:pt x="492984" y="837967"/>
                  </a:lnTo>
                  <a:cubicBezTo>
                    <a:pt x="507073" y="829748"/>
                    <a:pt x="524978" y="834738"/>
                    <a:pt x="533197" y="848827"/>
                  </a:cubicBezTo>
                  <a:lnTo>
                    <a:pt x="533197" y="848827"/>
                  </a:lnTo>
                  <a:cubicBezTo>
                    <a:pt x="541122" y="862623"/>
                    <a:pt x="536425" y="880528"/>
                    <a:pt x="522336" y="888747"/>
                  </a:cubicBezTo>
                  <a:lnTo>
                    <a:pt x="522336" y="888747"/>
                  </a:lnTo>
                  <a:cubicBezTo>
                    <a:pt x="517640" y="891389"/>
                    <a:pt x="512650" y="892563"/>
                    <a:pt x="507660" y="892563"/>
                  </a:cubicBezTo>
                  <a:lnTo>
                    <a:pt x="507660" y="892563"/>
                  </a:lnTo>
                  <a:cubicBezTo>
                    <a:pt x="497386" y="892563"/>
                    <a:pt x="487700" y="887279"/>
                    <a:pt x="482123" y="877886"/>
                  </a:cubicBezTo>
                  <a:close/>
                  <a:moveTo>
                    <a:pt x="422244" y="773685"/>
                  </a:moveTo>
                  <a:cubicBezTo>
                    <a:pt x="414319" y="759595"/>
                    <a:pt x="419015" y="741690"/>
                    <a:pt x="433104" y="733765"/>
                  </a:cubicBezTo>
                  <a:lnTo>
                    <a:pt x="433104" y="733765"/>
                  </a:lnTo>
                  <a:cubicBezTo>
                    <a:pt x="447193" y="725546"/>
                    <a:pt x="465099" y="730536"/>
                    <a:pt x="473317" y="744626"/>
                  </a:cubicBezTo>
                  <a:lnTo>
                    <a:pt x="473317" y="744626"/>
                  </a:lnTo>
                  <a:cubicBezTo>
                    <a:pt x="481243" y="758715"/>
                    <a:pt x="476546" y="776326"/>
                    <a:pt x="462457" y="784545"/>
                  </a:cubicBezTo>
                  <a:lnTo>
                    <a:pt x="462457" y="784545"/>
                  </a:lnTo>
                  <a:cubicBezTo>
                    <a:pt x="457760" y="787187"/>
                    <a:pt x="452771" y="788361"/>
                    <a:pt x="447781" y="788361"/>
                  </a:cubicBezTo>
                  <a:lnTo>
                    <a:pt x="447781" y="788361"/>
                  </a:lnTo>
                  <a:cubicBezTo>
                    <a:pt x="437801" y="788361"/>
                    <a:pt x="427821" y="783078"/>
                    <a:pt x="422244" y="773685"/>
                  </a:cubicBezTo>
                  <a:close/>
                  <a:moveTo>
                    <a:pt x="362658" y="669483"/>
                  </a:moveTo>
                  <a:cubicBezTo>
                    <a:pt x="354439" y="655394"/>
                    <a:pt x="359136" y="637489"/>
                    <a:pt x="373225" y="629563"/>
                  </a:cubicBezTo>
                  <a:lnTo>
                    <a:pt x="373225" y="629563"/>
                  </a:lnTo>
                  <a:cubicBezTo>
                    <a:pt x="387314" y="621345"/>
                    <a:pt x="405219" y="626335"/>
                    <a:pt x="413438" y="640424"/>
                  </a:cubicBezTo>
                  <a:lnTo>
                    <a:pt x="413438" y="640424"/>
                  </a:lnTo>
                  <a:cubicBezTo>
                    <a:pt x="421363" y="654220"/>
                    <a:pt x="416667" y="672418"/>
                    <a:pt x="402578" y="680343"/>
                  </a:cubicBezTo>
                  <a:lnTo>
                    <a:pt x="402578" y="680343"/>
                  </a:lnTo>
                  <a:cubicBezTo>
                    <a:pt x="397881" y="682985"/>
                    <a:pt x="392891" y="684159"/>
                    <a:pt x="387901" y="684159"/>
                  </a:cubicBezTo>
                  <a:lnTo>
                    <a:pt x="387901" y="684159"/>
                  </a:lnTo>
                  <a:cubicBezTo>
                    <a:pt x="377921" y="684159"/>
                    <a:pt x="367941" y="678876"/>
                    <a:pt x="362658" y="669483"/>
                  </a:cubicBezTo>
                  <a:close/>
                  <a:moveTo>
                    <a:pt x="302779" y="565281"/>
                  </a:moveTo>
                  <a:cubicBezTo>
                    <a:pt x="294560" y="551192"/>
                    <a:pt x="299550" y="533287"/>
                    <a:pt x="313639" y="525362"/>
                  </a:cubicBezTo>
                  <a:lnTo>
                    <a:pt x="313639" y="525362"/>
                  </a:lnTo>
                  <a:cubicBezTo>
                    <a:pt x="327728" y="517143"/>
                    <a:pt x="345633" y="522133"/>
                    <a:pt x="353559" y="536222"/>
                  </a:cubicBezTo>
                  <a:lnTo>
                    <a:pt x="353559" y="536222"/>
                  </a:lnTo>
                  <a:cubicBezTo>
                    <a:pt x="361777" y="550018"/>
                    <a:pt x="356788" y="567923"/>
                    <a:pt x="342698" y="576142"/>
                  </a:cubicBezTo>
                  <a:lnTo>
                    <a:pt x="342698" y="576142"/>
                  </a:lnTo>
                  <a:cubicBezTo>
                    <a:pt x="338295" y="578783"/>
                    <a:pt x="333012" y="579958"/>
                    <a:pt x="328316" y="579958"/>
                  </a:cubicBezTo>
                  <a:lnTo>
                    <a:pt x="328316" y="579958"/>
                  </a:lnTo>
                  <a:cubicBezTo>
                    <a:pt x="318042" y="579958"/>
                    <a:pt x="308062" y="574674"/>
                    <a:pt x="302779" y="565281"/>
                  </a:cubicBezTo>
                  <a:close/>
                  <a:moveTo>
                    <a:pt x="242899" y="461079"/>
                  </a:moveTo>
                  <a:lnTo>
                    <a:pt x="242899" y="461079"/>
                  </a:lnTo>
                  <a:cubicBezTo>
                    <a:pt x="234974" y="446990"/>
                    <a:pt x="239964" y="429085"/>
                    <a:pt x="253760" y="420866"/>
                  </a:cubicBezTo>
                  <a:lnTo>
                    <a:pt x="253760" y="420866"/>
                  </a:lnTo>
                  <a:cubicBezTo>
                    <a:pt x="267849" y="412941"/>
                    <a:pt x="285754" y="417638"/>
                    <a:pt x="293973" y="431727"/>
                  </a:cubicBezTo>
                  <a:lnTo>
                    <a:pt x="293973" y="431727"/>
                  </a:lnTo>
                  <a:cubicBezTo>
                    <a:pt x="301898" y="445816"/>
                    <a:pt x="297202" y="463721"/>
                    <a:pt x="283112" y="471940"/>
                  </a:cubicBezTo>
                  <a:lnTo>
                    <a:pt x="283112" y="471940"/>
                  </a:lnTo>
                  <a:cubicBezTo>
                    <a:pt x="278416" y="474582"/>
                    <a:pt x="273426" y="475756"/>
                    <a:pt x="268436" y="475756"/>
                  </a:cubicBezTo>
                  <a:lnTo>
                    <a:pt x="268436" y="475756"/>
                  </a:lnTo>
                  <a:cubicBezTo>
                    <a:pt x="258456" y="475756"/>
                    <a:pt x="248476" y="470472"/>
                    <a:pt x="242899" y="461079"/>
                  </a:cubicBezTo>
                  <a:close/>
                  <a:moveTo>
                    <a:pt x="183314" y="356584"/>
                  </a:moveTo>
                  <a:cubicBezTo>
                    <a:pt x="175095" y="342495"/>
                    <a:pt x="180085" y="324590"/>
                    <a:pt x="194174" y="316665"/>
                  </a:cubicBezTo>
                  <a:lnTo>
                    <a:pt x="194174" y="316665"/>
                  </a:lnTo>
                  <a:cubicBezTo>
                    <a:pt x="208263" y="308446"/>
                    <a:pt x="226168" y="313436"/>
                    <a:pt x="234094" y="327525"/>
                  </a:cubicBezTo>
                  <a:lnTo>
                    <a:pt x="234094" y="327525"/>
                  </a:lnTo>
                  <a:cubicBezTo>
                    <a:pt x="242312" y="341614"/>
                    <a:pt x="237322" y="359519"/>
                    <a:pt x="223233" y="367445"/>
                  </a:cubicBezTo>
                  <a:lnTo>
                    <a:pt x="223233" y="367445"/>
                  </a:lnTo>
                  <a:cubicBezTo>
                    <a:pt x="218830" y="370086"/>
                    <a:pt x="213547" y="371554"/>
                    <a:pt x="208557" y="371554"/>
                  </a:cubicBezTo>
                  <a:lnTo>
                    <a:pt x="208557" y="371554"/>
                  </a:lnTo>
                  <a:cubicBezTo>
                    <a:pt x="198577" y="371554"/>
                    <a:pt x="188597" y="366270"/>
                    <a:pt x="183314" y="356584"/>
                  </a:cubicBezTo>
                  <a:close/>
                  <a:moveTo>
                    <a:pt x="123434" y="252382"/>
                  </a:moveTo>
                  <a:cubicBezTo>
                    <a:pt x="115216" y="238293"/>
                    <a:pt x="120205" y="220388"/>
                    <a:pt x="134295" y="212463"/>
                  </a:cubicBezTo>
                  <a:lnTo>
                    <a:pt x="134295" y="212463"/>
                  </a:lnTo>
                  <a:cubicBezTo>
                    <a:pt x="148384" y="204244"/>
                    <a:pt x="166289" y="209234"/>
                    <a:pt x="174508" y="223323"/>
                  </a:cubicBezTo>
                  <a:lnTo>
                    <a:pt x="174508" y="223323"/>
                  </a:lnTo>
                  <a:cubicBezTo>
                    <a:pt x="182433" y="237413"/>
                    <a:pt x="177443" y="255318"/>
                    <a:pt x="163647" y="263243"/>
                  </a:cubicBezTo>
                  <a:lnTo>
                    <a:pt x="163647" y="263243"/>
                  </a:lnTo>
                  <a:cubicBezTo>
                    <a:pt x="158951" y="265885"/>
                    <a:pt x="153961" y="267352"/>
                    <a:pt x="148971" y="267352"/>
                  </a:cubicBezTo>
                  <a:lnTo>
                    <a:pt x="148971" y="267352"/>
                  </a:lnTo>
                  <a:cubicBezTo>
                    <a:pt x="138698" y="267352"/>
                    <a:pt x="129011" y="261775"/>
                    <a:pt x="123434" y="252382"/>
                  </a:cubicBezTo>
                  <a:close/>
                  <a:moveTo>
                    <a:pt x="63555" y="148181"/>
                  </a:moveTo>
                  <a:cubicBezTo>
                    <a:pt x="55630" y="134091"/>
                    <a:pt x="60326" y="116186"/>
                    <a:pt x="74415" y="108261"/>
                  </a:cubicBezTo>
                  <a:lnTo>
                    <a:pt x="74415" y="108261"/>
                  </a:lnTo>
                  <a:cubicBezTo>
                    <a:pt x="88505" y="100042"/>
                    <a:pt x="106703" y="105032"/>
                    <a:pt x="114629" y="119122"/>
                  </a:cubicBezTo>
                  <a:lnTo>
                    <a:pt x="114629" y="119122"/>
                  </a:lnTo>
                  <a:cubicBezTo>
                    <a:pt x="122554" y="132917"/>
                    <a:pt x="117857" y="151116"/>
                    <a:pt x="103768" y="159041"/>
                  </a:cubicBezTo>
                  <a:lnTo>
                    <a:pt x="103768" y="159041"/>
                  </a:lnTo>
                  <a:cubicBezTo>
                    <a:pt x="99071" y="161683"/>
                    <a:pt x="94082" y="162857"/>
                    <a:pt x="89092" y="162857"/>
                  </a:cubicBezTo>
                  <a:lnTo>
                    <a:pt x="89092" y="162857"/>
                  </a:lnTo>
                  <a:cubicBezTo>
                    <a:pt x="79112" y="162857"/>
                    <a:pt x="69132" y="157574"/>
                    <a:pt x="63555" y="148181"/>
                  </a:cubicBezTo>
                  <a:close/>
                  <a:moveTo>
                    <a:pt x="3969" y="43979"/>
                  </a:moveTo>
                  <a:lnTo>
                    <a:pt x="3969" y="43979"/>
                  </a:ln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625" y="-4159"/>
                    <a:pt x="46824" y="831"/>
                    <a:pt x="54749" y="14920"/>
                  </a:cubicBezTo>
                  <a:lnTo>
                    <a:pt x="54749" y="14920"/>
                  </a:lnTo>
                  <a:cubicBezTo>
                    <a:pt x="62968" y="28716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486" y="57481"/>
                    <a:pt x="34496" y="58655"/>
                    <a:pt x="29506" y="58655"/>
                  </a:cubicBezTo>
                  <a:lnTo>
                    <a:pt x="29506" y="58655"/>
                  </a:lnTo>
                  <a:cubicBezTo>
                    <a:pt x="19233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CFDDE34-3A2D-4E73-A928-1541C2013F51}"/>
                </a:ext>
              </a:extLst>
            </p:cNvPr>
            <p:cNvSpPr/>
            <p:nvPr/>
          </p:nvSpPr>
          <p:spPr>
            <a:xfrm>
              <a:off x="8642383" y="3499045"/>
              <a:ext cx="95226" cy="258590"/>
            </a:xfrm>
            <a:custGeom>
              <a:avLst/>
              <a:gdLst>
                <a:gd name="connsiteX0" fmla="*/ 14311 w 95226"/>
                <a:gd name="connsiteY0" fmla="*/ 254481 h 258590"/>
                <a:gd name="connsiteX1" fmla="*/ 4331 w 95226"/>
                <a:gd name="connsiteY1" fmla="*/ 213975 h 258590"/>
                <a:gd name="connsiteX2" fmla="*/ 4331 w 95226"/>
                <a:gd name="connsiteY2" fmla="*/ 213975 h 258590"/>
                <a:gd name="connsiteX3" fmla="*/ 44544 w 95226"/>
                <a:gd name="connsiteY3" fmla="*/ 203995 h 258590"/>
                <a:gd name="connsiteX4" fmla="*/ 44544 w 95226"/>
                <a:gd name="connsiteY4" fmla="*/ 203995 h 258590"/>
                <a:gd name="connsiteX5" fmla="*/ 54524 w 95226"/>
                <a:gd name="connsiteY5" fmla="*/ 244501 h 258590"/>
                <a:gd name="connsiteX6" fmla="*/ 54524 w 95226"/>
                <a:gd name="connsiteY6" fmla="*/ 244501 h 258590"/>
                <a:gd name="connsiteX7" fmla="*/ 29281 w 95226"/>
                <a:gd name="connsiteY7" fmla="*/ 258591 h 258590"/>
                <a:gd name="connsiteX8" fmla="*/ 29281 w 95226"/>
                <a:gd name="connsiteY8" fmla="*/ 258591 h 258590"/>
                <a:gd name="connsiteX9" fmla="*/ 14311 w 95226"/>
                <a:gd name="connsiteY9" fmla="*/ 254481 h 258590"/>
                <a:gd name="connsiteX10" fmla="*/ 60688 w 95226"/>
                <a:gd name="connsiteY10" fmla="*/ 161433 h 258590"/>
                <a:gd name="connsiteX11" fmla="*/ 36913 w 95226"/>
                <a:gd name="connsiteY11" fmla="*/ 127384 h 258590"/>
                <a:gd name="connsiteX12" fmla="*/ 36913 w 95226"/>
                <a:gd name="connsiteY12" fmla="*/ 127384 h 258590"/>
                <a:gd name="connsiteX13" fmla="*/ 70961 w 95226"/>
                <a:gd name="connsiteY13" fmla="*/ 103902 h 258590"/>
                <a:gd name="connsiteX14" fmla="*/ 70961 w 95226"/>
                <a:gd name="connsiteY14" fmla="*/ 103902 h 258590"/>
                <a:gd name="connsiteX15" fmla="*/ 94737 w 95226"/>
                <a:gd name="connsiteY15" fmla="*/ 137951 h 258590"/>
                <a:gd name="connsiteX16" fmla="*/ 94737 w 95226"/>
                <a:gd name="connsiteY16" fmla="*/ 137951 h 258590"/>
                <a:gd name="connsiteX17" fmla="*/ 65972 w 95226"/>
                <a:gd name="connsiteY17" fmla="*/ 162021 h 258590"/>
                <a:gd name="connsiteX18" fmla="*/ 65972 w 95226"/>
                <a:gd name="connsiteY18" fmla="*/ 162021 h 258590"/>
                <a:gd name="connsiteX19" fmla="*/ 60688 w 95226"/>
                <a:gd name="connsiteY19" fmla="*/ 161433 h 258590"/>
                <a:gd name="connsiteX20" fmla="*/ 36619 w 95226"/>
                <a:gd name="connsiteY20" fmla="*/ 34630 h 258590"/>
                <a:gd name="connsiteX21" fmla="*/ 59808 w 95226"/>
                <a:gd name="connsiteY21" fmla="*/ 581 h 258590"/>
                <a:gd name="connsiteX22" fmla="*/ 59808 w 95226"/>
                <a:gd name="connsiteY22" fmla="*/ 581 h 258590"/>
                <a:gd name="connsiteX23" fmla="*/ 94150 w 95226"/>
                <a:gd name="connsiteY23" fmla="*/ 23770 h 258590"/>
                <a:gd name="connsiteX24" fmla="*/ 94150 w 95226"/>
                <a:gd name="connsiteY24" fmla="*/ 23770 h 258590"/>
                <a:gd name="connsiteX25" fmla="*/ 70961 w 95226"/>
                <a:gd name="connsiteY25" fmla="*/ 58112 h 258590"/>
                <a:gd name="connsiteX26" fmla="*/ 70961 w 95226"/>
                <a:gd name="connsiteY26" fmla="*/ 58112 h 258590"/>
                <a:gd name="connsiteX27" fmla="*/ 65384 w 95226"/>
                <a:gd name="connsiteY27" fmla="*/ 58699 h 258590"/>
                <a:gd name="connsiteX28" fmla="*/ 65384 w 95226"/>
                <a:gd name="connsiteY28" fmla="*/ 58699 h 258590"/>
                <a:gd name="connsiteX29" fmla="*/ 36619 w 95226"/>
                <a:gd name="connsiteY29" fmla="*/ 34630 h 25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5226" h="258590">
                  <a:moveTo>
                    <a:pt x="14311" y="254481"/>
                  </a:moveTo>
                  <a:cubicBezTo>
                    <a:pt x="222" y="245969"/>
                    <a:pt x="-4181" y="227770"/>
                    <a:pt x="4331" y="213975"/>
                  </a:cubicBezTo>
                  <a:lnTo>
                    <a:pt x="4331" y="213975"/>
                  </a:lnTo>
                  <a:cubicBezTo>
                    <a:pt x="12550" y="200179"/>
                    <a:pt x="30455" y="195776"/>
                    <a:pt x="44544" y="203995"/>
                  </a:cubicBezTo>
                  <a:lnTo>
                    <a:pt x="44544" y="203995"/>
                  </a:lnTo>
                  <a:cubicBezTo>
                    <a:pt x="58340" y="212507"/>
                    <a:pt x="62743" y="230412"/>
                    <a:pt x="54524" y="244501"/>
                  </a:cubicBezTo>
                  <a:lnTo>
                    <a:pt x="54524" y="244501"/>
                  </a:lnTo>
                  <a:cubicBezTo>
                    <a:pt x="48947" y="253601"/>
                    <a:pt x="39261" y="258591"/>
                    <a:pt x="29281" y="258591"/>
                  </a:cubicBezTo>
                  <a:lnTo>
                    <a:pt x="29281" y="258591"/>
                  </a:lnTo>
                  <a:cubicBezTo>
                    <a:pt x="24291" y="258591"/>
                    <a:pt x="19007" y="257123"/>
                    <a:pt x="14311" y="254481"/>
                  </a:cubicBezTo>
                  <a:close/>
                  <a:moveTo>
                    <a:pt x="60688" y="161433"/>
                  </a:moveTo>
                  <a:cubicBezTo>
                    <a:pt x="44544" y="158498"/>
                    <a:pt x="33977" y="143235"/>
                    <a:pt x="36913" y="127384"/>
                  </a:cubicBezTo>
                  <a:lnTo>
                    <a:pt x="36913" y="127384"/>
                  </a:lnTo>
                  <a:cubicBezTo>
                    <a:pt x="39848" y="111240"/>
                    <a:pt x="55111" y="100673"/>
                    <a:pt x="70961" y="103902"/>
                  </a:cubicBezTo>
                  <a:lnTo>
                    <a:pt x="70961" y="103902"/>
                  </a:lnTo>
                  <a:cubicBezTo>
                    <a:pt x="87105" y="106544"/>
                    <a:pt x="97672" y="121807"/>
                    <a:pt x="94737" y="137951"/>
                  </a:cubicBezTo>
                  <a:lnTo>
                    <a:pt x="94737" y="137951"/>
                  </a:lnTo>
                  <a:cubicBezTo>
                    <a:pt x="92095" y="152041"/>
                    <a:pt x="79767" y="162021"/>
                    <a:pt x="65972" y="162021"/>
                  </a:cubicBezTo>
                  <a:lnTo>
                    <a:pt x="65972" y="162021"/>
                  </a:lnTo>
                  <a:cubicBezTo>
                    <a:pt x="64210" y="162021"/>
                    <a:pt x="62449" y="162021"/>
                    <a:pt x="60688" y="161433"/>
                  </a:cubicBezTo>
                  <a:close/>
                  <a:moveTo>
                    <a:pt x="36619" y="34630"/>
                  </a:moveTo>
                  <a:cubicBezTo>
                    <a:pt x="33684" y="18780"/>
                    <a:pt x="43957" y="3516"/>
                    <a:pt x="59808" y="581"/>
                  </a:cubicBezTo>
                  <a:lnTo>
                    <a:pt x="59808" y="581"/>
                  </a:lnTo>
                  <a:cubicBezTo>
                    <a:pt x="75951" y="-2648"/>
                    <a:pt x="91215" y="7919"/>
                    <a:pt x="94150" y="23770"/>
                  </a:cubicBezTo>
                  <a:lnTo>
                    <a:pt x="94150" y="23770"/>
                  </a:lnTo>
                  <a:cubicBezTo>
                    <a:pt x="97379" y="39914"/>
                    <a:pt x="86812" y="55177"/>
                    <a:pt x="70961" y="58112"/>
                  </a:cubicBezTo>
                  <a:lnTo>
                    <a:pt x="70961" y="58112"/>
                  </a:lnTo>
                  <a:cubicBezTo>
                    <a:pt x="68907" y="58699"/>
                    <a:pt x="67146" y="58699"/>
                    <a:pt x="65384" y="58699"/>
                  </a:cubicBezTo>
                  <a:lnTo>
                    <a:pt x="65384" y="58699"/>
                  </a:lnTo>
                  <a:cubicBezTo>
                    <a:pt x="51589" y="58699"/>
                    <a:pt x="39261" y="49013"/>
                    <a:pt x="36619" y="3463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A1C45787-8DA6-0A6E-FB06-26C5D25256DB}"/>
                </a:ext>
              </a:extLst>
            </p:cNvPr>
            <p:cNvSpPr/>
            <p:nvPr/>
          </p:nvSpPr>
          <p:spPr>
            <a:xfrm>
              <a:off x="8486809" y="3819465"/>
              <a:ext cx="58552" cy="58809"/>
            </a:xfrm>
            <a:custGeom>
              <a:avLst/>
              <a:gdLst>
                <a:gd name="connsiteX0" fmla="*/ 1108 w 58552"/>
                <a:gd name="connsiteY0" fmla="*/ 37088 h 58809"/>
                <a:gd name="connsiteX1" fmla="*/ 21655 w 58552"/>
                <a:gd name="connsiteY1" fmla="*/ 985 h 58809"/>
                <a:gd name="connsiteX2" fmla="*/ 21655 w 58552"/>
                <a:gd name="connsiteY2" fmla="*/ 985 h 58809"/>
                <a:gd name="connsiteX3" fmla="*/ 57465 w 58552"/>
                <a:gd name="connsiteY3" fmla="*/ 21825 h 58809"/>
                <a:gd name="connsiteX4" fmla="*/ 57465 w 58552"/>
                <a:gd name="connsiteY4" fmla="*/ 21825 h 58809"/>
                <a:gd name="connsiteX5" fmla="*/ 36918 w 58552"/>
                <a:gd name="connsiteY5" fmla="*/ 57635 h 58809"/>
                <a:gd name="connsiteX6" fmla="*/ 36918 w 58552"/>
                <a:gd name="connsiteY6" fmla="*/ 57635 h 58809"/>
                <a:gd name="connsiteX7" fmla="*/ 29286 w 58552"/>
                <a:gd name="connsiteY7" fmla="*/ 58809 h 58809"/>
                <a:gd name="connsiteX8" fmla="*/ 29286 w 58552"/>
                <a:gd name="connsiteY8" fmla="*/ 58809 h 58809"/>
                <a:gd name="connsiteX9" fmla="*/ 1108 w 58552"/>
                <a:gd name="connsiteY9" fmla="*/ 37088 h 58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552" h="58809">
                  <a:moveTo>
                    <a:pt x="1108" y="37088"/>
                  </a:moveTo>
                  <a:cubicBezTo>
                    <a:pt x="-3295" y="21531"/>
                    <a:pt x="5805" y="5388"/>
                    <a:pt x="21655" y="985"/>
                  </a:cubicBezTo>
                  <a:lnTo>
                    <a:pt x="21655" y="985"/>
                  </a:lnTo>
                  <a:cubicBezTo>
                    <a:pt x="37212" y="-3125"/>
                    <a:pt x="53356" y="5975"/>
                    <a:pt x="57465" y="21825"/>
                  </a:cubicBezTo>
                  <a:lnTo>
                    <a:pt x="57465" y="21825"/>
                  </a:lnTo>
                  <a:cubicBezTo>
                    <a:pt x="61868" y="37382"/>
                    <a:pt x="52475" y="53526"/>
                    <a:pt x="36918" y="57635"/>
                  </a:cubicBezTo>
                  <a:lnTo>
                    <a:pt x="36918" y="57635"/>
                  </a:lnTo>
                  <a:cubicBezTo>
                    <a:pt x="34570" y="58516"/>
                    <a:pt x="31928" y="58809"/>
                    <a:pt x="29286" y="58809"/>
                  </a:cubicBezTo>
                  <a:lnTo>
                    <a:pt x="29286" y="58809"/>
                  </a:lnTo>
                  <a:cubicBezTo>
                    <a:pt x="16371" y="58809"/>
                    <a:pt x="4630" y="50297"/>
                    <a:pt x="1108" y="370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2EC2229F-0344-475D-309F-ABD3F2A8C805}"/>
                </a:ext>
              </a:extLst>
            </p:cNvPr>
            <p:cNvSpPr/>
            <p:nvPr/>
          </p:nvSpPr>
          <p:spPr>
            <a:xfrm>
              <a:off x="7247476" y="3831017"/>
              <a:ext cx="1086633" cy="58705"/>
            </a:xfrm>
            <a:custGeom>
              <a:avLst/>
              <a:gdLst>
                <a:gd name="connsiteX0" fmla="*/ 1027928 w 1086633"/>
                <a:gd name="connsiteY0" fmla="*/ 29353 h 58705"/>
                <a:gd name="connsiteX1" fmla="*/ 1057281 w 1086633"/>
                <a:gd name="connsiteY1" fmla="*/ 0 h 58705"/>
                <a:gd name="connsiteX2" fmla="*/ 1057281 w 1086633"/>
                <a:gd name="connsiteY2" fmla="*/ 0 h 58705"/>
                <a:gd name="connsiteX3" fmla="*/ 1086634 w 1086633"/>
                <a:gd name="connsiteY3" fmla="*/ 29353 h 58705"/>
                <a:gd name="connsiteX4" fmla="*/ 1086634 w 1086633"/>
                <a:gd name="connsiteY4" fmla="*/ 29353 h 58705"/>
                <a:gd name="connsiteX5" fmla="*/ 1057281 w 1086633"/>
                <a:gd name="connsiteY5" fmla="*/ 58705 h 58705"/>
                <a:gd name="connsiteX6" fmla="*/ 1057281 w 1086633"/>
                <a:gd name="connsiteY6" fmla="*/ 58705 h 58705"/>
                <a:gd name="connsiteX7" fmla="*/ 1027928 w 1086633"/>
                <a:gd name="connsiteY7" fmla="*/ 29353 h 58705"/>
                <a:gd name="connsiteX8" fmla="*/ 913747 w 1086633"/>
                <a:gd name="connsiteY8" fmla="*/ 29353 h 58705"/>
                <a:gd name="connsiteX9" fmla="*/ 943099 w 1086633"/>
                <a:gd name="connsiteY9" fmla="*/ 0 h 58705"/>
                <a:gd name="connsiteX10" fmla="*/ 943099 w 1086633"/>
                <a:gd name="connsiteY10" fmla="*/ 0 h 58705"/>
                <a:gd name="connsiteX11" fmla="*/ 972452 w 1086633"/>
                <a:gd name="connsiteY11" fmla="*/ 29353 h 58705"/>
                <a:gd name="connsiteX12" fmla="*/ 972452 w 1086633"/>
                <a:gd name="connsiteY12" fmla="*/ 29353 h 58705"/>
                <a:gd name="connsiteX13" fmla="*/ 943099 w 1086633"/>
                <a:gd name="connsiteY13" fmla="*/ 58705 h 58705"/>
                <a:gd name="connsiteX14" fmla="*/ 943099 w 1086633"/>
                <a:gd name="connsiteY14" fmla="*/ 58705 h 58705"/>
                <a:gd name="connsiteX15" fmla="*/ 913747 w 1086633"/>
                <a:gd name="connsiteY15" fmla="*/ 29353 h 58705"/>
                <a:gd name="connsiteX16" fmla="*/ 799565 w 1086633"/>
                <a:gd name="connsiteY16" fmla="*/ 29353 h 58705"/>
                <a:gd name="connsiteX17" fmla="*/ 828918 w 1086633"/>
                <a:gd name="connsiteY17" fmla="*/ 0 h 58705"/>
                <a:gd name="connsiteX18" fmla="*/ 828918 w 1086633"/>
                <a:gd name="connsiteY18" fmla="*/ 0 h 58705"/>
                <a:gd name="connsiteX19" fmla="*/ 858270 w 1086633"/>
                <a:gd name="connsiteY19" fmla="*/ 29353 h 58705"/>
                <a:gd name="connsiteX20" fmla="*/ 858270 w 1086633"/>
                <a:gd name="connsiteY20" fmla="*/ 29353 h 58705"/>
                <a:gd name="connsiteX21" fmla="*/ 828918 w 1086633"/>
                <a:gd name="connsiteY21" fmla="*/ 58705 h 58705"/>
                <a:gd name="connsiteX22" fmla="*/ 828918 w 1086633"/>
                <a:gd name="connsiteY22" fmla="*/ 58705 h 58705"/>
                <a:gd name="connsiteX23" fmla="*/ 799565 w 1086633"/>
                <a:gd name="connsiteY23" fmla="*/ 29353 h 58705"/>
                <a:gd name="connsiteX24" fmla="*/ 685383 w 1086633"/>
                <a:gd name="connsiteY24" fmla="*/ 29353 h 58705"/>
                <a:gd name="connsiteX25" fmla="*/ 714736 w 1086633"/>
                <a:gd name="connsiteY25" fmla="*/ 0 h 58705"/>
                <a:gd name="connsiteX26" fmla="*/ 714736 w 1086633"/>
                <a:gd name="connsiteY26" fmla="*/ 0 h 58705"/>
                <a:gd name="connsiteX27" fmla="*/ 744089 w 1086633"/>
                <a:gd name="connsiteY27" fmla="*/ 29353 h 58705"/>
                <a:gd name="connsiteX28" fmla="*/ 744089 w 1086633"/>
                <a:gd name="connsiteY28" fmla="*/ 29353 h 58705"/>
                <a:gd name="connsiteX29" fmla="*/ 714736 w 1086633"/>
                <a:gd name="connsiteY29" fmla="*/ 58705 h 58705"/>
                <a:gd name="connsiteX30" fmla="*/ 714736 w 1086633"/>
                <a:gd name="connsiteY30" fmla="*/ 58705 h 58705"/>
                <a:gd name="connsiteX31" fmla="*/ 685383 w 1086633"/>
                <a:gd name="connsiteY31" fmla="*/ 29353 h 58705"/>
                <a:gd name="connsiteX32" fmla="*/ 571202 w 1086633"/>
                <a:gd name="connsiteY32" fmla="*/ 29353 h 58705"/>
                <a:gd name="connsiteX33" fmla="*/ 600554 w 1086633"/>
                <a:gd name="connsiteY33" fmla="*/ 0 h 58705"/>
                <a:gd name="connsiteX34" fmla="*/ 600554 w 1086633"/>
                <a:gd name="connsiteY34" fmla="*/ 0 h 58705"/>
                <a:gd name="connsiteX35" fmla="*/ 629907 w 1086633"/>
                <a:gd name="connsiteY35" fmla="*/ 29353 h 58705"/>
                <a:gd name="connsiteX36" fmla="*/ 629907 w 1086633"/>
                <a:gd name="connsiteY36" fmla="*/ 29353 h 58705"/>
                <a:gd name="connsiteX37" fmla="*/ 600554 w 1086633"/>
                <a:gd name="connsiteY37" fmla="*/ 58705 h 58705"/>
                <a:gd name="connsiteX38" fmla="*/ 600554 w 1086633"/>
                <a:gd name="connsiteY38" fmla="*/ 58705 h 58705"/>
                <a:gd name="connsiteX39" fmla="*/ 571202 w 1086633"/>
                <a:gd name="connsiteY39" fmla="*/ 29353 h 58705"/>
                <a:gd name="connsiteX40" fmla="*/ 457020 w 1086633"/>
                <a:gd name="connsiteY40" fmla="*/ 29353 h 58705"/>
                <a:gd name="connsiteX41" fmla="*/ 486373 w 1086633"/>
                <a:gd name="connsiteY41" fmla="*/ 0 h 58705"/>
                <a:gd name="connsiteX42" fmla="*/ 486373 w 1086633"/>
                <a:gd name="connsiteY42" fmla="*/ 0 h 58705"/>
                <a:gd name="connsiteX43" fmla="*/ 515725 w 1086633"/>
                <a:gd name="connsiteY43" fmla="*/ 29353 h 58705"/>
                <a:gd name="connsiteX44" fmla="*/ 515725 w 1086633"/>
                <a:gd name="connsiteY44" fmla="*/ 29353 h 58705"/>
                <a:gd name="connsiteX45" fmla="*/ 486373 w 1086633"/>
                <a:gd name="connsiteY45" fmla="*/ 58705 h 58705"/>
                <a:gd name="connsiteX46" fmla="*/ 486373 w 1086633"/>
                <a:gd name="connsiteY46" fmla="*/ 58705 h 58705"/>
                <a:gd name="connsiteX47" fmla="*/ 457020 w 1086633"/>
                <a:gd name="connsiteY47" fmla="*/ 29353 h 58705"/>
                <a:gd name="connsiteX48" fmla="*/ 342545 w 1086633"/>
                <a:gd name="connsiteY48" fmla="*/ 29353 h 58705"/>
                <a:gd name="connsiteX49" fmla="*/ 372191 w 1086633"/>
                <a:gd name="connsiteY49" fmla="*/ 0 h 58705"/>
                <a:gd name="connsiteX50" fmla="*/ 372191 w 1086633"/>
                <a:gd name="connsiteY50" fmla="*/ 0 h 58705"/>
                <a:gd name="connsiteX51" fmla="*/ 401250 w 1086633"/>
                <a:gd name="connsiteY51" fmla="*/ 29353 h 58705"/>
                <a:gd name="connsiteX52" fmla="*/ 401250 w 1086633"/>
                <a:gd name="connsiteY52" fmla="*/ 29353 h 58705"/>
                <a:gd name="connsiteX53" fmla="*/ 372191 w 1086633"/>
                <a:gd name="connsiteY53" fmla="*/ 58705 h 58705"/>
                <a:gd name="connsiteX54" fmla="*/ 372191 w 1086633"/>
                <a:gd name="connsiteY54" fmla="*/ 58705 h 58705"/>
                <a:gd name="connsiteX55" fmla="*/ 342545 w 1086633"/>
                <a:gd name="connsiteY55" fmla="*/ 29353 h 58705"/>
                <a:gd name="connsiteX56" fmla="*/ 228363 w 1086633"/>
                <a:gd name="connsiteY56" fmla="*/ 29353 h 58705"/>
                <a:gd name="connsiteX57" fmla="*/ 257716 w 1086633"/>
                <a:gd name="connsiteY57" fmla="*/ 0 h 58705"/>
                <a:gd name="connsiteX58" fmla="*/ 257716 w 1086633"/>
                <a:gd name="connsiteY58" fmla="*/ 0 h 58705"/>
                <a:gd name="connsiteX59" fmla="*/ 287069 w 1086633"/>
                <a:gd name="connsiteY59" fmla="*/ 29353 h 58705"/>
                <a:gd name="connsiteX60" fmla="*/ 287069 w 1086633"/>
                <a:gd name="connsiteY60" fmla="*/ 29353 h 58705"/>
                <a:gd name="connsiteX61" fmla="*/ 257716 w 1086633"/>
                <a:gd name="connsiteY61" fmla="*/ 58705 h 58705"/>
                <a:gd name="connsiteX62" fmla="*/ 257716 w 1086633"/>
                <a:gd name="connsiteY62" fmla="*/ 58705 h 58705"/>
                <a:gd name="connsiteX63" fmla="*/ 228363 w 1086633"/>
                <a:gd name="connsiteY63" fmla="*/ 29353 h 58705"/>
                <a:gd name="connsiteX64" fmla="*/ 114182 w 1086633"/>
                <a:gd name="connsiteY64" fmla="*/ 29353 h 58705"/>
                <a:gd name="connsiteX65" fmla="*/ 143534 w 1086633"/>
                <a:gd name="connsiteY65" fmla="*/ 0 h 58705"/>
                <a:gd name="connsiteX66" fmla="*/ 143534 w 1086633"/>
                <a:gd name="connsiteY66" fmla="*/ 0 h 58705"/>
                <a:gd name="connsiteX67" fmla="*/ 172887 w 1086633"/>
                <a:gd name="connsiteY67" fmla="*/ 29353 h 58705"/>
                <a:gd name="connsiteX68" fmla="*/ 172887 w 1086633"/>
                <a:gd name="connsiteY68" fmla="*/ 29353 h 58705"/>
                <a:gd name="connsiteX69" fmla="*/ 143534 w 1086633"/>
                <a:gd name="connsiteY69" fmla="*/ 58705 h 58705"/>
                <a:gd name="connsiteX70" fmla="*/ 143534 w 1086633"/>
                <a:gd name="connsiteY70" fmla="*/ 58705 h 58705"/>
                <a:gd name="connsiteX71" fmla="*/ 114182 w 1086633"/>
                <a:gd name="connsiteY71" fmla="*/ 29353 h 58705"/>
                <a:gd name="connsiteX72" fmla="*/ 0 w 1086633"/>
                <a:gd name="connsiteY72" fmla="*/ 29353 h 58705"/>
                <a:gd name="connsiteX73" fmla="*/ 29353 w 1086633"/>
                <a:gd name="connsiteY73" fmla="*/ 0 h 58705"/>
                <a:gd name="connsiteX74" fmla="*/ 29353 w 1086633"/>
                <a:gd name="connsiteY74" fmla="*/ 0 h 58705"/>
                <a:gd name="connsiteX75" fmla="*/ 58705 w 1086633"/>
                <a:gd name="connsiteY75" fmla="*/ 29353 h 58705"/>
                <a:gd name="connsiteX76" fmla="*/ 58705 w 1086633"/>
                <a:gd name="connsiteY76" fmla="*/ 29353 h 58705"/>
                <a:gd name="connsiteX77" fmla="*/ 29353 w 1086633"/>
                <a:gd name="connsiteY77" fmla="*/ 58705 h 58705"/>
                <a:gd name="connsiteX78" fmla="*/ 29353 w 1086633"/>
                <a:gd name="connsiteY78" fmla="*/ 58705 h 58705"/>
                <a:gd name="connsiteX79" fmla="*/ 0 w 1086633"/>
                <a:gd name="connsiteY79" fmla="*/ 29353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86633" h="58705">
                  <a:moveTo>
                    <a:pt x="1027928" y="29353"/>
                  </a:moveTo>
                  <a:cubicBezTo>
                    <a:pt x="1027928" y="13209"/>
                    <a:pt x="1041137" y="0"/>
                    <a:pt x="1057281" y="0"/>
                  </a:cubicBezTo>
                  <a:lnTo>
                    <a:pt x="1057281" y="0"/>
                  </a:lnTo>
                  <a:cubicBezTo>
                    <a:pt x="1073425" y="0"/>
                    <a:pt x="1086634" y="13209"/>
                    <a:pt x="1086634" y="29353"/>
                  </a:cubicBezTo>
                  <a:lnTo>
                    <a:pt x="1086634" y="29353"/>
                  </a:lnTo>
                  <a:cubicBezTo>
                    <a:pt x="1086634" y="45790"/>
                    <a:pt x="1073425" y="58705"/>
                    <a:pt x="1057281" y="58705"/>
                  </a:cubicBezTo>
                  <a:lnTo>
                    <a:pt x="1057281" y="58705"/>
                  </a:lnTo>
                  <a:cubicBezTo>
                    <a:pt x="1041137" y="58705"/>
                    <a:pt x="1027928" y="45790"/>
                    <a:pt x="1027928" y="29353"/>
                  </a:cubicBezTo>
                  <a:close/>
                  <a:moveTo>
                    <a:pt x="913747" y="29353"/>
                  </a:moveTo>
                  <a:cubicBezTo>
                    <a:pt x="913747" y="13209"/>
                    <a:pt x="926955" y="0"/>
                    <a:pt x="943099" y="0"/>
                  </a:cubicBezTo>
                  <a:lnTo>
                    <a:pt x="943099" y="0"/>
                  </a:lnTo>
                  <a:cubicBezTo>
                    <a:pt x="959243" y="0"/>
                    <a:pt x="972452" y="13209"/>
                    <a:pt x="972452" y="29353"/>
                  </a:cubicBezTo>
                  <a:lnTo>
                    <a:pt x="972452" y="29353"/>
                  </a:lnTo>
                  <a:cubicBezTo>
                    <a:pt x="972452" y="45496"/>
                    <a:pt x="959243" y="58705"/>
                    <a:pt x="943099" y="58705"/>
                  </a:cubicBezTo>
                  <a:lnTo>
                    <a:pt x="943099" y="58705"/>
                  </a:lnTo>
                  <a:cubicBezTo>
                    <a:pt x="926955" y="58705"/>
                    <a:pt x="913747" y="45496"/>
                    <a:pt x="913747" y="29353"/>
                  </a:cubicBezTo>
                  <a:close/>
                  <a:moveTo>
                    <a:pt x="799565" y="29353"/>
                  </a:moveTo>
                  <a:cubicBezTo>
                    <a:pt x="799565" y="13209"/>
                    <a:pt x="812774" y="0"/>
                    <a:pt x="828918" y="0"/>
                  </a:cubicBezTo>
                  <a:lnTo>
                    <a:pt x="828918" y="0"/>
                  </a:lnTo>
                  <a:cubicBezTo>
                    <a:pt x="845062" y="0"/>
                    <a:pt x="858270" y="13209"/>
                    <a:pt x="858270" y="29353"/>
                  </a:cubicBezTo>
                  <a:lnTo>
                    <a:pt x="858270" y="29353"/>
                  </a:lnTo>
                  <a:cubicBezTo>
                    <a:pt x="858270" y="45496"/>
                    <a:pt x="845062" y="58705"/>
                    <a:pt x="828918" y="58705"/>
                  </a:cubicBezTo>
                  <a:lnTo>
                    <a:pt x="828918" y="58705"/>
                  </a:lnTo>
                  <a:cubicBezTo>
                    <a:pt x="812774" y="58705"/>
                    <a:pt x="799565" y="45496"/>
                    <a:pt x="799565" y="29353"/>
                  </a:cubicBezTo>
                  <a:close/>
                  <a:moveTo>
                    <a:pt x="685383" y="29353"/>
                  </a:moveTo>
                  <a:cubicBezTo>
                    <a:pt x="685383" y="13209"/>
                    <a:pt x="698298" y="0"/>
                    <a:pt x="714736" y="0"/>
                  </a:cubicBezTo>
                  <a:lnTo>
                    <a:pt x="714736" y="0"/>
                  </a:lnTo>
                  <a:cubicBezTo>
                    <a:pt x="730880" y="0"/>
                    <a:pt x="744089" y="13209"/>
                    <a:pt x="744089" y="29353"/>
                  </a:cubicBezTo>
                  <a:lnTo>
                    <a:pt x="744089" y="29353"/>
                  </a:lnTo>
                  <a:cubicBezTo>
                    <a:pt x="744089" y="45496"/>
                    <a:pt x="730880" y="58705"/>
                    <a:pt x="714736" y="58705"/>
                  </a:cubicBezTo>
                  <a:lnTo>
                    <a:pt x="714736" y="58705"/>
                  </a:lnTo>
                  <a:cubicBezTo>
                    <a:pt x="698298" y="58705"/>
                    <a:pt x="685383" y="45496"/>
                    <a:pt x="685383" y="29353"/>
                  </a:cubicBezTo>
                  <a:close/>
                  <a:moveTo>
                    <a:pt x="571202" y="29353"/>
                  </a:moveTo>
                  <a:cubicBezTo>
                    <a:pt x="571202" y="13209"/>
                    <a:pt x="584117" y="0"/>
                    <a:pt x="600554" y="0"/>
                  </a:cubicBezTo>
                  <a:lnTo>
                    <a:pt x="600554" y="0"/>
                  </a:lnTo>
                  <a:cubicBezTo>
                    <a:pt x="616698" y="0"/>
                    <a:pt x="629907" y="13209"/>
                    <a:pt x="629907" y="29353"/>
                  </a:cubicBezTo>
                  <a:lnTo>
                    <a:pt x="629907" y="29353"/>
                  </a:lnTo>
                  <a:cubicBezTo>
                    <a:pt x="629907" y="45496"/>
                    <a:pt x="616698" y="58705"/>
                    <a:pt x="600554" y="58705"/>
                  </a:cubicBezTo>
                  <a:lnTo>
                    <a:pt x="600554" y="58705"/>
                  </a:lnTo>
                  <a:cubicBezTo>
                    <a:pt x="584117" y="58705"/>
                    <a:pt x="571202" y="45496"/>
                    <a:pt x="571202" y="29353"/>
                  </a:cubicBezTo>
                  <a:close/>
                  <a:moveTo>
                    <a:pt x="457020" y="29353"/>
                  </a:moveTo>
                  <a:cubicBezTo>
                    <a:pt x="457020" y="13209"/>
                    <a:pt x="469935" y="0"/>
                    <a:pt x="486373" y="0"/>
                  </a:cubicBezTo>
                  <a:lnTo>
                    <a:pt x="486373" y="0"/>
                  </a:lnTo>
                  <a:cubicBezTo>
                    <a:pt x="502517" y="0"/>
                    <a:pt x="515725" y="13209"/>
                    <a:pt x="515725" y="29353"/>
                  </a:cubicBezTo>
                  <a:lnTo>
                    <a:pt x="515725" y="29353"/>
                  </a:lnTo>
                  <a:cubicBezTo>
                    <a:pt x="515725" y="45496"/>
                    <a:pt x="502517" y="58705"/>
                    <a:pt x="486373" y="58705"/>
                  </a:cubicBezTo>
                  <a:lnTo>
                    <a:pt x="486373" y="58705"/>
                  </a:lnTo>
                  <a:cubicBezTo>
                    <a:pt x="469935" y="58705"/>
                    <a:pt x="457020" y="45496"/>
                    <a:pt x="457020" y="29353"/>
                  </a:cubicBezTo>
                  <a:close/>
                  <a:moveTo>
                    <a:pt x="342545" y="29353"/>
                  </a:moveTo>
                  <a:cubicBezTo>
                    <a:pt x="342545" y="13209"/>
                    <a:pt x="355754" y="0"/>
                    <a:pt x="372191" y="0"/>
                  </a:cubicBezTo>
                  <a:lnTo>
                    <a:pt x="372191" y="0"/>
                  </a:lnTo>
                  <a:cubicBezTo>
                    <a:pt x="388041" y="0"/>
                    <a:pt x="401250" y="13209"/>
                    <a:pt x="401250" y="29353"/>
                  </a:cubicBezTo>
                  <a:lnTo>
                    <a:pt x="401250" y="29353"/>
                  </a:lnTo>
                  <a:cubicBezTo>
                    <a:pt x="401250" y="45496"/>
                    <a:pt x="388041" y="58705"/>
                    <a:pt x="372191" y="58705"/>
                  </a:cubicBezTo>
                  <a:lnTo>
                    <a:pt x="372191" y="58705"/>
                  </a:lnTo>
                  <a:cubicBezTo>
                    <a:pt x="355754" y="58705"/>
                    <a:pt x="342545" y="45496"/>
                    <a:pt x="342545" y="29353"/>
                  </a:cubicBezTo>
                  <a:close/>
                  <a:moveTo>
                    <a:pt x="228363" y="29353"/>
                  </a:moveTo>
                  <a:cubicBezTo>
                    <a:pt x="228363" y="13209"/>
                    <a:pt x="241572" y="0"/>
                    <a:pt x="257716" y="0"/>
                  </a:cubicBezTo>
                  <a:lnTo>
                    <a:pt x="257716" y="0"/>
                  </a:lnTo>
                  <a:cubicBezTo>
                    <a:pt x="273860" y="0"/>
                    <a:pt x="287069" y="13209"/>
                    <a:pt x="287069" y="29353"/>
                  </a:cubicBezTo>
                  <a:lnTo>
                    <a:pt x="287069" y="29353"/>
                  </a:lnTo>
                  <a:cubicBezTo>
                    <a:pt x="287069" y="45496"/>
                    <a:pt x="273860" y="58705"/>
                    <a:pt x="257716" y="58705"/>
                  </a:cubicBezTo>
                  <a:lnTo>
                    <a:pt x="257716" y="58705"/>
                  </a:lnTo>
                  <a:cubicBezTo>
                    <a:pt x="241572" y="58705"/>
                    <a:pt x="228363" y="45496"/>
                    <a:pt x="228363" y="29353"/>
                  </a:cubicBezTo>
                  <a:close/>
                  <a:moveTo>
                    <a:pt x="114182" y="29353"/>
                  </a:moveTo>
                  <a:cubicBezTo>
                    <a:pt x="114182" y="13209"/>
                    <a:pt x="127390" y="0"/>
                    <a:pt x="143534" y="0"/>
                  </a:cubicBezTo>
                  <a:lnTo>
                    <a:pt x="143534" y="0"/>
                  </a:lnTo>
                  <a:cubicBezTo>
                    <a:pt x="159678" y="0"/>
                    <a:pt x="172887" y="13209"/>
                    <a:pt x="172887" y="29353"/>
                  </a:cubicBezTo>
                  <a:lnTo>
                    <a:pt x="172887" y="29353"/>
                  </a:lnTo>
                  <a:cubicBezTo>
                    <a:pt x="172887" y="45496"/>
                    <a:pt x="159678" y="58705"/>
                    <a:pt x="143534" y="58705"/>
                  </a:cubicBezTo>
                  <a:lnTo>
                    <a:pt x="143534" y="58705"/>
                  </a:lnTo>
                  <a:cubicBezTo>
                    <a:pt x="127390" y="58705"/>
                    <a:pt x="114182" y="45496"/>
                    <a:pt x="114182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497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7316FBAE-A31C-CD67-615D-D457EC6AFDEC}"/>
                </a:ext>
              </a:extLst>
            </p:cNvPr>
            <p:cNvSpPr/>
            <p:nvPr/>
          </p:nvSpPr>
          <p:spPr>
            <a:xfrm>
              <a:off x="7799738" y="194685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C793A5B-5C33-8483-BA1D-68C2DD45255C}"/>
                </a:ext>
              </a:extLst>
            </p:cNvPr>
            <p:cNvSpPr/>
            <p:nvPr/>
          </p:nvSpPr>
          <p:spPr>
            <a:xfrm>
              <a:off x="7383518" y="1223308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4596FF3A-0FED-8F3C-3AF8-49F591DF56DB}"/>
                </a:ext>
              </a:extLst>
            </p:cNvPr>
            <p:cNvSpPr/>
            <p:nvPr/>
          </p:nvSpPr>
          <p:spPr>
            <a:xfrm>
              <a:off x="6898026" y="120305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71D919C7-DEA9-0E85-A1C5-9A528E6D9CC1}"/>
                </a:ext>
              </a:extLst>
            </p:cNvPr>
            <p:cNvSpPr/>
            <p:nvPr/>
          </p:nvSpPr>
          <p:spPr>
            <a:xfrm>
              <a:off x="5984867" y="278809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4EE710C9-896A-928D-BC35-EA553324FF8C}"/>
                </a:ext>
              </a:extLst>
            </p:cNvPr>
            <p:cNvSpPr/>
            <p:nvPr/>
          </p:nvSpPr>
          <p:spPr>
            <a:xfrm>
              <a:off x="5669033" y="375027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D3D3AA2B-1CFD-8F24-9F93-D79458402DCB}"/>
                </a:ext>
              </a:extLst>
            </p:cNvPr>
            <p:cNvSpPr/>
            <p:nvPr/>
          </p:nvSpPr>
          <p:spPr>
            <a:xfrm>
              <a:off x="5628820" y="339980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9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208B2C7-F6CA-45E7-7E5A-BDFF06CC6D19}"/>
                </a:ext>
              </a:extLst>
            </p:cNvPr>
            <p:cNvSpPr/>
            <p:nvPr/>
          </p:nvSpPr>
          <p:spPr>
            <a:xfrm>
              <a:off x="5623243" y="340831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91692846-76CB-3ABB-B6E7-A49A4EBFA4BC}"/>
                </a:ext>
              </a:extLst>
            </p:cNvPr>
            <p:cNvSpPr/>
            <p:nvPr/>
          </p:nvSpPr>
          <p:spPr>
            <a:xfrm>
              <a:off x="5881545" y="382776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FEC2644-C715-3B2C-7624-18F477E068A0}"/>
                </a:ext>
              </a:extLst>
            </p:cNvPr>
            <p:cNvSpPr/>
            <p:nvPr/>
          </p:nvSpPr>
          <p:spPr>
            <a:xfrm>
              <a:off x="7133434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3BF978-FE9E-A6B8-2D9D-6E3DA4ABC5E7}"/>
                </a:ext>
              </a:extLst>
            </p:cNvPr>
            <p:cNvSpPr/>
            <p:nvPr/>
          </p:nvSpPr>
          <p:spPr>
            <a:xfrm>
              <a:off x="8379746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44C10E47-9CCF-DC51-F3DA-C77B3AC7D069}"/>
                </a:ext>
              </a:extLst>
            </p:cNvPr>
            <p:cNvSpPr/>
            <p:nvPr/>
          </p:nvSpPr>
          <p:spPr>
            <a:xfrm>
              <a:off x="8583747" y="3778746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0C0EE11-59CB-2F5B-33B4-95FDAB8FFF06}"/>
                </a:ext>
              </a:extLst>
            </p:cNvPr>
            <p:cNvSpPr/>
            <p:nvPr/>
          </p:nvSpPr>
          <p:spPr>
            <a:xfrm>
              <a:off x="8629537" y="3394227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2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3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06" name="Graphic 77">
            <a:extLst>
              <a:ext uri="{FF2B5EF4-FFF2-40B4-BE49-F238E27FC236}">
                <a16:creationId xmlns:a16="http://schemas.microsoft.com/office/drawing/2014/main" id="{85C1B1F5-CC2F-0679-7A8C-50BA40AEFBAB}"/>
              </a:ext>
            </a:extLst>
          </p:cNvPr>
          <p:cNvSpPr/>
          <p:nvPr userDrawn="1"/>
        </p:nvSpPr>
        <p:spPr>
          <a:xfrm rot="809673">
            <a:off x="1670059" y="4929675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80D4DEE-59FA-764A-67ED-B2BBE234BF72}"/>
              </a:ext>
            </a:extLst>
          </p:cNvPr>
          <p:cNvGrpSpPr/>
          <p:nvPr userDrawn="1"/>
        </p:nvGrpSpPr>
        <p:grpSpPr>
          <a:xfrm>
            <a:off x="512348" y="1584056"/>
            <a:ext cx="940152" cy="756885"/>
            <a:chOff x="-362580" y="879022"/>
            <a:chExt cx="903737" cy="727569"/>
          </a:xfrm>
        </p:grpSpPr>
        <p:sp>
          <p:nvSpPr>
            <p:cNvPr id="108" name="Graphic 2">
              <a:extLst>
                <a:ext uri="{FF2B5EF4-FFF2-40B4-BE49-F238E27FC236}">
                  <a16:creationId xmlns:a16="http://schemas.microsoft.com/office/drawing/2014/main" id="{3E5ABBAA-A059-D612-CD63-93CC3C26A107}"/>
                </a:ext>
              </a:extLst>
            </p:cNvPr>
            <p:cNvSpPr/>
            <p:nvPr/>
          </p:nvSpPr>
          <p:spPr>
            <a:xfrm rot="5024770">
              <a:off x="-66144" y="913053"/>
              <a:ext cx="641331" cy="573270"/>
            </a:xfrm>
            <a:custGeom>
              <a:avLst/>
              <a:gdLst>
                <a:gd name="connsiteX0" fmla="*/ 503740 w 1007938"/>
                <a:gd name="connsiteY0" fmla="*/ 900876 h 900971"/>
                <a:gd name="connsiteX1" fmla="*/ 96166 w 1007938"/>
                <a:gd name="connsiteY1" fmla="*/ 900876 h 900971"/>
                <a:gd name="connsiteX2" fmla="*/ 29586 w 1007938"/>
                <a:gd name="connsiteY2" fmla="*/ 877350 h 900971"/>
                <a:gd name="connsiteX3" fmla="*/ 13965 w 1007938"/>
                <a:gd name="connsiteY3" fmla="*/ 760287 h 900971"/>
                <a:gd name="connsiteX4" fmla="*/ 127979 w 1007938"/>
                <a:gd name="connsiteY4" fmla="*/ 562453 h 900971"/>
                <a:gd name="connsiteX5" fmla="*/ 424111 w 1007938"/>
                <a:gd name="connsiteY5" fmla="*/ 47151 h 900971"/>
                <a:gd name="connsiteX6" fmla="*/ 584417 w 1007938"/>
                <a:gd name="connsiteY6" fmla="*/ 46960 h 900971"/>
                <a:gd name="connsiteX7" fmla="*/ 721768 w 1007938"/>
                <a:gd name="connsiteY7" fmla="*/ 286800 h 900971"/>
                <a:gd name="connsiteX8" fmla="*/ 994468 w 1007938"/>
                <a:gd name="connsiteY8" fmla="*/ 761430 h 900971"/>
                <a:gd name="connsiteX9" fmla="*/ 972370 w 1007938"/>
                <a:gd name="connsiteY9" fmla="*/ 883065 h 900971"/>
                <a:gd name="connsiteX10" fmla="*/ 912363 w 1007938"/>
                <a:gd name="connsiteY10" fmla="*/ 900972 h 900971"/>
                <a:gd name="connsiteX11" fmla="*/ 503740 w 1007938"/>
                <a:gd name="connsiteY11" fmla="*/ 900972 h 900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7938" h="900971">
                  <a:moveTo>
                    <a:pt x="503740" y="900876"/>
                  </a:moveTo>
                  <a:cubicBezTo>
                    <a:pt x="367914" y="900876"/>
                    <a:pt x="231992" y="900876"/>
                    <a:pt x="96166" y="900876"/>
                  </a:cubicBezTo>
                  <a:cubicBezTo>
                    <a:pt x="71115" y="900876"/>
                    <a:pt x="48541" y="894495"/>
                    <a:pt x="29586" y="877350"/>
                  </a:cubicBezTo>
                  <a:cubicBezTo>
                    <a:pt x="-2990" y="847917"/>
                    <a:pt x="-9371" y="801150"/>
                    <a:pt x="13965" y="760287"/>
                  </a:cubicBezTo>
                  <a:cubicBezTo>
                    <a:pt x="51779" y="694279"/>
                    <a:pt x="89974" y="628366"/>
                    <a:pt x="127979" y="562453"/>
                  </a:cubicBezTo>
                  <a:cubicBezTo>
                    <a:pt x="226944" y="390813"/>
                    <a:pt x="327052" y="219839"/>
                    <a:pt x="424111" y="47151"/>
                  </a:cubicBezTo>
                  <a:cubicBezTo>
                    <a:pt x="458306" y="-13619"/>
                    <a:pt x="548032" y="-17715"/>
                    <a:pt x="584417" y="46960"/>
                  </a:cubicBezTo>
                  <a:cubicBezTo>
                    <a:pt x="629566" y="127256"/>
                    <a:pt x="675952" y="206885"/>
                    <a:pt x="721768" y="286800"/>
                  </a:cubicBezTo>
                  <a:cubicBezTo>
                    <a:pt x="812541" y="445010"/>
                    <a:pt x="903028" y="603506"/>
                    <a:pt x="994468" y="761430"/>
                  </a:cubicBezTo>
                  <a:cubicBezTo>
                    <a:pt x="1020757" y="806865"/>
                    <a:pt x="1005994" y="856871"/>
                    <a:pt x="972370" y="883065"/>
                  </a:cubicBezTo>
                  <a:cubicBezTo>
                    <a:pt x="954749" y="896781"/>
                    <a:pt x="934175" y="900972"/>
                    <a:pt x="912363" y="900972"/>
                  </a:cubicBezTo>
                  <a:cubicBezTo>
                    <a:pt x="776155" y="900972"/>
                    <a:pt x="639948" y="900972"/>
                    <a:pt x="503740" y="900972"/>
                  </a:cubicBezTo>
                </a:path>
              </a:pathLst>
            </a:custGeom>
            <a:solidFill>
              <a:srgbClr val="212D5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36155BD6-D96D-2BCC-D46F-FBC00CF60517}"/>
                </a:ext>
              </a:extLst>
            </p:cNvPr>
            <p:cNvGrpSpPr/>
            <p:nvPr/>
          </p:nvGrpSpPr>
          <p:grpSpPr>
            <a:xfrm rot="21070396">
              <a:off x="-362580" y="1074330"/>
              <a:ext cx="594482" cy="532261"/>
              <a:chOff x="5586412" y="1068343"/>
              <a:chExt cx="3151197" cy="2821379"/>
            </a:xfrm>
            <a:solidFill>
              <a:srgbClr val="4B64FF"/>
            </a:solidFill>
          </p:grpSpPr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10132F68-A12C-8824-040D-C0E3D9A7FB71}"/>
                  </a:ext>
                </a:extLst>
              </p:cNvPr>
              <p:cNvSpPr/>
              <p:nvPr/>
            </p:nvSpPr>
            <p:spPr>
              <a:xfrm>
                <a:off x="5994119" y="3831017"/>
                <a:ext cx="1083991" cy="58705"/>
              </a:xfrm>
              <a:custGeom>
                <a:avLst/>
                <a:gdLst>
                  <a:gd name="connsiteX0" fmla="*/ 1025287 w 1083991"/>
                  <a:gd name="connsiteY0" fmla="*/ 29353 h 58705"/>
                  <a:gd name="connsiteX1" fmla="*/ 1054639 w 1083991"/>
                  <a:gd name="connsiteY1" fmla="*/ 0 h 58705"/>
                  <a:gd name="connsiteX2" fmla="*/ 1054639 w 1083991"/>
                  <a:gd name="connsiteY2" fmla="*/ 0 h 58705"/>
                  <a:gd name="connsiteX3" fmla="*/ 1083992 w 1083991"/>
                  <a:gd name="connsiteY3" fmla="*/ 29353 h 58705"/>
                  <a:gd name="connsiteX4" fmla="*/ 1083992 w 1083991"/>
                  <a:gd name="connsiteY4" fmla="*/ 29353 h 58705"/>
                  <a:gd name="connsiteX5" fmla="*/ 1054639 w 1083991"/>
                  <a:gd name="connsiteY5" fmla="*/ 58705 h 58705"/>
                  <a:gd name="connsiteX6" fmla="*/ 1054639 w 1083991"/>
                  <a:gd name="connsiteY6" fmla="*/ 58705 h 58705"/>
                  <a:gd name="connsiteX7" fmla="*/ 1025287 w 1083991"/>
                  <a:gd name="connsiteY7" fmla="*/ 29353 h 58705"/>
                  <a:gd name="connsiteX8" fmla="*/ 0 w 1083991"/>
                  <a:gd name="connsiteY8" fmla="*/ 29353 h 58705"/>
                  <a:gd name="connsiteX9" fmla="*/ 29353 w 1083991"/>
                  <a:gd name="connsiteY9" fmla="*/ 0 h 58705"/>
                  <a:gd name="connsiteX10" fmla="*/ 29353 w 1083991"/>
                  <a:gd name="connsiteY10" fmla="*/ 0 h 58705"/>
                  <a:gd name="connsiteX11" fmla="*/ 58705 w 1083991"/>
                  <a:gd name="connsiteY11" fmla="*/ 29353 h 58705"/>
                  <a:gd name="connsiteX12" fmla="*/ 58705 w 1083991"/>
                  <a:gd name="connsiteY12" fmla="*/ 29353 h 58705"/>
                  <a:gd name="connsiteX13" fmla="*/ 29353 w 1083991"/>
                  <a:gd name="connsiteY13" fmla="*/ 58705 h 58705"/>
                  <a:gd name="connsiteX14" fmla="*/ 29353 w 1083991"/>
                  <a:gd name="connsiteY14" fmla="*/ 58705 h 58705"/>
                  <a:gd name="connsiteX15" fmla="*/ 0 w 1083991"/>
                  <a:gd name="connsiteY15" fmla="*/ 29353 h 58705"/>
                  <a:gd name="connsiteX16" fmla="*/ 911398 w 1083991"/>
                  <a:gd name="connsiteY16" fmla="*/ 29353 h 58705"/>
                  <a:gd name="connsiteX17" fmla="*/ 940751 w 1083991"/>
                  <a:gd name="connsiteY17" fmla="*/ 0 h 58705"/>
                  <a:gd name="connsiteX18" fmla="*/ 940751 w 1083991"/>
                  <a:gd name="connsiteY18" fmla="*/ 0 h 58705"/>
                  <a:gd name="connsiteX19" fmla="*/ 970104 w 1083991"/>
                  <a:gd name="connsiteY19" fmla="*/ 29353 h 58705"/>
                  <a:gd name="connsiteX20" fmla="*/ 970104 w 1083991"/>
                  <a:gd name="connsiteY20" fmla="*/ 29353 h 58705"/>
                  <a:gd name="connsiteX21" fmla="*/ 940751 w 1083991"/>
                  <a:gd name="connsiteY21" fmla="*/ 58705 h 58705"/>
                  <a:gd name="connsiteX22" fmla="*/ 940751 w 1083991"/>
                  <a:gd name="connsiteY22" fmla="*/ 58705 h 58705"/>
                  <a:gd name="connsiteX23" fmla="*/ 911398 w 1083991"/>
                  <a:gd name="connsiteY23" fmla="*/ 29353 h 58705"/>
                  <a:gd name="connsiteX24" fmla="*/ 797510 w 1083991"/>
                  <a:gd name="connsiteY24" fmla="*/ 29353 h 58705"/>
                  <a:gd name="connsiteX25" fmla="*/ 826863 w 1083991"/>
                  <a:gd name="connsiteY25" fmla="*/ 0 h 58705"/>
                  <a:gd name="connsiteX26" fmla="*/ 826863 w 1083991"/>
                  <a:gd name="connsiteY26" fmla="*/ 0 h 58705"/>
                  <a:gd name="connsiteX27" fmla="*/ 856216 w 1083991"/>
                  <a:gd name="connsiteY27" fmla="*/ 29353 h 58705"/>
                  <a:gd name="connsiteX28" fmla="*/ 856216 w 1083991"/>
                  <a:gd name="connsiteY28" fmla="*/ 29353 h 58705"/>
                  <a:gd name="connsiteX29" fmla="*/ 826863 w 1083991"/>
                  <a:gd name="connsiteY29" fmla="*/ 58705 h 58705"/>
                  <a:gd name="connsiteX30" fmla="*/ 826863 w 1083991"/>
                  <a:gd name="connsiteY30" fmla="*/ 58705 h 58705"/>
                  <a:gd name="connsiteX31" fmla="*/ 797510 w 1083991"/>
                  <a:gd name="connsiteY31" fmla="*/ 29353 h 58705"/>
                  <a:gd name="connsiteX32" fmla="*/ 455846 w 1083991"/>
                  <a:gd name="connsiteY32" fmla="*/ 29353 h 58705"/>
                  <a:gd name="connsiteX33" fmla="*/ 484905 w 1083991"/>
                  <a:gd name="connsiteY33" fmla="*/ 0 h 58705"/>
                  <a:gd name="connsiteX34" fmla="*/ 484905 w 1083991"/>
                  <a:gd name="connsiteY34" fmla="*/ 0 h 58705"/>
                  <a:gd name="connsiteX35" fmla="*/ 514551 w 1083991"/>
                  <a:gd name="connsiteY35" fmla="*/ 29353 h 58705"/>
                  <a:gd name="connsiteX36" fmla="*/ 514551 w 1083991"/>
                  <a:gd name="connsiteY36" fmla="*/ 29353 h 58705"/>
                  <a:gd name="connsiteX37" fmla="*/ 484905 w 1083991"/>
                  <a:gd name="connsiteY37" fmla="*/ 58705 h 58705"/>
                  <a:gd name="connsiteX38" fmla="*/ 484905 w 1083991"/>
                  <a:gd name="connsiteY38" fmla="*/ 58705 h 58705"/>
                  <a:gd name="connsiteX39" fmla="*/ 455846 w 1083991"/>
                  <a:gd name="connsiteY39" fmla="*/ 29353 h 58705"/>
                  <a:gd name="connsiteX40" fmla="*/ 113888 w 1083991"/>
                  <a:gd name="connsiteY40" fmla="*/ 29353 h 58705"/>
                  <a:gd name="connsiteX41" fmla="*/ 143241 w 1083991"/>
                  <a:gd name="connsiteY41" fmla="*/ 0 h 58705"/>
                  <a:gd name="connsiteX42" fmla="*/ 143241 w 1083991"/>
                  <a:gd name="connsiteY42" fmla="*/ 0 h 58705"/>
                  <a:gd name="connsiteX43" fmla="*/ 172593 w 1083991"/>
                  <a:gd name="connsiteY43" fmla="*/ 29353 h 58705"/>
                  <a:gd name="connsiteX44" fmla="*/ 172593 w 1083991"/>
                  <a:gd name="connsiteY44" fmla="*/ 29353 h 58705"/>
                  <a:gd name="connsiteX45" fmla="*/ 143241 w 1083991"/>
                  <a:gd name="connsiteY45" fmla="*/ 58705 h 58705"/>
                  <a:gd name="connsiteX46" fmla="*/ 143241 w 1083991"/>
                  <a:gd name="connsiteY46" fmla="*/ 58705 h 58705"/>
                  <a:gd name="connsiteX47" fmla="*/ 113888 w 1083991"/>
                  <a:gd name="connsiteY47" fmla="*/ 29353 h 58705"/>
                  <a:gd name="connsiteX48" fmla="*/ 683622 w 1083991"/>
                  <a:gd name="connsiteY48" fmla="*/ 29353 h 58705"/>
                  <a:gd name="connsiteX49" fmla="*/ 712975 w 1083991"/>
                  <a:gd name="connsiteY49" fmla="*/ 0 h 58705"/>
                  <a:gd name="connsiteX50" fmla="*/ 712975 w 1083991"/>
                  <a:gd name="connsiteY50" fmla="*/ 0 h 58705"/>
                  <a:gd name="connsiteX51" fmla="*/ 742327 w 1083991"/>
                  <a:gd name="connsiteY51" fmla="*/ 29353 h 58705"/>
                  <a:gd name="connsiteX52" fmla="*/ 742327 w 1083991"/>
                  <a:gd name="connsiteY52" fmla="*/ 29353 h 58705"/>
                  <a:gd name="connsiteX53" fmla="*/ 712975 w 1083991"/>
                  <a:gd name="connsiteY53" fmla="*/ 58705 h 58705"/>
                  <a:gd name="connsiteX54" fmla="*/ 712975 w 1083991"/>
                  <a:gd name="connsiteY54" fmla="*/ 58705 h 58705"/>
                  <a:gd name="connsiteX55" fmla="*/ 683622 w 1083991"/>
                  <a:gd name="connsiteY55" fmla="*/ 29353 h 58705"/>
                  <a:gd name="connsiteX56" fmla="*/ 569734 w 1083991"/>
                  <a:gd name="connsiteY56" fmla="*/ 29353 h 58705"/>
                  <a:gd name="connsiteX57" fmla="*/ 599087 w 1083991"/>
                  <a:gd name="connsiteY57" fmla="*/ 0 h 58705"/>
                  <a:gd name="connsiteX58" fmla="*/ 599087 w 1083991"/>
                  <a:gd name="connsiteY58" fmla="*/ 0 h 58705"/>
                  <a:gd name="connsiteX59" fmla="*/ 628439 w 1083991"/>
                  <a:gd name="connsiteY59" fmla="*/ 29353 h 58705"/>
                  <a:gd name="connsiteX60" fmla="*/ 628439 w 1083991"/>
                  <a:gd name="connsiteY60" fmla="*/ 29353 h 58705"/>
                  <a:gd name="connsiteX61" fmla="*/ 599087 w 1083991"/>
                  <a:gd name="connsiteY61" fmla="*/ 58705 h 58705"/>
                  <a:gd name="connsiteX62" fmla="*/ 599087 w 1083991"/>
                  <a:gd name="connsiteY62" fmla="*/ 58705 h 58705"/>
                  <a:gd name="connsiteX63" fmla="*/ 569734 w 1083991"/>
                  <a:gd name="connsiteY63" fmla="*/ 29353 h 58705"/>
                  <a:gd name="connsiteX64" fmla="*/ 341958 w 1083991"/>
                  <a:gd name="connsiteY64" fmla="*/ 29353 h 58705"/>
                  <a:gd name="connsiteX65" fmla="*/ 371017 w 1083991"/>
                  <a:gd name="connsiteY65" fmla="*/ 0 h 58705"/>
                  <a:gd name="connsiteX66" fmla="*/ 371017 w 1083991"/>
                  <a:gd name="connsiteY66" fmla="*/ 0 h 58705"/>
                  <a:gd name="connsiteX67" fmla="*/ 400663 w 1083991"/>
                  <a:gd name="connsiteY67" fmla="*/ 29353 h 58705"/>
                  <a:gd name="connsiteX68" fmla="*/ 400663 w 1083991"/>
                  <a:gd name="connsiteY68" fmla="*/ 29353 h 58705"/>
                  <a:gd name="connsiteX69" fmla="*/ 371017 w 1083991"/>
                  <a:gd name="connsiteY69" fmla="*/ 58705 h 58705"/>
                  <a:gd name="connsiteX70" fmla="*/ 371017 w 1083991"/>
                  <a:gd name="connsiteY70" fmla="*/ 58705 h 58705"/>
                  <a:gd name="connsiteX71" fmla="*/ 341958 w 1083991"/>
                  <a:gd name="connsiteY71" fmla="*/ 29353 h 58705"/>
                  <a:gd name="connsiteX72" fmla="*/ 227776 w 1083991"/>
                  <a:gd name="connsiteY72" fmla="*/ 29353 h 58705"/>
                  <a:gd name="connsiteX73" fmla="*/ 257129 w 1083991"/>
                  <a:gd name="connsiteY73" fmla="*/ 0 h 58705"/>
                  <a:gd name="connsiteX74" fmla="*/ 257129 w 1083991"/>
                  <a:gd name="connsiteY74" fmla="*/ 0 h 58705"/>
                  <a:gd name="connsiteX75" fmla="*/ 286481 w 1083991"/>
                  <a:gd name="connsiteY75" fmla="*/ 29353 h 58705"/>
                  <a:gd name="connsiteX76" fmla="*/ 286481 w 1083991"/>
                  <a:gd name="connsiteY76" fmla="*/ 29353 h 58705"/>
                  <a:gd name="connsiteX77" fmla="*/ 257129 w 1083991"/>
                  <a:gd name="connsiteY77" fmla="*/ 58705 h 58705"/>
                  <a:gd name="connsiteX78" fmla="*/ 257129 w 1083991"/>
                  <a:gd name="connsiteY78" fmla="*/ 58705 h 58705"/>
                  <a:gd name="connsiteX79" fmla="*/ 227776 w 1083991"/>
                  <a:gd name="connsiteY79" fmla="*/ 29353 h 58705"/>
                  <a:gd name="connsiteX80" fmla="*/ 143241 w 1083991"/>
                  <a:gd name="connsiteY80" fmla="*/ 0 h 58705"/>
                  <a:gd name="connsiteX81" fmla="*/ 143241 w 1083991"/>
                  <a:gd name="connsiteY81" fmla="*/ 0 h 58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1083991" h="58705">
                    <a:moveTo>
                      <a:pt x="1025287" y="29353"/>
                    </a:moveTo>
                    <a:cubicBezTo>
                      <a:pt x="1025287" y="13209"/>
                      <a:pt x="1038495" y="0"/>
                      <a:pt x="1054639" y="0"/>
                    </a:cubicBezTo>
                    <a:lnTo>
                      <a:pt x="1054639" y="0"/>
                    </a:lnTo>
                    <a:cubicBezTo>
                      <a:pt x="1070783" y="0"/>
                      <a:pt x="1083992" y="13209"/>
                      <a:pt x="1083992" y="29353"/>
                    </a:cubicBezTo>
                    <a:lnTo>
                      <a:pt x="1083992" y="29353"/>
                    </a:lnTo>
                    <a:cubicBezTo>
                      <a:pt x="1083992" y="45496"/>
                      <a:pt x="1070783" y="58705"/>
                      <a:pt x="1054639" y="58705"/>
                    </a:cubicBezTo>
                    <a:lnTo>
                      <a:pt x="1054639" y="58705"/>
                    </a:lnTo>
                    <a:cubicBezTo>
                      <a:pt x="1038495" y="58705"/>
                      <a:pt x="1025287" y="45496"/>
                      <a:pt x="1025287" y="29353"/>
                    </a:cubicBezTo>
                    <a:close/>
                    <a:moveTo>
                      <a:pt x="0" y="29353"/>
                    </a:moveTo>
                    <a:cubicBezTo>
                      <a:pt x="0" y="13209"/>
                      <a:pt x="13209" y="0"/>
                      <a:pt x="29353" y="0"/>
                    </a:cubicBezTo>
                    <a:lnTo>
                      <a:pt x="29353" y="0"/>
                    </a:lnTo>
                    <a:cubicBezTo>
                      <a:pt x="45497" y="0"/>
                      <a:pt x="58705" y="13209"/>
                      <a:pt x="58705" y="29353"/>
                    </a:cubicBezTo>
                    <a:lnTo>
                      <a:pt x="58705" y="29353"/>
                    </a:lnTo>
                    <a:cubicBezTo>
                      <a:pt x="58705" y="45496"/>
                      <a:pt x="45790" y="58705"/>
                      <a:pt x="29353" y="58705"/>
                    </a:cubicBezTo>
                    <a:lnTo>
                      <a:pt x="29353" y="58705"/>
                    </a:lnTo>
                    <a:cubicBezTo>
                      <a:pt x="13209" y="58705"/>
                      <a:pt x="0" y="45496"/>
                      <a:pt x="0" y="29353"/>
                    </a:cubicBezTo>
                    <a:close/>
                    <a:moveTo>
                      <a:pt x="911398" y="29353"/>
                    </a:moveTo>
                    <a:cubicBezTo>
                      <a:pt x="911398" y="13209"/>
                      <a:pt x="924607" y="0"/>
                      <a:pt x="940751" y="0"/>
                    </a:cubicBezTo>
                    <a:lnTo>
                      <a:pt x="940751" y="0"/>
                    </a:lnTo>
                    <a:cubicBezTo>
                      <a:pt x="956895" y="0"/>
                      <a:pt x="970104" y="13209"/>
                      <a:pt x="970104" y="29353"/>
                    </a:cubicBezTo>
                    <a:lnTo>
                      <a:pt x="970104" y="29353"/>
                    </a:lnTo>
                    <a:cubicBezTo>
                      <a:pt x="970104" y="45496"/>
                      <a:pt x="956895" y="58705"/>
                      <a:pt x="940751" y="58705"/>
                    </a:cubicBezTo>
                    <a:lnTo>
                      <a:pt x="940751" y="58705"/>
                    </a:lnTo>
                    <a:cubicBezTo>
                      <a:pt x="924607" y="58705"/>
                      <a:pt x="911398" y="45496"/>
                      <a:pt x="911398" y="29353"/>
                    </a:cubicBezTo>
                    <a:close/>
                    <a:moveTo>
                      <a:pt x="797510" y="29353"/>
                    </a:moveTo>
                    <a:cubicBezTo>
                      <a:pt x="797510" y="13209"/>
                      <a:pt x="810719" y="0"/>
                      <a:pt x="826863" y="0"/>
                    </a:cubicBezTo>
                    <a:lnTo>
                      <a:pt x="826863" y="0"/>
                    </a:lnTo>
                    <a:cubicBezTo>
                      <a:pt x="843007" y="0"/>
                      <a:pt x="856216" y="13209"/>
                      <a:pt x="856216" y="29353"/>
                    </a:cubicBezTo>
                    <a:lnTo>
                      <a:pt x="856216" y="29353"/>
                    </a:lnTo>
                    <a:cubicBezTo>
                      <a:pt x="856216" y="45496"/>
                      <a:pt x="843007" y="58705"/>
                      <a:pt x="826863" y="58705"/>
                    </a:cubicBezTo>
                    <a:lnTo>
                      <a:pt x="826863" y="58705"/>
                    </a:lnTo>
                    <a:cubicBezTo>
                      <a:pt x="810719" y="58705"/>
                      <a:pt x="797510" y="45496"/>
                      <a:pt x="797510" y="29353"/>
                    </a:cubicBezTo>
                    <a:close/>
                    <a:moveTo>
                      <a:pt x="455846" y="29353"/>
                    </a:moveTo>
                    <a:cubicBezTo>
                      <a:pt x="455846" y="12915"/>
                      <a:pt x="468761" y="0"/>
                      <a:pt x="484905" y="0"/>
                    </a:cubicBezTo>
                    <a:lnTo>
                      <a:pt x="484905" y="0"/>
                    </a:lnTo>
                    <a:cubicBezTo>
                      <a:pt x="501343" y="0"/>
                      <a:pt x="514551" y="13209"/>
                      <a:pt x="514551" y="29353"/>
                    </a:cubicBezTo>
                    <a:lnTo>
                      <a:pt x="514551" y="29353"/>
                    </a:lnTo>
                    <a:cubicBezTo>
                      <a:pt x="514551" y="45496"/>
                      <a:pt x="501343" y="58705"/>
                      <a:pt x="484905" y="58705"/>
                    </a:cubicBezTo>
                    <a:lnTo>
                      <a:pt x="484905" y="58705"/>
                    </a:lnTo>
                    <a:cubicBezTo>
                      <a:pt x="468761" y="58705"/>
                      <a:pt x="455846" y="45496"/>
                      <a:pt x="455846" y="29353"/>
                    </a:cubicBezTo>
                    <a:close/>
                    <a:moveTo>
                      <a:pt x="113888" y="29353"/>
                    </a:moveTo>
                    <a:cubicBezTo>
                      <a:pt x="113888" y="13209"/>
                      <a:pt x="127097" y="0"/>
                      <a:pt x="143241" y="0"/>
                    </a:cubicBezTo>
                    <a:lnTo>
                      <a:pt x="143241" y="0"/>
                    </a:lnTo>
                    <a:cubicBezTo>
                      <a:pt x="159385" y="0"/>
                      <a:pt x="172593" y="13209"/>
                      <a:pt x="172593" y="29353"/>
                    </a:cubicBezTo>
                    <a:lnTo>
                      <a:pt x="172593" y="29353"/>
                    </a:lnTo>
                    <a:cubicBezTo>
                      <a:pt x="172593" y="45496"/>
                      <a:pt x="159678" y="58705"/>
                      <a:pt x="143241" y="58705"/>
                    </a:cubicBezTo>
                    <a:lnTo>
                      <a:pt x="143241" y="58705"/>
                    </a:lnTo>
                    <a:cubicBezTo>
                      <a:pt x="127097" y="58705"/>
                      <a:pt x="113888" y="45496"/>
                      <a:pt x="113888" y="29353"/>
                    </a:cubicBezTo>
                    <a:close/>
                    <a:moveTo>
                      <a:pt x="683622" y="29353"/>
                    </a:moveTo>
                    <a:cubicBezTo>
                      <a:pt x="683622" y="13209"/>
                      <a:pt x="696537" y="0"/>
                      <a:pt x="712975" y="0"/>
                    </a:cubicBezTo>
                    <a:lnTo>
                      <a:pt x="712975" y="0"/>
                    </a:lnTo>
                    <a:cubicBezTo>
                      <a:pt x="729119" y="0"/>
                      <a:pt x="742327" y="13209"/>
                      <a:pt x="742327" y="29353"/>
                    </a:cubicBezTo>
                    <a:lnTo>
                      <a:pt x="742327" y="29353"/>
                    </a:lnTo>
                    <a:cubicBezTo>
                      <a:pt x="742327" y="45496"/>
                      <a:pt x="729119" y="58705"/>
                      <a:pt x="712975" y="58705"/>
                    </a:cubicBezTo>
                    <a:lnTo>
                      <a:pt x="712975" y="58705"/>
                    </a:lnTo>
                    <a:cubicBezTo>
                      <a:pt x="696537" y="58705"/>
                      <a:pt x="683622" y="45496"/>
                      <a:pt x="683622" y="29353"/>
                    </a:cubicBezTo>
                    <a:close/>
                    <a:moveTo>
                      <a:pt x="569734" y="29353"/>
                    </a:moveTo>
                    <a:cubicBezTo>
                      <a:pt x="569734" y="13209"/>
                      <a:pt x="582649" y="0"/>
                      <a:pt x="599087" y="0"/>
                    </a:cubicBezTo>
                    <a:lnTo>
                      <a:pt x="599087" y="0"/>
                    </a:lnTo>
                    <a:cubicBezTo>
                      <a:pt x="615231" y="0"/>
                      <a:pt x="628439" y="13209"/>
                      <a:pt x="628439" y="29353"/>
                    </a:cubicBezTo>
                    <a:lnTo>
                      <a:pt x="628439" y="29353"/>
                    </a:lnTo>
                    <a:cubicBezTo>
                      <a:pt x="628439" y="45496"/>
                      <a:pt x="615231" y="58705"/>
                      <a:pt x="599087" y="58705"/>
                    </a:cubicBezTo>
                    <a:lnTo>
                      <a:pt x="599087" y="58705"/>
                    </a:lnTo>
                    <a:cubicBezTo>
                      <a:pt x="582649" y="58705"/>
                      <a:pt x="569734" y="45496"/>
                      <a:pt x="569734" y="29353"/>
                    </a:cubicBezTo>
                    <a:close/>
                    <a:moveTo>
                      <a:pt x="341958" y="29353"/>
                    </a:moveTo>
                    <a:cubicBezTo>
                      <a:pt x="341958" y="13209"/>
                      <a:pt x="354873" y="0"/>
                      <a:pt x="371017" y="0"/>
                    </a:cubicBezTo>
                    <a:lnTo>
                      <a:pt x="371017" y="0"/>
                    </a:lnTo>
                    <a:cubicBezTo>
                      <a:pt x="387454" y="0"/>
                      <a:pt x="400663" y="13209"/>
                      <a:pt x="400663" y="29353"/>
                    </a:cubicBezTo>
                    <a:lnTo>
                      <a:pt x="400663" y="29353"/>
                    </a:lnTo>
                    <a:cubicBezTo>
                      <a:pt x="400663" y="45496"/>
                      <a:pt x="387454" y="58705"/>
                      <a:pt x="371017" y="58705"/>
                    </a:cubicBezTo>
                    <a:lnTo>
                      <a:pt x="371017" y="58705"/>
                    </a:lnTo>
                    <a:cubicBezTo>
                      <a:pt x="354873" y="58705"/>
                      <a:pt x="341958" y="45496"/>
                      <a:pt x="341958" y="29353"/>
                    </a:cubicBezTo>
                    <a:close/>
                    <a:moveTo>
                      <a:pt x="227776" y="29353"/>
                    </a:moveTo>
                    <a:cubicBezTo>
                      <a:pt x="227776" y="13209"/>
                      <a:pt x="240985" y="0"/>
                      <a:pt x="257129" y="0"/>
                    </a:cubicBezTo>
                    <a:lnTo>
                      <a:pt x="257129" y="0"/>
                    </a:lnTo>
                    <a:cubicBezTo>
                      <a:pt x="273566" y="0"/>
                      <a:pt x="286481" y="12915"/>
                      <a:pt x="286481" y="29353"/>
                    </a:cubicBezTo>
                    <a:lnTo>
                      <a:pt x="286481" y="29353"/>
                    </a:lnTo>
                    <a:cubicBezTo>
                      <a:pt x="286481" y="45496"/>
                      <a:pt x="273566" y="58705"/>
                      <a:pt x="257129" y="58705"/>
                    </a:cubicBezTo>
                    <a:lnTo>
                      <a:pt x="257129" y="58705"/>
                    </a:lnTo>
                    <a:cubicBezTo>
                      <a:pt x="240985" y="58705"/>
                      <a:pt x="227776" y="45496"/>
                      <a:pt x="227776" y="29353"/>
                    </a:cubicBezTo>
                    <a:close/>
                    <a:moveTo>
                      <a:pt x="143241" y="0"/>
                    </a:moveTo>
                    <a:lnTo>
                      <a:pt x="143241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B8051314-57FB-6895-B976-F5738616CB22}"/>
                  </a:ext>
                </a:extLst>
              </p:cNvPr>
              <p:cNvSpPr/>
              <p:nvPr/>
            </p:nvSpPr>
            <p:spPr>
              <a:xfrm>
                <a:off x="5770907" y="3814769"/>
                <a:ext cx="58385" cy="58808"/>
              </a:xfrm>
              <a:custGeom>
                <a:avLst/>
                <a:gdLst>
                  <a:gd name="connsiteX0" fmla="*/ 20092 w 58385"/>
                  <a:gd name="connsiteY0" fmla="*/ 57341 h 58808"/>
                  <a:gd name="connsiteX1" fmla="*/ 1600 w 58385"/>
                  <a:gd name="connsiteY1" fmla="*/ 20063 h 58808"/>
                  <a:gd name="connsiteX2" fmla="*/ 1600 w 58385"/>
                  <a:gd name="connsiteY2" fmla="*/ 20063 h 58808"/>
                  <a:gd name="connsiteX3" fmla="*/ 38584 w 58385"/>
                  <a:gd name="connsiteY3" fmla="*/ 1571 h 58808"/>
                  <a:gd name="connsiteX4" fmla="*/ 38584 w 58385"/>
                  <a:gd name="connsiteY4" fmla="*/ 1571 h 58808"/>
                  <a:gd name="connsiteX5" fmla="*/ 56783 w 58385"/>
                  <a:gd name="connsiteY5" fmla="*/ 38849 h 58808"/>
                  <a:gd name="connsiteX6" fmla="*/ 56783 w 58385"/>
                  <a:gd name="connsiteY6" fmla="*/ 38849 h 58808"/>
                  <a:gd name="connsiteX7" fmla="*/ 29192 w 58385"/>
                  <a:gd name="connsiteY7" fmla="*/ 58809 h 58808"/>
                  <a:gd name="connsiteX8" fmla="*/ 29192 w 58385"/>
                  <a:gd name="connsiteY8" fmla="*/ 58809 h 58808"/>
                  <a:gd name="connsiteX9" fmla="*/ 19799 w 58385"/>
                  <a:gd name="connsiteY9" fmla="*/ 57341 h 58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385" h="58808">
                    <a:moveTo>
                      <a:pt x="20092" y="57341"/>
                    </a:moveTo>
                    <a:cubicBezTo>
                      <a:pt x="4535" y="52057"/>
                      <a:pt x="-3683" y="35326"/>
                      <a:pt x="1600" y="20063"/>
                    </a:cubicBezTo>
                    <a:lnTo>
                      <a:pt x="1600" y="20063"/>
                    </a:lnTo>
                    <a:cubicBezTo>
                      <a:pt x="6590" y="4800"/>
                      <a:pt x="23321" y="-3712"/>
                      <a:pt x="38584" y="1571"/>
                    </a:cubicBezTo>
                    <a:lnTo>
                      <a:pt x="38584" y="1571"/>
                    </a:lnTo>
                    <a:cubicBezTo>
                      <a:pt x="53848" y="6855"/>
                      <a:pt x="62067" y="23292"/>
                      <a:pt x="56783" y="38849"/>
                    </a:cubicBezTo>
                    <a:lnTo>
                      <a:pt x="56783" y="38849"/>
                    </a:lnTo>
                    <a:cubicBezTo>
                      <a:pt x="52674" y="50883"/>
                      <a:pt x="41226" y="58809"/>
                      <a:pt x="29192" y="58809"/>
                    </a:cubicBezTo>
                    <a:lnTo>
                      <a:pt x="29192" y="58809"/>
                    </a:lnTo>
                    <a:cubicBezTo>
                      <a:pt x="25963" y="58809"/>
                      <a:pt x="22734" y="58222"/>
                      <a:pt x="19799" y="57341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6F3B7DE6-714B-593F-09EA-170B92829642}"/>
                  </a:ext>
                </a:extLst>
              </p:cNvPr>
              <p:cNvSpPr/>
              <p:nvPr/>
            </p:nvSpPr>
            <p:spPr>
              <a:xfrm>
                <a:off x="5586412" y="3522639"/>
                <a:ext cx="74480" cy="188031"/>
              </a:xfrm>
              <a:custGeom>
                <a:avLst/>
                <a:gdLst>
                  <a:gd name="connsiteX0" fmla="*/ 17612 w 74480"/>
                  <a:gd name="connsiteY0" fmla="*/ 168952 h 188031"/>
                  <a:gd name="connsiteX1" fmla="*/ 34636 w 74480"/>
                  <a:gd name="connsiteY1" fmla="*/ 131088 h 188031"/>
                  <a:gd name="connsiteX2" fmla="*/ 34636 w 74480"/>
                  <a:gd name="connsiteY2" fmla="*/ 131088 h 188031"/>
                  <a:gd name="connsiteX3" fmla="*/ 72501 w 74480"/>
                  <a:gd name="connsiteY3" fmla="*/ 148112 h 188031"/>
                  <a:gd name="connsiteX4" fmla="*/ 72501 w 74480"/>
                  <a:gd name="connsiteY4" fmla="*/ 148112 h 188031"/>
                  <a:gd name="connsiteX5" fmla="*/ 55476 w 74480"/>
                  <a:gd name="connsiteY5" fmla="*/ 185977 h 188031"/>
                  <a:gd name="connsiteX6" fmla="*/ 55476 w 74480"/>
                  <a:gd name="connsiteY6" fmla="*/ 185977 h 188031"/>
                  <a:gd name="connsiteX7" fmla="*/ 45203 w 74480"/>
                  <a:gd name="connsiteY7" fmla="*/ 188031 h 188031"/>
                  <a:gd name="connsiteX8" fmla="*/ 45203 w 74480"/>
                  <a:gd name="connsiteY8" fmla="*/ 188031 h 188031"/>
                  <a:gd name="connsiteX9" fmla="*/ 17612 w 74480"/>
                  <a:gd name="connsiteY9" fmla="*/ 168952 h 188031"/>
                  <a:gd name="connsiteX10" fmla="*/ 26124 w 74480"/>
                  <a:gd name="connsiteY10" fmla="*/ 58587 h 188031"/>
                  <a:gd name="connsiteX11" fmla="*/ 294 w 74480"/>
                  <a:gd name="connsiteY11" fmla="*/ 26299 h 188031"/>
                  <a:gd name="connsiteX12" fmla="*/ 0 w 74480"/>
                  <a:gd name="connsiteY12" fmla="*/ 26299 h 188031"/>
                  <a:gd name="connsiteX13" fmla="*/ 32288 w 74480"/>
                  <a:gd name="connsiteY13" fmla="*/ 175 h 188031"/>
                  <a:gd name="connsiteX14" fmla="*/ 32288 w 74480"/>
                  <a:gd name="connsiteY14" fmla="*/ 175 h 188031"/>
                  <a:gd name="connsiteX15" fmla="*/ 58412 w 74480"/>
                  <a:gd name="connsiteY15" fmla="*/ 32756 h 188031"/>
                  <a:gd name="connsiteX16" fmla="*/ 58412 w 74480"/>
                  <a:gd name="connsiteY16" fmla="*/ 32756 h 188031"/>
                  <a:gd name="connsiteX17" fmla="*/ 29059 w 74480"/>
                  <a:gd name="connsiteY17" fmla="*/ 58880 h 188031"/>
                  <a:gd name="connsiteX18" fmla="*/ 29059 w 74480"/>
                  <a:gd name="connsiteY18" fmla="*/ 58880 h 188031"/>
                  <a:gd name="connsiteX19" fmla="*/ 25830 w 74480"/>
                  <a:gd name="connsiteY19" fmla="*/ 58587 h 188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4480" h="188031">
                    <a:moveTo>
                      <a:pt x="17612" y="168952"/>
                    </a:moveTo>
                    <a:cubicBezTo>
                      <a:pt x="12035" y="153689"/>
                      <a:pt x="19373" y="136664"/>
                      <a:pt x="34636" y="131088"/>
                    </a:cubicBezTo>
                    <a:lnTo>
                      <a:pt x="34636" y="131088"/>
                    </a:lnTo>
                    <a:cubicBezTo>
                      <a:pt x="49899" y="125217"/>
                      <a:pt x="66924" y="133142"/>
                      <a:pt x="72501" y="148112"/>
                    </a:cubicBezTo>
                    <a:lnTo>
                      <a:pt x="72501" y="148112"/>
                    </a:lnTo>
                    <a:cubicBezTo>
                      <a:pt x="78371" y="163375"/>
                      <a:pt x="70740" y="180400"/>
                      <a:pt x="55476" y="185977"/>
                    </a:cubicBezTo>
                    <a:lnTo>
                      <a:pt x="55476" y="185977"/>
                    </a:lnTo>
                    <a:cubicBezTo>
                      <a:pt x="51954" y="187444"/>
                      <a:pt x="48432" y="188031"/>
                      <a:pt x="45203" y="188031"/>
                    </a:cubicBezTo>
                    <a:lnTo>
                      <a:pt x="45203" y="188031"/>
                    </a:lnTo>
                    <a:cubicBezTo>
                      <a:pt x="33168" y="188031"/>
                      <a:pt x="22014" y="180693"/>
                      <a:pt x="17612" y="168952"/>
                    </a:cubicBezTo>
                    <a:close/>
                    <a:moveTo>
                      <a:pt x="26124" y="58587"/>
                    </a:moveTo>
                    <a:cubicBezTo>
                      <a:pt x="9980" y="56825"/>
                      <a:pt x="-1468" y="42443"/>
                      <a:pt x="294" y="26299"/>
                    </a:cubicBezTo>
                    <a:lnTo>
                      <a:pt x="0" y="26299"/>
                    </a:lnTo>
                    <a:cubicBezTo>
                      <a:pt x="1761" y="10155"/>
                      <a:pt x="16144" y="-1586"/>
                      <a:pt x="32288" y="175"/>
                    </a:cubicBezTo>
                    <a:lnTo>
                      <a:pt x="32288" y="175"/>
                    </a:lnTo>
                    <a:cubicBezTo>
                      <a:pt x="48432" y="2230"/>
                      <a:pt x="60173" y="16612"/>
                      <a:pt x="58412" y="32756"/>
                    </a:cubicBezTo>
                    <a:lnTo>
                      <a:pt x="58412" y="32756"/>
                    </a:lnTo>
                    <a:cubicBezTo>
                      <a:pt x="56651" y="47726"/>
                      <a:pt x="43735" y="58880"/>
                      <a:pt x="29059" y="58880"/>
                    </a:cubicBezTo>
                    <a:lnTo>
                      <a:pt x="29059" y="58880"/>
                    </a:lnTo>
                    <a:cubicBezTo>
                      <a:pt x="29059" y="58880"/>
                      <a:pt x="27004" y="58880"/>
                      <a:pt x="25830" y="5858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FABA10EA-2EB4-5064-9CAF-4039D58B43A6}"/>
                  </a:ext>
                </a:extLst>
              </p:cNvPr>
              <p:cNvSpPr/>
              <p:nvPr/>
            </p:nvSpPr>
            <p:spPr>
              <a:xfrm>
                <a:off x="5685993" y="2892297"/>
                <a:ext cx="292439" cy="464087"/>
              </a:xfrm>
              <a:custGeom>
                <a:avLst/>
                <a:gdLst>
                  <a:gd name="connsiteX0" fmla="*/ 14894 w 292439"/>
                  <a:gd name="connsiteY0" fmla="*/ 460272 h 464087"/>
                  <a:gd name="connsiteX1" fmla="*/ 4033 w 292439"/>
                  <a:gd name="connsiteY1" fmla="*/ 420059 h 464087"/>
                  <a:gd name="connsiteX2" fmla="*/ 4033 w 292439"/>
                  <a:gd name="connsiteY2" fmla="*/ 420059 h 464087"/>
                  <a:gd name="connsiteX3" fmla="*/ 43953 w 292439"/>
                  <a:gd name="connsiteY3" fmla="*/ 409198 h 464087"/>
                  <a:gd name="connsiteX4" fmla="*/ 43953 w 292439"/>
                  <a:gd name="connsiteY4" fmla="*/ 409198 h 464087"/>
                  <a:gd name="connsiteX5" fmla="*/ 54813 w 292439"/>
                  <a:gd name="connsiteY5" fmla="*/ 449411 h 464087"/>
                  <a:gd name="connsiteX6" fmla="*/ 54813 w 292439"/>
                  <a:gd name="connsiteY6" fmla="*/ 449411 h 464087"/>
                  <a:gd name="connsiteX7" fmla="*/ 29570 w 292439"/>
                  <a:gd name="connsiteY7" fmla="*/ 464087 h 464087"/>
                  <a:gd name="connsiteX8" fmla="*/ 29570 w 292439"/>
                  <a:gd name="connsiteY8" fmla="*/ 464087 h 464087"/>
                  <a:gd name="connsiteX9" fmla="*/ 14894 w 292439"/>
                  <a:gd name="connsiteY9" fmla="*/ 460272 h 464087"/>
                  <a:gd name="connsiteX10" fmla="*/ 73012 w 292439"/>
                  <a:gd name="connsiteY10" fmla="*/ 358712 h 464087"/>
                  <a:gd name="connsiteX11" fmla="*/ 62445 w 292439"/>
                  <a:gd name="connsiteY11" fmla="*/ 318792 h 464087"/>
                  <a:gd name="connsiteX12" fmla="*/ 62445 w 292439"/>
                  <a:gd name="connsiteY12" fmla="*/ 318792 h 464087"/>
                  <a:gd name="connsiteX13" fmla="*/ 102365 w 292439"/>
                  <a:gd name="connsiteY13" fmla="*/ 307932 h 464087"/>
                  <a:gd name="connsiteX14" fmla="*/ 102365 w 292439"/>
                  <a:gd name="connsiteY14" fmla="*/ 307932 h 464087"/>
                  <a:gd name="connsiteX15" fmla="*/ 113225 w 292439"/>
                  <a:gd name="connsiteY15" fmla="*/ 348145 h 464087"/>
                  <a:gd name="connsiteX16" fmla="*/ 113225 w 292439"/>
                  <a:gd name="connsiteY16" fmla="*/ 348145 h 464087"/>
                  <a:gd name="connsiteX17" fmla="*/ 87688 w 292439"/>
                  <a:gd name="connsiteY17" fmla="*/ 362821 h 464087"/>
                  <a:gd name="connsiteX18" fmla="*/ 87688 w 292439"/>
                  <a:gd name="connsiteY18" fmla="*/ 362821 h 464087"/>
                  <a:gd name="connsiteX19" fmla="*/ 73012 w 292439"/>
                  <a:gd name="connsiteY19" fmla="*/ 358712 h 464087"/>
                  <a:gd name="connsiteX20" fmla="*/ 131424 w 292439"/>
                  <a:gd name="connsiteY20" fmla="*/ 257445 h 464087"/>
                  <a:gd name="connsiteX21" fmla="*/ 120857 w 292439"/>
                  <a:gd name="connsiteY21" fmla="*/ 217232 h 464087"/>
                  <a:gd name="connsiteX22" fmla="*/ 120857 w 292439"/>
                  <a:gd name="connsiteY22" fmla="*/ 217232 h 464087"/>
                  <a:gd name="connsiteX23" fmla="*/ 160776 w 292439"/>
                  <a:gd name="connsiteY23" fmla="*/ 206665 h 464087"/>
                  <a:gd name="connsiteX24" fmla="*/ 160776 w 292439"/>
                  <a:gd name="connsiteY24" fmla="*/ 206665 h 464087"/>
                  <a:gd name="connsiteX25" fmla="*/ 171637 w 292439"/>
                  <a:gd name="connsiteY25" fmla="*/ 246585 h 464087"/>
                  <a:gd name="connsiteX26" fmla="*/ 171637 w 292439"/>
                  <a:gd name="connsiteY26" fmla="*/ 246585 h 464087"/>
                  <a:gd name="connsiteX27" fmla="*/ 146100 w 292439"/>
                  <a:gd name="connsiteY27" fmla="*/ 261261 h 464087"/>
                  <a:gd name="connsiteX28" fmla="*/ 146100 w 292439"/>
                  <a:gd name="connsiteY28" fmla="*/ 261261 h 464087"/>
                  <a:gd name="connsiteX29" fmla="*/ 131424 w 292439"/>
                  <a:gd name="connsiteY29" fmla="*/ 257445 h 464087"/>
                  <a:gd name="connsiteX30" fmla="*/ 190129 w 292439"/>
                  <a:gd name="connsiteY30" fmla="*/ 156179 h 464087"/>
                  <a:gd name="connsiteX31" fmla="*/ 179268 w 292439"/>
                  <a:gd name="connsiteY31" fmla="*/ 115966 h 464087"/>
                  <a:gd name="connsiteX32" fmla="*/ 179268 w 292439"/>
                  <a:gd name="connsiteY32" fmla="*/ 115966 h 464087"/>
                  <a:gd name="connsiteX33" fmla="*/ 219481 w 292439"/>
                  <a:gd name="connsiteY33" fmla="*/ 105105 h 464087"/>
                  <a:gd name="connsiteX34" fmla="*/ 219481 w 292439"/>
                  <a:gd name="connsiteY34" fmla="*/ 105105 h 464087"/>
                  <a:gd name="connsiteX35" fmla="*/ 230048 w 292439"/>
                  <a:gd name="connsiteY35" fmla="*/ 145318 h 464087"/>
                  <a:gd name="connsiteX36" fmla="*/ 230048 w 292439"/>
                  <a:gd name="connsiteY36" fmla="*/ 145318 h 464087"/>
                  <a:gd name="connsiteX37" fmla="*/ 204512 w 292439"/>
                  <a:gd name="connsiteY37" fmla="*/ 159994 h 464087"/>
                  <a:gd name="connsiteX38" fmla="*/ 204512 w 292439"/>
                  <a:gd name="connsiteY38" fmla="*/ 159994 h 464087"/>
                  <a:gd name="connsiteX39" fmla="*/ 190129 w 292439"/>
                  <a:gd name="connsiteY39" fmla="*/ 156179 h 464087"/>
                  <a:gd name="connsiteX40" fmla="*/ 248541 w 292439"/>
                  <a:gd name="connsiteY40" fmla="*/ 54912 h 464087"/>
                  <a:gd name="connsiteX41" fmla="*/ 237680 w 292439"/>
                  <a:gd name="connsiteY41" fmla="*/ 14699 h 464087"/>
                  <a:gd name="connsiteX42" fmla="*/ 237680 w 292439"/>
                  <a:gd name="connsiteY42" fmla="*/ 14699 h 464087"/>
                  <a:gd name="connsiteX43" fmla="*/ 277893 w 292439"/>
                  <a:gd name="connsiteY43" fmla="*/ 3839 h 464087"/>
                  <a:gd name="connsiteX44" fmla="*/ 277893 w 292439"/>
                  <a:gd name="connsiteY44" fmla="*/ 3839 h 464087"/>
                  <a:gd name="connsiteX45" fmla="*/ 288460 w 292439"/>
                  <a:gd name="connsiteY45" fmla="*/ 44052 h 464087"/>
                  <a:gd name="connsiteX46" fmla="*/ 288460 w 292439"/>
                  <a:gd name="connsiteY46" fmla="*/ 44052 h 464087"/>
                  <a:gd name="connsiteX47" fmla="*/ 263217 w 292439"/>
                  <a:gd name="connsiteY47" fmla="*/ 58728 h 464087"/>
                  <a:gd name="connsiteX48" fmla="*/ 263217 w 292439"/>
                  <a:gd name="connsiteY48" fmla="*/ 58728 h 464087"/>
                  <a:gd name="connsiteX49" fmla="*/ 248541 w 292439"/>
                  <a:gd name="connsiteY49" fmla="*/ 54912 h 464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292439" h="464087">
                    <a:moveTo>
                      <a:pt x="14894" y="460272"/>
                    </a:moveTo>
                    <a:cubicBezTo>
                      <a:pt x="511" y="452053"/>
                      <a:pt x="-4185" y="434148"/>
                      <a:pt x="4033" y="420059"/>
                    </a:cubicBezTo>
                    <a:lnTo>
                      <a:pt x="4033" y="420059"/>
                    </a:lnTo>
                    <a:cubicBezTo>
                      <a:pt x="11959" y="405969"/>
                      <a:pt x="29864" y="401273"/>
                      <a:pt x="43953" y="409198"/>
                    </a:cubicBezTo>
                    <a:lnTo>
                      <a:pt x="43953" y="409198"/>
                    </a:lnTo>
                    <a:cubicBezTo>
                      <a:pt x="58042" y="417417"/>
                      <a:pt x="62739" y="435322"/>
                      <a:pt x="54813" y="449411"/>
                    </a:cubicBezTo>
                    <a:lnTo>
                      <a:pt x="54813" y="449411"/>
                    </a:lnTo>
                    <a:cubicBezTo>
                      <a:pt x="49530" y="458804"/>
                      <a:pt x="39550" y="464087"/>
                      <a:pt x="29570" y="464087"/>
                    </a:cubicBezTo>
                    <a:lnTo>
                      <a:pt x="29570" y="464087"/>
                    </a:lnTo>
                    <a:cubicBezTo>
                      <a:pt x="24580" y="464087"/>
                      <a:pt x="19297" y="462914"/>
                      <a:pt x="14894" y="460272"/>
                    </a:cubicBezTo>
                    <a:close/>
                    <a:moveTo>
                      <a:pt x="73012" y="358712"/>
                    </a:moveTo>
                    <a:cubicBezTo>
                      <a:pt x="58923" y="350786"/>
                      <a:pt x="54226" y="332588"/>
                      <a:pt x="62445" y="318792"/>
                    </a:cubicBezTo>
                    <a:lnTo>
                      <a:pt x="62445" y="318792"/>
                    </a:lnTo>
                    <a:cubicBezTo>
                      <a:pt x="70370" y="304703"/>
                      <a:pt x="88275" y="299713"/>
                      <a:pt x="102365" y="307932"/>
                    </a:cubicBezTo>
                    <a:lnTo>
                      <a:pt x="102365" y="307932"/>
                    </a:lnTo>
                    <a:cubicBezTo>
                      <a:pt x="116454" y="315857"/>
                      <a:pt x="121150" y="334055"/>
                      <a:pt x="113225" y="348145"/>
                    </a:cubicBezTo>
                    <a:lnTo>
                      <a:pt x="113225" y="348145"/>
                    </a:lnTo>
                    <a:cubicBezTo>
                      <a:pt x="107648" y="357538"/>
                      <a:pt x="97668" y="362821"/>
                      <a:pt x="87688" y="362821"/>
                    </a:cubicBezTo>
                    <a:lnTo>
                      <a:pt x="87688" y="362821"/>
                    </a:lnTo>
                    <a:cubicBezTo>
                      <a:pt x="82698" y="362821"/>
                      <a:pt x="77708" y="361353"/>
                      <a:pt x="73012" y="358712"/>
                    </a:cubicBezTo>
                    <a:close/>
                    <a:moveTo>
                      <a:pt x="131424" y="257445"/>
                    </a:moveTo>
                    <a:cubicBezTo>
                      <a:pt x="117334" y="249226"/>
                      <a:pt x="112638" y="231321"/>
                      <a:pt x="120857" y="217232"/>
                    </a:cubicBezTo>
                    <a:lnTo>
                      <a:pt x="120857" y="217232"/>
                    </a:lnTo>
                    <a:cubicBezTo>
                      <a:pt x="128782" y="203436"/>
                      <a:pt x="146687" y="198447"/>
                      <a:pt x="160776" y="206665"/>
                    </a:cubicBezTo>
                    <a:lnTo>
                      <a:pt x="160776" y="206665"/>
                    </a:lnTo>
                    <a:cubicBezTo>
                      <a:pt x="174866" y="214590"/>
                      <a:pt x="179562" y="232495"/>
                      <a:pt x="171637" y="246585"/>
                    </a:cubicBezTo>
                    <a:lnTo>
                      <a:pt x="171637" y="246585"/>
                    </a:lnTo>
                    <a:cubicBezTo>
                      <a:pt x="166060" y="255978"/>
                      <a:pt x="156373" y="261261"/>
                      <a:pt x="146100" y="261261"/>
                    </a:cubicBezTo>
                    <a:lnTo>
                      <a:pt x="146100" y="261261"/>
                    </a:lnTo>
                    <a:cubicBezTo>
                      <a:pt x="141110" y="261261"/>
                      <a:pt x="136120" y="260087"/>
                      <a:pt x="131424" y="257445"/>
                    </a:cubicBezTo>
                    <a:close/>
                    <a:moveTo>
                      <a:pt x="190129" y="156179"/>
                    </a:moveTo>
                    <a:cubicBezTo>
                      <a:pt x="176040" y="147960"/>
                      <a:pt x="171050" y="130055"/>
                      <a:pt x="179268" y="115966"/>
                    </a:cubicBezTo>
                    <a:lnTo>
                      <a:pt x="179268" y="115966"/>
                    </a:lnTo>
                    <a:cubicBezTo>
                      <a:pt x="187194" y="101876"/>
                      <a:pt x="205392" y="97180"/>
                      <a:pt x="219481" y="105105"/>
                    </a:cubicBezTo>
                    <a:lnTo>
                      <a:pt x="219481" y="105105"/>
                    </a:lnTo>
                    <a:cubicBezTo>
                      <a:pt x="233277" y="113324"/>
                      <a:pt x="238267" y="131229"/>
                      <a:pt x="230048" y="145318"/>
                    </a:cubicBezTo>
                    <a:lnTo>
                      <a:pt x="230048" y="145318"/>
                    </a:lnTo>
                    <a:cubicBezTo>
                      <a:pt x="224471" y="154711"/>
                      <a:pt x="214785" y="159994"/>
                      <a:pt x="204512" y="159994"/>
                    </a:cubicBezTo>
                    <a:lnTo>
                      <a:pt x="204512" y="159994"/>
                    </a:lnTo>
                    <a:cubicBezTo>
                      <a:pt x="199522" y="159994"/>
                      <a:pt x="194532" y="158821"/>
                      <a:pt x="190129" y="156179"/>
                    </a:cubicBezTo>
                    <a:close/>
                    <a:moveTo>
                      <a:pt x="248541" y="54912"/>
                    </a:moveTo>
                    <a:cubicBezTo>
                      <a:pt x="234451" y="46693"/>
                      <a:pt x="229461" y="28788"/>
                      <a:pt x="237680" y="14699"/>
                    </a:cubicBezTo>
                    <a:lnTo>
                      <a:pt x="237680" y="14699"/>
                    </a:lnTo>
                    <a:cubicBezTo>
                      <a:pt x="245899" y="610"/>
                      <a:pt x="263804" y="-4087"/>
                      <a:pt x="277893" y="3839"/>
                    </a:cubicBezTo>
                    <a:lnTo>
                      <a:pt x="277893" y="3839"/>
                    </a:lnTo>
                    <a:cubicBezTo>
                      <a:pt x="291689" y="12057"/>
                      <a:pt x="296679" y="29962"/>
                      <a:pt x="288460" y="44052"/>
                    </a:cubicBezTo>
                    <a:lnTo>
                      <a:pt x="288460" y="44052"/>
                    </a:lnTo>
                    <a:cubicBezTo>
                      <a:pt x="283177" y="53445"/>
                      <a:pt x="273197" y="58728"/>
                      <a:pt x="263217" y="58728"/>
                    </a:cubicBezTo>
                    <a:lnTo>
                      <a:pt x="263217" y="58728"/>
                    </a:lnTo>
                    <a:cubicBezTo>
                      <a:pt x="258227" y="58728"/>
                      <a:pt x="252943" y="57554"/>
                      <a:pt x="248541" y="5491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5E148314-B3C3-0348-6131-5416880B00DC}"/>
                  </a:ext>
                </a:extLst>
              </p:cNvPr>
              <p:cNvSpPr/>
              <p:nvPr/>
            </p:nvSpPr>
            <p:spPr>
              <a:xfrm>
                <a:off x="6035278" y="1307036"/>
                <a:ext cx="855937" cy="1443804"/>
              </a:xfrm>
              <a:custGeom>
                <a:avLst/>
                <a:gdLst>
                  <a:gd name="connsiteX0" fmla="*/ 14611 w 855937"/>
                  <a:gd name="connsiteY0" fmla="*/ 1439989 h 1443804"/>
                  <a:gd name="connsiteX1" fmla="*/ 4044 w 855937"/>
                  <a:gd name="connsiteY1" fmla="*/ 1399776 h 1443804"/>
                  <a:gd name="connsiteX2" fmla="*/ 4044 w 855937"/>
                  <a:gd name="connsiteY2" fmla="*/ 1399776 h 1443804"/>
                  <a:gd name="connsiteX3" fmla="*/ 43964 w 855937"/>
                  <a:gd name="connsiteY3" fmla="*/ 1389209 h 1443804"/>
                  <a:gd name="connsiteX4" fmla="*/ 43964 w 855937"/>
                  <a:gd name="connsiteY4" fmla="*/ 1389209 h 1443804"/>
                  <a:gd name="connsiteX5" fmla="*/ 54824 w 855937"/>
                  <a:gd name="connsiteY5" fmla="*/ 1429128 h 1443804"/>
                  <a:gd name="connsiteX6" fmla="*/ 54824 w 855937"/>
                  <a:gd name="connsiteY6" fmla="*/ 1429128 h 1443804"/>
                  <a:gd name="connsiteX7" fmla="*/ 29287 w 855937"/>
                  <a:gd name="connsiteY7" fmla="*/ 1443805 h 1443804"/>
                  <a:gd name="connsiteX8" fmla="*/ 29287 w 855937"/>
                  <a:gd name="connsiteY8" fmla="*/ 1443805 h 1443804"/>
                  <a:gd name="connsiteX9" fmla="*/ 14611 w 855937"/>
                  <a:gd name="connsiteY9" fmla="*/ 1439989 h 1443804"/>
                  <a:gd name="connsiteX10" fmla="*/ 71849 w 855937"/>
                  <a:gd name="connsiteY10" fmla="*/ 1341071 h 1443804"/>
                  <a:gd name="connsiteX11" fmla="*/ 60988 w 855937"/>
                  <a:gd name="connsiteY11" fmla="*/ 1300858 h 1443804"/>
                  <a:gd name="connsiteX12" fmla="*/ 60988 w 855937"/>
                  <a:gd name="connsiteY12" fmla="*/ 1300858 h 1443804"/>
                  <a:gd name="connsiteX13" fmla="*/ 101201 w 855937"/>
                  <a:gd name="connsiteY13" fmla="*/ 1290291 h 1443804"/>
                  <a:gd name="connsiteX14" fmla="*/ 101201 w 855937"/>
                  <a:gd name="connsiteY14" fmla="*/ 1290291 h 1443804"/>
                  <a:gd name="connsiteX15" fmla="*/ 111768 w 855937"/>
                  <a:gd name="connsiteY15" fmla="*/ 1330210 h 1443804"/>
                  <a:gd name="connsiteX16" fmla="*/ 111768 w 855937"/>
                  <a:gd name="connsiteY16" fmla="*/ 1330210 h 1443804"/>
                  <a:gd name="connsiteX17" fmla="*/ 86525 w 855937"/>
                  <a:gd name="connsiteY17" fmla="*/ 1344886 h 1443804"/>
                  <a:gd name="connsiteX18" fmla="*/ 86525 w 855937"/>
                  <a:gd name="connsiteY18" fmla="*/ 1344886 h 1443804"/>
                  <a:gd name="connsiteX19" fmla="*/ 71849 w 855937"/>
                  <a:gd name="connsiteY19" fmla="*/ 1341071 h 1443804"/>
                  <a:gd name="connsiteX20" fmla="*/ 129086 w 855937"/>
                  <a:gd name="connsiteY20" fmla="*/ 1242152 h 1443804"/>
                  <a:gd name="connsiteX21" fmla="*/ 118226 w 855937"/>
                  <a:gd name="connsiteY21" fmla="*/ 1202233 h 1443804"/>
                  <a:gd name="connsiteX22" fmla="*/ 118226 w 855937"/>
                  <a:gd name="connsiteY22" fmla="*/ 1202233 h 1443804"/>
                  <a:gd name="connsiteX23" fmla="*/ 158439 w 855937"/>
                  <a:gd name="connsiteY23" fmla="*/ 1191372 h 1443804"/>
                  <a:gd name="connsiteX24" fmla="*/ 158439 w 855937"/>
                  <a:gd name="connsiteY24" fmla="*/ 1191372 h 1443804"/>
                  <a:gd name="connsiteX25" fmla="*/ 169006 w 855937"/>
                  <a:gd name="connsiteY25" fmla="*/ 1231585 h 1443804"/>
                  <a:gd name="connsiteX26" fmla="*/ 169006 w 855937"/>
                  <a:gd name="connsiteY26" fmla="*/ 1231585 h 1443804"/>
                  <a:gd name="connsiteX27" fmla="*/ 143469 w 855937"/>
                  <a:gd name="connsiteY27" fmla="*/ 1246262 h 1443804"/>
                  <a:gd name="connsiteX28" fmla="*/ 143469 w 855937"/>
                  <a:gd name="connsiteY28" fmla="*/ 1246262 h 1443804"/>
                  <a:gd name="connsiteX29" fmla="*/ 129086 w 855937"/>
                  <a:gd name="connsiteY29" fmla="*/ 1242152 h 1443804"/>
                  <a:gd name="connsiteX30" fmla="*/ 186030 w 855937"/>
                  <a:gd name="connsiteY30" fmla="*/ 1143528 h 1443804"/>
                  <a:gd name="connsiteX31" fmla="*/ 175463 w 855937"/>
                  <a:gd name="connsiteY31" fmla="*/ 1103315 h 1443804"/>
                  <a:gd name="connsiteX32" fmla="*/ 175463 w 855937"/>
                  <a:gd name="connsiteY32" fmla="*/ 1103315 h 1443804"/>
                  <a:gd name="connsiteX33" fmla="*/ 215676 w 855937"/>
                  <a:gd name="connsiteY33" fmla="*/ 1092748 h 1443804"/>
                  <a:gd name="connsiteX34" fmla="*/ 215676 w 855937"/>
                  <a:gd name="connsiteY34" fmla="*/ 1092748 h 1443804"/>
                  <a:gd name="connsiteX35" fmla="*/ 226243 w 855937"/>
                  <a:gd name="connsiteY35" fmla="*/ 1132667 h 1443804"/>
                  <a:gd name="connsiteX36" fmla="*/ 226243 w 855937"/>
                  <a:gd name="connsiteY36" fmla="*/ 1132667 h 1443804"/>
                  <a:gd name="connsiteX37" fmla="*/ 200707 w 855937"/>
                  <a:gd name="connsiteY37" fmla="*/ 1147343 h 1443804"/>
                  <a:gd name="connsiteX38" fmla="*/ 200707 w 855937"/>
                  <a:gd name="connsiteY38" fmla="*/ 1147343 h 1443804"/>
                  <a:gd name="connsiteX39" fmla="*/ 186030 w 855937"/>
                  <a:gd name="connsiteY39" fmla="*/ 1143528 h 1443804"/>
                  <a:gd name="connsiteX40" fmla="*/ 243268 w 855937"/>
                  <a:gd name="connsiteY40" fmla="*/ 1044609 h 1443804"/>
                  <a:gd name="connsiteX41" fmla="*/ 232701 w 855937"/>
                  <a:gd name="connsiteY41" fmla="*/ 1004690 h 1443804"/>
                  <a:gd name="connsiteX42" fmla="*/ 232701 w 855937"/>
                  <a:gd name="connsiteY42" fmla="*/ 1004690 h 1443804"/>
                  <a:gd name="connsiteX43" fmla="*/ 272914 w 855937"/>
                  <a:gd name="connsiteY43" fmla="*/ 993829 h 1443804"/>
                  <a:gd name="connsiteX44" fmla="*/ 272914 w 855937"/>
                  <a:gd name="connsiteY44" fmla="*/ 993829 h 1443804"/>
                  <a:gd name="connsiteX45" fmla="*/ 283481 w 855937"/>
                  <a:gd name="connsiteY45" fmla="*/ 1034042 h 1443804"/>
                  <a:gd name="connsiteX46" fmla="*/ 283481 w 855937"/>
                  <a:gd name="connsiteY46" fmla="*/ 1034042 h 1443804"/>
                  <a:gd name="connsiteX47" fmla="*/ 258238 w 855937"/>
                  <a:gd name="connsiteY47" fmla="*/ 1048719 h 1443804"/>
                  <a:gd name="connsiteX48" fmla="*/ 258238 w 855937"/>
                  <a:gd name="connsiteY48" fmla="*/ 1048719 h 1443804"/>
                  <a:gd name="connsiteX49" fmla="*/ 243268 w 855937"/>
                  <a:gd name="connsiteY49" fmla="*/ 1044609 h 1443804"/>
                  <a:gd name="connsiteX50" fmla="*/ 300506 w 855937"/>
                  <a:gd name="connsiteY50" fmla="*/ 945985 h 1443804"/>
                  <a:gd name="connsiteX51" fmla="*/ 289939 w 855937"/>
                  <a:gd name="connsiteY51" fmla="*/ 905771 h 1443804"/>
                  <a:gd name="connsiteX52" fmla="*/ 289939 w 855937"/>
                  <a:gd name="connsiteY52" fmla="*/ 905771 h 1443804"/>
                  <a:gd name="connsiteX53" fmla="*/ 329858 w 855937"/>
                  <a:gd name="connsiteY53" fmla="*/ 895205 h 1443804"/>
                  <a:gd name="connsiteX54" fmla="*/ 329858 w 855937"/>
                  <a:gd name="connsiteY54" fmla="*/ 895205 h 1443804"/>
                  <a:gd name="connsiteX55" fmla="*/ 340719 w 855937"/>
                  <a:gd name="connsiteY55" fmla="*/ 935124 h 1443804"/>
                  <a:gd name="connsiteX56" fmla="*/ 340719 w 855937"/>
                  <a:gd name="connsiteY56" fmla="*/ 935124 h 1443804"/>
                  <a:gd name="connsiteX57" fmla="*/ 315182 w 855937"/>
                  <a:gd name="connsiteY57" fmla="*/ 949800 h 1443804"/>
                  <a:gd name="connsiteX58" fmla="*/ 315182 w 855937"/>
                  <a:gd name="connsiteY58" fmla="*/ 949800 h 1443804"/>
                  <a:gd name="connsiteX59" fmla="*/ 300506 w 855937"/>
                  <a:gd name="connsiteY59" fmla="*/ 945985 h 1443804"/>
                  <a:gd name="connsiteX60" fmla="*/ 357743 w 855937"/>
                  <a:gd name="connsiteY60" fmla="*/ 847066 h 1443804"/>
                  <a:gd name="connsiteX61" fmla="*/ 347176 w 855937"/>
                  <a:gd name="connsiteY61" fmla="*/ 807147 h 1443804"/>
                  <a:gd name="connsiteX62" fmla="*/ 346883 w 855937"/>
                  <a:gd name="connsiteY62" fmla="*/ 807147 h 1443804"/>
                  <a:gd name="connsiteX63" fmla="*/ 387096 w 855937"/>
                  <a:gd name="connsiteY63" fmla="*/ 796286 h 1443804"/>
                  <a:gd name="connsiteX64" fmla="*/ 387096 w 855937"/>
                  <a:gd name="connsiteY64" fmla="*/ 796286 h 1443804"/>
                  <a:gd name="connsiteX65" fmla="*/ 397956 w 855937"/>
                  <a:gd name="connsiteY65" fmla="*/ 836499 h 1443804"/>
                  <a:gd name="connsiteX66" fmla="*/ 397956 w 855937"/>
                  <a:gd name="connsiteY66" fmla="*/ 836499 h 1443804"/>
                  <a:gd name="connsiteX67" fmla="*/ 372713 w 855937"/>
                  <a:gd name="connsiteY67" fmla="*/ 851176 h 1443804"/>
                  <a:gd name="connsiteX68" fmla="*/ 372713 w 855937"/>
                  <a:gd name="connsiteY68" fmla="*/ 851176 h 1443804"/>
                  <a:gd name="connsiteX69" fmla="*/ 358037 w 855937"/>
                  <a:gd name="connsiteY69" fmla="*/ 847066 h 1443804"/>
                  <a:gd name="connsiteX70" fmla="*/ 414981 w 855937"/>
                  <a:gd name="connsiteY70" fmla="*/ 748148 h 1443804"/>
                  <a:gd name="connsiteX71" fmla="*/ 404120 w 855937"/>
                  <a:gd name="connsiteY71" fmla="*/ 708228 h 1443804"/>
                  <a:gd name="connsiteX72" fmla="*/ 404120 w 855937"/>
                  <a:gd name="connsiteY72" fmla="*/ 708228 h 1443804"/>
                  <a:gd name="connsiteX73" fmla="*/ 444333 w 855937"/>
                  <a:gd name="connsiteY73" fmla="*/ 697368 h 1443804"/>
                  <a:gd name="connsiteX74" fmla="*/ 444333 w 855937"/>
                  <a:gd name="connsiteY74" fmla="*/ 697368 h 1443804"/>
                  <a:gd name="connsiteX75" fmla="*/ 454900 w 855937"/>
                  <a:gd name="connsiteY75" fmla="*/ 737581 h 1443804"/>
                  <a:gd name="connsiteX76" fmla="*/ 454900 w 855937"/>
                  <a:gd name="connsiteY76" fmla="*/ 737581 h 1443804"/>
                  <a:gd name="connsiteX77" fmla="*/ 429657 w 855937"/>
                  <a:gd name="connsiteY77" fmla="*/ 752257 h 1443804"/>
                  <a:gd name="connsiteX78" fmla="*/ 429657 w 855937"/>
                  <a:gd name="connsiteY78" fmla="*/ 752257 h 1443804"/>
                  <a:gd name="connsiteX79" fmla="*/ 414981 w 855937"/>
                  <a:gd name="connsiteY79" fmla="*/ 748148 h 1443804"/>
                  <a:gd name="connsiteX80" fmla="*/ 471925 w 855937"/>
                  <a:gd name="connsiteY80" fmla="*/ 649523 h 1443804"/>
                  <a:gd name="connsiteX81" fmla="*/ 461358 w 855937"/>
                  <a:gd name="connsiteY81" fmla="*/ 609310 h 1443804"/>
                  <a:gd name="connsiteX82" fmla="*/ 461358 w 855937"/>
                  <a:gd name="connsiteY82" fmla="*/ 609310 h 1443804"/>
                  <a:gd name="connsiteX83" fmla="*/ 501277 w 855937"/>
                  <a:gd name="connsiteY83" fmla="*/ 598450 h 1443804"/>
                  <a:gd name="connsiteX84" fmla="*/ 501277 w 855937"/>
                  <a:gd name="connsiteY84" fmla="*/ 598450 h 1443804"/>
                  <a:gd name="connsiteX85" fmla="*/ 512138 w 855937"/>
                  <a:gd name="connsiteY85" fmla="*/ 638663 h 1443804"/>
                  <a:gd name="connsiteX86" fmla="*/ 512138 w 855937"/>
                  <a:gd name="connsiteY86" fmla="*/ 638663 h 1443804"/>
                  <a:gd name="connsiteX87" fmla="*/ 486601 w 855937"/>
                  <a:gd name="connsiteY87" fmla="*/ 653339 h 1443804"/>
                  <a:gd name="connsiteX88" fmla="*/ 486601 w 855937"/>
                  <a:gd name="connsiteY88" fmla="*/ 653339 h 1443804"/>
                  <a:gd name="connsiteX89" fmla="*/ 471925 w 855937"/>
                  <a:gd name="connsiteY89" fmla="*/ 649523 h 1443804"/>
                  <a:gd name="connsiteX90" fmla="*/ 528869 w 855937"/>
                  <a:gd name="connsiteY90" fmla="*/ 550605 h 1443804"/>
                  <a:gd name="connsiteX91" fmla="*/ 518008 w 855937"/>
                  <a:gd name="connsiteY91" fmla="*/ 510392 h 1443804"/>
                  <a:gd name="connsiteX92" fmla="*/ 518008 w 855937"/>
                  <a:gd name="connsiteY92" fmla="*/ 510392 h 1443804"/>
                  <a:gd name="connsiteX93" fmla="*/ 557928 w 855937"/>
                  <a:gd name="connsiteY93" fmla="*/ 499531 h 1443804"/>
                  <a:gd name="connsiteX94" fmla="*/ 557928 w 855937"/>
                  <a:gd name="connsiteY94" fmla="*/ 499531 h 1443804"/>
                  <a:gd name="connsiteX95" fmla="*/ 568788 w 855937"/>
                  <a:gd name="connsiteY95" fmla="*/ 539744 h 1443804"/>
                  <a:gd name="connsiteX96" fmla="*/ 568788 w 855937"/>
                  <a:gd name="connsiteY96" fmla="*/ 539744 h 1443804"/>
                  <a:gd name="connsiteX97" fmla="*/ 543252 w 855937"/>
                  <a:gd name="connsiteY97" fmla="*/ 554421 h 1443804"/>
                  <a:gd name="connsiteX98" fmla="*/ 543252 w 855937"/>
                  <a:gd name="connsiteY98" fmla="*/ 554421 h 1443804"/>
                  <a:gd name="connsiteX99" fmla="*/ 528575 w 855937"/>
                  <a:gd name="connsiteY99" fmla="*/ 550605 h 1443804"/>
                  <a:gd name="connsiteX100" fmla="*/ 585813 w 855937"/>
                  <a:gd name="connsiteY100" fmla="*/ 451687 h 1443804"/>
                  <a:gd name="connsiteX101" fmla="*/ 574952 w 855937"/>
                  <a:gd name="connsiteY101" fmla="*/ 411474 h 1443804"/>
                  <a:gd name="connsiteX102" fmla="*/ 574952 w 855937"/>
                  <a:gd name="connsiteY102" fmla="*/ 411474 h 1443804"/>
                  <a:gd name="connsiteX103" fmla="*/ 615165 w 855937"/>
                  <a:gd name="connsiteY103" fmla="*/ 400613 h 1443804"/>
                  <a:gd name="connsiteX104" fmla="*/ 615165 w 855937"/>
                  <a:gd name="connsiteY104" fmla="*/ 400613 h 1443804"/>
                  <a:gd name="connsiteX105" fmla="*/ 626026 w 855937"/>
                  <a:gd name="connsiteY105" fmla="*/ 440826 h 1443804"/>
                  <a:gd name="connsiteX106" fmla="*/ 626026 w 855937"/>
                  <a:gd name="connsiteY106" fmla="*/ 440826 h 1443804"/>
                  <a:gd name="connsiteX107" fmla="*/ 600489 w 855937"/>
                  <a:gd name="connsiteY107" fmla="*/ 455502 h 1443804"/>
                  <a:gd name="connsiteX108" fmla="*/ 600489 w 855937"/>
                  <a:gd name="connsiteY108" fmla="*/ 455502 h 1443804"/>
                  <a:gd name="connsiteX109" fmla="*/ 585813 w 855937"/>
                  <a:gd name="connsiteY109" fmla="*/ 451687 h 1443804"/>
                  <a:gd name="connsiteX110" fmla="*/ 642757 w 855937"/>
                  <a:gd name="connsiteY110" fmla="*/ 352475 h 1443804"/>
                  <a:gd name="connsiteX111" fmla="*/ 631896 w 855937"/>
                  <a:gd name="connsiteY111" fmla="*/ 312555 h 1443804"/>
                  <a:gd name="connsiteX112" fmla="*/ 631896 w 855937"/>
                  <a:gd name="connsiteY112" fmla="*/ 312555 h 1443804"/>
                  <a:gd name="connsiteX113" fmla="*/ 671816 w 855937"/>
                  <a:gd name="connsiteY113" fmla="*/ 301695 h 1443804"/>
                  <a:gd name="connsiteX114" fmla="*/ 671816 w 855937"/>
                  <a:gd name="connsiteY114" fmla="*/ 301695 h 1443804"/>
                  <a:gd name="connsiteX115" fmla="*/ 682676 w 855937"/>
                  <a:gd name="connsiteY115" fmla="*/ 341614 h 1443804"/>
                  <a:gd name="connsiteX116" fmla="*/ 682676 w 855937"/>
                  <a:gd name="connsiteY116" fmla="*/ 341614 h 1443804"/>
                  <a:gd name="connsiteX117" fmla="*/ 657140 w 855937"/>
                  <a:gd name="connsiteY117" fmla="*/ 356291 h 1443804"/>
                  <a:gd name="connsiteX118" fmla="*/ 657140 w 855937"/>
                  <a:gd name="connsiteY118" fmla="*/ 356291 h 1443804"/>
                  <a:gd name="connsiteX119" fmla="*/ 642757 w 855937"/>
                  <a:gd name="connsiteY119" fmla="*/ 352475 h 1443804"/>
                  <a:gd name="connsiteX120" fmla="*/ 699407 w 855937"/>
                  <a:gd name="connsiteY120" fmla="*/ 253263 h 1443804"/>
                  <a:gd name="connsiteX121" fmla="*/ 688547 w 855937"/>
                  <a:gd name="connsiteY121" fmla="*/ 213343 h 1443804"/>
                  <a:gd name="connsiteX122" fmla="*/ 688253 w 855937"/>
                  <a:gd name="connsiteY122" fmla="*/ 213343 h 1443804"/>
                  <a:gd name="connsiteX123" fmla="*/ 728467 w 855937"/>
                  <a:gd name="connsiteY123" fmla="*/ 202483 h 1443804"/>
                  <a:gd name="connsiteX124" fmla="*/ 728467 w 855937"/>
                  <a:gd name="connsiteY124" fmla="*/ 202483 h 1443804"/>
                  <a:gd name="connsiteX125" fmla="*/ 739327 w 855937"/>
                  <a:gd name="connsiteY125" fmla="*/ 242403 h 1443804"/>
                  <a:gd name="connsiteX126" fmla="*/ 739327 w 855937"/>
                  <a:gd name="connsiteY126" fmla="*/ 242403 h 1443804"/>
                  <a:gd name="connsiteX127" fmla="*/ 713790 w 855937"/>
                  <a:gd name="connsiteY127" fmla="*/ 257372 h 1443804"/>
                  <a:gd name="connsiteX128" fmla="*/ 713790 w 855937"/>
                  <a:gd name="connsiteY128" fmla="*/ 257372 h 1443804"/>
                  <a:gd name="connsiteX129" fmla="*/ 699407 w 855937"/>
                  <a:gd name="connsiteY129" fmla="*/ 253263 h 1443804"/>
                  <a:gd name="connsiteX130" fmla="*/ 755764 w 855937"/>
                  <a:gd name="connsiteY130" fmla="*/ 154345 h 1443804"/>
                  <a:gd name="connsiteX131" fmla="*/ 744904 w 855937"/>
                  <a:gd name="connsiteY131" fmla="*/ 114132 h 1443804"/>
                  <a:gd name="connsiteX132" fmla="*/ 744904 w 855937"/>
                  <a:gd name="connsiteY132" fmla="*/ 114132 h 1443804"/>
                  <a:gd name="connsiteX133" fmla="*/ 784823 w 855937"/>
                  <a:gd name="connsiteY133" fmla="*/ 103271 h 1443804"/>
                  <a:gd name="connsiteX134" fmla="*/ 784823 w 855937"/>
                  <a:gd name="connsiteY134" fmla="*/ 103271 h 1443804"/>
                  <a:gd name="connsiteX135" fmla="*/ 795978 w 855937"/>
                  <a:gd name="connsiteY135" fmla="*/ 143191 h 1443804"/>
                  <a:gd name="connsiteX136" fmla="*/ 795978 w 855937"/>
                  <a:gd name="connsiteY136" fmla="*/ 143191 h 1443804"/>
                  <a:gd name="connsiteX137" fmla="*/ 770147 w 855937"/>
                  <a:gd name="connsiteY137" fmla="*/ 158161 h 1443804"/>
                  <a:gd name="connsiteX138" fmla="*/ 770147 w 855937"/>
                  <a:gd name="connsiteY138" fmla="*/ 158161 h 1443804"/>
                  <a:gd name="connsiteX139" fmla="*/ 755764 w 855937"/>
                  <a:gd name="connsiteY139" fmla="*/ 154345 h 1443804"/>
                  <a:gd name="connsiteX140" fmla="*/ 812121 w 855937"/>
                  <a:gd name="connsiteY140" fmla="*/ 54839 h 1443804"/>
                  <a:gd name="connsiteX141" fmla="*/ 800968 w 855937"/>
                  <a:gd name="connsiteY141" fmla="*/ 14920 h 1443804"/>
                  <a:gd name="connsiteX142" fmla="*/ 800968 w 855937"/>
                  <a:gd name="connsiteY142" fmla="*/ 14920 h 1443804"/>
                  <a:gd name="connsiteX143" fmla="*/ 840887 w 855937"/>
                  <a:gd name="connsiteY143" fmla="*/ 3766 h 1443804"/>
                  <a:gd name="connsiteX144" fmla="*/ 840887 w 855937"/>
                  <a:gd name="connsiteY144" fmla="*/ 3766 h 1443804"/>
                  <a:gd name="connsiteX145" fmla="*/ 852041 w 855937"/>
                  <a:gd name="connsiteY145" fmla="*/ 43685 h 1443804"/>
                  <a:gd name="connsiteX146" fmla="*/ 852041 w 855937"/>
                  <a:gd name="connsiteY146" fmla="*/ 43685 h 1443804"/>
                  <a:gd name="connsiteX147" fmla="*/ 826504 w 855937"/>
                  <a:gd name="connsiteY147" fmla="*/ 58655 h 1443804"/>
                  <a:gd name="connsiteX148" fmla="*/ 826504 w 855937"/>
                  <a:gd name="connsiteY148" fmla="*/ 58655 h 1443804"/>
                  <a:gd name="connsiteX149" fmla="*/ 812121 w 855937"/>
                  <a:gd name="connsiteY149" fmla="*/ 54839 h 1443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855937" h="1443804">
                    <a:moveTo>
                      <a:pt x="14611" y="1439989"/>
                    </a:moveTo>
                    <a:cubicBezTo>
                      <a:pt x="522" y="1431770"/>
                      <a:pt x="-4175" y="1413865"/>
                      <a:pt x="4044" y="1399776"/>
                    </a:cubicBezTo>
                    <a:lnTo>
                      <a:pt x="4044" y="1399776"/>
                    </a:lnTo>
                    <a:cubicBezTo>
                      <a:pt x="11969" y="1385687"/>
                      <a:pt x="29874" y="1380990"/>
                      <a:pt x="43964" y="1389209"/>
                    </a:cubicBezTo>
                    <a:lnTo>
                      <a:pt x="43964" y="1389209"/>
                    </a:lnTo>
                    <a:cubicBezTo>
                      <a:pt x="58053" y="1397134"/>
                      <a:pt x="62749" y="1415039"/>
                      <a:pt x="54824" y="1429128"/>
                    </a:cubicBezTo>
                    <a:lnTo>
                      <a:pt x="54824" y="1429128"/>
                    </a:lnTo>
                    <a:cubicBezTo>
                      <a:pt x="49247" y="1438521"/>
                      <a:pt x="39561" y="1443805"/>
                      <a:pt x="29287" y="1443805"/>
                    </a:cubicBezTo>
                    <a:lnTo>
                      <a:pt x="29287" y="1443805"/>
                    </a:lnTo>
                    <a:cubicBezTo>
                      <a:pt x="24297" y="1443805"/>
                      <a:pt x="19307" y="1442631"/>
                      <a:pt x="14611" y="1439989"/>
                    </a:cubicBezTo>
                    <a:close/>
                    <a:moveTo>
                      <a:pt x="71849" y="1341071"/>
                    </a:moveTo>
                    <a:cubicBezTo>
                      <a:pt x="57759" y="1332852"/>
                      <a:pt x="53063" y="1314947"/>
                      <a:pt x="60988" y="1300858"/>
                    </a:cubicBezTo>
                    <a:lnTo>
                      <a:pt x="60988" y="1300858"/>
                    </a:lnTo>
                    <a:cubicBezTo>
                      <a:pt x="69207" y="1286768"/>
                      <a:pt x="87112" y="1282072"/>
                      <a:pt x="101201" y="1290291"/>
                    </a:cubicBezTo>
                    <a:lnTo>
                      <a:pt x="101201" y="1290291"/>
                    </a:lnTo>
                    <a:cubicBezTo>
                      <a:pt x="115291" y="1298216"/>
                      <a:pt x="119987" y="1316414"/>
                      <a:pt x="111768" y="1330210"/>
                    </a:cubicBezTo>
                    <a:lnTo>
                      <a:pt x="111768" y="1330210"/>
                    </a:lnTo>
                    <a:cubicBezTo>
                      <a:pt x="106485" y="1339603"/>
                      <a:pt x="96505" y="1344886"/>
                      <a:pt x="86525" y="1344886"/>
                    </a:cubicBezTo>
                    <a:lnTo>
                      <a:pt x="86525" y="1344886"/>
                    </a:lnTo>
                    <a:cubicBezTo>
                      <a:pt x="81535" y="1344886"/>
                      <a:pt x="76252" y="1343712"/>
                      <a:pt x="71849" y="1341071"/>
                    </a:cubicBezTo>
                    <a:close/>
                    <a:moveTo>
                      <a:pt x="129086" y="1242152"/>
                    </a:moveTo>
                    <a:cubicBezTo>
                      <a:pt x="114997" y="1234227"/>
                      <a:pt x="110007" y="1216029"/>
                      <a:pt x="118226" y="1202233"/>
                    </a:cubicBezTo>
                    <a:lnTo>
                      <a:pt x="118226" y="1202233"/>
                    </a:lnTo>
                    <a:cubicBezTo>
                      <a:pt x="126445" y="1188144"/>
                      <a:pt x="144350" y="1183154"/>
                      <a:pt x="158439" y="1191372"/>
                    </a:cubicBezTo>
                    <a:lnTo>
                      <a:pt x="158439" y="1191372"/>
                    </a:lnTo>
                    <a:cubicBezTo>
                      <a:pt x="172235" y="1199591"/>
                      <a:pt x="177225" y="1217496"/>
                      <a:pt x="169006" y="1231585"/>
                    </a:cubicBezTo>
                    <a:lnTo>
                      <a:pt x="169006" y="1231585"/>
                    </a:lnTo>
                    <a:cubicBezTo>
                      <a:pt x="163722" y="1240978"/>
                      <a:pt x="153742" y="1246262"/>
                      <a:pt x="143469" y="1246262"/>
                    </a:cubicBezTo>
                    <a:lnTo>
                      <a:pt x="143469" y="1246262"/>
                    </a:lnTo>
                    <a:cubicBezTo>
                      <a:pt x="138479" y="1246262"/>
                      <a:pt x="133489" y="1244794"/>
                      <a:pt x="129086" y="1242152"/>
                    </a:cubicBezTo>
                    <a:close/>
                    <a:moveTo>
                      <a:pt x="186030" y="1143528"/>
                    </a:moveTo>
                    <a:cubicBezTo>
                      <a:pt x="172235" y="1135309"/>
                      <a:pt x="167245" y="1117404"/>
                      <a:pt x="175463" y="1103315"/>
                    </a:cubicBezTo>
                    <a:lnTo>
                      <a:pt x="175463" y="1103315"/>
                    </a:lnTo>
                    <a:cubicBezTo>
                      <a:pt x="183682" y="1089225"/>
                      <a:pt x="201587" y="1084529"/>
                      <a:pt x="215676" y="1092748"/>
                    </a:cubicBezTo>
                    <a:lnTo>
                      <a:pt x="215676" y="1092748"/>
                    </a:lnTo>
                    <a:cubicBezTo>
                      <a:pt x="229472" y="1100673"/>
                      <a:pt x="234462" y="1118578"/>
                      <a:pt x="226243" y="1132667"/>
                    </a:cubicBezTo>
                    <a:lnTo>
                      <a:pt x="226243" y="1132667"/>
                    </a:lnTo>
                    <a:cubicBezTo>
                      <a:pt x="220666" y="1142060"/>
                      <a:pt x="210980" y="1147343"/>
                      <a:pt x="200707" y="1147343"/>
                    </a:cubicBezTo>
                    <a:lnTo>
                      <a:pt x="200707" y="1147343"/>
                    </a:lnTo>
                    <a:cubicBezTo>
                      <a:pt x="195717" y="1147343"/>
                      <a:pt x="190727" y="1146169"/>
                      <a:pt x="186030" y="1143528"/>
                    </a:cubicBezTo>
                    <a:close/>
                    <a:moveTo>
                      <a:pt x="243268" y="1044609"/>
                    </a:moveTo>
                    <a:cubicBezTo>
                      <a:pt x="229472" y="1036390"/>
                      <a:pt x="224482" y="1018485"/>
                      <a:pt x="232701" y="1004690"/>
                    </a:cubicBezTo>
                    <a:lnTo>
                      <a:pt x="232701" y="1004690"/>
                    </a:lnTo>
                    <a:cubicBezTo>
                      <a:pt x="240626" y="990600"/>
                      <a:pt x="258825" y="985610"/>
                      <a:pt x="272914" y="993829"/>
                    </a:cubicBezTo>
                    <a:lnTo>
                      <a:pt x="272914" y="993829"/>
                    </a:lnTo>
                    <a:cubicBezTo>
                      <a:pt x="286710" y="1002048"/>
                      <a:pt x="291700" y="1019953"/>
                      <a:pt x="283481" y="1034042"/>
                    </a:cubicBezTo>
                    <a:lnTo>
                      <a:pt x="283481" y="1034042"/>
                    </a:lnTo>
                    <a:cubicBezTo>
                      <a:pt x="277904" y="1043435"/>
                      <a:pt x="268218" y="1048719"/>
                      <a:pt x="258238" y="1048719"/>
                    </a:cubicBezTo>
                    <a:lnTo>
                      <a:pt x="258238" y="1048719"/>
                    </a:lnTo>
                    <a:cubicBezTo>
                      <a:pt x="252954" y="1048719"/>
                      <a:pt x="247964" y="1047251"/>
                      <a:pt x="243268" y="1044609"/>
                    </a:cubicBezTo>
                    <a:close/>
                    <a:moveTo>
                      <a:pt x="300506" y="945985"/>
                    </a:moveTo>
                    <a:cubicBezTo>
                      <a:pt x="286710" y="937766"/>
                      <a:pt x="281720" y="919861"/>
                      <a:pt x="289939" y="905771"/>
                    </a:cubicBezTo>
                    <a:lnTo>
                      <a:pt x="289939" y="905771"/>
                    </a:lnTo>
                    <a:cubicBezTo>
                      <a:pt x="297864" y="891682"/>
                      <a:pt x="316062" y="886986"/>
                      <a:pt x="329858" y="895205"/>
                    </a:cubicBezTo>
                    <a:lnTo>
                      <a:pt x="329858" y="895205"/>
                    </a:lnTo>
                    <a:cubicBezTo>
                      <a:pt x="343947" y="903130"/>
                      <a:pt x="348644" y="921328"/>
                      <a:pt x="340719" y="935124"/>
                    </a:cubicBezTo>
                    <a:lnTo>
                      <a:pt x="340719" y="935124"/>
                    </a:lnTo>
                    <a:cubicBezTo>
                      <a:pt x="335142" y="944517"/>
                      <a:pt x="325455" y="949800"/>
                      <a:pt x="315182" y="949800"/>
                    </a:cubicBezTo>
                    <a:lnTo>
                      <a:pt x="315182" y="949800"/>
                    </a:lnTo>
                    <a:cubicBezTo>
                      <a:pt x="310192" y="949800"/>
                      <a:pt x="305202" y="948626"/>
                      <a:pt x="300506" y="945985"/>
                    </a:cubicBezTo>
                    <a:close/>
                    <a:moveTo>
                      <a:pt x="357743" y="847066"/>
                    </a:moveTo>
                    <a:cubicBezTo>
                      <a:pt x="343654" y="838847"/>
                      <a:pt x="338957" y="820942"/>
                      <a:pt x="347176" y="807147"/>
                    </a:cubicBezTo>
                    <a:lnTo>
                      <a:pt x="346883" y="807147"/>
                    </a:lnTo>
                    <a:cubicBezTo>
                      <a:pt x="355101" y="792764"/>
                      <a:pt x="373006" y="788067"/>
                      <a:pt x="387096" y="796286"/>
                    </a:cubicBezTo>
                    <a:lnTo>
                      <a:pt x="387096" y="796286"/>
                    </a:lnTo>
                    <a:cubicBezTo>
                      <a:pt x="401185" y="804505"/>
                      <a:pt x="405881" y="822410"/>
                      <a:pt x="397956" y="836499"/>
                    </a:cubicBezTo>
                    <a:lnTo>
                      <a:pt x="397956" y="836499"/>
                    </a:lnTo>
                    <a:cubicBezTo>
                      <a:pt x="392673" y="845892"/>
                      <a:pt x="382986" y="851176"/>
                      <a:pt x="372713" y="851176"/>
                    </a:cubicBezTo>
                    <a:lnTo>
                      <a:pt x="372713" y="851176"/>
                    </a:lnTo>
                    <a:cubicBezTo>
                      <a:pt x="367723" y="851176"/>
                      <a:pt x="362733" y="849708"/>
                      <a:pt x="358037" y="847066"/>
                    </a:cubicBezTo>
                    <a:close/>
                    <a:moveTo>
                      <a:pt x="414981" y="748148"/>
                    </a:moveTo>
                    <a:cubicBezTo>
                      <a:pt x="400891" y="740223"/>
                      <a:pt x="396195" y="722318"/>
                      <a:pt x="404120" y="708228"/>
                    </a:cubicBezTo>
                    <a:lnTo>
                      <a:pt x="404120" y="708228"/>
                    </a:lnTo>
                    <a:cubicBezTo>
                      <a:pt x="412339" y="694139"/>
                      <a:pt x="430244" y="689149"/>
                      <a:pt x="444333" y="697368"/>
                    </a:cubicBezTo>
                    <a:lnTo>
                      <a:pt x="444333" y="697368"/>
                    </a:lnTo>
                    <a:cubicBezTo>
                      <a:pt x="458423" y="705587"/>
                      <a:pt x="463119" y="723492"/>
                      <a:pt x="454900" y="737581"/>
                    </a:cubicBezTo>
                    <a:lnTo>
                      <a:pt x="454900" y="737581"/>
                    </a:lnTo>
                    <a:cubicBezTo>
                      <a:pt x="449617" y="746974"/>
                      <a:pt x="439637" y="752257"/>
                      <a:pt x="429657" y="752257"/>
                    </a:cubicBezTo>
                    <a:lnTo>
                      <a:pt x="429657" y="752257"/>
                    </a:lnTo>
                    <a:cubicBezTo>
                      <a:pt x="424667" y="752257"/>
                      <a:pt x="419384" y="750790"/>
                      <a:pt x="414981" y="748148"/>
                    </a:cubicBezTo>
                    <a:close/>
                    <a:moveTo>
                      <a:pt x="471925" y="649523"/>
                    </a:moveTo>
                    <a:cubicBezTo>
                      <a:pt x="457835" y="641304"/>
                      <a:pt x="453139" y="623399"/>
                      <a:pt x="461358" y="609310"/>
                    </a:cubicBezTo>
                    <a:lnTo>
                      <a:pt x="461358" y="609310"/>
                    </a:lnTo>
                    <a:cubicBezTo>
                      <a:pt x="469283" y="595221"/>
                      <a:pt x="487188" y="590524"/>
                      <a:pt x="501277" y="598450"/>
                    </a:cubicBezTo>
                    <a:lnTo>
                      <a:pt x="501277" y="598450"/>
                    </a:lnTo>
                    <a:cubicBezTo>
                      <a:pt x="515367" y="606668"/>
                      <a:pt x="520063" y="624573"/>
                      <a:pt x="512138" y="638663"/>
                    </a:cubicBezTo>
                    <a:lnTo>
                      <a:pt x="512138" y="638663"/>
                    </a:lnTo>
                    <a:cubicBezTo>
                      <a:pt x="506561" y="648056"/>
                      <a:pt x="496874" y="653339"/>
                      <a:pt x="486601" y="653339"/>
                    </a:cubicBezTo>
                    <a:lnTo>
                      <a:pt x="486601" y="653339"/>
                    </a:lnTo>
                    <a:cubicBezTo>
                      <a:pt x="481611" y="653339"/>
                      <a:pt x="476621" y="652165"/>
                      <a:pt x="471925" y="649523"/>
                    </a:cubicBezTo>
                    <a:close/>
                    <a:moveTo>
                      <a:pt x="528869" y="550605"/>
                    </a:moveTo>
                    <a:cubicBezTo>
                      <a:pt x="515073" y="542386"/>
                      <a:pt x="510083" y="524481"/>
                      <a:pt x="518008" y="510392"/>
                    </a:cubicBezTo>
                    <a:lnTo>
                      <a:pt x="518008" y="510392"/>
                    </a:lnTo>
                    <a:cubicBezTo>
                      <a:pt x="525934" y="496303"/>
                      <a:pt x="543839" y="491606"/>
                      <a:pt x="557928" y="499531"/>
                    </a:cubicBezTo>
                    <a:lnTo>
                      <a:pt x="557928" y="499531"/>
                    </a:lnTo>
                    <a:cubicBezTo>
                      <a:pt x="572017" y="507750"/>
                      <a:pt x="577007" y="525655"/>
                      <a:pt x="568788" y="539744"/>
                    </a:cubicBezTo>
                    <a:lnTo>
                      <a:pt x="568788" y="539744"/>
                    </a:lnTo>
                    <a:cubicBezTo>
                      <a:pt x="563211" y="549137"/>
                      <a:pt x="553525" y="554421"/>
                      <a:pt x="543252" y="554421"/>
                    </a:cubicBezTo>
                    <a:lnTo>
                      <a:pt x="543252" y="554421"/>
                    </a:lnTo>
                    <a:cubicBezTo>
                      <a:pt x="538262" y="554421"/>
                      <a:pt x="533272" y="553247"/>
                      <a:pt x="528575" y="550605"/>
                    </a:cubicBezTo>
                    <a:close/>
                    <a:moveTo>
                      <a:pt x="585813" y="451687"/>
                    </a:moveTo>
                    <a:cubicBezTo>
                      <a:pt x="571724" y="443468"/>
                      <a:pt x="567027" y="425563"/>
                      <a:pt x="574952" y="411474"/>
                    </a:cubicBezTo>
                    <a:lnTo>
                      <a:pt x="574952" y="411474"/>
                    </a:lnTo>
                    <a:cubicBezTo>
                      <a:pt x="583171" y="397384"/>
                      <a:pt x="601076" y="392394"/>
                      <a:pt x="615165" y="400613"/>
                    </a:cubicBezTo>
                    <a:lnTo>
                      <a:pt x="615165" y="400613"/>
                    </a:lnTo>
                    <a:cubicBezTo>
                      <a:pt x="629255" y="408832"/>
                      <a:pt x="633951" y="426737"/>
                      <a:pt x="626026" y="440826"/>
                    </a:cubicBezTo>
                    <a:lnTo>
                      <a:pt x="626026" y="440826"/>
                    </a:lnTo>
                    <a:cubicBezTo>
                      <a:pt x="620449" y="450219"/>
                      <a:pt x="610469" y="455502"/>
                      <a:pt x="600489" y="455502"/>
                    </a:cubicBezTo>
                    <a:lnTo>
                      <a:pt x="600489" y="455502"/>
                    </a:lnTo>
                    <a:cubicBezTo>
                      <a:pt x="595499" y="455502"/>
                      <a:pt x="590509" y="454035"/>
                      <a:pt x="585813" y="451687"/>
                    </a:cubicBezTo>
                    <a:close/>
                    <a:moveTo>
                      <a:pt x="642757" y="352475"/>
                    </a:moveTo>
                    <a:cubicBezTo>
                      <a:pt x="628668" y="344550"/>
                      <a:pt x="623678" y="326645"/>
                      <a:pt x="631896" y="312555"/>
                    </a:cubicBezTo>
                    <a:lnTo>
                      <a:pt x="631896" y="312555"/>
                    </a:lnTo>
                    <a:cubicBezTo>
                      <a:pt x="639822" y="298466"/>
                      <a:pt x="657727" y="293476"/>
                      <a:pt x="671816" y="301695"/>
                    </a:cubicBezTo>
                    <a:lnTo>
                      <a:pt x="671816" y="301695"/>
                    </a:lnTo>
                    <a:cubicBezTo>
                      <a:pt x="685905" y="309620"/>
                      <a:pt x="690895" y="327525"/>
                      <a:pt x="682676" y="341614"/>
                    </a:cubicBezTo>
                    <a:lnTo>
                      <a:pt x="682676" y="341614"/>
                    </a:lnTo>
                    <a:cubicBezTo>
                      <a:pt x="677393" y="351007"/>
                      <a:pt x="667413" y="356291"/>
                      <a:pt x="657140" y="356291"/>
                    </a:cubicBezTo>
                    <a:lnTo>
                      <a:pt x="657140" y="356291"/>
                    </a:lnTo>
                    <a:cubicBezTo>
                      <a:pt x="652150" y="356291"/>
                      <a:pt x="647160" y="355117"/>
                      <a:pt x="642757" y="352475"/>
                    </a:cubicBezTo>
                    <a:close/>
                    <a:moveTo>
                      <a:pt x="699407" y="253263"/>
                    </a:moveTo>
                    <a:cubicBezTo>
                      <a:pt x="685318" y="245338"/>
                      <a:pt x="680328" y="227433"/>
                      <a:pt x="688547" y="213343"/>
                    </a:cubicBezTo>
                    <a:lnTo>
                      <a:pt x="688253" y="213343"/>
                    </a:lnTo>
                    <a:cubicBezTo>
                      <a:pt x="696472" y="199254"/>
                      <a:pt x="714377" y="194264"/>
                      <a:pt x="728467" y="202483"/>
                    </a:cubicBezTo>
                    <a:lnTo>
                      <a:pt x="728467" y="202483"/>
                    </a:lnTo>
                    <a:cubicBezTo>
                      <a:pt x="742262" y="210408"/>
                      <a:pt x="747546" y="228313"/>
                      <a:pt x="739327" y="242403"/>
                    </a:cubicBezTo>
                    <a:lnTo>
                      <a:pt x="739327" y="242403"/>
                    </a:lnTo>
                    <a:cubicBezTo>
                      <a:pt x="733750" y="251795"/>
                      <a:pt x="724064" y="257372"/>
                      <a:pt x="713790" y="257372"/>
                    </a:cubicBezTo>
                    <a:lnTo>
                      <a:pt x="713790" y="257372"/>
                    </a:lnTo>
                    <a:cubicBezTo>
                      <a:pt x="708800" y="257372"/>
                      <a:pt x="703810" y="255905"/>
                      <a:pt x="699407" y="253263"/>
                    </a:cubicBezTo>
                    <a:close/>
                    <a:moveTo>
                      <a:pt x="755764" y="154345"/>
                    </a:moveTo>
                    <a:cubicBezTo>
                      <a:pt x="741675" y="146126"/>
                      <a:pt x="736685" y="128221"/>
                      <a:pt x="744904" y="114132"/>
                    </a:cubicBezTo>
                    <a:lnTo>
                      <a:pt x="744904" y="114132"/>
                    </a:lnTo>
                    <a:cubicBezTo>
                      <a:pt x="752829" y="100042"/>
                      <a:pt x="770734" y="95052"/>
                      <a:pt x="784823" y="103271"/>
                    </a:cubicBezTo>
                    <a:lnTo>
                      <a:pt x="784823" y="103271"/>
                    </a:lnTo>
                    <a:cubicBezTo>
                      <a:pt x="798913" y="111196"/>
                      <a:pt x="803903" y="129101"/>
                      <a:pt x="795978" y="143191"/>
                    </a:cubicBezTo>
                    <a:lnTo>
                      <a:pt x="795978" y="143191"/>
                    </a:lnTo>
                    <a:cubicBezTo>
                      <a:pt x="790401" y="152584"/>
                      <a:pt x="780421" y="158161"/>
                      <a:pt x="770147" y="158161"/>
                    </a:cubicBezTo>
                    <a:lnTo>
                      <a:pt x="770147" y="158161"/>
                    </a:lnTo>
                    <a:cubicBezTo>
                      <a:pt x="765451" y="158161"/>
                      <a:pt x="760461" y="156693"/>
                      <a:pt x="755764" y="154345"/>
                    </a:cubicBezTo>
                    <a:close/>
                    <a:moveTo>
                      <a:pt x="812121" y="54839"/>
                    </a:moveTo>
                    <a:cubicBezTo>
                      <a:pt x="798032" y="46914"/>
                      <a:pt x="793042" y="29009"/>
                      <a:pt x="800968" y="14920"/>
                    </a:cubicBezTo>
                    <a:lnTo>
                      <a:pt x="800968" y="14920"/>
                    </a:lnTo>
                    <a:cubicBezTo>
                      <a:pt x="808893" y="831"/>
                      <a:pt x="826798" y="-4159"/>
                      <a:pt x="840887" y="3766"/>
                    </a:cubicBezTo>
                    <a:lnTo>
                      <a:pt x="840887" y="3766"/>
                    </a:lnTo>
                    <a:cubicBezTo>
                      <a:pt x="854976" y="11691"/>
                      <a:pt x="860260" y="29596"/>
                      <a:pt x="852041" y="43685"/>
                    </a:cubicBezTo>
                    <a:lnTo>
                      <a:pt x="852041" y="43685"/>
                    </a:lnTo>
                    <a:cubicBezTo>
                      <a:pt x="846758" y="53372"/>
                      <a:pt x="836778" y="58655"/>
                      <a:pt x="826504" y="58655"/>
                    </a:cubicBezTo>
                    <a:lnTo>
                      <a:pt x="826504" y="58655"/>
                    </a:lnTo>
                    <a:cubicBezTo>
                      <a:pt x="821808" y="58655"/>
                      <a:pt x="816818" y="57481"/>
                      <a:pt x="812121" y="5483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74F30F05-2F24-7054-7B68-18C6BD7945B2}"/>
                  </a:ext>
                </a:extLst>
              </p:cNvPr>
              <p:cNvSpPr/>
              <p:nvPr/>
            </p:nvSpPr>
            <p:spPr>
              <a:xfrm>
                <a:off x="6967294" y="1068343"/>
                <a:ext cx="394625" cy="108610"/>
              </a:xfrm>
              <a:custGeom>
                <a:avLst/>
                <a:gdLst>
                  <a:gd name="connsiteX0" fmla="*/ 5734 w 394625"/>
                  <a:gd name="connsiteY0" fmla="*/ 96576 h 108610"/>
                  <a:gd name="connsiteX1" fmla="*/ 11898 w 394625"/>
                  <a:gd name="connsiteY1" fmla="*/ 55483 h 108610"/>
                  <a:gd name="connsiteX2" fmla="*/ 11898 w 394625"/>
                  <a:gd name="connsiteY2" fmla="*/ 55483 h 108610"/>
                  <a:gd name="connsiteX3" fmla="*/ 52992 w 394625"/>
                  <a:gd name="connsiteY3" fmla="*/ 61647 h 108610"/>
                  <a:gd name="connsiteX4" fmla="*/ 52992 w 394625"/>
                  <a:gd name="connsiteY4" fmla="*/ 61647 h 108610"/>
                  <a:gd name="connsiteX5" fmla="*/ 46828 w 394625"/>
                  <a:gd name="connsiteY5" fmla="*/ 102740 h 108610"/>
                  <a:gd name="connsiteX6" fmla="*/ 46828 w 394625"/>
                  <a:gd name="connsiteY6" fmla="*/ 102740 h 108610"/>
                  <a:gd name="connsiteX7" fmla="*/ 29510 w 394625"/>
                  <a:gd name="connsiteY7" fmla="*/ 108611 h 108610"/>
                  <a:gd name="connsiteX8" fmla="*/ 29510 w 394625"/>
                  <a:gd name="connsiteY8" fmla="*/ 108611 h 108610"/>
                  <a:gd name="connsiteX9" fmla="*/ 5734 w 394625"/>
                  <a:gd name="connsiteY9" fmla="*/ 96576 h 108610"/>
                  <a:gd name="connsiteX10" fmla="*/ 347692 w 394625"/>
                  <a:gd name="connsiteY10" fmla="*/ 101566 h 108610"/>
                  <a:gd name="connsiteX11" fmla="*/ 341822 w 394625"/>
                  <a:gd name="connsiteY11" fmla="*/ 60473 h 108610"/>
                  <a:gd name="connsiteX12" fmla="*/ 341822 w 394625"/>
                  <a:gd name="connsiteY12" fmla="*/ 60473 h 108610"/>
                  <a:gd name="connsiteX13" fmla="*/ 382915 w 394625"/>
                  <a:gd name="connsiteY13" fmla="*/ 54309 h 108610"/>
                  <a:gd name="connsiteX14" fmla="*/ 382915 w 394625"/>
                  <a:gd name="connsiteY14" fmla="*/ 54309 h 108610"/>
                  <a:gd name="connsiteX15" fmla="*/ 388786 w 394625"/>
                  <a:gd name="connsiteY15" fmla="*/ 95402 h 108610"/>
                  <a:gd name="connsiteX16" fmla="*/ 388786 w 394625"/>
                  <a:gd name="connsiteY16" fmla="*/ 95402 h 108610"/>
                  <a:gd name="connsiteX17" fmla="*/ 365304 w 394625"/>
                  <a:gd name="connsiteY17" fmla="*/ 107143 h 108610"/>
                  <a:gd name="connsiteX18" fmla="*/ 365304 w 394625"/>
                  <a:gd name="connsiteY18" fmla="*/ 107143 h 108610"/>
                  <a:gd name="connsiteX19" fmla="*/ 347692 w 394625"/>
                  <a:gd name="connsiteY19" fmla="*/ 101566 h 108610"/>
                  <a:gd name="connsiteX20" fmla="*/ 109055 w 394625"/>
                  <a:gd name="connsiteY20" fmla="*/ 36697 h 108610"/>
                  <a:gd name="connsiteX21" fmla="*/ 131657 w 394625"/>
                  <a:gd name="connsiteY21" fmla="*/ 1474 h 108610"/>
                  <a:gd name="connsiteX22" fmla="*/ 131657 w 394625"/>
                  <a:gd name="connsiteY22" fmla="*/ 1474 h 108610"/>
                  <a:gd name="connsiteX23" fmla="*/ 166587 w 394625"/>
                  <a:gd name="connsiteY23" fmla="*/ 24075 h 108610"/>
                  <a:gd name="connsiteX24" fmla="*/ 166587 w 394625"/>
                  <a:gd name="connsiteY24" fmla="*/ 24075 h 108610"/>
                  <a:gd name="connsiteX25" fmla="*/ 143985 w 394625"/>
                  <a:gd name="connsiteY25" fmla="*/ 59005 h 108610"/>
                  <a:gd name="connsiteX26" fmla="*/ 143985 w 394625"/>
                  <a:gd name="connsiteY26" fmla="*/ 59005 h 108610"/>
                  <a:gd name="connsiteX27" fmla="*/ 137821 w 394625"/>
                  <a:gd name="connsiteY27" fmla="*/ 59592 h 108610"/>
                  <a:gd name="connsiteX28" fmla="*/ 137821 w 394625"/>
                  <a:gd name="connsiteY28" fmla="*/ 59592 h 108610"/>
                  <a:gd name="connsiteX29" fmla="*/ 109055 w 394625"/>
                  <a:gd name="connsiteY29" fmla="*/ 36697 h 108610"/>
                  <a:gd name="connsiteX30" fmla="*/ 250829 w 394625"/>
                  <a:gd name="connsiteY30" fmla="*/ 58124 h 108610"/>
                  <a:gd name="connsiteX31" fmla="*/ 227934 w 394625"/>
                  <a:gd name="connsiteY31" fmla="*/ 23488 h 108610"/>
                  <a:gd name="connsiteX32" fmla="*/ 227934 w 394625"/>
                  <a:gd name="connsiteY32" fmla="*/ 23488 h 108610"/>
                  <a:gd name="connsiteX33" fmla="*/ 262863 w 394625"/>
                  <a:gd name="connsiteY33" fmla="*/ 593 h 108610"/>
                  <a:gd name="connsiteX34" fmla="*/ 262863 w 394625"/>
                  <a:gd name="connsiteY34" fmla="*/ 593 h 108610"/>
                  <a:gd name="connsiteX35" fmla="*/ 285465 w 394625"/>
                  <a:gd name="connsiteY35" fmla="*/ 35229 h 108610"/>
                  <a:gd name="connsiteX36" fmla="*/ 285465 w 394625"/>
                  <a:gd name="connsiteY36" fmla="*/ 35229 h 108610"/>
                  <a:gd name="connsiteX37" fmla="*/ 256699 w 394625"/>
                  <a:gd name="connsiteY37" fmla="*/ 58712 h 108610"/>
                  <a:gd name="connsiteX38" fmla="*/ 256699 w 394625"/>
                  <a:gd name="connsiteY38" fmla="*/ 58712 h 108610"/>
                  <a:gd name="connsiteX39" fmla="*/ 250829 w 394625"/>
                  <a:gd name="connsiteY39" fmla="*/ 58124 h 108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394625" h="108610">
                    <a:moveTo>
                      <a:pt x="5734" y="96576"/>
                    </a:moveTo>
                    <a:cubicBezTo>
                      <a:pt x="-3952" y="83661"/>
                      <a:pt x="-1017" y="65169"/>
                      <a:pt x="11898" y="55483"/>
                    </a:cubicBezTo>
                    <a:lnTo>
                      <a:pt x="11898" y="55483"/>
                    </a:lnTo>
                    <a:cubicBezTo>
                      <a:pt x="25107" y="45796"/>
                      <a:pt x="43306" y="48732"/>
                      <a:pt x="52992" y="61647"/>
                    </a:cubicBezTo>
                    <a:lnTo>
                      <a:pt x="52992" y="61647"/>
                    </a:lnTo>
                    <a:cubicBezTo>
                      <a:pt x="62678" y="74855"/>
                      <a:pt x="59743" y="93348"/>
                      <a:pt x="46828" y="102740"/>
                    </a:cubicBezTo>
                    <a:lnTo>
                      <a:pt x="46828" y="102740"/>
                    </a:lnTo>
                    <a:cubicBezTo>
                      <a:pt x="41544" y="106850"/>
                      <a:pt x="35380" y="108611"/>
                      <a:pt x="29510" y="108611"/>
                    </a:cubicBezTo>
                    <a:lnTo>
                      <a:pt x="29510" y="108611"/>
                    </a:lnTo>
                    <a:cubicBezTo>
                      <a:pt x="20411" y="108611"/>
                      <a:pt x="11605" y="104502"/>
                      <a:pt x="5734" y="96576"/>
                    </a:cubicBezTo>
                    <a:close/>
                    <a:moveTo>
                      <a:pt x="347692" y="101566"/>
                    </a:moveTo>
                    <a:cubicBezTo>
                      <a:pt x="334777" y="91880"/>
                      <a:pt x="332135" y="73388"/>
                      <a:pt x="341822" y="60473"/>
                    </a:cubicBezTo>
                    <a:lnTo>
                      <a:pt x="341822" y="60473"/>
                    </a:lnTo>
                    <a:cubicBezTo>
                      <a:pt x="351508" y="47264"/>
                      <a:pt x="369707" y="44622"/>
                      <a:pt x="382915" y="54309"/>
                    </a:cubicBezTo>
                    <a:lnTo>
                      <a:pt x="382915" y="54309"/>
                    </a:lnTo>
                    <a:cubicBezTo>
                      <a:pt x="395830" y="63995"/>
                      <a:pt x="398472" y="82487"/>
                      <a:pt x="388786" y="95402"/>
                    </a:cubicBezTo>
                    <a:lnTo>
                      <a:pt x="388786" y="95402"/>
                    </a:lnTo>
                    <a:cubicBezTo>
                      <a:pt x="382915" y="103328"/>
                      <a:pt x="374110" y="107143"/>
                      <a:pt x="365304" y="107143"/>
                    </a:cubicBezTo>
                    <a:lnTo>
                      <a:pt x="365304" y="107143"/>
                    </a:lnTo>
                    <a:cubicBezTo>
                      <a:pt x="359140" y="107143"/>
                      <a:pt x="352976" y="105382"/>
                      <a:pt x="347692" y="101566"/>
                    </a:cubicBezTo>
                    <a:close/>
                    <a:moveTo>
                      <a:pt x="109055" y="36697"/>
                    </a:moveTo>
                    <a:cubicBezTo>
                      <a:pt x="105533" y="20847"/>
                      <a:pt x="115807" y="4996"/>
                      <a:pt x="131657" y="1474"/>
                    </a:cubicBezTo>
                    <a:lnTo>
                      <a:pt x="131657" y="1474"/>
                    </a:lnTo>
                    <a:cubicBezTo>
                      <a:pt x="147507" y="-1755"/>
                      <a:pt x="163064" y="8225"/>
                      <a:pt x="166587" y="24075"/>
                    </a:cubicBezTo>
                    <a:lnTo>
                      <a:pt x="166587" y="24075"/>
                    </a:lnTo>
                    <a:cubicBezTo>
                      <a:pt x="170109" y="39632"/>
                      <a:pt x="159836" y="55483"/>
                      <a:pt x="143985" y="59005"/>
                    </a:cubicBezTo>
                    <a:lnTo>
                      <a:pt x="143985" y="59005"/>
                    </a:lnTo>
                    <a:cubicBezTo>
                      <a:pt x="141930" y="59005"/>
                      <a:pt x="139876" y="59592"/>
                      <a:pt x="137821" y="59592"/>
                    </a:cubicBezTo>
                    <a:lnTo>
                      <a:pt x="137821" y="59592"/>
                    </a:lnTo>
                    <a:cubicBezTo>
                      <a:pt x="124319" y="59592"/>
                      <a:pt x="112284" y="50199"/>
                      <a:pt x="109055" y="36697"/>
                    </a:cubicBezTo>
                    <a:close/>
                    <a:moveTo>
                      <a:pt x="250829" y="58124"/>
                    </a:moveTo>
                    <a:cubicBezTo>
                      <a:pt x="234978" y="54896"/>
                      <a:pt x="224705" y="39339"/>
                      <a:pt x="227934" y="23488"/>
                    </a:cubicBezTo>
                    <a:lnTo>
                      <a:pt x="227934" y="23488"/>
                    </a:lnTo>
                    <a:cubicBezTo>
                      <a:pt x="231162" y="7638"/>
                      <a:pt x="247013" y="-2635"/>
                      <a:pt x="262863" y="593"/>
                    </a:cubicBezTo>
                    <a:lnTo>
                      <a:pt x="262863" y="593"/>
                    </a:lnTo>
                    <a:cubicBezTo>
                      <a:pt x="278420" y="3822"/>
                      <a:pt x="288694" y="19379"/>
                      <a:pt x="285465" y="35229"/>
                    </a:cubicBezTo>
                    <a:lnTo>
                      <a:pt x="285465" y="35229"/>
                    </a:lnTo>
                    <a:cubicBezTo>
                      <a:pt x="282529" y="49319"/>
                      <a:pt x="270495" y="58712"/>
                      <a:pt x="256699" y="58712"/>
                    </a:cubicBezTo>
                    <a:lnTo>
                      <a:pt x="256699" y="58712"/>
                    </a:lnTo>
                    <a:cubicBezTo>
                      <a:pt x="254938" y="58712"/>
                      <a:pt x="252883" y="58712"/>
                      <a:pt x="250829" y="5812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6D428CE-859F-A502-2A5A-9F038A36C02E}"/>
                  </a:ext>
                </a:extLst>
              </p:cNvPr>
              <p:cNvSpPr/>
              <p:nvPr/>
            </p:nvSpPr>
            <p:spPr>
              <a:xfrm>
                <a:off x="7441049" y="1312320"/>
                <a:ext cx="360831" cy="584947"/>
              </a:xfrm>
              <a:custGeom>
                <a:avLst/>
                <a:gdLst>
                  <a:gd name="connsiteX0" fmla="*/ 306007 w 360831"/>
                  <a:gd name="connsiteY0" fmla="*/ 570271 h 584947"/>
                  <a:gd name="connsiteX1" fmla="*/ 316868 w 360831"/>
                  <a:gd name="connsiteY1" fmla="*/ 530058 h 584947"/>
                  <a:gd name="connsiteX2" fmla="*/ 316868 w 360831"/>
                  <a:gd name="connsiteY2" fmla="*/ 530058 h 584947"/>
                  <a:gd name="connsiteX3" fmla="*/ 356787 w 360831"/>
                  <a:gd name="connsiteY3" fmla="*/ 540919 h 584947"/>
                  <a:gd name="connsiteX4" fmla="*/ 356787 w 360831"/>
                  <a:gd name="connsiteY4" fmla="*/ 540919 h 584947"/>
                  <a:gd name="connsiteX5" fmla="*/ 346221 w 360831"/>
                  <a:gd name="connsiteY5" fmla="*/ 581132 h 584947"/>
                  <a:gd name="connsiteX6" fmla="*/ 346221 w 360831"/>
                  <a:gd name="connsiteY6" fmla="*/ 581132 h 584947"/>
                  <a:gd name="connsiteX7" fmla="*/ 331544 w 360831"/>
                  <a:gd name="connsiteY7" fmla="*/ 584947 h 584947"/>
                  <a:gd name="connsiteX8" fmla="*/ 331544 w 360831"/>
                  <a:gd name="connsiteY8" fmla="*/ 584947 h 584947"/>
                  <a:gd name="connsiteX9" fmla="*/ 306007 w 360831"/>
                  <a:gd name="connsiteY9" fmla="*/ 570271 h 584947"/>
                  <a:gd name="connsiteX10" fmla="*/ 245541 w 360831"/>
                  <a:gd name="connsiteY10" fmla="*/ 464895 h 584947"/>
                  <a:gd name="connsiteX11" fmla="*/ 245541 w 360831"/>
                  <a:gd name="connsiteY11" fmla="*/ 464895 h 584947"/>
                  <a:gd name="connsiteX12" fmla="*/ 256108 w 360831"/>
                  <a:gd name="connsiteY12" fmla="*/ 424976 h 584947"/>
                  <a:gd name="connsiteX13" fmla="*/ 256108 w 360831"/>
                  <a:gd name="connsiteY13" fmla="*/ 424976 h 584947"/>
                  <a:gd name="connsiteX14" fmla="*/ 296321 w 360831"/>
                  <a:gd name="connsiteY14" fmla="*/ 435836 h 584947"/>
                  <a:gd name="connsiteX15" fmla="*/ 296321 w 360831"/>
                  <a:gd name="connsiteY15" fmla="*/ 435836 h 584947"/>
                  <a:gd name="connsiteX16" fmla="*/ 285461 w 360831"/>
                  <a:gd name="connsiteY16" fmla="*/ 475756 h 584947"/>
                  <a:gd name="connsiteX17" fmla="*/ 285461 w 360831"/>
                  <a:gd name="connsiteY17" fmla="*/ 475756 h 584947"/>
                  <a:gd name="connsiteX18" fmla="*/ 270784 w 360831"/>
                  <a:gd name="connsiteY18" fmla="*/ 479865 h 584947"/>
                  <a:gd name="connsiteX19" fmla="*/ 270784 w 360831"/>
                  <a:gd name="connsiteY19" fmla="*/ 479865 h 584947"/>
                  <a:gd name="connsiteX20" fmla="*/ 245541 w 360831"/>
                  <a:gd name="connsiteY20" fmla="*/ 464895 h 584947"/>
                  <a:gd name="connsiteX21" fmla="*/ 184781 w 360831"/>
                  <a:gd name="connsiteY21" fmla="*/ 359813 h 584947"/>
                  <a:gd name="connsiteX22" fmla="*/ 184781 w 360831"/>
                  <a:gd name="connsiteY22" fmla="*/ 359813 h 584947"/>
                  <a:gd name="connsiteX23" fmla="*/ 195642 w 360831"/>
                  <a:gd name="connsiteY23" fmla="*/ 319893 h 584947"/>
                  <a:gd name="connsiteX24" fmla="*/ 195642 w 360831"/>
                  <a:gd name="connsiteY24" fmla="*/ 319893 h 584947"/>
                  <a:gd name="connsiteX25" fmla="*/ 235561 w 360831"/>
                  <a:gd name="connsiteY25" fmla="*/ 330460 h 584947"/>
                  <a:gd name="connsiteX26" fmla="*/ 235561 w 360831"/>
                  <a:gd name="connsiteY26" fmla="*/ 330460 h 584947"/>
                  <a:gd name="connsiteX27" fmla="*/ 224994 w 360831"/>
                  <a:gd name="connsiteY27" fmla="*/ 370673 h 584947"/>
                  <a:gd name="connsiteX28" fmla="*/ 224994 w 360831"/>
                  <a:gd name="connsiteY28" fmla="*/ 370673 h 584947"/>
                  <a:gd name="connsiteX29" fmla="*/ 210318 w 360831"/>
                  <a:gd name="connsiteY29" fmla="*/ 374489 h 584947"/>
                  <a:gd name="connsiteX30" fmla="*/ 210318 w 360831"/>
                  <a:gd name="connsiteY30" fmla="*/ 374489 h 584947"/>
                  <a:gd name="connsiteX31" fmla="*/ 184781 w 360831"/>
                  <a:gd name="connsiteY31" fmla="*/ 359813 h 584947"/>
                  <a:gd name="connsiteX32" fmla="*/ 124315 w 360831"/>
                  <a:gd name="connsiteY32" fmla="*/ 254731 h 584947"/>
                  <a:gd name="connsiteX33" fmla="*/ 135175 w 360831"/>
                  <a:gd name="connsiteY33" fmla="*/ 214518 h 584947"/>
                  <a:gd name="connsiteX34" fmla="*/ 135175 w 360831"/>
                  <a:gd name="connsiteY34" fmla="*/ 214518 h 584947"/>
                  <a:gd name="connsiteX35" fmla="*/ 175095 w 360831"/>
                  <a:gd name="connsiteY35" fmla="*/ 225378 h 584947"/>
                  <a:gd name="connsiteX36" fmla="*/ 175095 w 360831"/>
                  <a:gd name="connsiteY36" fmla="*/ 225378 h 584947"/>
                  <a:gd name="connsiteX37" fmla="*/ 164528 w 360831"/>
                  <a:gd name="connsiteY37" fmla="*/ 265591 h 584947"/>
                  <a:gd name="connsiteX38" fmla="*/ 164528 w 360831"/>
                  <a:gd name="connsiteY38" fmla="*/ 265591 h 584947"/>
                  <a:gd name="connsiteX39" fmla="*/ 149852 w 360831"/>
                  <a:gd name="connsiteY39" fmla="*/ 269407 h 584947"/>
                  <a:gd name="connsiteX40" fmla="*/ 149852 w 360831"/>
                  <a:gd name="connsiteY40" fmla="*/ 269407 h 584947"/>
                  <a:gd name="connsiteX41" fmla="*/ 124315 w 360831"/>
                  <a:gd name="connsiteY41" fmla="*/ 254731 h 584947"/>
                  <a:gd name="connsiteX42" fmla="*/ 63848 w 360831"/>
                  <a:gd name="connsiteY42" fmla="*/ 149355 h 584947"/>
                  <a:gd name="connsiteX43" fmla="*/ 75002 w 360831"/>
                  <a:gd name="connsiteY43" fmla="*/ 109435 h 584947"/>
                  <a:gd name="connsiteX44" fmla="*/ 75002 w 360831"/>
                  <a:gd name="connsiteY44" fmla="*/ 109435 h 584947"/>
                  <a:gd name="connsiteX45" fmla="*/ 114922 w 360831"/>
                  <a:gd name="connsiteY45" fmla="*/ 120296 h 584947"/>
                  <a:gd name="connsiteX46" fmla="*/ 114922 w 360831"/>
                  <a:gd name="connsiteY46" fmla="*/ 120296 h 584947"/>
                  <a:gd name="connsiteX47" fmla="*/ 104062 w 360831"/>
                  <a:gd name="connsiteY47" fmla="*/ 160215 h 584947"/>
                  <a:gd name="connsiteX48" fmla="*/ 104062 w 360831"/>
                  <a:gd name="connsiteY48" fmla="*/ 160215 h 584947"/>
                  <a:gd name="connsiteX49" fmla="*/ 89385 w 360831"/>
                  <a:gd name="connsiteY49" fmla="*/ 164031 h 584947"/>
                  <a:gd name="connsiteX50" fmla="*/ 89385 w 360831"/>
                  <a:gd name="connsiteY50" fmla="*/ 164031 h 584947"/>
                  <a:gd name="connsiteX51" fmla="*/ 63848 w 360831"/>
                  <a:gd name="connsiteY51" fmla="*/ 149355 h 584947"/>
                  <a:gd name="connsiteX52" fmla="*/ 3969 w 360831"/>
                  <a:gd name="connsiteY52" fmla="*/ 43979 h 584947"/>
                  <a:gd name="connsiteX53" fmla="*/ 14830 w 360831"/>
                  <a:gd name="connsiteY53" fmla="*/ 3766 h 584947"/>
                  <a:gd name="connsiteX54" fmla="*/ 14830 w 360831"/>
                  <a:gd name="connsiteY54" fmla="*/ 3766 h 584947"/>
                  <a:gd name="connsiteX55" fmla="*/ 55043 w 360831"/>
                  <a:gd name="connsiteY55" fmla="*/ 14920 h 584947"/>
                  <a:gd name="connsiteX56" fmla="*/ 55043 w 360831"/>
                  <a:gd name="connsiteY56" fmla="*/ 14920 h 584947"/>
                  <a:gd name="connsiteX57" fmla="*/ 43889 w 360831"/>
                  <a:gd name="connsiteY57" fmla="*/ 54839 h 584947"/>
                  <a:gd name="connsiteX58" fmla="*/ 43889 w 360831"/>
                  <a:gd name="connsiteY58" fmla="*/ 54839 h 584947"/>
                  <a:gd name="connsiteX59" fmla="*/ 29506 w 360831"/>
                  <a:gd name="connsiteY59" fmla="*/ 58655 h 584947"/>
                  <a:gd name="connsiteX60" fmla="*/ 29506 w 360831"/>
                  <a:gd name="connsiteY60" fmla="*/ 58655 h 584947"/>
                  <a:gd name="connsiteX61" fmla="*/ 3969 w 360831"/>
                  <a:gd name="connsiteY61" fmla="*/ 43979 h 58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360831" h="584947">
                    <a:moveTo>
                      <a:pt x="306007" y="570271"/>
                    </a:moveTo>
                    <a:cubicBezTo>
                      <a:pt x="297789" y="556182"/>
                      <a:pt x="302779" y="538277"/>
                      <a:pt x="316868" y="530058"/>
                    </a:cubicBezTo>
                    <a:lnTo>
                      <a:pt x="316868" y="530058"/>
                    </a:lnTo>
                    <a:cubicBezTo>
                      <a:pt x="330957" y="522133"/>
                      <a:pt x="348862" y="526829"/>
                      <a:pt x="356787" y="540919"/>
                    </a:cubicBezTo>
                    <a:lnTo>
                      <a:pt x="356787" y="540919"/>
                    </a:lnTo>
                    <a:cubicBezTo>
                      <a:pt x="365006" y="555008"/>
                      <a:pt x="360310" y="572913"/>
                      <a:pt x="346221" y="581132"/>
                    </a:cubicBezTo>
                    <a:lnTo>
                      <a:pt x="346221" y="581132"/>
                    </a:lnTo>
                    <a:cubicBezTo>
                      <a:pt x="341524" y="583773"/>
                      <a:pt x="336534" y="584947"/>
                      <a:pt x="331544" y="584947"/>
                    </a:cubicBezTo>
                    <a:lnTo>
                      <a:pt x="331544" y="584947"/>
                    </a:lnTo>
                    <a:cubicBezTo>
                      <a:pt x="321271" y="584947"/>
                      <a:pt x="311291" y="579664"/>
                      <a:pt x="306007" y="570271"/>
                    </a:cubicBezTo>
                    <a:close/>
                    <a:moveTo>
                      <a:pt x="245541" y="464895"/>
                    </a:moveTo>
                    <a:lnTo>
                      <a:pt x="245541" y="464895"/>
                    </a:lnTo>
                    <a:cubicBezTo>
                      <a:pt x="237322" y="451100"/>
                      <a:pt x="242019" y="432901"/>
                      <a:pt x="256108" y="424976"/>
                    </a:cubicBezTo>
                    <a:lnTo>
                      <a:pt x="256108" y="424976"/>
                    </a:lnTo>
                    <a:cubicBezTo>
                      <a:pt x="270197" y="416757"/>
                      <a:pt x="288102" y="421747"/>
                      <a:pt x="296321" y="435836"/>
                    </a:cubicBezTo>
                    <a:lnTo>
                      <a:pt x="296321" y="435836"/>
                    </a:lnTo>
                    <a:cubicBezTo>
                      <a:pt x="304246" y="449925"/>
                      <a:pt x="299550" y="467831"/>
                      <a:pt x="285461" y="475756"/>
                    </a:cubicBezTo>
                    <a:lnTo>
                      <a:pt x="285461" y="475756"/>
                    </a:lnTo>
                    <a:cubicBezTo>
                      <a:pt x="280764" y="478398"/>
                      <a:pt x="275774" y="479865"/>
                      <a:pt x="270784" y="479865"/>
                    </a:cubicBezTo>
                    <a:lnTo>
                      <a:pt x="270784" y="479865"/>
                    </a:lnTo>
                    <a:cubicBezTo>
                      <a:pt x="260804" y="479865"/>
                      <a:pt x="250825" y="474582"/>
                      <a:pt x="245541" y="464895"/>
                    </a:cubicBezTo>
                    <a:close/>
                    <a:moveTo>
                      <a:pt x="184781" y="359813"/>
                    </a:moveTo>
                    <a:lnTo>
                      <a:pt x="184781" y="359813"/>
                    </a:lnTo>
                    <a:cubicBezTo>
                      <a:pt x="176562" y="345724"/>
                      <a:pt x="181552" y="327819"/>
                      <a:pt x="195642" y="319893"/>
                    </a:cubicBezTo>
                    <a:lnTo>
                      <a:pt x="195642" y="319893"/>
                    </a:lnTo>
                    <a:cubicBezTo>
                      <a:pt x="209731" y="311675"/>
                      <a:pt x="227636" y="316665"/>
                      <a:pt x="235561" y="330460"/>
                    </a:cubicBezTo>
                    <a:lnTo>
                      <a:pt x="235561" y="330460"/>
                    </a:lnTo>
                    <a:cubicBezTo>
                      <a:pt x="243780" y="344550"/>
                      <a:pt x="238790" y="362455"/>
                      <a:pt x="224994" y="370673"/>
                    </a:cubicBezTo>
                    <a:lnTo>
                      <a:pt x="224994" y="370673"/>
                    </a:lnTo>
                    <a:cubicBezTo>
                      <a:pt x="220298" y="373315"/>
                      <a:pt x="215308" y="374489"/>
                      <a:pt x="210318" y="374489"/>
                    </a:cubicBezTo>
                    <a:lnTo>
                      <a:pt x="210318" y="374489"/>
                    </a:lnTo>
                    <a:cubicBezTo>
                      <a:pt x="200045" y="374489"/>
                      <a:pt x="190358" y="369206"/>
                      <a:pt x="184781" y="359813"/>
                    </a:cubicBezTo>
                    <a:close/>
                    <a:moveTo>
                      <a:pt x="124315" y="254731"/>
                    </a:moveTo>
                    <a:cubicBezTo>
                      <a:pt x="116390" y="240641"/>
                      <a:pt x="121086" y="222736"/>
                      <a:pt x="135175" y="214518"/>
                    </a:cubicBezTo>
                    <a:lnTo>
                      <a:pt x="135175" y="214518"/>
                    </a:lnTo>
                    <a:cubicBezTo>
                      <a:pt x="149264" y="206592"/>
                      <a:pt x="167170" y="211289"/>
                      <a:pt x="175095" y="225378"/>
                    </a:cubicBezTo>
                    <a:lnTo>
                      <a:pt x="175095" y="225378"/>
                    </a:lnTo>
                    <a:cubicBezTo>
                      <a:pt x="183314" y="239467"/>
                      <a:pt x="178617" y="257372"/>
                      <a:pt x="164528" y="265591"/>
                    </a:cubicBezTo>
                    <a:lnTo>
                      <a:pt x="164528" y="265591"/>
                    </a:lnTo>
                    <a:cubicBezTo>
                      <a:pt x="159831" y="268233"/>
                      <a:pt x="154841" y="269407"/>
                      <a:pt x="149852" y="269407"/>
                    </a:cubicBezTo>
                    <a:lnTo>
                      <a:pt x="149852" y="269407"/>
                    </a:lnTo>
                    <a:cubicBezTo>
                      <a:pt x="139578" y="269407"/>
                      <a:pt x="129892" y="264123"/>
                      <a:pt x="124315" y="254731"/>
                    </a:cubicBezTo>
                    <a:close/>
                    <a:moveTo>
                      <a:pt x="63848" y="149355"/>
                    </a:moveTo>
                    <a:cubicBezTo>
                      <a:pt x="55923" y="135266"/>
                      <a:pt x="60620" y="117360"/>
                      <a:pt x="75002" y="109435"/>
                    </a:cubicBezTo>
                    <a:lnTo>
                      <a:pt x="75002" y="109435"/>
                    </a:lnTo>
                    <a:cubicBezTo>
                      <a:pt x="89092" y="101217"/>
                      <a:pt x="106997" y="106206"/>
                      <a:pt x="114922" y="120296"/>
                    </a:cubicBezTo>
                    <a:lnTo>
                      <a:pt x="114922" y="120296"/>
                    </a:lnTo>
                    <a:cubicBezTo>
                      <a:pt x="122847" y="134385"/>
                      <a:pt x="118151" y="152290"/>
                      <a:pt x="104062" y="160215"/>
                    </a:cubicBezTo>
                    <a:lnTo>
                      <a:pt x="104062" y="160215"/>
                    </a:lnTo>
                    <a:cubicBezTo>
                      <a:pt x="99365" y="162857"/>
                      <a:pt x="94375" y="164031"/>
                      <a:pt x="89385" y="164031"/>
                    </a:cubicBezTo>
                    <a:lnTo>
                      <a:pt x="89385" y="164031"/>
                    </a:lnTo>
                    <a:cubicBezTo>
                      <a:pt x="79112" y="164031"/>
                      <a:pt x="69426" y="158748"/>
                      <a:pt x="63848" y="149355"/>
                    </a:cubicBezTo>
                    <a:close/>
                    <a:moveTo>
                      <a:pt x="3969" y="43979"/>
                    </a:moveTo>
                    <a:cubicBezTo>
                      <a:pt x="-4250" y="29890"/>
                      <a:pt x="740" y="11985"/>
                      <a:pt x="14830" y="3766"/>
                    </a:cubicBezTo>
                    <a:lnTo>
                      <a:pt x="14830" y="3766"/>
                    </a:lnTo>
                    <a:cubicBezTo>
                      <a:pt x="28919" y="-4159"/>
                      <a:pt x="46824" y="831"/>
                      <a:pt x="55043" y="14920"/>
                    </a:cubicBezTo>
                    <a:lnTo>
                      <a:pt x="55043" y="14920"/>
                    </a:lnTo>
                    <a:cubicBezTo>
                      <a:pt x="62968" y="29009"/>
                      <a:pt x="57978" y="46914"/>
                      <a:pt x="43889" y="54839"/>
                    </a:cubicBezTo>
                    <a:lnTo>
                      <a:pt x="43889" y="54839"/>
                    </a:lnTo>
                    <a:cubicBezTo>
                      <a:pt x="39192" y="57481"/>
                      <a:pt x="34202" y="58655"/>
                      <a:pt x="29506" y="58655"/>
                    </a:cubicBezTo>
                    <a:lnTo>
                      <a:pt x="29506" y="58655"/>
                    </a:lnTo>
                    <a:cubicBezTo>
                      <a:pt x="19232" y="58655"/>
                      <a:pt x="9253" y="53372"/>
                      <a:pt x="3969" y="4397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8A24011B-3A3C-A503-5029-58AA549BC326}"/>
                  </a:ext>
                </a:extLst>
              </p:cNvPr>
              <p:cNvSpPr/>
              <p:nvPr/>
            </p:nvSpPr>
            <p:spPr>
              <a:xfrm>
                <a:off x="7863433" y="2047896"/>
                <a:ext cx="776987" cy="1309076"/>
              </a:xfrm>
              <a:custGeom>
                <a:avLst/>
                <a:gdLst>
                  <a:gd name="connsiteX0" fmla="*/ 722227 w 776987"/>
                  <a:gd name="connsiteY0" fmla="*/ 1294400 h 1309076"/>
                  <a:gd name="connsiteX1" fmla="*/ 733088 w 776987"/>
                  <a:gd name="connsiteY1" fmla="*/ 1254480 h 1309076"/>
                  <a:gd name="connsiteX2" fmla="*/ 733088 w 776987"/>
                  <a:gd name="connsiteY2" fmla="*/ 1254480 h 1309076"/>
                  <a:gd name="connsiteX3" fmla="*/ 773008 w 776987"/>
                  <a:gd name="connsiteY3" fmla="*/ 1265047 h 1309076"/>
                  <a:gd name="connsiteX4" fmla="*/ 773008 w 776987"/>
                  <a:gd name="connsiteY4" fmla="*/ 1265047 h 1309076"/>
                  <a:gd name="connsiteX5" fmla="*/ 762441 w 776987"/>
                  <a:gd name="connsiteY5" fmla="*/ 1305260 h 1309076"/>
                  <a:gd name="connsiteX6" fmla="*/ 762441 w 776987"/>
                  <a:gd name="connsiteY6" fmla="*/ 1305260 h 1309076"/>
                  <a:gd name="connsiteX7" fmla="*/ 747764 w 776987"/>
                  <a:gd name="connsiteY7" fmla="*/ 1309076 h 1309076"/>
                  <a:gd name="connsiteX8" fmla="*/ 747764 w 776987"/>
                  <a:gd name="connsiteY8" fmla="*/ 1309076 h 1309076"/>
                  <a:gd name="connsiteX9" fmla="*/ 722227 w 776987"/>
                  <a:gd name="connsiteY9" fmla="*/ 1294400 h 1309076"/>
                  <a:gd name="connsiteX10" fmla="*/ 662055 w 776987"/>
                  <a:gd name="connsiteY10" fmla="*/ 1190198 h 1309076"/>
                  <a:gd name="connsiteX11" fmla="*/ 662055 w 776987"/>
                  <a:gd name="connsiteY11" fmla="*/ 1190198 h 1309076"/>
                  <a:gd name="connsiteX12" fmla="*/ 672915 w 776987"/>
                  <a:gd name="connsiteY12" fmla="*/ 1150279 h 1309076"/>
                  <a:gd name="connsiteX13" fmla="*/ 672915 w 776987"/>
                  <a:gd name="connsiteY13" fmla="*/ 1150279 h 1309076"/>
                  <a:gd name="connsiteX14" fmla="*/ 713128 w 776987"/>
                  <a:gd name="connsiteY14" fmla="*/ 1161139 h 1309076"/>
                  <a:gd name="connsiteX15" fmla="*/ 713128 w 776987"/>
                  <a:gd name="connsiteY15" fmla="*/ 1161139 h 1309076"/>
                  <a:gd name="connsiteX16" fmla="*/ 702268 w 776987"/>
                  <a:gd name="connsiteY16" fmla="*/ 1201059 h 1309076"/>
                  <a:gd name="connsiteX17" fmla="*/ 702268 w 776987"/>
                  <a:gd name="connsiteY17" fmla="*/ 1201059 h 1309076"/>
                  <a:gd name="connsiteX18" fmla="*/ 687591 w 776987"/>
                  <a:gd name="connsiteY18" fmla="*/ 1205168 h 1309076"/>
                  <a:gd name="connsiteX19" fmla="*/ 687591 w 776987"/>
                  <a:gd name="connsiteY19" fmla="*/ 1205168 h 1309076"/>
                  <a:gd name="connsiteX20" fmla="*/ 662055 w 776987"/>
                  <a:gd name="connsiteY20" fmla="*/ 1190198 h 1309076"/>
                  <a:gd name="connsiteX21" fmla="*/ 602175 w 776987"/>
                  <a:gd name="connsiteY21" fmla="*/ 1086290 h 1309076"/>
                  <a:gd name="connsiteX22" fmla="*/ 613036 w 776987"/>
                  <a:gd name="connsiteY22" fmla="*/ 1046077 h 1309076"/>
                  <a:gd name="connsiteX23" fmla="*/ 613036 w 776987"/>
                  <a:gd name="connsiteY23" fmla="*/ 1046077 h 1309076"/>
                  <a:gd name="connsiteX24" fmla="*/ 652955 w 776987"/>
                  <a:gd name="connsiteY24" fmla="*/ 1056937 h 1309076"/>
                  <a:gd name="connsiteX25" fmla="*/ 652955 w 776987"/>
                  <a:gd name="connsiteY25" fmla="*/ 1056937 h 1309076"/>
                  <a:gd name="connsiteX26" fmla="*/ 642095 w 776987"/>
                  <a:gd name="connsiteY26" fmla="*/ 1097150 h 1309076"/>
                  <a:gd name="connsiteX27" fmla="*/ 642095 w 776987"/>
                  <a:gd name="connsiteY27" fmla="*/ 1097150 h 1309076"/>
                  <a:gd name="connsiteX28" fmla="*/ 627712 w 776987"/>
                  <a:gd name="connsiteY28" fmla="*/ 1100966 h 1309076"/>
                  <a:gd name="connsiteX29" fmla="*/ 627712 w 776987"/>
                  <a:gd name="connsiteY29" fmla="*/ 1100966 h 1309076"/>
                  <a:gd name="connsiteX30" fmla="*/ 602175 w 776987"/>
                  <a:gd name="connsiteY30" fmla="*/ 1086290 h 1309076"/>
                  <a:gd name="connsiteX31" fmla="*/ 542296 w 776987"/>
                  <a:gd name="connsiteY31" fmla="*/ 982088 h 1309076"/>
                  <a:gd name="connsiteX32" fmla="*/ 552863 w 776987"/>
                  <a:gd name="connsiteY32" fmla="*/ 942169 h 1309076"/>
                  <a:gd name="connsiteX33" fmla="*/ 552863 w 776987"/>
                  <a:gd name="connsiteY33" fmla="*/ 942169 h 1309076"/>
                  <a:gd name="connsiteX34" fmla="*/ 593076 w 776987"/>
                  <a:gd name="connsiteY34" fmla="*/ 952736 h 1309076"/>
                  <a:gd name="connsiteX35" fmla="*/ 593076 w 776987"/>
                  <a:gd name="connsiteY35" fmla="*/ 952736 h 1309076"/>
                  <a:gd name="connsiteX36" fmla="*/ 582216 w 776987"/>
                  <a:gd name="connsiteY36" fmla="*/ 992949 h 1309076"/>
                  <a:gd name="connsiteX37" fmla="*/ 582216 w 776987"/>
                  <a:gd name="connsiteY37" fmla="*/ 992949 h 1309076"/>
                  <a:gd name="connsiteX38" fmla="*/ 567539 w 776987"/>
                  <a:gd name="connsiteY38" fmla="*/ 996765 h 1309076"/>
                  <a:gd name="connsiteX39" fmla="*/ 567539 w 776987"/>
                  <a:gd name="connsiteY39" fmla="*/ 996765 h 1309076"/>
                  <a:gd name="connsiteX40" fmla="*/ 542296 w 776987"/>
                  <a:gd name="connsiteY40" fmla="*/ 982088 h 1309076"/>
                  <a:gd name="connsiteX41" fmla="*/ 482123 w 776987"/>
                  <a:gd name="connsiteY41" fmla="*/ 877886 h 1309076"/>
                  <a:gd name="connsiteX42" fmla="*/ 492984 w 776987"/>
                  <a:gd name="connsiteY42" fmla="*/ 837967 h 1309076"/>
                  <a:gd name="connsiteX43" fmla="*/ 492984 w 776987"/>
                  <a:gd name="connsiteY43" fmla="*/ 837967 h 1309076"/>
                  <a:gd name="connsiteX44" fmla="*/ 533197 w 776987"/>
                  <a:gd name="connsiteY44" fmla="*/ 848827 h 1309076"/>
                  <a:gd name="connsiteX45" fmla="*/ 533197 w 776987"/>
                  <a:gd name="connsiteY45" fmla="*/ 848827 h 1309076"/>
                  <a:gd name="connsiteX46" fmla="*/ 522336 w 776987"/>
                  <a:gd name="connsiteY46" fmla="*/ 888747 h 1309076"/>
                  <a:gd name="connsiteX47" fmla="*/ 522336 w 776987"/>
                  <a:gd name="connsiteY47" fmla="*/ 888747 h 1309076"/>
                  <a:gd name="connsiteX48" fmla="*/ 507660 w 776987"/>
                  <a:gd name="connsiteY48" fmla="*/ 892563 h 1309076"/>
                  <a:gd name="connsiteX49" fmla="*/ 507660 w 776987"/>
                  <a:gd name="connsiteY49" fmla="*/ 892563 h 1309076"/>
                  <a:gd name="connsiteX50" fmla="*/ 482123 w 776987"/>
                  <a:gd name="connsiteY50" fmla="*/ 877886 h 1309076"/>
                  <a:gd name="connsiteX51" fmla="*/ 422244 w 776987"/>
                  <a:gd name="connsiteY51" fmla="*/ 773685 h 1309076"/>
                  <a:gd name="connsiteX52" fmla="*/ 433104 w 776987"/>
                  <a:gd name="connsiteY52" fmla="*/ 733765 h 1309076"/>
                  <a:gd name="connsiteX53" fmla="*/ 433104 w 776987"/>
                  <a:gd name="connsiteY53" fmla="*/ 733765 h 1309076"/>
                  <a:gd name="connsiteX54" fmla="*/ 473317 w 776987"/>
                  <a:gd name="connsiteY54" fmla="*/ 744626 h 1309076"/>
                  <a:gd name="connsiteX55" fmla="*/ 473317 w 776987"/>
                  <a:gd name="connsiteY55" fmla="*/ 744626 h 1309076"/>
                  <a:gd name="connsiteX56" fmla="*/ 462457 w 776987"/>
                  <a:gd name="connsiteY56" fmla="*/ 784545 h 1309076"/>
                  <a:gd name="connsiteX57" fmla="*/ 462457 w 776987"/>
                  <a:gd name="connsiteY57" fmla="*/ 784545 h 1309076"/>
                  <a:gd name="connsiteX58" fmla="*/ 447781 w 776987"/>
                  <a:gd name="connsiteY58" fmla="*/ 788361 h 1309076"/>
                  <a:gd name="connsiteX59" fmla="*/ 447781 w 776987"/>
                  <a:gd name="connsiteY59" fmla="*/ 788361 h 1309076"/>
                  <a:gd name="connsiteX60" fmla="*/ 422244 w 776987"/>
                  <a:gd name="connsiteY60" fmla="*/ 773685 h 1309076"/>
                  <a:gd name="connsiteX61" fmla="*/ 362658 w 776987"/>
                  <a:gd name="connsiteY61" fmla="*/ 669483 h 1309076"/>
                  <a:gd name="connsiteX62" fmla="*/ 373225 w 776987"/>
                  <a:gd name="connsiteY62" fmla="*/ 629563 h 1309076"/>
                  <a:gd name="connsiteX63" fmla="*/ 373225 w 776987"/>
                  <a:gd name="connsiteY63" fmla="*/ 629563 h 1309076"/>
                  <a:gd name="connsiteX64" fmla="*/ 413438 w 776987"/>
                  <a:gd name="connsiteY64" fmla="*/ 640424 h 1309076"/>
                  <a:gd name="connsiteX65" fmla="*/ 413438 w 776987"/>
                  <a:gd name="connsiteY65" fmla="*/ 640424 h 1309076"/>
                  <a:gd name="connsiteX66" fmla="*/ 402578 w 776987"/>
                  <a:gd name="connsiteY66" fmla="*/ 680343 h 1309076"/>
                  <a:gd name="connsiteX67" fmla="*/ 402578 w 776987"/>
                  <a:gd name="connsiteY67" fmla="*/ 680343 h 1309076"/>
                  <a:gd name="connsiteX68" fmla="*/ 387901 w 776987"/>
                  <a:gd name="connsiteY68" fmla="*/ 684159 h 1309076"/>
                  <a:gd name="connsiteX69" fmla="*/ 387901 w 776987"/>
                  <a:gd name="connsiteY69" fmla="*/ 684159 h 1309076"/>
                  <a:gd name="connsiteX70" fmla="*/ 362658 w 776987"/>
                  <a:gd name="connsiteY70" fmla="*/ 669483 h 1309076"/>
                  <a:gd name="connsiteX71" fmla="*/ 302779 w 776987"/>
                  <a:gd name="connsiteY71" fmla="*/ 565281 h 1309076"/>
                  <a:gd name="connsiteX72" fmla="*/ 313639 w 776987"/>
                  <a:gd name="connsiteY72" fmla="*/ 525362 h 1309076"/>
                  <a:gd name="connsiteX73" fmla="*/ 313639 w 776987"/>
                  <a:gd name="connsiteY73" fmla="*/ 525362 h 1309076"/>
                  <a:gd name="connsiteX74" fmla="*/ 353559 w 776987"/>
                  <a:gd name="connsiteY74" fmla="*/ 536222 h 1309076"/>
                  <a:gd name="connsiteX75" fmla="*/ 353559 w 776987"/>
                  <a:gd name="connsiteY75" fmla="*/ 536222 h 1309076"/>
                  <a:gd name="connsiteX76" fmla="*/ 342698 w 776987"/>
                  <a:gd name="connsiteY76" fmla="*/ 576142 h 1309076"/>
                  <a:gd name="connsiteX77" fmla="*/ 342698 w 776987"/>
                  <a:gd name="connsiteY77" fmla="*/ 576142 h 1309076"/>
                  <a:gd name="connsiteX78" fmla="*/ 328316 w 776987"/>
                  <a:gd name="connsiteY78" fmla="*/ 579958 h 1309076"/>
                  <a:gd name="connsiteX79" fmla="*/ 328316 w 776987"/>
                  <a:gd name="connsiteY79" fmla="*/ 579958 h 1309076"/>
                  <a:gd name="connsiteX80" fmla="*/ 302779 w 776987"/>
                  <a:gd name="connsiteY80" fmla="*/ 565281 h 1309076"/>
                  <a:gd name="connsiteX81" fmla="*/ 242899 w 776987"/>
                  <a:gd name="connsiteY81" fmla="*/ 461079 h 1309076"/>
                  <a:gd name="connsiteX82" fmla="*/ 242899 w 776987"/>
                  <a:gd name="connsiteY82" fmla="*/ 461079 h 1309076"/>
                  <a:gd name="connsiteX83" fmla="*/ 253760 w 776987"/>
                  <a:gd name="connsiteY83" fmla="*/ 420866 h 1309076"/>
                  <a:gd name="connsiteX84" fmla="*/ 253760 w 776987"/>
                  <a:gd name="connsiteY84" fmla="*/ 420866 h 1309076"/>
                  <a:gd name="connsiteX85" fmla="*/ 293973 w 776987"/>
                  <a:gd name="connsiteY85" fmla="*/ 431727 h 1309076"/>
                  <a:gd name="connsiteX86" fmla="*/ 293973 w 776987"/>
                  <a:gd name="connsiteY86" fmla="*/ 431727 h 1309076"/>
                  <a:gd name="connsiteX87" fmla="*/ 283112 w 776987"/>
                  <a:gd name="connsiteY87" fmla="*/ 471940 h 1309076"/>
                  <a:gd name="connsiteX88" fmla="*/ 283112 w 776987"/>
                  <a:gd name="connsiteY88" fmla="*/ 471940 h 1309076"/>
                  <a:gd name="connsiteX89" fmla="*/ 268436 w 776987"/>
                  <a:gd name="connsiteY89" fmla="*/ 475756 h 1309076"/>
                  <a:gd name="connsiteX90" fmla="*/ 268436 w 776987"/>
                  <a:gd name="connsiteY90" fmla="*/ 475756 h 1309076"/>
                  <a:gd name="connsiteX91" fmla="*/ 242899 w 776987"/>
                  <a:gd name="connsiteY91" fmla="*/ 461079 h 1309076"/>
                  <a:gd name="connsiteX92" fmla="*/ 183314 w 776987"/>
                  <a:gd name="connsiteY92" fmla="*/ 356584 h 1309076"/>
                  <a:gd name="connsiteX93" fmla="*/ 194174 w 776987"/>
                  <a:gd name="connsiteY93" fmla="*/ 316665 h 1309076"/>
                  <a:gd name="connsiteX94" fmla="*/ 194174 w 776987"/>
                  <a:gd name="connsiteY94" fmla="*/ 316665 h 1309076"/>
                  <a:gd name="connsiteX95" fmla="*/ 234094 w 776987"/>
                  <a:gd name="connsiteY95" fmla="*/ 327525 h 1309076"/>
                  <a:gd name="connsiteX96" fmla="*/ 234094 w 776987"/>
                  <a:gd name="connsiteY96" fmla="*/ 327525 h 1309076"/>
                  <a:gd name="connsiteX97" fmla="*/ 223233 w 776987"/>
                  <a:gd name="connsiteY97" fmla="*/ 367445 h 1309076"/>
                  <a:gd name="connsiteX98" fmla="*/ 223233 w 776987"/>
                  <a:gd name="connsiteY98" fmla="*/ 367445 h 1309076"/>
                  <a:gd name="connsiteX99" fmla="*/ 208557 w 776987"/>
                  <a:gd name="connsiteY99" fmla="*/ 371554 h 1309076"/>
                  <a:gd name="connsiteX100" fmla="*/ 208557 w 776987"/>
                  <a:gd name="connsiteY100" fmla="*/ 371554 h 1309076"/>
                  <a:gd name="connsiteX101" fmla="*/ 183314 w 776987"/>
                  <a:gd name="connsiteY101" fmla="*/ 356584 h 1309076"/>
                  <a:gd name="connsiteX102" fmla="*/ 123434 w 776987"/>
                  <a:gd name="connsiteY102" fmla="*/ 252382 h 1309076"/>
                  <a:gd name="connsiteX103" fmla="*/ 134295 w 776987"/>
                  <a:gd name="connsiteY103" fmla="*/ 212463 h 1309076"/>
                  <a:gd name="connsiteX104" fmla="*/ 134295 w 776987"/>
                  <a:gd name="connsiteY104" fmla="*/ 212463 h 1309076"/>
                  <a:gd name="connsiteX105" fmla="*/ 174508 w 776987"/>
                  <a:gd name="connsiteY105" fmla="*/ 223323 h 1309076"/>
                  <a:gd name="connsiteX106" fmla="*/ 174508 w 776987"/>
                  <a:gd name="connsiteY106" fmla="*/ 223323 h 1309076"/>
                  <a:gd name="connsiteX107" fmla="*/ 163647 w 776987"/>
                  <a:gd name="connsiteY107" fmla="*/ 263243 h 1309076"/>
                  <a:gd name="connsiteX108" fmla="*/ 163647 w 776987"/>
                  <a:gd name="connsiteY108" fmla="*/ 263243 h 1309076"/>
                  <a:gd name="connsiteX109" fmla="*/ 148971 w 776987"/>
                  <a:gd name="connsiteY109" fmla="*/ 267352 h 1309076"/>
                  <a:gd name="connsiteX110" fmla="*/ 148971 w 776987"/>
                  <a:gd name="connsiteY110" fmla="*/ 267352 h 1309076"/>
                  <a:gd name="connsiteX111" fmla="*/ 123434 w 776987"/>
                  <a:gd name="connsiteY111" fmla="*/ 252382 h 1309076"/>
                  <a:gd name="connsiteX112" fmla="*/ 63555 w 776987"/>
                  <a:gd name="connsiteY112" fmla="*/ 148181 h 1309076"/>
                  <a:gd name="connsiteX113" fmla="*/ 74415 w 776987"/>
                  <a:gd name="connsiteY113" fmla="*/ 108261 h 1309076"/>
                  <a:gd name="connsiteX114" fmla="*/ 74415 w 776987"/>
                  <a:gd name="connsiteY114" fmla="*/ 108261 h 1309076"/>
                  <a:gd name="connsiteX115" fmla="*/ 114629 w 776987"/>
                  <a:gd name="connsiteY115" fmla="*/ 119122 h 1309076"/>
                  <a:gd name="connsiteX116" fmla="*/ 114629 w 776987"/>
                  <a:gd name="connsiteY116" fmla="*/ 119122 h 1309076"/>
                  <a:gd name="connsiteX117" fmla="*/ 103768 w 776987"/>
                  <a:gd name="connsiteY117" fmla="*/ 159041 h 1309076"/>
                  <a:gd name="connsiteX118" fmla="*/ 103768 w 776987"/>
                  <a:gd name="connsiteY118" fmla="*/ 159041 h 1309076"/>
                  <a:gd name="connsiteX119" fmla="*/ 89092 w 776987"/>
                  <a:gd name="connsiteY119" fmla="*/ 162857 h 1309076"/>
                  <a:gd name="connsiteX120" fmla="*/ 89092 w 776987"/>
                  <a:gd name="connsiteY120" fmla="*/ 162857 h 1309076"/>
                  <a:gd name="connsiteX121" fmla="*/ 63555 w 776987"/>
                  <a:gd name="connsiteY121" fmla="*/ 148181 h 1309076"/>
                  <a:gd name="connsiteX122" fmla="*/ 3969 w 776987"/>
                  <a:gd name="connsiteY122" fmla="*/ 43979 h 1309076"/>
                  <a:gd name="connsiteX123" fmla="*/ 3969 w 776987"/>
                  <a:gd name="connsiteY123" fmla="*/ 43979 h 1309076"/>
                  <a:gd name="connsiteX124" fmla="*/ 14830 w 776987"/>
                  <a:gd name="connsiteY124" fmla="*/ 3766 h 1309076"/>
                  <a:gd name="connsiteX125" fmla="*/ 14830 w 776987"/>
                  <a:gd name="connsiteY125" fmla="*/ 3766 h 1309076"/>
                  <a:gd name="connsiteX126" fmla="*/ 54749 w 776987"/>
                  <a:gd name="connsiteY126" fmla="*/ 14920 h 1309076"/>
                  <a:gd name="connsiteX127" fmla="*/ 54749 w 776987"/>
                  <a:gd name="connsiteY127" fmla="*/ 14920 h 1309076"/>
                  <a:gd name="connsiteX128" fmla="*/ 43889 w 776987"/>
                  <a:gd name="connsiteY128" fmla="*/ 54839 h 1309076"/>
                  <a:gd name="connsiteX129" fmla="*/ 43889 w 776987"/>
                  <a:gd name="connsiteY129" fmla="*/ 54839 h 1309076"/>
                  <a:gd name="connsiteX130" fmla="*/ 29506 w 776987"/>
                  <a:gd name="connsiteY130" fmla="*/ 58655 h 1309076"/>
                  <a:gd name="connsiteX131" fmla="*/ 29506 w 776987"/>
                  <a:gd name="connsiteY131" fmla="*/ 58655 h 1309076"/>
                  <a:gd name="connsiteX132" fmla="*/ 3969 w 776987"/>
                  <a:gd name="connsiteY132" fmla="*/ 43979 h 1309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</a:cxnLst>
                <a:rect l="l" t="t" r="r" b="b"/>
                <a:pathLst>
                  <a:path w="776987" h="1309076">
                    <a:moveTo>
                      <a:pt x="722227" y="1294400"/>
                    </a:moveTo>
                    <a:cubicBezTo>
                      <a:pt x="714009" y="1280604"/>
                      <a:pt x="718999" y="1262406"/>
                      <a:pt x="733088" y="1254480"/>
                    </a:cubicBezTo>
                    <a:lnTo>
                      <a:pt x="733088" y="1254480"/>
                    </a:lnTo>
                    <a:cubicBezTo>
                      <a:pt x="746884" y="1246262"/>
                      <a:pt x="765082" y="1250958"/>
                      <a:pt x="773008" y="1265047"/>
                    </a:cubicBezTo>
                    <a:lnTo>
                      <a:pt x="773008" y="1265047"/>
                    </a:lnTo>
                    <a:cubicBezTo>
                      <a:pt x="781226" y="1279136"/>
                      <a:pt x="776236" y="1297042"/>
                      <a:pt x="762441" y="1305260"/>
                    </a:cubicBezTo>
                    <a:lnTo>
                      <a:pt x="762441" y="1305260"/>
                    </a:lnTo>
                    <a:cubicBezTo>
                      <a:pt x="757744" y="1307902"/>
                      <a:pt x="752754" y="1309076"/>
                      <a:pt x="747764" y="1309076"/>
                    </a:cubicBezTo>
                    <a:lnTo>
                      <a:pt x="747764" y="1309076"/>
                    </a:lnTo>
                    <a:cubicBezTo>
                      <a:pt x="737491" y="1309076"/>
                      <a:pt x="727805" y="1303793"/>
                      <a:pt x="722227" y="1294400"/>
                    </a:cubicBezTo>
                    <a:close/>
                    <a:moveTo>
                      <a:pt x="662055" y="1190198"/>
                    </a:moveTo>
                    <a:lnTo>
                      <a:pt x="662055" y="1190198"/>
                    </a:lnTo>
                    <a:cubicBezTo>
                      <a:pt x="654129" y="1176402"/>
                      <a:pt x="658826" y="1158497"/>
                      <a:pt x="672915" y="1150279"/>
                    </a:cubicBezTo>
                    <a:lnTo>
                      <a:pt x="672915" y="1150279"/>
                    </a:lnTo>
                    <a:cubicBezTo>
                      <a:pt x="687004" y="1142060"/>
                      <a:pt x="704909" y="1147050"/>
                      <a:pt x="713128" y="1161139"/>
                    </a:cubicBezTo>
                    <a:lnTo>
                      <a:pt x="713128" y="1161139"/>
                    </a:lnTo>
                    <a:cubicBezTo>
                      <a:pt x="721053" y="1175228"/>
                      <a:pt x="716357" y="1193133"/>
                      <a:pt x="702268" y="1201059"/>
                    </a:cubicBezTo>
                    <a:lnTo>
                      <a:pt x="702268" y="1201059"/>
                    </a:lnTo>
                    <a:cubicBezTo>
                      <a:pt x="697571" y="1203700"/>
                      <a:pt x="692581" y="1205168"/>
                      <a:pt x="687591" y="1205168"/>
                    </a:cubicBezTo>
                    <a:lnTo>
                      <a:pt x="687591" y="1205168"/>
                    </a:lnTo>
                    <a:cubicBezTo>
                      <a:pt x="677612" y="1205168"/>
                      <a:pt x="667632" y="1199885"/>
                      <a:pt x="662055" y="1190198"/>
                    </a:cubicBezTo>
                    <a:close/>
                    <a:moveTo>
                      <a:pt x="602175" y="1086290"/>
                    </a:moveTo>
                    <a:cubicBezTo>
                      <a:pt x="593956" y="1072201"/>
                      <a:pt x="598947" y="1054296"/>
                      <a:pt x="613036" y="1046077"/>
                    </a:cubicBezTo>
                    <a:lnTo>
                      <a:pt x="613036" y="1046077"/>
                    </a:lnTo>
                    <a:cubicBezTo>
                      <a:pt x="626831" y="1038152"/>
                      <a:pt x="645030" y="1042848"/>
                      <a:pt x="652955" y="1056937"/>
                    </a:cubicBezTo>
                    <a:lnTo>
                      <a:pt x="652955" y="1056937"/>
                    </a:lnTo>
                    <a:cubicBezTo>
                      <a:pt x="661174" y="1071027"/>
                      <a:pt x="656184" y="1088932"/>
                      <a:pt x="642095" y="1097150"/>
                    </a:cubicBezTo>
                    <a:lnTo>
                      <a:pt x="642095" y="1097150"/>
                    </a:lnTo>
                    <a:cubicBezTo>
                      <a:pt x="637692" y="1099792"/>
                      <a:pt x="632702" y="1100966"/>
                      <a:pt x="627712" y="1100966"/>
                    </a:cubicBezTo>
                    <a:lnTo>
                      <a:pt x="627712" y="1100966"/>
                    </a:lnTo>
                    <a:cubicBezTo>
                      <a:pt x="617439" y="1100966"/>
                      <a:pt x="607459" y="1095683"/>
                      <a:pt x="602175" y="1086290"/>
                    </a:cubicBezTo>
                    <a:close/>
                    <a:moveTo>
                      <a:pt x="542296" y="982088"/>
                    </a:moveTo>
                    <a:cubicBezTo>
                      <a:pt x="534077" y="967999"/>
                      <a:pt x="538774" y="950094"/>
                      <a:pt x="552863" y="942169"/>
                    </a:cubicBezTo>
                    <a:lnTo>
                      <a:pt x="552863" y="942169"/>
                    </a:lnTo>
                    <a:cubicBezTo>
                      <a:pt x="566952" y="933950"/>
                      <a:pt x="584857" y="938646"/>
                      <a:pt x="593076" y="952736"/>
                    </a:cubicBezTo>
                    <a:lnTo>
                      <a:pt x="593076" y="952736"/>
                    </a:lnTo>
                    <a:cubicBezTo>
                      <a:pt x="601001" y="966825"/>
                      <a:pt x="596305" y="984730"/>
                      <a:pt x="582216" y="992949"/>
                    </a:cubicBezTo>
                    <a:lnTo>
                      <a:pt x="582216" y="992949"/>
                    </a:lnTo>
                    <a:cubicBezTo>
                      <a:pt x="577519" y="995590"/>
                      <a:pt x="572529" y="996765"/>
                      <a:pt x="567539" y="996765"/>
                    </a:cubicBezTo>
                    <a:lnTo>
                      <a:pt x="567539" y="996765"/>
                    </a:lnTo>
                    <a:cubicBezTo>
                      <a:pt x="557266" y="996765"/>
                      <a:pt x="547580" y="991481"/>
                      <a:pt x="542296" y="982088"/>
                    </a:cubicBezTo>
                    <a:close/>
                    <a:moveTo>
                      <a:pt x="482123" y="877886"/>
                    </a:moveTo>
                    <a:cubicBezTo>
                      <a:pt x="474198" y="863797"/>
                      <a:pt x="478894" y="845892"/>
                      <a:pt x="492984" y="837967"/>
                    </a:cubicBezTo>
                    <a:lnTo>
                      <a:pt x="492984" y="837967"/>
                    </a:lnTo>
                    <a:cubicBezTo>
                      <a:pt x="507073" y="829748"/>
                      <a:pt x="524978" y="834738"/>
                      <a:pt x="533197" y="848827"/>
                    </a:cubicBezTo>
                    <a:lnTo>
                      <a:pt x="533197" y="848827"/>
                    </a:lnTo>
                    <a:cubicBezTo>
                      <a:pt x="541122" y="862623"/>
                      <a:pt x="536425" y="880528"/>
                      <a:pt x="522336" y="888747"/>
                    </a:cubicBezTo>
                    <a:lnTo>
                      <a:pt x="522336" y="888747"/>
                    </a:lnTo>
                    <a:cubicBezTo>
                      <a:pt x="517640" y="891389"/>
                      <a:pt x="512650" y="892563"/>
                      <a:pt x="507660" y="892563"/>
                    </a:cubicBezTo>
                    <a:lnTo>
                      <a:pt x="507660" y="892563"/>
                    </a:lnTo>
                    <a:cubicBezTo>
                      <a:pt x="497386" y="892563"/>
                      <a:pt x="487700" y="887279"/>
                      <a:pt x="482123" y="877886"/>
                    </a:cubicBezTo>
                    <a:close/>
                    <a:moveTo>
                      <a:pt x="422244" y="773685"/>
                    </a:moveTo>
                    <a:cubicBezTo>
                      <a:pt x="414319" y="759595"/>
                      <a:pt x="419015" y="741690"/>
                      <a:pt x="433104" y="733765"/>
                    </a:cubicBezTo>
                    <a:lnTo>
                      <a:pt x="433104" y="733765"/>
                    </a:lnTo>
                    <a:cubicBezTo>
                      <a:pt x="447193" y="725546"/>
                      <a:pt x="465099" y="730536"/>
                      <a:pt x="473317" y="744626"/>
                    </a:cubicBezTo>
                    <a:lnTo>
                      <a:pt x="473317" y="744626"/>
                    </a:lnTo>
                    <a:cubicBezTo>
                      <a:pt x="481243" y="758715"/>
                      <a:pt x="476546" y="776326"/>
                      <a:pt x="462457" y="784545"/>
                    </a:cubicBezTo>
                    <a:lnTo>
                      <a:pt x="462457" y="784545"/>
                    </a:lnTo>
                    <a:cubicBezTo>
                      <a:pt x="457760" y="787187"/>
                      <a:pt x="452771" y="788361"/>
                      <a:pt x="447781" y="788361"/>
                    </a:cubicBezTo>
                    <a:lnTo>
                      <a:pt x="447781" y="788361"/>
                    </a:lnTo>
                    <a:cubicBezTo>
                      <a:pt x="437801" y="788361"/>
                      <a:pt x="427821" y="783078"/>
                      <a:pt x="422244" y="773685"/>
                    </a:cubicBezTo>
                    <a:close/>
                    <a:moveTo>
                      <a:pt x="362658" y="669483"/>
                    </a:moveTo>
                    <a:cubicBezTo>
                      <a:pt x="354439" y="655394"/>
                      <a:pt x="359136" y="637489"/>
                      <a:pt x="373225" y="629563"/>
                    </a:cubicBezTo>
                    <a:lnTo>
                      <a:pt x="373225" y="629563"/>
                    </a:lnTo>
                    <a:cubicBezTo>
                      <a:pt x="387314" y="621345"/>
                      <a:pt x="405219" y="626335"/>
                      <a:pt x="413438" y="640424"/>
                    </a:cubicBezTo>
                    <a:lnTo>
                      <a:pt x="413438" y="640424"/>
                    </a:lnTo>
                    <a:cubicBezTo>
                      <a:pt x="421363" y="654220"/>
                      <a:pt x="416667" y="672418"/>
                      <a:pt x="402578" y="680343"/>
                    </a:cubicBezTo>
                    <a:lnTo>
                      <a:pt x="402578" y="680343"/>
                    </a:lnTo>
                    <a:cubicBezTo>
                      <a:pt x="397881" y="682985"/>
                      <a:pt x="392891" y="684159"/>
                      <a:pt x="387901" y="684159"/>
                    </a:cubicBezTo>
                    <a:lnTo>
                      <a:pt x="387901" y="684159"/>
                    </a:lnTo>
                    <a:cubicBezTo>
                      <a:pt x="377921" y="684159"/>
                      <a:pt x="367941" y="678876"/>
                      <a:pt x="362658" y="669483"/>
                    </a:cubicBezTo>
                    <a:close/>
                    <a:moveTo>
                      <a:pt x="302779" y="565281"/>
                    </a:moveTo>
                    <a:cubicBezTo>
                      <a:pt x="294560" y="551192"/>
                      <a:pt x="299550" y="533287"/>
                      <a:pt x="313639" y="525362"/>
                    </a:cubicBezTo>
                    <a:lnTo>
                      <a:pt x="313639" y="525362"/>
                    </a:lnTo>
                    <a:cubicBezTo>
                      <a:pt x="327728" y="517143"/>
                      <a:pt x="345633" y="522133"/>
                      <a:pt x="353559" y="536222"/>
                    </a:cubicBezTo>
                    <a:lnTo>
                      <a:pt x="353559" y="536222"/>
                    </a:lnTo>
                    <a:cubicBezTo>
                      <a:pt x="361777" y="550018"/>
                      <a:pt x="356788" y="567923"/>
                      <a:pt x="342698" y="576142"/>
                    </a:cubicBezTo>
                    <a:lnTo>
                      <a:pt x="342698" y="576142"/>
                    </a:lnTo>
                    <a:cubicBezTo>
                      <a:pt x="338295" y="578783"/>
                      <a:pt x="333012" y="579958"/>
                      <a:pt x="328316" y="579958"/>
                    </a:cubicBezTo>
                    <a:lnTo>
                      <a:pt x="328316" y="579958"/>
                    </a:lnTo>
                    <a:cubicBezTo>
                      <a:pt x="318042" y="579958"/>
                      <a:pt x="308062" y="574674"/>
                      <a:pt x="302779" y="565281"/>
                    </a:cubicBezTo>
                    <a:close/>
                    <a:moveTo>
                      <a:pt x="242899" y="461079"/>
                    </a:moveTo>
                    <a:lnTo>
                      <a:pt x="242899" y="461079"/>
                    </a:lnTo>
                    <a:cubicBezTo>
                      <a:pt x="234974" y="446990"/>
                      <a:pt x="239964" y="429085"/>
                      <a:pt x="253760" y="420866"/>
                    </a:cubicBezTo>
                    <a:lnTo>
                      <a:pt x="253760" y="420866"/>
                    </a:lnTo>
                    <a:cubicBezTo>
                      <a:pt x="267849" y="412941"/>
                      <a:pt x="285754" y="417638"/>
                      <a:pt x="293973" y="431727"/>
                    </a:cubicBezTo>
                    <a:lnTo>
                      <a:pt x="293973" y="431727"/>
                    </a:lnTo>
                    <a:cubicBezTo>
                      <a:pt x="301898" y="445816"/>
                      <a:pt x="297202" y="463721"/>
                      <a:pt x="283112" y="471940"/>
                    </a:cubicBezTo>
                    <a:lnTo>
                      <a:pt x="283112" y="471940"/>
                    </a:lnTo>
                    <a:cubicBezTo>
                      <a:pt x="278416" y="474582"/>
                      <a:pt x="273426" y="475756"/>
                      <a:pt x="268436" y="475756"/>
                    </a:cubicBezTo>
                    <a:lnTo>
                      <a:pt x="268436" y="475756"/>
                    </a:lnTo>
                    <a:cubicBezTo>
                      <a:pt x="258456" y="475756"/>
                      <a:pt x="248476" y="470472"/>
                      <a:pt x="242899" y="461079"/>
                    </a:cubicBezTo>
                    <a:close/>
                    <a:moveTo>
                      <a:pt x="183314" y="356584"/>
                    </a:moveTo>
                    <a:cubicBezTo>
                      <a:pt x="175095" y="342495"/>
                      <a:pt x="180085" y="324590"/>
                      <a:pt x="194174" y="316665"/>
                    </a:cubicBezTo>
                    <a:lnTo>
                      <a:pt x="194174" y="316665"/>
                    </a:lnTo>
                    <a:cubicBezTo>
                      <a:pt x="208263" y="308446"/>
                      <a:pt x="226168" y="313436"/>
                      <a:pt x="234094" y="327525"/>
                    </a:cubicBezTo>
                    <a:lnTo>
                      <a:pt x="234094" y="327525"/>
                    </a:lnTo>
                    <a:cubicBezTo>
                      <a:pt x="242312" y="341614"/>
                      <a:pt x="237322" y="359519"/>
                      <a:pt x="223233" y="367445"/>
                    </a:cubicBezTo>
                    <a:lnTo>
                      <a:pt x="223233" y="367445"/>
                    </a:lnTo>
                    <a:cubicBezTo>
                      <a:pt x="218830" y="370086"/>
                      <a:pt x="213547" y="371554"/>
                      <a:pt x="208557" y="371554"/>
                    </a:cubicBezTo>
                    <a:lnTo>
                      <a:pt x="208557" y="371554"/>
                    </a:lnTo>
                    <a:cubicBezTo>
                      <a:pt x="198577" y="371554"/>
                      <a:pt x="188597" y="366270"/>
                      <a:pt x="183314" y="356584"/>
                    </a:cubicBezTo>
                    <a:close/>
                    <a:moveTo>
                      <a:pt x="123434" y="252382"/>
                    </a:moveTo>
                    <a:cubicBezTo>
                      <a:pt x="115216" y="238293"/>
                      <a:pt x="120205" y="220388"/>
                      <a:pt x="134295" y="212463"/>
                    </a:cubicBezTo>
                    <a:lnTo>
                      <a:pt x="134295" y="212463"/>
                    </a:lnTo>
                    <a:cubicBezTo>
                      <a:pt x="148384" y="204244"/>
                      <a:pt x="166289" y="209234"/>
                      <a:pt x="174508" y="223323"/>
                    </a:cubicBezTo>
                    <a:lnTo>
                      <a:pt x="174508" y="223323"/>
                    </a:lnTo>
                    <a:cubicBezTo>
                      <a:pt x="182433" y="237413"/>
                      <a:pt x="177443" y="255318"/>
                      <a:pt x="163647" y="263243"/>
                    </a:cubicBezTo>
                    <a:lnTo>
                      <a:pt x="163647" y="263243"/>
                    </a:lnTo>
                    <a:cubicBezTo>
                      <a:pt x="158951" y="265885"/>
                      <a:pt x="153961" y="267352"/>
                      <a:pt x="148971" y="267352"/>
                    </a:cubicBezTo>
                    <a:lnTo>
                      <a:pt x="148971" y="267352"/>
                    </a:lnTo>
                    <a:cubicBezTo>
                      <a:pt x="138698" y="267352"/>
                      <a:pt x="129011" y="261775"/>
                      <a:pt x="123434" y="252382"/>
                    </a:cubicBezTo>
                    <a:close/>
                    <a:moveTo>
                      <a:pt x="63555" y="148181"/>
                    </a:moveTo>
                    <a:cubicBezTo>
                      <a:pt x="55630" y="134091"/>
                      <a:pt x="60326" y="116186"/>
                      <a:pt x="74415" y="108261"/>
                    </a:cubicBezTo>
                    <a:lnTo>
                      <a:pt x="74415" y="108261"/>
                    </a:lnTo>
                    <a:cubicBezTo>
                      <a:pt x="88505" y="100042"/>
                      <a:pt x="106703" y="105032"/>
                      <a:pt x="114629" y="119122"/>
                    </a:cubicBezTo>
                    <a:lnTo>
                      <a:pt x="114629" y="119122"/>
                    </a:lnTo>
                    <a:cubicBezTo>
                      <a:pt x="122554" y="132917"/>
                      <a:pt x="117857" y="151116"/>
                      <a:pt x="103768" y="159041"/>
                    </a:cubicBezTo>
                    <a:lnTo>
                      <a:pt x="103768" y="159041"/>
                    </a:lnTo>
                    <a:cubicBezTo>
                      <a:pt x="99071" y="161683"/>
                      <a:pt x="94082" y="162857"/>
                      <a:pt x="89092" y="162857"/>
                    </a:cubicBezTo>
                    <a:lnTo>
                      <a:pt x="89092" y="162857"/>
                    </a:lnTo>
                    <a:cubicBezTo>
                      <a:pt x="79112" y="162857"/>
                      <a:pt x="69132" y="157574"/>
                      <a:pt x="63555" y="148181"/>
                    </a:cubicBezTo>
                    <a:close/>
                    <a:moveTo>
                      <a:pt x="3969" y="43979"/>
                    </a:moveTo>
                    <a:lnTo>
                      <a:pt x="3969" y="43979"/>
                    </a:lnTo>
                    <a:cubicBezTo>
                      <a:pt x="-4250" y="29890"/>
                      <a:pt x="740" y="11985"/>
                      <a:pt x="14830" y="3766"/>
                    </a:cubicBezTo>
                    <a:lnTo>
                      <a:pt x="14830" y="3766"/>
                    </a:lnTo>
                    <a:cubicBezTo>
                      <a:pt x="28625" y="-4159"/>
                      <a:pt x="46824" y="831"/>
                      <a:pt x="54749" y="14920"/>
                    </a:cubicBezTo>
                    <a:lnTo>
                      <a:pt x="54749" y="14920"/>
                    </a:lnTo>
                    <a:cubicBezTo>
                      <a:pt x="62968" y="28716"/>
                      <a:pt x="57978" y="46914"/>
                      <a:pt x="43889" y="54839"/>
                    </a:cubicBezTo>
                    <a:lnTo>
                      <a:pt x="43889" y="54839"/>
                    </a:lnTo>
                    <a:cubicBezTo>
                      <a:pt x="39486" y="57481"/>
                      <a:pt x="34496" y="58655"/>
                      <a:pt x="29506" y="58655"/>
                    </a:cubicBezTo>
                    <a:lnTo>
                      <a:pt x="29506" y="58655"/>
                    </a:lnTo>
                    <a:cubicBezTo>
                      <a:pt x="19233" y="58655"/>
                      <a:pt x="9253" y="53372"/>
                      <a:pt x="3969" y="4397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8BBF57C9-FACC-9932-BC9B-38076AB83A65}"/>
                  </a:ext>
                </a:extLst>
              </p:cNvPr>
              <p:cNvSpPr/>
              <p:nvPr/>
            </p:nvSpPr>
            <p:spPr>
              <a:xfrm>
                <a:off x="8642383" y="3499045"/>
                <a:ext cx="95226" cy="258590"/>
              </a:xfrm>
              <a:custGeom>
                <a:avLst/>
                <a:gdLst>
                  <a:gd name="connsiteX0" fmla="*/ 14311 w 95226"/>
                  <a:gd name="connsiteY0" fmla="*/ 254481 h 258590"/>
                  <a:gd name="connsiteX1" fmla="*/ 4331 w 95226"/>
                  <a:gd name="connsiteY1" fmla="*/ 213975 h 258590"/>
                  <a:gd name="connsiteX2" fmla="*/ 4331 w 95226"/>
                  <a:gd name="connsiteY2" fmla="*/ 213975 h 258590"/>
                  <a:gd name="connsiteX3" fmla="*/ 44544 w 95226"/>
                  <a:gd name="connsiteY3" fmla="*/ 203995 h 258590"/>
                  <a:gd name="connsiteX4" fmla="*/ 44544 w 95226"/>
                  <a:gd name="connsiteY4" fmla="*/ 203995 h 258590"/>
                  <a:gd name="connsiteX5" fmla="*/ 54524 w 95226"/>
                  <a:gd name="connsiteY5" fmla="*/ 244501 h 258590"/>
                  <a:gd name="connsiteX6" fmla="*/ 54524 w 95226"/>
                  <a:gd name="connsiteY6" fmla="*/ 244501 h 258590"/>
                  <a:gd name="connsiteX7" fmla="*/ 29281 w 95226"/>
                  <a:gd name="connsiteY7" fmla="*/ 258591 h 258590"/>
                  <a:gd name="connsiteX8" fmla="*/ 29281 w 95226"/>
                  <a:gd name="connsiteY8" fmla="*/ 258591 h 258590"/>
                  <a:gd name="connsiteX9" fmla="*/ 14311 w 95226"/>
                  <a:gd name="connsiteY9" fmla="*/ 254481 h 258590"/>
                  <a:gd name="connsiteX10" fmla="*/ 60688 w 95226"/>
                  <a:gd name="connsiteY10" fmla="*/ 161433 h 258590"/>
                  <a:gd name="connsiteX11" fmla="*/ 36913 w 95226"/>
                  <a:gd name="connsiteY11" fmla="*/ 127384 h 258590"/>
                  <a:gd name="connsiteX12" fmla="*/ 36913 w 95226"/>
                  <a:gd name="connsiteY12" fmla="*/ 127384 h 258590"/>
                  <a:gd name="connsiteX13" fmla="*/ 70961 w 95226"/>
                  <a:gd name="connsiteY13" fmla="*/ 103902 h 258590"/>
                  <a:gd name="connsiteX14" fmla="*/ 70961 w 95226"/>
                  <a:gd name="connsiteY14" fmla="*/ 103902 h 258590"/>
                  <a:gd name="connsiteX15" fmla="*/ 94737 w 95226"/>
                  <a:gd name="connsiteY15" fmla="*/ 137951 h 258590"/>
                  <a:gd name="connsiteX16" fmla="*/ 94737 w 95226"/>
                  <a:gd name="connsiteY16" fmla="*/ 137951 h 258590"/>
                  <a:gd name="connsiteX17" fmla="*/ 65972 w 95226"/>
                  <a:gd name="connsiteY17" fmla="*/ 162021 h 258590"/>
                  <a:gd name="connsiteX18" fmla="*/ 65972 w 95226"/>
                  <a:gd name="connsiteY18" fmla="*/ 162021 h 258590"/>
                  <a:gd name="connsiteX19" fmla="*/ 60688 w 95226"/>
                  <a:gd name="connsiteY19" fmla="*/ 161433 h 258590"/>
                  <a:gd name="connsiteX20" fmla="*/ 36619 w 95226"/>
                  <a:gd name="connsiteY20" fmla="*/ 34630 h 258590"/>
                  <a:gd name="connsiteX21" fmla="*/ 59808 w 95226"/>
                  <a:gd name="connsiteY21" fmla="*/ 581 h 258590"/>
                  <a:gd name="connsiteX22" fmla="*/ 59808 w 95226"/>
                  <a:gd name="connsiteY22" fmla="*/ 581 h 258590"/>
                  <a:gd name="connsiteX23" fmla="*/ 94150 w 95226"/>
                  <a:gd name="connsiteY23" fmla="*/ 23770 h 258590"/>
                  <a:gd name="connsiteX24" fmla="*/ 94150 w 95226"/>
                  <a:gd name="connsiteY24" fmla="*/ 23770 h 258590"/>
                  <a:gd name="connsiteX25" fmla="*/ 70961 w 95226"/>
                  <a:gd name="connsiteY25" fmla="*/ 58112 h 258590"/>
                  <a:gd name="connsiteX26" fmla="*/ 70961 w 95226"/>
                  <a:gd name="connsiteY26" fmla="*/ 58112 h 258590"/>
                  <a:gd name="connsiteX27" fmla="*/ 65384 w 95226"/>
                  <a:gd name="connsiteY27" fmla="*/ 58699 h 258590"/>
                  <a:gd name="connsiteX28" fmla="*/ 65384 w 95226"/>
                  <a:gd name="connsiteY28" fmla="*/ 58699 h 258590"/>
                  <a:gd name="connsiteX29" fmla="*/ 36619 w 95226"/>
                  <a:gd name="connsiteY29" fmla="*/ 34630 h 258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95226" h="258590">
                    <a:moveTo>
                      <a:pt x="14311" y="254481"/>
                    </a:moveTo>
                    <a:cubicBezTo>
                      <a:pt x="222" y="245969"/>
                      <a:pt x="-4181" y="227770"/>
                      <a:pt x="4331" y="213975"/>
                    </a:cubicBezTo>
                    <a:lnTo>
                      <a:pt x="4331" y="213975"/>
                    </a:lnTo>
                    <a:cubicBezTo>
                      <a:pt x="12550" y="200179"/>
                      <a:pt x="30455" y="195776"/>
                      <a:pt x="44544" y="203995"/>
                    </a:cubicBezTo>
                    <a:lnTo>
                      <a:pt x="44544" y="203995"/>
                    </a:lnTo>
                    <a:cubicBezTo>
                      <a:pt x="58340" y="212507"/>
                      <a:pt x="62743" y="230412"/>
                      <a:pt x="54524" y="244501"/>
                    </a:cubicBezTo>
                    <a:lnTo>
                      <a:pt x="54524" y="244501"/>
                    </a:lnTo>
                    <a:cubicBezTo>
                      <a:pt x="48947" y="253601"/>
                      <a:pt x="39261" y="258591"/>
                      <a:pt x="29281" y="258591"/>
                    </a:cubicBezTo>
                    <a:lnTo>
                      <a:pt x="29281" y="258591"/>
                    </a:lnTo>
                    <a:cubicBezTo>
                      <a:pt x="24291" y="258591"/>
                      <a:pt x="19007" y="257123"/>
                      <a:pt x="14311" y="254481"/>
                    </a:cubicBezTo>
                    <a:close/>
                    <a:moveTo>
                      <a:pt x="60688" y="161433"/>
                    </a:moveTo>
                    <a:cubicBezTo>
                      <a:pt x="44544" y="158498"/>
                      <a:pt x="33977" y="143235"/>
                      <a:pt x="36913" y="127384"/>
                    </a:cubicBezTo>
                    <a:lnTo>
                      <a:pt x="36913" y="127384"/>
                    </a:lnTo>
                    <a:cubicBezTo>
                      <a:pt x="39848" y="111240"/>
                      <a:pt x="55111" y="100673"/>
                      <a:pt x="70961" y="103902"/>
                    </a:cubicBezTo>
                    <a:lnTo>
                      <a:pt x="70961" y="103902"/>
                    </a:lnTo>
                    <a:cubicBezTo>
                      <a:pt x="87105" y="106544"/>
                      <a:pt x="97672" y="121807"/>
                      <a:pt x="94737" y="137951"/>
                    </a:cubicBezTo>
                    <a:lnTo>
                      <a:pt x="94737" y="137951"/>
                    </a:lnTo>
                    <a:cubicBezTo>
                      <a:pt x="92095" y="152041"/>
                      <a:pt x="79767" y="162021"/>
                      <a:pt x="65972" y="162021"/>
                    </a:cubicBezTo>
                    <a:lnTo>
                      <a:pt x="65972" y="162021"/>
                    </a:lnTo>
                    <a:cubicBezTo>
                      <a:pt x="64210" y="162021"/>
                      <a:pt x="62449" y="162021"/>
                      <a:pt x="60688" y="161433"/>
                    </a:cubicBezTo>
                    <a:close/>
                    <a:moveTo>
                      <a:pt x="36619" y="34630"/>
                    </a:moveTo>
                    <a:cubicBezTo>
                      <a:pt x="33684" y="18780"/>
                      <a:pt x="43957" y="3516"/>
                      <a:pt x="59808" y="581"/>
                    </a:cubicBezTo>
                    <a:lnTo>
                      <a:pt x="59808" y="581"/>
                    </a:lnTo>
                    <a:cubicBezTo>
                      <a:pt x="75951" y="-2648"/>
                      <a:pt x="91215" y="7919"/>
                      <a:pt x="94150" y="23770"/>
                    </a:cubicBezTo>
                    <a:lnTo>
                      <a:pt x="94150" y="23770"/>
                    </a:lnTo>
                    <a:cubicBezTo>
                      <a:pt x="97379" y="39914"/>
                      <a:pt x="86812" y="55177"/>
                      <a:pt x="70961" y="58112"/>
                    </a:cubicBezTo>
                    <a:lnTo>
                      <a:pt x="70961" y="58112"/>
                    </a:lnTo>
                    <a:cubicBezTo>
                      <a:pt x="68907" y="58699"/>
                      <a:pt x="67146" y="58699"/>
                      <a:pt x="65384" y="58699"/>
                    </a:cubicBezTo>
                    <a:lnTo>
                      <a:pt x="65384" y="58699"/>
                    </a:lnTo>
                    <a:cubicBezTo>
                      <a:pt x="51589" y="58699"/>
                      <a:pt x="39261" y="49013"/>
                      <a:pt x="36619" y="3463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42DCAA5D-DE6F-2A10-8D5F-4FDC29C90C24}"/>
                  </a:ext>
                </a:extLst>
              </p:cNvPr>
              <p:cNvSpPr/>
              <p:nvPr/>
            </p:nvSpPr>
            <p:spPr>
              <a:xfrm>
                <a:off x="8486809" y="3819465"/>
                <a:ext cx="58552" cy="58809"/>
              </a:xfrm>
              <a:custGeom>
                <a:avLst/>
                <a:gdLst>
                  <a:gd name="connsiteX0" fmla="*/ 1108 w 58552"/>
                  <a:gd name="connsiteY0" fmla="*/ 37088 h 58809"/>
                  <a:gd name="connsiteX1" fmla="*/ 21655 w 58552"/>
                  <a:gd name="connsiteY1" fmla="*/ 985 h 58809"/>
                  <a:gd name="connsiteX2" fmla="*/ 21655 w 58552"/>
                  <a:gd name="connsiteY2" fmla="*/ 985 h 58809"/>
                  <a:gd name="connsiteX3" fmla="*/ 57465 w 58552"/>
                  <a:gd name="connsiteY3" fmla="*/ 21825 h 58809"/>
                  <a:gd name="connsiteX4" fmla="*/ 57465 w 58552"/>
                  <a:gd name="connsiteY4" fmla="*/ 21825 h 58809"/>
                  <a:gd name="connsiteX5" fmla="*/ 36918 w 58552"/>
                  <a:gd name="connsiteY5" fmla="*/ 57635 h 58809"/>
                  <a:gd name="connsiteX6" fmla="*/ 36918 w 58552"/>
                  <a:gd name="connsiteY6" fmla="*/ 57635 h 58809"/>
                  <a:gd name="connsiteX7" fmla="*/ 29286 w 58552"/>
                  <a:gd name="connsiteY7" fmla="*/ 58809 h 58809"/>
                  <a:gd name="connsiteX8" fmla="*/ 29286 w 58552"/>
                  <a:gd name="connsiteY8" fmla="*/ 58809 h 58809"/>
                  <a:gd name="connsiteX9" fmla="*/ 1108 w 58552"/>
                  <a:gd name="connsiteY9" fmla="*/ 37088 h 58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552" h="58809">
                    <a:moveTo>
                      <a:pt x="1108" y="37088"/>
                    </a:moveTo>
                    <a:cubicBezTo>
                      <a:pt x="-3295" y="21531"/>
                      <a:pt x="5805" y="5388"/>
                      <a:pt x="21655" y="985"/>
                    </a:cubicBezTo>
                    <a:lnTo>
                      <a:pt x="21655" y="985"/>
                    </a:lnTo>
                    <a:cubicBezTo>
                      <a:pt x="37212" y="-3125"/>
                      <a:pt x="53356" y="5975"/>
                      <a:pt x="57465" y="21825"/>
                    </a:cubicBezTo>
                    <a:lnTo>
                      <a:pt x="57465" y="21825"/>
                    </a:lnTo>
                    <a:cubicBezTo>
                      <a:pt x="61868" y="37382"/>
                      <a:pt x="52475" y="53526"/>
                      <a:pt x="36918" y="57635"/>
                    </a:cubicBezTo>
                    <a:lnTo>
                      <a:pt x="36918" y="57635"/>
                    </a:lnTo>
                    <a:cubicBezTo>
                      <a:pt x="34570" y="58516"/>
                      <a:pt x="31928" y="58809"/>
                      <a:pt x="29286" y="58809"/>
                    </a:cubicBezTo>
                    <a:lnTo>
                      <a:pt x="29286" y="58809"/>
                    </a:lnTo>
                    <a:cubicBezTo>
                      <a:pt x="16371" y="58809"/>
                      <a:pt x="4630" y="50297"/>
                      <a:pt x="1108" y="3708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FF5FC9F5-416B-DE25-A378-D455AA1F200E}"/>
                  </a:ext>
                </a:extLst>
              </p:cNvPr>
              <p:cNvSpPr/>
              <p:nvPr/>
            </p:nvSpPr>
            <p:spPr>
              <a:xfrm>
                <a:off x="7247476" y="3831017"/>
                <a:ext cx="1086633" cy="58705"/>
              </a:xfrm>
              <a:custGeom>
                <a:avLst/>
                <a:gdLst>
                  <a:gd name="connsiteX0" fmla="*/ 1027928 w 1086633"/>
                  <a:gd name="connsiteY0" fmla="*/ 29353 h 58705"/>
                  <a:gd name="connsiteX1" fmla="*/ 1057281 w 1086633"/>
                  <a:gd name="connsiteY1" fmla="*/ 0 h 58705"/>
                  <a:gd name="connsiteX2" fmla="*/ 1057281 w 1086633"/>
                  <a:gd name="connsiteY2" fmla="*/ 0 h 58705"/>
                  <a:gd name="connsiteX3" fmla="*/ 1086634 w 1086633"/>
                  <a:gd name="connsiteY3" fmla="*/ 29353 h 58705"/>
                  <a:gd name="connsiteX4" fmla="*/ 1086634 w 1086633"/>
                  <a:gd name="connsiteY4" fmla="*/ 29353 h 58705"/>
                  <a:gd name="connsiteX5" fmla="*/ 1057281 w 1086633"/>
                  <a:gd name="connsiteY5" fmla="*/ 58705 h 58705"/>
                  <a:gd name="connsiteX6" fmla="*/ 1057281 w 1086633"/>
                  <a:gd name="connsiteY6" fmla="*/ 58705 h 58705"/>
                  <a:gd name="connsiteX7" fmla="*/ 1027928 w 1086633"/>
                  <a:gd name="connsiteY7" fmla="*/ 29353 h 58705"/>
                  <a:gd name="connsiteX8" fmla="*/ 913747 w 1086633"/>
                  <a:gd name="connsiteY8" fmla="*/ 29353 h 58705"/>
                  <a:gd name="connsiteX9" fmla="*/ 943099 w 1086633"/>
                  <a:gd name="connsiteY9" fmla="*/ 0 h 58705"/>
                  <a:gd name="connsiteX10" fmla="*/ 943099 w 1086633"/>
                  <a:gd name="connsiteY10" fmla="*/ 0 h 58705"/>
                  <a:gd name="connsiteX11" fmla="*/ 972452 w 1086633"/>
                  <a:gd name="connsiteY11" fmla="*/ 29353 h 58705"/>
                  <a:gd name="connsiteX12" fmla="*/ 972452 w 1086633"/>
                  <a:gd name="connsiteY12" fmla="*/ 29353 h 58705"/>
                  <a:gd name="connsiteX13" fmla="*/ 943099 w 1086633"/>
                  <a:gd name="connsiteY13" fmla="*/ 58705 h 58705"/>
                  <a:gd name="connsiteX14" fmla="*/ 943099 w 1086633"/>
                  <a:gd name="connsiteY14" fmla="*/ 58705 h 58705"/>
                  <a:gd name="connsiteX15" fmla="*/ 913747 w 1086633"/>
                  <a:gd name="connsiteY15" fmla="*/ 29353 h 58705"/>
                  <a:gd name="connsiteX16" fmla="*/ 799565 w 1086633"/>
                  <a:gd name="connsiteY16" fmla="*/ 29353 h 58705"/>
                  <a:gd name="connsiteX17" fmla="*/ 828918 w 1086633"/>
                  <a:gd name="connsiteY17" fmla="*/ 0 h 58705"/>
                  <a:gd name="connsiteX18" fmla="*/ 828918 w 1086633"/>
                  <a:gd name="connsiteY18" fmla="*/ 0 h 58705"/>
                  <a:gd name="connsiteX19" fmla="*/ 858270 w 1086633"/>
                  <a:gd name="connsiteY19" fmla="*/ 29353 h 58705"/>
                  <a:gd name="connsiteX20" fmla="*/ 858270 w 1086633"/>
                  <a:gd name="connsiteY20" fmla="*/ 29353 h 58705"/>
                  <a:gd name="connsiteX21" fmla="*/ 828918 w 1086633"/>
                  <a:gd name="connsiteY21" fmla="*/ 58705 h 58705"/>
                  <a:gd name="connsiteX22" fmla="*/ 828918 w 1086633"/>
                  <a:gd name="connsiteY22" fmla="*/ 58705 h 58705"/>
                  <a:gd name="connsiteX23" fmla="*/ 799565 w 1086633"/>
                  <a:gd name="connsiteY23" fmla="*/ 29353 h 58705"/>
                  <a:gd name="connsiteX24" fmla="*/ 685383 w 1086633"/>
                  <a:gd name="connsiteY24" fmla="*/ 29353 h 58705"/>
                  <a:gd name="connsiteX25" fmla="*/ 714736 w 1086633"/>
                  <a:gd name="connsiteY25" fmla="*/ 0 h 58705"/>
                  <a:gd name="connsiteX26" fmla="*/ 714736 w 1086633"/>
                  <a:gd name="connsiteY26" fmla="*/ 0 h 58705"/>
                  <a:gd name="connsiteX27" fmla="*/ 744089 w 1086633"/>
                  <a:gd name="connsiteY27" fmla="*/ 29353 h 58705"/>
                  <a:gd name="connsiteX28" fmla="*/ 744089 w 1086633"/>
                  <a:gd name="connsiteY28" fmla="*/ 29353 h 58705"/>
                  <a:gd name="connsiteX29" fmla="*/ 714736 w 1086633"/>
                  <a:gd name="connsiteY29" fmla="*/ 58705 h 58705"/>
                  <a:gd name="connsiteX30" fmla="*/ 714736 w 1086633"/>
                  <a:gd name="connsiteY30" fmla="*/ 58705 h 58705"/>
                  <a:gd name="connsiteX31" fmla="*/ 685383 w 1086633"/>
                  <a:gd name="connsiteY31" fmla="*/ 29353 h 58705"/>
                  <a:gd name="connsiteX32" fmla="*/ 571202 w 1086633"/>
                  <a:gd name="connsiteY32" fmla="*/ 29353 h 58705"/>
                  <a:gd name="connsiteX33" fmla="*/ 600554 w 1086633"/>
                  <a:gd name="connsiteY33" fmla="*/ 0 h 58705"/>
                  <a:gd name="connsiteX34" fmla="*/ 600554 w 1086633"/>
                  <a:gd name="connsiteY34" fmla="*/ 0 h 58705"/>
                  <a:gd name="connsiteX35" fmla="*/ 629907 w 1086633"/>
                  <a:gd name="connsiteY35" fmla="*/ 29353 h 58705"/>
                  <a:gd name="connsiteX36" fmla="*/ 629907 w 1086633"/>
                  <a:gd name="connsiteY36" fmla="*/ 29353 h 58705"/>
                  <a:gd name="connsiteX37" fmla="*/ 600554 w 1086633"/>
                  <a:gd name="connsiteY37" fmla="*/ 58705 h 58705"/>
                  <a:gd name="connsiteX38" fmla="*/ 600554 w 1086633"/>
                  <a:gd name="connsiteY38" fmla="*/ 58705 h 58705"/>
                  <a:gd name="connsiteX39" fmla="*/ 571202 w 1086633"/>
                  <a:gd name="connsiteY39" fmla="*/ 29353 h 58705"/>
                  <a:gd name="connsiteX40" fmla="*/ 457020 w 1086633"/>
                  <a:gd name="connsiteY40" fmla="*/ 29353 h 58705"/>
                  <a:gd name="connsiteX41" fmla="*/ 486373 w 1086633"/>
                  <a:gd name="connsiteY41" fmla="*/ 0 h 58705"/>
                  <a:gd name="connsiteX42" fmla="*/ 486373 w 1086633"/>
                  <a:gd name="connsiteY42" fmla="*/ 0 h 58705"/>
                  <a:gd name="connsiteX43" fmla="*/ 515725 w 1086633"/>
                  <a:gd name="connsiteY43" fmla="*/ 29353 h 58705"/>
                  <a:gd name="connsiteX44" fmla="*/ 515725 w 1086633"/>
                  <a:gd name="connsiteY44" fmla="*/ 29353 h 58705"/>
                  <a:gd name="connsiteX45" fmla="*/ 486373 w 1086633"/>
                  <a:gd name="connsiteY45" fmla="*/ 58705 h 58705"/>
                  <a:gd name="connsiteX46" fmla="*/ 486373 w 1086633"/>
                  <a:gd name="connsiteY46" fmla="*/ 58705 h 58705"/>
                  <a:gd name="connsiteX47" fmla="*/ 457020 w 1086633"/>
                  <a:gd name="connsiteY47" fmla="*/ 29353 h 58705"/>
                  <a:gd name="connsiteX48" fmla="*/ 342545 w 1086633"/>
                  <a:gd name="connsiteY48" fmla="*/ 29353 h 58705"/>
                  <a:gd name="connsiteX49" fmla="*/ 372191 w 1086633"/>
                  <a:gd name="connsiteY49" fmla="*/ 0 h 58705"/>
                  <a:gd name="connsiteX50" fmla="*/ 372191 w 1086633"/>
                  <a:gd name="connsiteY50" fmla="*/ 0 h 58705"/>
                  <a:gd name="connsiteX51" fmla="*/ 401250 w 1086633"/>
                  <a:gd name="connsiteY51" fmla="*/ 29353 h 58705"/>
                  <a:gd name="connsiteX52" fmla="*/ 401250 w 1086633"/>
                  <a:gd name="connsiteY52" fmla="*/ 29353 h 58705"/>
                  <a:gd name="connsiteX53" fmla="*/ 372191 w 1086633"/>
                  <a:gd name="connsiteY53" fmla="*/ 58705 h 58705"/>
                  <a:gd name="connsiteX54" fmla="*/ 372191 w 1086633"/>
                  <a:gd name="connsiteY54" fmla="*/ 58705 h 58705"/>
                  <a:gd name="connsiteX55" fmla="*/ 342545 w 1086633"/>
                  <a:gd name="connsiteY55" fmla="*/ 29353 h 58705"/>
                  <a:gd name="connsiteX56" fmla="*/ 228363 w 1086633"/>
                  <a:gd name="connsiteY56" fmla="*/ 29353 h 58705"/>
                  <a:gd name="connsiteX57" fmla="*/ 257716 w 1086633"/>
                  <a:gd name="connsiteY57" fmla="*/ 0 h 58705"/>
                  <a:gd name="connsiteX58" fmla="*/ 257716 w 1086633"/>
                  <a:gd name="connsiteY58" fmla="*/ 0 h 58705"/>
                  <a:gd name="connsiteX59" fmla="*/ 287069 w 1086633"/>
                  <a:gd name="connsiteY59" fmla="*/ 29353 h 58705"/>
                  <a:gd name="connsiteX60" fmla="*/ 287069 w 1086633"/>
                  <a:gd name="connsiteY60" fmla="*/ 29353 h 58705"/>
                  <a:gd name="connsiteX61" fmla="*/ 257716 w 1086633"/>
                  <a:gd name="connsiteY61" fmla="*/ 58705 h 58705"/>
                  <a:gd name="connsiteX62" fmla="*/ 257716 w 1086633"/>
                  <a:gd name="connsiteY62" fmla="*/ 58705 h 58705"/>
                  <a:gd name="connsiteX63" fmla="*/ 228363 w 1086633"/>
                  <a:gd name="connsiteY63" fmla="*/ 29353 h 58705"/>
                  <a:gd name="connsiteX64" fmla="*/ 114182 w 1086633"/>
                  <a:gd name="connsiteY64" fmla="*/ 29353 h 58705"/>
                  <a:gd name="connsiteX65" fmla="*/ 143534 w 1086633"/>
                  <a:gd name="connsiteY65" fmla="*/ 0 h 58705"/>
                  <a:gd name="connsiteX66" fmla="*/ 143534 w 1086633"/>
                  <a:gd name="connsiteY66" fmla="*/ 0 h 58705"/>
                  <a:gd name="connsiteX67" fmla="*/ 172887 w 1086633"/>
                  <a:gd name="connsiteY67" fmla="*/ 29353 h 58705"/>
                  <a:gd name="connsiteX68" fmla="*/ 172887 w 1086633"/>
                  <a:gd name="connsiteY68" fmla="*/ 29353 h 58705"/>
                  <a:gd name="connsiteX69" fmla="*/ 143534 w 1086633"/>
                  <a:gd name="connsiteY69" fmla="*/ 58705 h 58705"/>
                  <a:gd name="connsiteX70" fmla="*/ 143534 w 1086633"/>
                  <a:gd name="connsiteY70" fmla="*/ 58705 h 58705"/>
                  <a:gd name="connsiteX71" fmla="*/ 114182 w 1086633"/>
                  <a:gd name="connsiteY71" fmla="*/ 29353 h 58705"/>
                  <a:gd name="connsiteX72" fmla="*/ 0 w 1086633"/>
                  <a:gd name="connsiteY72" fmla="*/ 29353 h 58705"/>
                  <a:gd name="connsiteX73" fmla="*/ 29353 w 1086633"/>
                  <a:gd name="connsiteY73" fmla="*/ 0 h 58705"/>
                  <a:gd name="connsiteX74" fmla="*/ 29353 w 1086633"/>
                  <a:gd name="connsiteY74" fmla="*/ 0 h 58705"/>
                  <a:gd name="connsiteX75" fmla="*/ 58705 w 1086633"/>
                  <a:gd name="connsiteY75" fmla="*/ 29353 h 58705"/>
                  <a:gd name="connsiteX76" fmla="*/ 58705 w 1086633"/>
                  <a:gd name="connsiteY76" fmla="*/ 29353 h 58705"/>
                  <a:gd name="connsiteX77" fmla="*/ 29353 w 1086633"/>
                  <a:gd name="connsiteY77" fmla="*/ 58705 h 58705"/>
                  <a:gd name="connsiteX78" fmla="*/ 29353 w 1086633"/>
                  <a:gd name="connsiteY78" fmla="*/ 58705 h 58705"/>
                  <a:gd name="connsiteX79" fmla="*/ 0 w 1086633"/>
                  <a:gd name="connsiteY79" fmla="*/ 29353 h 58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086633" h="58705">
                    <a:moveTo>
                      <a:pt x="1027928" y="29353"/>
                    </a:moveTo>
                    <a:cubicBezTo>
                      <a:pt x="1027928" y="13209"/>
                      <a:pt x="1041137" y="0"/>
                      <a:pt x="1057281" y="0"/>
                    </a:cubicBezTo>
                    <a:lnTo>
                      <a:pt x="1057281" y="0"/>
                    </a:lnTo>
                    <a:cubicBezTo>
                      <a:pt x="1073425" y="0"/>
                      <a:pt x="1086634" y="13209"/>
                      <a:pt x="1086634" y="29353"/>
                    </a:cubicBezTo>
                    <a:lnTo>
                      <a:pt x="1086634" y="29353"/>
                    </a:lnTo>
                    <a:cubicBezTo>
                      <a:pt x="1086634" y="45790"/>
                      <a:pt x="1073425" y="58705"/>
                      <a:pt x="1057281" y="58705"/>
                    </a:cubicBezTo>
                    <a:lnTo>
                      <a:pt x="1057281" y="58705"/>
                    </a:lnTo>
                    <a:cubicBezTo>
                      <a:pt x="1041137" y="58705"/>
                      <a:pt x="1027928" y="45790"/>
                      <a:pt x="1027928" y="29353"/>
                    </a:cubicBezTo>
                    <a:close/>
                    <a:moveTo>
                      <a:pt x="913747" y="29353"/>
                    </a:moveTo>
                    <a:cubicBezTo>
                      <a:pt x="913747" y="13209"/>
                      <a:pt x="926955" y="0"/>
                      <a:pt x="943099" y="0"/>
                    </a:cubicBezTo>
                    <a:lnTo>
                      <a:pt x="943099" y="0"/>
                    </a:lnTo>
                    <a:cubicBezTo>
                      <a:pt x="959243" y="0"/>
                      <a:pt x="972452" y="13209"/>
                      <a:pt x="972452" y="29353"/>
                    </a:cubicBezTo>
                    <a:lnTo>
                      <a:pt x="972452" y="29353"/>
                    </a:lnTo>
                    <a:cubicBezTo>
                      <a:pt x="972452" y="45496"/>
                      <a:pt x="959243" y="58705"/>
                      <a:pt x="943099" y="58705"/>
                    </a:cubicBezTo>
                    <a:lnTo>
                      <a:pt x="943099" y="58705"/>
                    </a:lnTo>
                    <a:cubicBezTo>
                      <a:pt x="926955" y="58705"/>
                      <a:pt x="913747" y="45496"/>
                      <a:pt x="913747" y="29353"/>
                    </a:cubicBezTo>
                    <a:close/>
                    <a:moveTo>
                      <a:pt x="799565" y="29353"/>
                    </a:moveTo>
                    <a:cubicBezTo>
                      <a:pt x="799565" y="13209"/>
                      <a:pt x="812774" y="0"/>
                      <a:pt x="828918" y="0"/>
                    </a:cubicBezTo>
                    <a:lnTo>
                      <a:pt x="828918" y="0"/>
                    </a:lnTo>
                    <a:cubicBezTo>
                      <a:pt x="845062" y="0"/>
                      <a:pt x="858270" y="13209"/>
                      <a:pt x="858270" y="29353"/>
                    </a:cubicBezTo>
                    <a:lnTo>
                      <a:pt x="858270" y="29353"/>
                    </a:lnTo>
                    <a:cubicBezTo>
                      <a:pt x="858270" y="45496"/>
                      <a:pt x="845062" y="58705"/>
                      <a:pt x="828918" y="58705"/>
                    </a:cubicBezTo>
                    <a:lnTo>
                      <a:pt x="828918" y="58705"/>
                    </a:lnTo>
                    <a:cubicBezTo>
                      <a:pt x="812774" y="58705"/>
                      <a:pt x="799565" y="45496"/>
                      <a:pt x="799565" y="29353"/>
                    </a:cubicBezTo>
                    <a:close/>
                    <a:moveTo>
                      <a:pt x="685383" y="29353"/>
                    </a:moveTo>
                    <a:cubicBezTo>
                      <a:pt x="685383" y="13209"/>
                      <a:pt x="698298" y="0"/>
                      <a:pt x="714736" y="0"/>
                    </a:cubicBezTo>
                    <a:lnTo>
                      <a:pt x="714736" y="0"/>
                    </a:lnTo>
                    <a:cubicBezTo>
                      <a:pt x="730880" y="0"/>
                      <a:pt x="744089" y="13209"/>
                      <a:pt x="744089" y="29353"/>
                    </a:cubicBezTo>
                    <a:lnTo>
                      <a:pt x="744089" y="29353"/>
                    </a:lnTo>
                    <a:cubicBezTo>
                      <a:pt x="744089" y="45496"/>
                      <a:pt x="730880" y="58705"/>
                      <a:pt x="714736" y="58705"/>
                    </a:cubicBezTo>
                    <a:lnTo>
                      <a:pt x="714736" y="58705"/>
                    </a:lnTo>
                    <a:cubicBezTo>
                      <a:pt x="698298" y="58705"/>
                      <a:pt x="685383" y="45496"/>
                      <a:pt x="685383" y="29353"/>
                    </a:cubicBezTo>
                    <a:close/>
                    <a:moveTo>
                      <a:pt x="571202" y="29353"/>
                    </a:moveTo>
                    <a:cubicBezTo>
                      <a:pt x="571202" y="13209"/>
                      <a:pt x="584117" y="0"/>
                      <a:pt x="600554" y="0"/>
                    </a:cubicBezTo>
                    <a:lnTo>
                      <a:pt x="600554" y="0"/>
                    </a:lnTo>
                    <a:cubicBezTo>
                      <a:pt x="616698" y="0"/>
                      <a:pt x="629907" y="13209"/>
                      <a:pt x="629907" y="29353"/>
                    </a:cubicBezTo>
                    <a:lnTo>
                      <a:pt x="629907" y="29353"/>
                    </a:lnTo>
                    <a:cubicBezTo>
                      <a:pt x="629907" y="45496"/>
                      <a:pt x="616698" y="58705"/>
                      <a:pt x="600554" y="58705"/>
                    </a:cubicBezTo>
                    <a:lnTo>
                      <a:pt x="600554" y="58705"/>
                    </a:lnTo>
                    <a:cubicBezTo>
                      <a:pt x="584117" y="58705"/>
                      <a:pt x="571202" y="45496"/>
                      <a:pt x="571202" y="29353"/>
                    </a:cubicBezTo>
                    <a:close/>
                    <a:moveTo>
                      <a:pt x="457020" y="29353"/>
                    </a:moveTo>
                    <a:cubicBezTo>
                      <a:pt x="457020" y="13209"/>
                      <a:pt x="469935" y="0"/>
                      <a:pt x="486373" y="0"/>
                    </a:cubicBezTo>
                    <a:lnTo>
                      <a:pt x="486373" y="0"/>
                    </a:lnTo>
                    <a:cubicBezTo>
                      <a:pt x="502517" y="0"/>
                      <a:pt x="515725" y="13209"/>
                      <a:pt x="515725" y="29353"/>
                    </a:cubicBezTo>
                    <a:lnTo>
                      <a:pt x="515725" y="29353"/>
                    </a:lnTo>
                    <a:cubicBezTo>
                      <a:pt x="515725" y="45496"/>
                      <a:pt x="502517" y="58705"/>
                      <a:pt x="486373" y="58705"/>
                    </a:cubicBezTo>
                    <a:lnTo>
                      <a:pt x="486373" y="58705"/>
                    </a:lnTo>
                    <a:cubicBezTo>
                      <a:pt x="469935" y="58705"/>
                      <a:pt x="457020" y="45496"/>
                      <a:pt x="457020" y="29353"/>
                    </a:cubicBezTo>
                    <a:close/>
                    <a:moveTo>
                      <a:pt x="342545" y="29353"/>
                    </a:moveTo>
                    <a:cubicBezTo>
                      <a:pt x="342545" y="13209"/>
                      <a:pt x="355754" y="0"/>
                      <a:pt x="372191" y="0"/>
                    </a:cubicBezTo>
                    <a:lnTo>
                      <a:pt x="372191" y="0"/>
                    </a:lnTo>
                    <a:cubicBezTo>
                      <a:pt x="388041" y="0"/>
                      <a:pt x="401250" y="13209"/>
                      <a:pt x="401250" y="29353"/>
                    </a:cubicBezTo>
                    <a:lnTo>
                      <a:pt x="401250" y="29353"/>
                    </a:lnTo>
                    <a:cubicBezTo>
                      <a:pt x="401250" y="45496"/>
                      <a:pt x="388041" y="58705"/>
                      <a:pt x="372191" y="58705"/>
                    </a:cubicBezTo>
                    <a:lnTo>
                      <a:pt x="372191" y="58705"/>
                    </a:lnTo>
                    <a:cubicBezTo>
                      <a:pt x="355754" y="58705"/>
                      <a:pt x="342545" y="45496"/>
                      <a:pt x="342545" y="29353"/>
                    </a:cubicBezTo>
                    <a:close/>
                    <a:moveTo>
                      <a:pt x="228363" y="29353"/>
                    </a:moveTo>
                    <a:cubicBezTo>
                      <a:pt x="228363" y="13209"/>
                      <a:pt x="241572" y="0"/>
                      <a:pt x="257716" y="0"/>
                    </a:cubicBezTo>
                    <a:lnTo>
                      <a:pt x="257716" y="0"/>
                    </a:lnTo>
                    <a:cubicBezTo>
                      <a:pt x="273860" y="0"/>
                      <a:pt x="287069" y="13209"/>
                      <a:pt x="287069" y="29353"/>
                    </a:cubicBezTo>
                    <a:lnTo>
                      <a:pt x="287069" y="29353"/>
                    </a:lnTo>
                    <a:cubicBezTo>
                      <a:pt x="287069" y="45496"/>
                      <a:pt x="273860" y="58705"/>
                      <a:pt x="257716" y="58705"/>
                    </a:cubicBezTo>
                    <a:lnTo>
                      <a:pt x="257716" y="58705"/>
                    </a:lnTo>
                    <a:cubicBezTo>
                      <a:pt x="241572" y="58705"/>
                      <a:pt x="228363" y="45496"/>
                      <a:pt x="228363" y="29353"/>
                    </a:cubicBezTo>
                    <a:close/>
                    <a:moveTo>
                      <a:pt x="114182" y="29353"/>
                    </a:moveTo>
                    <a:cubicBezTo>
                      <a:pt x="114182" y="13209"/>
                      <a:pt x="127390" y="0"/>
                      <a:pt x="143534" y="0"/>
                    </a:cubicBezTo>
                    <a:lnTo>
                      <a:pt x="143534" y="0"/>
                    </a:lnTo>
                    <a:cubicBezTo>
                      <a:pt x="159678" y="0"/>
                      <a:pt x="172887" y="13209"/>
                      <a:pt x="172887" y="29353"/>
                    </a:cubicBezTo>
                    <a:lnTo>
                      <a:pt x="172887" y="29353"/>
                    </a:lnTo>
                    <a:cubicBezTo>
                      <a:pt x="172887" y="45496"/>
                      <a:pt x="159678" y="58705"/>
                      <a:pt x="143534" y="58705"/>
                    </a:cubicBezTo>
                    <a:lnTo>
                      <a:pt x="143534" y="58705"/>
                    </a:lnTo>
                    <a:cubicBezTo>
                      <a:pt x="127390" y="58705"/>
                      <a:pt x="114182" y="45496"/>
                      <a:pt x="114182" y="29353"/>
                    </a:cubicBezTo>
                    <a:close/>
                    <a:moveTo>
                      <a:pt x="0" y="29353"/>
                    </a:moveTo>
                    <a:cubicBezTo>
                      <a:pt x="0" y="13209"/>
                      <a:pt x="13209" y="0"/>
                      <a:pt x="29353" y="0"/>
                    </a:cubicBezTo>
                    <a:lnTo>
                      <a:pt x="29353" y="0"/>
                    </a:lnTo>
                    <a:cubicBezTo>
                      <a:pt x="45497" y="0"/>
                      <a:pt x="58705" y="13209"/>
                      <a:pt x="58705" y="29353"/>
                    </a:cubicBezTo>
                    <a:lnTo>
                      <a:pt x="58705" y="29353"/>
                    </a:lnTo>
                    <a:cubicBezTo>
                      <a:pt x="58705" y="45496"/>
                      <a:pt x="45497" y="58705"/>
                      <a:pt x="29353" y="58705"/>
                    </a:cubicBezTo>
                    <a:lnTo>
                      <a:pt x="29353" y="58705"/>
                    </a:lnTo>
                    <a:cubicBezTo>
                      <a:pt x="13209" y="58705"/>
                      <a:pt x="0" y="45496"/>
                      <a:pt x="0" y="2935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DE83356B-A364-1D2E-8E44-A726A4A5502E}"/>
                  </a:ext>
                </a:extLst>
              </p:cNvPr>
              <p:cNvSpPr/>
              <p:nvPr/>
            </p:nvSpPr>
            <p:spPr>
              <a:xfrm>
                <a:off x="7799738" y="194685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F024C824-8ECF-B923-536B-ED9B89B60626}"/>
                  </a:ext>
                </a:extLst>
              </p:cNvPr>
              <p:cNvSpPr/>
              <p:nvPr/>
            </p:nvSpPr>
            <p:spPr>
              <a:xfrm>
                <a:off x="7383518" y="1223308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ECEFD617-E570-82D0-9B1A-D1539581EDD3}"/>
                  </a:ext>
                </a:extLst>
              </p:cNvPr>
              <p:cNvSpPr/>
              <p:nvPr/>
            </p:nvSpPr>
            <p:spPr>
              <a:xfrm>
                <a:off x="6898026" y="1203055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6E175157-2887-FEB9-160D-B779050A242E}"/>
                  </a:ext>
                </a:extLst>
              </p:cNvPr>
              <p:cNvSpPr/>
              <p:nvPr/>
            </p:nvSpPr>
            <p:spPr>
              <a:xfrm>
                <a:off x="5984867" y="2788096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4800860A-4D1C-3BB2-AFD7-696FAC461E95}"/>
                  </a:ext>
                </a:extLst>
              </p:cNvPr>
              <p:cNvSpPr/>
              <p:nvPr/>
            </p:nvSpPr>
            <p:spPr>
              <a:xfrm>
                <a:off x="5669033" y="3750274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062CD834-D29F-9200-98BA-4E3120E9E7F0}"/>
                  </a:ext>
                </a:extLst>
              </p:cNvPr>
              <p:cNvSpPr/>
              <p:nvPr/>
            </p:nvSpPr>
            <p:spPr>
              <a:xfrm>
                <a:off x="5628820" y="3399804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9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77CCCACA-B3BE-4FF6-DDEA-5258B031B06C}"/>
                  </a:ext>
                </a:extLst>
              </p:cNvPr>
              <p:cNvSpPr/>
              <p:nvPr/>
            </p:nvSpPr>
            <p:spPr>
              <a:xfrm>
                <a:off x="5623243" y="3408316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4BD4541A-B3BA-6248-3916-E1B8AC891190}"/>
                  </a:ext>
                </a:extLst>
              </p:cNvPr>
              <p:cNvSpPr/>
              <p:nvPr/>
            </p:nvSpPr>
            <p:spPr>
              <a:xfrm>
                <a:off x="5881548" y="3827761"/>
                <a:ext cx="58791" cy="58730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94360FBD-5CF1-B3A1-021A-5594847E0614}"/>
                  </a:ext>
                </a:extLst>
              </p:cNvPr>
              <p:cNvSpPr/>
              <p:nvPr/>
            </p:nvSpPr>
            <p:spPr>
              <a:xfrm>
                <a:off x="7133434" y="383070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EC75D0AA-D338-E4C7-D63B-56A146330496}"/>
                  </a:ext>
                </a:extLst>
              </p:cNvPr>
              <p:cNvSpPr/>
              <p:nvPr/>
            </p:nvSpPr>
            <p:spPr>
              <a:xfrm>
                <a:off x="8379746" y="383070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AF723E5C-1FAC-E116-C234-CF16519C2C44}"/>
                  </a:ext>
                </a:extLst>
              </p:cNvPr>
              <p:cNvSpPr/>
              <p:nvPr/>
            </p:nvSpPr>
            <p:spPr>
              <a:xfrm>
                <a:off x="8583747" y="3778746"/>
                <a:ext cx="58793" cy="58727"/>
              </a:xfrm>
              <a:custGeom>
                <a:avLst/>
                <a:gdLst>
                  <a:gd name="connsiteX0" fmla="*/ 3969 w 58793"/>
                  <a:gd name="connsiteY0" fmla="*/ 44052 h 58727"/>
                  <a:gd name="connsiteX1" fmla="*/ 14830 w 58793"/>
                  <a:gd name="connsiteY1" fmla="*/ 3839 h 58727"/>
                  <a:gd name="connsiteX2" fmla="*/ 14830 w 58793"/>
                  <a:gd name="connsiteY2" fmla="*/ 3839 h 58727"/>
                  <a:gd name="connsiteX3" fmla="*/ 54749 w 58793"/>
                  <a:gd name="connsiteY3" fmla="*/ 14699 h 58727"/>
                  <a:gd name="connsiteX4" fmla="*/ 54749 w 58793"/>
                  <a:gd name="connsiteY4" fmla="*/ 14699 h 58727"/>
                  <a:gd name="connsiteX5" fmla="*/ 44182 w 58793"/>
                  <a:gd name="connsiteY5" fmla="*/ 54912 h 58727"/>
                  <a:gd name="connsiteX6" fmla="*/ 44182 w 58793"/>
                  <a:gd name="connsiteY6" fmla="*/ 54912 h 58727"/>
                  <a:gd name="connsiteX7" fmla="*/ 29506 w 58793"/>
                  <a:gd name="connsiteY7" fmla="*/ 58728 h 58727"/>
                  <a:gd name="connsiteX8" fmla="*/ 29506 w 58793"/>
                  <a:gd name="connsiteY8" fmla="*/ 58728 h 58727"/>
                  <a:gd name="connsiteX9" fmla="*/ 3969 w 58793"/>
                  <a:gd name="connsiteY9" fmla="*/ 44052 h 58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7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4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5D86C58F-1316-4AE1-BA36-3DD8E43B2D79}"/>
                  </a:ext>
                </a:extLst>
              </p:cNvPr>
              <p:cNvSpPr/>
              <p:nvPr/>
            </p:nvSpPr>
            <p:spPr>
              <a:xfrm>
                <a:off x="8629537" y="3394227"/>
                <a:ext cx="58793" cy="58727"/>
              </a:xfrm>
              <a:custGeom>
                <a:avLst/>
                <a:gdLst>
                  <a:gd name="connsiteX0" fmla="*/ 3969 w 58793"/>
                  <a:gd name="connsiteY0" fmla="*/ 44052 h 58727"/>
                  <a:gd name="connsiteX1" fmla="*/ 14830 w 58793"/>
                  <a:gd name="connsiteY1" fmla="*/ 3839 h 58727"/>
                  <a:gd name="connsiteX2" fmla="*/ 14830 w 58793"/>
                  <a:gd name="connsiteY2" fmla="*/ 3839 h 58727"/>
                  <a:gd name="connsiteX3" fmla="*/ 54749 w 58793"/>
                  <a:gd name="connsiteY3" fmla="*/ 14699 h 58727"/>
                  <a:gd name="connsiteX4" fmla="*/ 54749 w 58793"/>
                  <a:gd name="connsiteY4" fmla="*/ 14699 h 58727"/>
                  <a:gd name="connsiteX5" fmla="*/ 44182 w 58793"/>
                  <a:gd name="connsiteY5" fmla="*/ 54912 h 58727"/>
                  <a:gd name="connsiteX6" fmla="*/ 44182 w 58793"/>
                  <a:gd name="connsiteY6" fmla="*/ 54912 h 58727"/>
                  <a:gd name="connsiteX7" fmla="*/ 29506 w 58793"/>
                  <a:gd name="connsiteY7" fmla="*/ 58728 h 58727"/>
                  <a:gd name="connsiteX8" fmla="*/ 29506 w 58793"/>
                  <a:gd name="connsiteY8" fmla="*/ 58728 h 58727"/>
                  <a:gd name="connsiteX9" fmla="*/ 3969 w 58793"/>
                  <a:gd name="connsiteY9" fmla="*/ 44052 h 58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7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2" y="46694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3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33" name="Graphic 43">
            <a:extLst>
              <a:ext uri="{FF2B5EF4-FFF2-40B4-BE49-F238E27FC236}">
                <a16:creationId xmlns:a16="http://schemas.microsoft.com/office/drawing/2014/main" id="{6AF902CA-3C7D-B215-6774-6EEDBA97E2C7}"/>
              </a:ext>
            </a:extLst>
          </p:cNvPr>
          <p:cNvSpPr/>
          <p:nvPr userDrawn="1"/>
        </p:nvSpPr>
        <p:spPr>
          <a:xfrm>
            <a:off x="7846595" y="5509723"/>
            <a:ext cx="701604" cy="701604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4A69F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6860AE-3BA6-5AFF-3785-F41C07D2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460" y="2497152"/>
            <a:ext cx="8779080" cy="667971"/>
          </a:xfrm>
          <a:prstGeom prst="rect">
            <a:avLst/>
          </a:prstGeom>
        </p:spPr>
        <p:txBody>
          <a:bodyPr/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43C58A-689D-3154-57B0-B33F67C647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6563" y="3240088"/>
            <a:ext cx="8778875" cy="5111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3"/>
                </a:solidFill>
              </a:defRPr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</a:lstStyle>
          <a:p>
            <a:pPr lvl="0"/>
            <a:r>
              <a:rPr lang="en-US" dirty="0"/>
              <a:t>Click to edit Subheading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081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1" grpId="0" animBg="1"/>
      <p:bldP spid="72" grpId="0" animBg="1"/>
      <p:bldP spid="80" grpId="0" animBg="1"/>
      <p:bldP spid="81" grpId="0" animBg="1"/>
      <p:bldP spid="106" grpId="0" animBg="1"/>
      <p:bldP spid="133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2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3">
            <a:extLst>
              <a:ext uri="{FF2B5EF4-FFF2-40B4-BE49-F238E27FC236}">
                <a16:creationId xmlns:a16="http://schemas.microsoft.com/office/drawing/2014/main" id="{D5382DC7-A7E4-2C26-E361-1081C2156BA9}"/>
              </a:ext>
            </a:extLst>
          </p:cNvPr>
          <p:cNvSpPr/>
          <p:nvPr userDrawn="1"/>
        </p:nvSpPr>
        <p:spPr>
          <a:xfrm rot="2507668">
            <a:off x="6675889" y="159253"/>
            <a:ext cx="6068411" cy="6644800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F5F5F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Graphic 3">
            <a:extLst>
              <a:ext uri="{FF2B5EF4-FFF2-40B4-BE49-F238E27FC236}">
                <a16:creationId xmlns:a16="http://schemas.microsoft.com/office/drawing/2014/main" id="{A2C338CF-F9E5-1FE2-CD31-0EF20D1FB482}"/>
              </a:ext>
            </a:extLst>
          </p:cNvPr>
          <p:cNvSpPr/>
          <p:nvPr userDrawn="1"/>
        </p:nvSpPr>
        <p:spPr>
          <a:xfrm rot="1382093">
            <a:off x="5354486" y="2341448"/>
            <a:ext cx="1641905" cy="1797857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4A69F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Graphic 2">
            <a:extLst>
              <a:ext uri="{FF2B5EF4-FFF2-40B4-BE49-F238E27FC236}">
                <a16:creationId xmlns:a16="http://schemas.microsoft.com/office/drawing/2014/main" id="{6CA71AD0-E492-1BBE-0E11-EE1C9038FEF3}"/>
              </a:ext>
            </a:extLst>
          </p:cNvPr>
          <p:cNvSpPr/>
          <p:nvPr userDrawn="1"/>
        </p:nvSpPr>
        <p:spPr>
          <a:xfrm rot="1802222">
            <a:off x="6874861" y="199944"/>
            <a:ext cx="563101" cy="503342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Graphic 3">
            <a:extLst>
              <a:ext uri="{FF2B5EF4-FFF2-40B4-BE49-F238E27FC236}">
                <a16:creationId xmlns:a16="http://schemas.microsoft.com/office/drawing/2014/main" id="{2766B88E-A6CC-AEF5-FD43-0C05E62E413F}"/>
              </a:ext>
            </a:extLst>
          </p:cNvPr>
          <p:cNvSpPr/>
          <p:nvPr userDrawn="1"/>
        </p:nvSpPr>
        <p:spPr>
          <a:xfrm>
            <a:off x="5607780" y="2969142"/>
            <a:ext cx="3349794" cy="3667965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bg1">
              <a:lumMod val="95000"/>
            </a:schemeClr>
          </a:solidFill>
          <a:ln w="0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en-US" sz="1600" dirty="0">
              <a:latin typeface="Marcellus" panose="020E0602050203020307" pitchFamily="34" charset="0"/>
            </a:endParaRPr>
          </a:p>
          <a:p>
            <a:pPr algn="ctr"/>
            <a:endParaRPr lang="en-US" sz="1600" dirty="0">
              <a:latin typeface="Marcellus" panose="020E0602050203020307" pitchFamily="34" charset="0"/>
            </a:endParaRPr>
          </a:p>
          <a:p>
            <a:endParaRPr lang="en-GB" dirty="0"/>
          </a:p>
        </p:txBody>
      </p:sp>
      <p:sp>
        <p:nvSpPr>
          <p:cNvPr id="14" name="Graphic 40">
            <a:extLst>
              <a:ext uri="{FF2B5EF4-FFF2-40B4-BE49-F238E27FC236}">
                <a16:creationId xmlns:a16="http://schemas.microsoft.com/office/drawing/2014/main" id="{1D56E29B-1A1F-975B-FB9B-6CF0B5D71156}"/>
              </a:ext>
            </a:extLst>
          </p:cNvPr>
          <p:cNvSpPr/>
          <p:nvPr userDrawn="1"/>
        </p:nvSpPr>
        <p:spPr>
          <a:xfrm rot="20340354">
            <a:off x="11260859" y="5058175"/>
            <a:ext cx="1233330" cy="1370906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3CAB68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7FEB28-A582-8C53-7977-40049F7E560C}"/>
              </a:ext>
            </a:extLst>
          </p:cNvPr>
          <p:cNvGrpSpPr/>
          <p:nvPr userDrawn="1"/>
        </p:nvGrpSpPr>
        <p:grpSpPr>
          <a:xfrm>
            <a:off x="5337501" y="748182"/>
            <a:ext cx="910956" cy="913815"/>
            <a:chOff x="5600613" y="586069"/>
            <a:chExt cx="3320474" cy="3330895"/>
          </a:xfrm>
          <a:solidFill>
            <a:srgbClr val="4A69F6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1A4D4AB-8511-4359-AE9A-E404D7E7C0C7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291E491-88F3-8959-266E-00C8452651CA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000A054-3784-C23F-5118-FBF895C2F414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6D0D401-AD0C-5DE2-8D93-F310136C726F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508C7DD-CC0C-337E-94C5-5BBD3FE99070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0FBA213-E6F7-6232-953B-A50D81F4A420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C0BEF23B-9770-1D5A-5956-CA6A11FE6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464" y="790080"/>
            <a:ext cx="4490736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F2FCDD-6037-F0EA-E1C6-F3C83098D8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464" y="2408238"/>
            <a:ext cx="4373949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SubHeading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E4C059FD-DE73-570E-DDA0-5AA196F224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7850" y="3200400"/>
            <a:ext cx="4459288" cy="2998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/>
            </a:lvl1pPr>
          </a:lstStyle>
          <a:p>
            <a:pPr lvl="0"/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</a:t>
            </a:r>
          </a:p>
          <a:p>
            <a:pPr lvl="0"/>
            <a:r>
              <a:rPr lang="en-GB" dirty="0"/>
              <a:t>Duis autem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illum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</a:t>
            </a:r>
            <a:r>
              <a:rPr lang="en-GB" dirty="0" err="1"/>
              <a:t>vero</a:t>
            </a:r>
            <a:r>
              <a:rPr lang="en-GB" dirty="0"/>
              <a:t> eros et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 </a:t>
            </a: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</a:t>
            </a:r>
            <a:r>
              <a:rPr lang="en-GB" dirty="0"/>
              <a:t>.</a:t>
            </a:r>
          </a:p>
          <a:p>
            <a:pPr lvl="0"/>
            <a:endParaRPr lang="en-GB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4EB16A40-2F62-3D5E-FBF7-90EC1B827E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65800" y="3938588"/>
            <a:ext cx="3125788" cy="1543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“insert quote here</a:t>
            </a:r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”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59561949-827A-9873-1E43-5C0710AF37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63233" y="5358309"/>
            <a:ext cx="3125788" cy="750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Name - </a:t>
            </a:r>
          </a:p>
          <a:p>
            <a:pPr lvl="0"/>
            <a:r>
              <a:rPr lang="en-GB" dirty="0"/>
              <a:t>Position - </a:t>
            </a:r>
          </a:p>
        </p:txBody>
      </p:sp>
    </p:spTree>
    <p:extLst>
      <p:ext uri="{BB962C8B-B14F-4D97-AF65-F5344CB8AC3E}">
        <p14:creationId xmlns:p14="http://schemas.microsoft.com/office/powerpoint/2010/main" val="266077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3">
            <a:extLst>
              <a:ext uri="{FF2B5EF4-FFF2-40B4-BE49-F238E27FC236}">
                <a16:creationId xmlns:a16="http://schemas.microsoft.com/office/drawing/2014/main" id="{EA991C64-7682-988F-7F28-462835A797D9}"/>
              </a:ext>
            </a:extLst>
          </p:cNvPr>
          <p:cNvSpPr/>
          <p:nvPr userDrawn="1"/>
        </p:nvSpPr>
        <p:spPr>
          <a:xfrm rot="21191075">
            <a:off x="-1070144" y="32571"/>
            <a:ext cx="6212461" cy="6652250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F5F5F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Graphic 3">
            <a:extLst>
              <a:ext uri="{FF2B5EF4-FFF2-40B4-BE49-F238E27FC236}">
                <a16:creationId xmlns:a16="http://schemas.microsoft.com/office/drawing/2014/main" id="{D09CBEB1-A669-809D-B7C1-12E33D7BD297}"/>
              </a:ext>
            </a:extLst>
          </p:cNvPr>
          <p:cNvSpPr/>
          <p:nvPr userDrawn="1"/>
        </p:nvSpPr>
        <p:spPr>
          <a:xfrm rot="1382093">
            <a:off x="3798080" y="4510711"/>
            <a:ext cx="1641905" cy="1797857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Graphic 77">
            <a:extLst>
              <a:ext uri="{FF2B5EF4-FFF2-40B4-BE49-F238E27FC236}">
                <a16:creationId xmlns:a16="http://schemas.microsoft.com/office/drawing/2014/main" id="{48792A1E-AF04-CB2B-AF9F-E04BA7B1FA92}"/>
              </a:ext>
            </a:extLst>
          </p:cNvPr>
          <p:cNvSpPr/>
          <p:nvPr userDrawn="1"/>
        </p:nvSpPr>
        <p:spPr>
          <a:xfrm rot="809673">
            <a:off x="6216475" y="5940835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Graphic 2">
            <a:extLst>
              <a:ext uri="{FF2B5EF4-FFF2-40B4-BE49-F238E27FC236}">
                <a16:creationId xmlns:a16="http://schemas.microsoft.com/office/drawing/2014/main" id="{4488C23C-9D4D-1929-6A25-24B9CD5C7695}"/>
              </a:ext>
            </a:extLst>
          </p:cNvPr>
          <p:cNvSpPr/>
          <p:nvPr userDrawn="1"/>
        </p:nvSpPr>
        <p:spPr>
          <a:xfrm rot="1802222">
            <a:off x="713777" y="5901973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Graphic 66">
            <a:extLst>
              <a:ext uri="{FF2B5EF4-FFF2-40B4-BE49-F238E27FC236}">
                <a16:creationId xmlns:a16="http://schemas.microsoft.com/office/drawing/2014/main" id="{320D435F-3EB9-1923-D096-91D01939E8FE}"/>
              </a:ext>
            </a:extLst>
          </p:cNvPr>
          <p:cNvSpPr/>
          <p:nvPr userDrawn="1"/>
        </p:nvSpPr>
        <p:spPr>
          <a:xfrm rot="961728">
            <a:off x="224198" y="5806308"/>
            <a:ext cx="739908" cy="660966"/>
          </a:xfrm>
          <a:custGeom>
            <a:avLst/>
            <a:gdLst>
              <a:gd name="connsiteX0" fmla="*/ 501937 w 1004286"/>
              <a:gd name="connsiteY0" fmla="*/ 897138 h 897137"/>
              <a:gd name="connsiteX1" fmla="*/ 95791 w 1004286"/>
              <a:gd name="connsiteY1" fmla="*/ 897138 h 897137"/>
              <a:gd name="connsiteX2" fmla="*/ 29497 w 1004286"/>
              <a:gd name="connsiteY2" fmla="*/ 873802 h 897137"/>
              <a:gd name="connsiteX3" fmla="*/ 13971 w 1004286"/>
              <a:gd name="connsiteY3" fmla="*/ 757216 h 897137"/>
              <a:gd name="connsiteX4" fmla="*/ 127509 w 1004286"/>
              <a:gd name="connsiteY4" fmla="*/ 560143 h 897137"/>
              <a:gd name="connsiteX5" fmla="*/ 422594 w 1004286"/>
              <a:gd name="connsiteY5" fmla="*/ 46936 h 897137"/>
              <a:gd name="connsiteX6" fmla="*/ 582233 w 1004286"/>
              <a:gd name="connsiteY6" fmla="*/ 46746 h 897137"/>
              <a:gd name="connsiteX7" fmla="*/ 719107 w 1004286"/>
              <a:gd name="connsiteY7" fmla="*/ 285538 h 897137"/>
              <a:gd name="connsiteX8" fmla="*/ 990855 w 1004286"/>
              <a:gd name="connsiteY8" fmla="*/ 758168 h 897137"/>
              <a:gd name="connsiteX9" fmla="*/ 968852 w 1004286"/>
              <a:gd name="connsiteY9" fmla="*/ 879326 h 897137"/>
              <a:gd name="connsiteX10" fmla="*/ 909035 w 1004286"/>
              <a:gd name="connsiteY10" fmla="*/ 897138 h 897137"/>
              <a:gd name="connsiteX11" fmla="*/ 501842 w 1004286"/>
              <a:gd name="connsiteY11" fmla="*/ 897138 h 89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4286" h="897137">
                <a:moveTo>
                  <a:pt x="501937" y="897138"/>
                </a:moveTo>
                <a:cubicBezTo>
                  <a:pt x="366587" y="897138"/>
                  <a:pt x="231236" y="897138"/>
                  <a:pt x="95791" y="897138"/>
                </a:cubicBezTo>
                <a:cubicBezTo>
                  <a:pt x="70835" y="897138"/>
                  <a:pt x="48356" y="890756"/>
                  <a:pt x="29497" y="873802"/>
                </a:cubicBezTo>
                <a:cubicBezTo>
                  <a:pt x="-2983" y="844465"/>
                  <a:pt x="-9365" y="797887"/>
                  <a:pt x="13971" y="757216"/>
                </a:cubicBezTo>
                <a:cubicBezTo>
                  <a:pt x="51690" y="691398"/>
                  <a:pt x="89695" y="625866"/>
                  <a:pt x="127509" y="560143"/>
                </a:cubicBezTo>
                <a:cubicBezTo>
                  <a:pt x="226093" y="389170"/>
                  <a:pt x="325820" y="218958"/>
                  <a:pt x="422594" y="46936"/>
                </a:cubicBezTo>
                <a:cubicBezTo>
                  <a:pt x="456598" y="-13547"/>
                  <a:pt x="546038" y="-17643"/>
                  <a:pt x="582233" y="46746"/>
                </a:cubicBezTo>
                <a:cubicBezTo>
                  <a:pt x="627191" y="126661"/>
                  <a:pt x="673387" y="206004"/>
                  <a:pt x="719107" y="285538"/>
                </a:cubicBezTo>
                <a:cubicBezTo>
                  <a:pt x="809594" y="443176"/>
                  <a:pt x="899701" y="601006"/>
                  <a:pt x="990855" y="758168"/>
                </a:cubicBezTo>
                <a:cubicBezTo>
                  <a:pt x="1017049" y="803412"/>
                  <a:pt x="1002380" y="853228"/>
                  <a:pt x="968852" y="879326"/>
                </a:cubicBezTo>
                <a:cubicBezTo>
                  <a:pt x="951326" y="893042"/>
                  <a:pt x="930848" y="897138"/>
                  <a:pt x="909035" y="897138"/>
                </a:cubicBezTo>
                <a:cubicBezTo>
                  <a:pt x="773304" y="897138"/>
                  <a:pt x="637573" y="897138"/>
                  <a:pt x="501842" y="897138"/>
                </a:cubicBezTo>
                <a:close/>
              </a:path>
            </a:pathLst>
          </a:custGeom>
          <a:noFill/>
          <a:ln w="28575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8DA62DF-C3AF-CDBC-0FB8-093F9EAB2C9B}"/>
              </a:ext>
            </a:extLst>
          </p:cNvPr>
          <p:cNvGrpSpPr/>
          <p:nvPr userDrawn="1"/>
        </p:nvGrpSpPr>
        <p:grpSpPr>
          <a:xfrm rot="7181232">
            <a:off x="4120309" y="-415301"/>
            <a:ext cx="1292567" cy="1430351"/>
            <a:chOff x="5638800" y="2919409"/>
            <a:chExt cx="918591" cy="1016510"/>
          </a:xfrm>
          <a:solidFill>
            <a:srgbClr val="AA2924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943A752-85BF-1CBD-671C-07676E747DED}"/>
                </a:ext>
              </a:extLst>
            </p:cNvPr>
            <p:cNvSpPr/>
            <p:nvPr/>
          </p:nvSpPr>
          <p:spPr>
            <a:xfrm>
              <a:off x="6537674" y="3456241"/>
              <a:ext cx="19050" cy="136302"/>
            </a:xfrm>
            <a:custGeom>
              <a:avLst/>
              <a:gdLst>
                <a:gd name="connsiteX0" fmla="*/ 0 w 19050"/>
                <a:gd name="connsiteY0" fmla="*/ 126778 h 136302"/>
                <a:gd name="connsiteX1" fmla="*/ 9430 w 19050"/>
                <a:gd name="connsiteY1" fmla="*/ 117253 h 136302"/>
                <a:gd name="connsiteX2" fmla="*/ 9430 w 19050"/>
                <a:gd name="connsiteY2" fmla="*/ 117253 h 136302"/>
                <a:gd name="connsiteX3" fmla="*/ 19050 w 19050"/>
                <a:gd name="connsiteY3" fmla="*/ 126778 h 136302"/>
                <a:gd name="connsiteX4" fmla="*/ 19050 w 19050"/>
                <a:gd name="connsiteY4" fmla="*/ 126778 h 136302"/>
                <a:gd name="connsiteX5" fmla="*/ 9525 w 19050"/>
                <a:gd name="connsiteY5" fmla="*/ 136303 h 136302"/>
                <a:gd name="connsiteX6" fmla="*/ 9525 w 19050"/>
                <a:gd name="connsiteY6" fmla="*/ 136303 h 136302"/>
                <a:gd name="connsiteX7" fmla="*/ 95 w 19050"/>
                <a:gd name="connsiteY7" fmla="*/ 126778 h 136302"/>
                <a:gd name="connsiteX8" fmla="*/ 0 w 19050"/>
                <a:gd name="connsiteY8" fmla="*/ 87725 h 136302"/>
                <a:gd name="connsiteX9" fmla="*/ 9525 w 19050"/>
                <a:gd name="connsiteY9" fmla="*/ 78200 h 136302"/>
                <a:gd name="connsiteX10" fmla="*/ 9525 w 19050"/>
                <a:gd name="connsiteY10" fmla="*/ 78200 h 136302"/>
                <a:gd name="connsiteX11" fmla="*/ 19050 w 19050"/>
                <a:gd name="connsiteY11" fmla="*/ 87725 h 136302"/>
                <a:gd name="connsiteX12" fmla="*/ 19050 w 19050"/>
                <a:gd name="connsiteY12" fmla="*/ 87725 h 136302"/>
                <a:gd name="connsiteX13" fmla="*/ 9525 w 19050"/>
                <a:gd name="connsiteY13" fmla="*/ 97250 h 136302"/>
                <a:gd name="connsiteX14" fmla="*/ 9525 w 19050"/>
                <a:gd name="connsiteY14" fmla="*/ 97250 h 136302"/>
                <a:gd name="connsiteX15" fmla="*/ 0 w 19050"/>
                <a:gd name="connsiteY15" fmla="*/ 87725 h 136302"/>
                <a:gd name="connsiteX16" fmla="*/ 0 w 19050"/>
                <a:gd name="connsiteY16" fmla="*/ 48577 h 136302"/>
                <a:gd name="connsiteX17" fmla="*/ 9525 w 19050"/>
                <a:gd name="connsiteY17" fmla="*/ 39052 h 136302"/>
                <a:gd name="connsiteX18" fmla="*/ 9525 w 19050"/>
                <a:gd name="connsiteY18" fmla="*/ 39052 h 136302"/>
                <a:gd name="connsiteX19" fmla="*/ 19050 w 19050"/>
                <a:gd name="connsiteY19" fmla="*/ 48673 h 136302"/>
                <a:gd name="connsiteX20" fmla="*/ 19050 w 19050"/>
                <a:gd name="connsiteY20" fmla="*/ 48673 h 136302"/>
                <a:gd name="connsiteX21" fmla="*/ 9525 w 19050"/>
                <a:gd name="connsiteY21" fmla="*/ 58102 h 136302"/>
                <a:gd name="connsiteX22" fmla="*/ 9525 w 19050"/>
                <a:gd name="connsiteY22" fmla="*/ 58102 h 136302"/>
                <a:gd name="connsiteX23" fmla="*/ 0 w 19050"/>
                <a:gd name="connsiteY23" fmla="*/ 48577 h 136302"/>
                <a:gd name="connsiteX24" fmla="*/ 0 w 19050"/>
                <a:gd name="connsiteY24" fmla="*/ 9525 h 136302"/>
                <a:gd name="connsiteX25" fmla="*/ 0 w 19050"/>
                <a:gd name="connsiteY25" fmla="*/ 9525 h 136302"/>
                <a:gd name="connsiteX26" fmla="*/ 9525 w 19050"/>
                <a:gd name="connsiteY26" fmla="*/ 0 h 136302"/>
                <a:gd name="connsiteX27" fmla="*/ 9525 w 19050"/>
                <a:gd name="connsiteY27" fmla="*/ 0 h 136302"/>
                <a:gd name="connsiteX28" fmla="*/ 19050 w 19050"/>
                <a:gd name="connsiteY28" fmla="*/ 9525 h 136302"/>
                <a:gd name="connsiteX29" fmla="*/ 19050 w 19050"/>
                <a:gd name="connsiteY29" fmla="*/ 9525 h 136302"/>
                <a:gd name="connsiteX30" fmla="*/ 9525 w 19050"/>
                <a:gd name="connsiteY30" fmla="*/ 19050 h 136302"/>
                <a:gd name="connsiteX31" fmla="*/ 9525 w 19050"/>
                <a:gd name="connsiteY31" fmla="*/ 19050 h 136302"/>
                <a:gd name="connsiteX32" fmla="*/ 0 w 19050"/>
                <a:gd name="connsiteY32" fmla="*/ 9525 h 1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9050" h="136302">
                  <a:moveTo>
                    <a:pt x="0" y="126778"/>
                  </a:moveTo>
                  <a:cubicBezTo>
                    <a:pt x="0" y="121539"/>
                    <a:pt x="4191" y="117253"/>
                    <a:pt x="9430" y="117253"/>
                  </a:cubicBezTo>
                  <a:lnTo>
                    <a:pt x="9430" y="117253"/>
                  </a:lnTo>
                  <a:cubicBezTo>
                    <a:pt x="14669" y="117253"/>
                    <a:pt x="18955" y="121444"/>
                    <a:pt x="19050" y="126778"/>
                  </a:cubicBezTo>
                  <a:lnTo>
                    <a:pt x="19050" y="126778"/>
                  </a:lnTo>
                  <a:cubicBezTo>
                    <a:pt x="19050" y="132017"/>
                    <a:pt x="14764" y="136303"/>
                    <a:pt x="9525" y="136303"/>
                  </a:cubicBezTo>
                  <a:lnTo>
                    <a:pt x="9525" y="136303"/>
                  </a:lnTo>
                  <a:cubicBezTo>
                    <a:pt x="4286" y="136303"/>
                    <a:pt x="95" y="132017"/>
                    <a:pt x="95" y="126778"/>
                  </a:cubicBezTo>
                  <a:close/>
                  <a:moveTo>
                    <a:pt x="0" y="87725"/>
                  </a:moveTo>
                  <a:cubicBezTo>
                    <a:pt x="0" y="82391"/>
                    <a:pt x="4286" y="78200"/>
                    <a:pt x="9525" y="78200"/>
                  </a:cubicBezTo>
                  <a:lnTo>
                    <a:pt x="9525" y="78200"/>
                  </a:lnTo>
                  <a:cubicBezTo>
                    <a:pt x="14764" y="78200"/>
                    <a:pt x="19050" y="82391"/>
                    <a:pt x="19050" y="87725"/>
                  </a:cubicBezTo>
                  <a:lnTo>
                    <a:pt x="19050" y="87725"/>
                  </a:lnTo>
                  <a:cubicBezTo>
                    <a:pt x="19050" y="92964"/>
                    <a:pt x="14764" y="97250"/>
                    <a:pt x="9525" y="97250"/>
                  </a:cubicBezTo>
                  <a:lnTo>
                    <a:pt x="9525" y="97250"/>
                  </a:lnTo>
                  <a:cubicBezTo>
                    <a:pt x="4286" y="97250"/>
                    <a:pt x="0" y="92964"/>
                    <a:pt x="0" y="87725"/>
                  </a:cubicBezTo>
                  <a:close/>
                  <a:moveTo>
                    <a:pt x="0" y="48577"/>
                  </a:moveTo>
                  <a:cubicBezTo>
                    <a:pt x="0" y="43339"/>
                    <a:pt x="4286" y="39052"/>
                    <a:pt x="9525" y="39052"/>
                  </a:cubicBezTo>
                  <a:lnTo>
                    <a:pt x="9525" y="39052"/>
                  </a:lnTo>
                  <a:cubicBezTo>
                    <a:pt x="14859" y="39052"/>
                    <a:pt x="19050" y="43339"/>
                    <a:pt x="19050" y="48673"/>
                  </a:cubicBezTo>
                  <a:lnTo>
                    <a:pt x="19050" y="48673"/>
                  </a:lnTo>
                  <a:cubicBezTo>
                    <a:pt x="19050" y="53912"/>
                    <a:pt x="14764" y="58102"/>
                    <a:pt x="9525" y="58102"/>
                  </a:cubicBezTo>
                  <a:lnTo>
                    <a:pt x="9525" y="58102"/>
                  </a:lnTo>
                  <a:cubicBezTo>
                    <a:pt x="4286" y="58102"/>
                    <a:pt x="0" y="53816"/>
                    <a:pt x="0" y="48577"/>
                  </a:cubicBezTo>
                  <a:close/>
                  <a:moveTo>
                    <a:pt x="0" y="9525"/>
                  </a:moveTo>
                  <a:lnTo>
                    <a:pt x="0" y="9525"/>
                  </a:ln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08E18B-B7C6-7056-2213-2FE56E248199}"/>
                </a:ext>
              </a:extLst>
            </p:cNvPr>
            <p:cNvSpPr/>
            <p:nvPr/>
          </p:nvSpPr>
          <p:spPr>
            <a:xfrm>
              <a:off x="6513778" y="3649374"/>
              <a:ext cx="37702" cy="51087"/>
            </a:xfrm>
            <a:custGeom>
              <a:avLst/>
              <a:gdLst>
                <a:gd name="connsiteX0" fmla="*/ 3131 w 37702"/>
                <a:gd name="connsiteY0" fmla="*/ 48706 h 51087"/>
                <a:gd name="connsiteX1" fmla="*/ 2464 w 37702"/>
                <a:gd name="connsiteY1" fmla="*/ 35181 h 51087"/>
                <a:gd name="connsiteX2" fmla="*/ 2464 w 37702"/>
                <a:gd name="connsiteY2" fmla="*/ 35181 h 51087"/>
                <a:gd name="connsiteX3" fmla="*/ 15894 w 37702"/>
                <a:gd name="connsiteY3" fmla="*/ 34514 h 51087"/>
                <a:gd name="connsiteX4" fmla="*/ 15894 w 37702"/>
                <a:gd name="connsiteY4" fmla="*/ 34514 h 51087"/>
                <a:gd name="connsiteX5" fmla="*/ 16656 w 37702"/>
                <a:gd name="connsiteY5" fmla="*/ 47944 h 51087"/>
                <a:gd name="connsiteX6" fmla="*/ 16656 w 37702"/>
                <a:gd name="connsiteY6" fmla="*/ 47944 h 51087"/>
                <a:gd name="connsiteX7" fmla="*/ 9513 w 37702"/>
                <a:gd name="connsiteY7" fmla="*/ 51088 h 51087"/>
                <a:gd name="connsiteX8" fmla="*/ 9513 w 37702"/>
                <a:gd name="connsiteY8" fmla="*/ 51088 h 51087"/>
                <a:gd name="connsiteX9" fmla="*/ 3131 w 37702"/>
                <a:gd name="connsiteY9" fmla="*/ 48706 h 51087"/>
                <a:gd name="connsiteX10" fmla="*/ 25134 w 37702"/>
                <a:gd name="connsiteY10" fmla="*/ 18512 h 51087"/>
                <a:gd name="connsiteX11" fmla="*/ 19133 w 37702"/>
                <a:gd name="connsiteY11" fmla="*/ 6511 h 51087"/>
                <a:gd name="connsiteX12" fmla="*/ 19133 w 37702"/>
                <a:gd name="connsiteY12" fmla="*/ 6511 h 51087"/>
                <a:gd name="connsiteX13" fmla="*/ 31134 w 37702"/>
                <a:gd name="connsiteY13" fmla="*/ 510 h 51087"/>
                <a:gd name="connsiteX14" fmla="*/ 31134 w 37702"/>
                <a:gd name="connsiteY14" fmla="*/ 510 h 51087"/>
                <a:gd name="connsiteX15" fmla="*/ 37230 w 37702"/>
                <a:gd name="connsiteY15" fmla="*/ 12511 h 51087"/>
                <a:gd name="connsiteX16" fmla="*/ 37230 w 37702"/>
                <a:gd name="connsiteY16" fmla="*/ 12511 h 51087"/>
                <a:gd name="connsiteX17" fmla="*/ 28182 w 37702"/>
                <a:gd name="connsiteY17" fmla="*/ 19084 h 51087"/>
                <a:gd name="connsiteX18" fmla="*/ 28182 w 37702"/>
                <a:gd name="connsiteY18" fmla="*/ 19084 h 51087"/>
                <a:gd name="connsiteX19" fmla="*/ 25134 w 37702"/>
                <a:gd name="connsiteY19" fmla="*/ 18512 h 51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702" h="51087">
                  <a:moveTo>
                    <a:pt x="3131" y="48706"/>
                  </a:moveTo>
                  <a:cubicBezTo>
                    <a:pt x="-774" y="45182"/>
                    <a:pt x="-1060" y="39181"/>
                    <a:pt x="2464" y="35181"/>
                  </a:cubicBezTo>
                  <a:lnTo>
                    <a:pt x="2464" y="35181"/>
                  </a:lnTo>
                  <a:cubicBezTo>
                    <a:pt x="5988" y="31276"/>
                    <a:pt x="11989" y="30990"/>
                    <a:pt x="15894" y="34514"/>
                  </a:cubicBezTo>
                  <a:lnTo>
                    <a:pt x="15894" y="34514"/>
                  </a:lnTo>
                  <a:cubicBezTo>
                    <a:pt x="19800" y="37943"/>
                    <a:pt x="20181" y="44039"/>
                    <a:pt x="16656" y="47944"/>
                  </a:cubicBezTo>
                  <a:lnTo>
                    <a:pt x="16656" y="47944"/>
                  </a:lnTo>
                  <a:cubicBezTo>
                    <a:pt x="14751" y="50040"/>
                    <a:pt x="12180" y="51088"/>
                    <a:pt x="9513" y="51088"/>
                  </a:cubicBezTo>
                  <a:lnTo>
                    <a:pt x="9513" y="51088"/>
                  </a:lnTo>
                  <a:cubicBezTo>
                    <a:pt x="7227" y="51088"/>
                    <a:pt x="4941" y="50326"/>
                    <a:pt x="3131" y="48706"/>
                  </a:cubicBezTo>
                  <a:close/>
                  <a:moveTo>
                    <a:pt x="25134" y="18512"/>
                  </a:moveTo>
                  <a:cubicBezTo>
                    <a:pt x="20181" y="16893"/>
                    <a:pt x="17514" y="11464"/>
                    <a:pt x="19133" y="6511"/>
                  </a:cubicBezTo>
                  <a:lnTo>
                    <a:pt x="19133" y="6511"/>
                  </a:lnTo>
                  <a:cubicBezTo>
                    <a:pt x="20847" y="1558"/>
                    <a:pt x="26181" y="-1205"/>
                    <a:pt x="31134" y="510"/>
                  </a:cubicBezTo>
                  <a:lnTo>
                    <a:pt x="31134" y="510"/>
                  </a:lnTo>
                  <a:cubicBezTo>
                    <a:pt x="36183" y="2129"/>
                    <a:pt x="38850" y="7558"/>
                    <a:pt x="37230" y="12511"/>
                  </a:cubicBezTo>
                  <a:lnTo>
                    <a:pt x="37230" y="12511"/>
                  </a:lnTo>
                  <a:cubicBezTo>
                    <a:pt x="35897" y="16512"/>
                    <a:pt x="32182" y="19084"/>
                    <a:pt x="28182" y="19084"/>
                  </a:cubicBezTo>
                  <a:lnTo>
                    <a:pt x="28182" y="19084"/>
                  </a:lnTo>
                  <a:cubicBezTo>
                    <a:pt x="27134" y="19084"/>
                    <a:pt x="26181" y="18893"/>
                    <a:pt x="25134" y="185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B4E524D-7C37-E198-FE8F-F073A9F9B08E}"/>
                </a:ext>
              </a:extLst>
            </p:cNvPr>
            <p:cNvSpPr/>
            <p:nvPr/>
          </p:nvSpPr>
          <p:spPr>
            <a:xfrm>
              <a:off x="6177576" y="3724034"/>
              <a:ext cx="291906" cy="176071"/>
            </a:xfrm>
            <a:custGeom>
              <a:avLst/>
              <a:gdLst>
                <a:gd name="connsiteX0" fmla="*/ 1291 w 291906"/>
                <a:gd name="connsiteY0" fmla="*/ 171309 h 176071"/>
                <a:gd name="connsiteX1" fmla="*/ 4720 w 291906"/>
                <a:gd name="connsiteY1" fmla="*/ 158260 h 176071"/>
                <a:gd name="connsiteX2" fmla="*/ 4720 w 291906"/>
                <a:gd name="connsiteY2" fmla="*/ 158260 h 176071"/>
                <a:gd name="connsiteX3" fmla="*/ 17770 w 291906"/>
                <a:gd name="connsiteY3" fmla="*/ 161784 h 176071"/>
                <a:gd name="connsiteX4" fmla="*/ 17770 w 291906"/>
                <a:gd name="connsiteY4" fmla="*/ 161784 h 176071"/>
                <a:gd name="connsiteX5" fmla="*/ 14245 w 291906"/>
                <a:gd name="connsiteY5" fmla="*/ 174738 h 176071"/>
                <a:gd name="connsiteX6" fmla="*/ 14245 w 291906"/>
                <a:gd name="connsiteY6" fmla="*/ 174738 h 176071"/>
                <a:gd name="connsiteX7" fmla="*/ 9483 w 291906"/>
                <a:gd name="connsiteY7" fmla="*/ 176072 h 176071"/>
                <a:gd name="connsiteX8" fmla="*/ 9483 w 291906"/>
                <a:gd name="connsiteY8" fmla="*/ 176072 h 176071"/>
                <a:gd name="connsiteX9" fmla="*/ 1291 w 291906"/>
                <a:gd name="connsiteY9" fmla="*/ 171309 h 176071"/>
                <a:gd name="connsiteX10" fmla="*/ 35391 w 291906"/>
                <a:gd name="connsiteY10" fmla="*/ 151592 h 176071"/>
                <a:gd name="connsiteX11" fmla="*/ 38820 w 291906"/>
                <a:gd name="connsiteY11" fmla="*/ 138638 h 176071"/>
                <a:gd name="connsiteX12" fmla="*/ 38820 w 291906"/>
                <a:gd name="connsiteY12" fmla="*/ 138638 h 176071"/>
                <a:gd name="connsiteX13" fmla="*/ 51869 w 291906"/>
                <a:gd name="connsiteY13" fmla="*/ 142067 h 176071"/>
                <a:gd name="connsiteX14" fmla="*/ 51869 w 291906"/>
                <a:gd name="connsiteY14" fmla="*/ 142067 h 176071"/>
                <a:gd name="connsiteX15" fmla="*/ 48345 w 291906"/>
                <a:gd name="connsiteY15" fmla="*/ 155117 h 176071"/>
                <a:gd name="connsiteX16" fmla="*/ 48345 w 291906"/>
                <a:gd name="connsiteY16" fmla="*/ 155117 h 176071"/>
                <a:gd name="connsiteX17" fmla="*/ 43582 w 291906"/>
                <a:gd name="connsiteY17" fmla="*/ 156355 h 176071"/>
                <a:gd name="connsiteX18" fmla="*/ 43582 w 291906"/>
                <a:gd name="connsiteY18" fmla="*/ 156355 h 176071"/>
                <a:gd name="connsiteX19" fmla="*/ 35391 w 291906"/>
                <a:gd name="connsiteY19" fmla="*/ 151592 h 176071"/>
                <a:gd name="connsiteX20" fmla="*/ 69395 w 291906"/>
                <a:gd name="connsiteY20" fmla="*/ 131971 h 176071"/>
                <a:gd name="connsiteX21" fmla="*/ 72919 w 291906"/>
                <a:gd name="connsiteY21" fmla="*/ 118922 h 176071"/>
                <a:gd name="connsiteX22" fmla="*/ 72919 w 291906"/>
                <a:gd name="connsiteY22" fmla="*/ 118922 h 176071"/>
                <a:gd name="connsiteX23" fmla="*/ 85969 w 291906"/>
                <a:gd name="connsiteY23" fmla="*/ 122446 h 176071"/>
                <a:gd name="connsiteX24" fmla="*/ 85969 w 291906"/>
                <a:gd name="connsiteY24" fmla="*/ 122446 h 176071"/>
                <a:gd name="connsiteX25" fmla="*/ 82444 w 291906"/>
                <a:gd name="connsiteY25" fmla="*/ 135400 h 176071"/>
                <a:gd name="connsiteX26" fmla="*/ 82444 w 291906"/>
                <a:gd name="connsiteY26" fmla="*/ 135400 h 176071"/>
                <a:gd name="connsiteX27" fmla="*/ 77682 w 291906"/>
                <a:gd name="connsiteY27" fmla="*/ 136734 h 176071"/>
                <a:gd name="connsiteX28" fmla="*/ 77682 w 291906"/>
                <a:gd name="connsiteY28" fmla="*/ 136734 h 176071"/>
                <a:gd name="connsiteX29" fmla="*/ 69395 w 291906"/>
                <a:gd name="connsiteY29" fmla="*/ 131971 h 176071"/>
                <a:gd name="connsiteX30" fmla="*/ 103495 w 291906"/>
                <a:gd name="connsiteY30" fmla="*/ 112254 h 176071"/>
                <a:gd name="connsiteX31" fmla="*/ 107019 w 291906"/>
                <a:gd name="connsiteY31" fmla="*/ 99300 h 176071"/>
                <a:gd name="connsiteX32" fmla="*/ 107019 w 291906"/>
                <a:gd name="connsiteY32" fmla="*/ 99300 h 176071"/>
                <a:gd name="connsiteX33" fmla="*/ 120068 w 291906"/>
                <a:gd name="connsiteY33" fmla="*/ 102824 h 176071"/>
                <a:gd name="connsiteX34" fmla="*/ 120068 w 291906"/>
                <a:gd name="connsiteY34" fmla="*/ 102824 h 176071"/>
                <a:gd name="connsiteX35" fmla="*/ 116544 w 291906"/>
                <a:gd name="connsiteY35" fmla="*/ 115778 h 176071"/>
                <a:gd name="connsiteX36" fmla="*/ 116544 w 291906"/>
                <a:gd name="connsiteY36" fmla="*/ 115778 h 176071"/>
                <a:gd name="connsiteX37" fmla="*/ 111781 w 291906"/>
                <a:gd name="connsiteY37" fmla="*/ 117112 h 176071"/>
                <a:gd name="connsiteX38" fmla="*/ 111781 w 291906"/>
                <a:gd name="connsiteY38" fmla="*/ 117112 h 176071"/>
                <a:gd name="connsiteX39" fmla="*/ 103495 w 291906"/>
                <a:gd name="connsiteY39" fmla="*/ 112254 h 176071"/>
                <a:gd name="connsiteX40" fmla="*/ 137594 w 291906"/>
                <a:gd name="connsiteY40" fmla="*/ 92633 h 176071"/>
                <a:gd name="connsiteX41" fmla="*/ 141118 w 291906"/>
                <a:gd name="connsiteY41" fmla="*/ 79679 h 176071"/>
                <a:gd name="connsiteX42" fmla="*/ 141118 w 291906"/>
                <a:gd name="connsiteY42" fmla="*/ 79679 h 176071"/>
                <a:gd name="connsiteX43" fmla="*/ 154168 w 291906"/>
                <a:gd name="connsiteY43" fmla="*/ 83203 h 176071"/>
                <a:gd name="connsiteX44" fmla="*/ 154168 w 291906"/>
                <a:gd name="connsiteY44" fmla="*/ 83203 h 176071"/>
                <a:gd name="connsiteX45" fmla="*/ 150643 w 291906"/>
                <a:gd name="connsiteY45" fmla="*/ 96157 h 176071"/>
                <a:gd name="connsiteX46" fmla="*/ 150643 w 291906"/>
                <a:gd name="connsiteY46" fmla="*/ 96157 h 176071"/>
                <a:gd name="connsiteX47" fmla="*/ 145881 w 291906"/>
                <a:gd name="connsiteY47" fmla="*/ 97395 h 176071"/>
                <a:gd name="connsiteX48" fmla="*/ 145881 w 291906"/>
                <a:gd name="connsiteY48" fmla="*/ 97395 h 176071"/>
                <a:gd name="connsiteX49" fmla="*/ 137594 w 291906"/>
                <a:gd name="connsiteY49" fmla="*/ 92633 h 176071"/>
                <a:gd name="connsiteX50" fmla="*/ 171694 w 291906"/>
                <a:gd name="connsiteY50" fmla="*/ 73011 h 176071"/>
                <a:gd name="connsiteX51" fmla="*/ 175218 w 291906"/>
                <a:gd name="connsiteY51" fmla="*/ 60057 h 176071"/>
                <a:gd name="connsiteX52" fmla="*/ 175218 w 291906"/>
                <a:gd name="connsiteY52" fmla="*/ 60057 h 176071"/>
                <a:gd name="connsiteX53" fmla="*/ 188267 w 291906"/>
                <a:gd name="connsiteY53" fmla="*/ 63581 h 176071"/>
                <a:gd name="connsiteX54" fmla="*/ 188267 w 291906"/>
                <a:gd name="connsiteY54" fmla="*/ 63581 h 176071"/>
                <a:gd name="connsiteX55" fmla="*/ 184743 w 291906"/>
                <a:gd name="connsiteY55" fmla="*/ 76536 h 176071"/>
                <a:gd name="connsiteX56" fmla="*/ 184743 w 291906"/>
                <a:gd name="connsiteY56" fmla="*/ 76536 h 176071"/>
                <a:gd name="connsiteX57" fmla="*/ 179980 w 291906"/>
                <a:gd name="connsiteY57" fmla="*/ 77869 h 176071"/>
                <a:gd name="connsiteX58" fmla="*/ 179980 w 291906"/>
                <a:gd name="connsiteY58" fmla="*/ 77869 h 176071"/>
                <a:gd name="connsiteX59" fmla="*/ 171694 w 291906"/>
                <a:gd name="connsiteY59" fmla="*/ 73011 h 176071"/>
                <a:gd name="connsiteX60" fmla="*/ 205888 w 291906"/>
                <a:gd name="connsiteY60" fmla="*/ 53485 h 176071"/>
                <a:gd name="connsiteX61" fmla="*/ 209317 w 291906"/>
                <a:gd name="connsiteY61" fmla="*/ 40436 h 176071"/>
                <a:gd name="connsiteX62" fmla="*/ 209317 w 291906"/>
                <a:gd name="connsiteY62" fmla="*/ 40436 h 176071"/>
                <a:gd name="connsiteX63" fmla="*/ 222367 w 291906"/>
                <a:gd name="connsiteY63" fmla="*/ 43960 h 176071"/>
                <a:gd name="connsiteX64" fmla="*/ 222367 w 291906"/>
                <a:gd name="connsiteY64" fmla="*/ 43960 h 176071"/>
                <a:gd name="connsiteX65" fmla="*/ 218842 w 291906"/>
                <a:gd name="connsiteY65" fmla="*/ 56914 h 176071"/>
                <a:gd name="connsiteX66" fmla="*/ 218842 w 291906"/>
                <a:gd name="connsiteY66" fmla="*/ 56914 h 176071"/>
                <a:gd name="connsiteX67" fmla="*/ 214080 w 291906"/>
                <a:gd name="connsiteY67" fmla="*/ 58247 h 176071"/>
                <a:gd name="connsiteX68" fmla="*/ 214080 w 291906"/>
                <a:gd name="connsiteY68" fmla="*/ 58247 h 176071"/>
                <a:gd name="connsiteX69" fmla="*/ 205888 w 291906"/>
                <a:gd name="connsiteY69" fmla="*/ 53485 h 176071"/>
                <a:gd name="connsiteX70" fmla="*/ 239988 w 291906"/>
                <a:gd name="connsiteY70" fmla="*/ 33863 h 176071"/>
                <a:gd name="connsiteX71" fmla="*/ 243512 w 291906"/>
                <a:gd name="connsiteY71" fmla="*/ 20814 h 176071"/>
                <a:gd name="connsiteX72" fmla="*/ 243512 w 291906"/>
                <a:gd name="connsiteY72" fmla="*/ 20814 h 176071"/>
                <a:gd name="connsiteX73" fmla="*/ 256466 w 291906"/>
                <a:gd name="connsiteY73" fmla="*/ 24338 h 176071"/>
                <a:gd name="connsiteX74" fmla="*/ 256466 w 291906"/>
                <a:gd name="connsiteY74" fmla="*/ 24338 h 176071"/>
                <a:gd name="connsiteX75" fmla="*/ 252942 w 291906"/>
                <a:gd name="connsiteY75" fmla="*/ 37388 h 176071"/>
                <a:gd name="connsiteX76" fmla="*/ 252942 w 291906"/>
                <a:gd name="connsiteY76" fmla="*/ 37388 h 176071"/>
                <a:gd name="connsiteX77" fmla="*/ 248275 w 291906"/>
                <a:gd name="connsiteY77" fmla="*/ 38626 h 176071"/>
                <a:gd name="connsiteX78" fmla="*/ 248275 w 291906"/>
                <a:gd name="connsiteY78" fmla="*/ 38626 h 176071"/>
                <a:gd name="connsiteX79" fmla="*/ 239988 w 291906"/>
                <a:gd name="connsiteY79" fmla="*/ 33863 h 176071"/>
                <a:gd name="connsiteX80" fmla="*/ 274087 w 291906"/>
                <a:gd name="connsiteY80" fmla="*/ 14242 h 176071"/>
                <a:gd name="connsiteX81" fmla="*/ 277612 w 291906"/>
                <a:gd name="connsiteY81" fmla="*/ 1288 h 176071"/>
                <a:gd name="connsiteX82" fmla="*/ 277612 w 291906"/>
                <a:gd name="connsiteY82" fmla="*/ 1288 h 176071"/>
                <a:gd name="connsiteX83" fmla="*/ 290661 w 291906"/>
                <a:gd name="connsiteY83" fmla="*/ 4812 h 176071"/>
                <a:gd name="connsiteX84" fmla="*/ 290661 w 291906"/>
                <a:gd name="connsiteY84" fmla="*/ 4812 h 176071"/>
                <a:gd name="connsiteX85" fmla="*/ 287137 w 291906"/>
                <a:gd name="connsiteY85" fmla="*/ 17766 h 176071"/>
                <a:gd name="connsiteX86" fmla="*/ 287137 w 291906"/>
                <a:gd name="connsiteY86" fmla="*/ 17766 h 176071"/>
                <a:gd name="connsiteX87" fmla="*/ 282374 w 291906"/>
                <a:gd name="connsiteY87" fmla="*/ 19100 h 176071"/>
                <a:gd name="connsiteX88" fmla="*/ 282374 w 291906"/>
                <a:gd name="connsiteY88" fmla="*/ 19100 h 176071"/>
                <a:gd name="connsiteX89" fmla="*/ 274087 w 291906"/>
                <a:gd name="connsiteY89" fmla="*/ 14242 h 17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906" h="176071">
                  <a:moveTo>
                    <a:pt x="1291" y="171309"/>
                  </a:moveTo>
                  <a:cubicBezTo>
                    <a:pt x="-1376" y="166737"/>
                    <a:pt x="244" y="160927"/>
                    <a:pt x="4720" y="158260"/>
                  </a:cubicBezTo>
                  <a:lnTo>
                    <a:pt x="4720" y="158260"/>
                  </a:lnTo>
                  <a:cubicBezTo>
                    <a:pt x="9292" y="155593"/>
                    <a:pt x="15198" y="157212"/>
                    <a:pt x="17770" y="161784"/>
                  </a:cubicBezTo>
                  <a:lnTo>
                    <a:pt x="17770" y="161784"/>
                  </a:lnTo>
                  <a:cubicBezTo>
                    <a:pt x="20437" y="166261"/>
                    <a:pt x="18817" y="172167"/>
                    <a:pt x="14245" y="174738"/>
                  </a:cubicBezTo>
                  <a:lnTo>
                    <a:pt x="14245" y="174738"/>
                  </a:lnTo>
                  <a:cubicBezTo>
                    <a:pt x="12817" y="175596"/>
                    <a:pt x="11102" y="176072"/>
                    <a:pt x="9483" y="176072"/>
                  </a:cubicBezTo>
                  <a:lnTo>
                    <a:pt x="9483" y="176072"/>
                  </a:lnTo>
                  <a:cubicBezTo>
                    <a:pt x="6244" y="176072"/>
                    <a:pt x="3006" y="174357"/>
                    <a:pt x="1291" y="171309"/>
                  </a:cubicBezTo>
                  <a:close/>
                  <a:moveTo>
                    <a:pt x="35391" y="151592"/>
                  </a:moveTo>
                  <a:cubicBezTo>
                    <a:pt x="32724" y="147021"/>
                    <a:pt x="34343" y="141210"/>
                    <a:pt x="38820" y="138638"/>
                  </a:cubicBezTo>
                  <a:lnTo>
                    <a:pt x="38820" y="138638"/>
                  </a:lnTo>
                  <a:cubicBezTo>
                    <a:pt x="43392" y="135971"/>
                    <a:pt x="49202" y="137496"/>
                    <a:pt x="51869" y="142067"/>
                  </a:cubicBezTo>
                  <a:lnTo>
                    <a:pt x="51869" y="142067"/>
                  </a:lnTo>
                  <a:cubicBezTo>
                    <a:pt x="54441" y="146640"/>
                    <a:pt x="52917" y="152450"/>
                    <a:pt x="48345" y="155117"/>
                  </a:cubicBezTo>
                  <a:lnTo>
                    <a:pt x="48345" y="155117"/>
                  </a:lnTo>
                  <a:cubicBezTo>
                    <a:pt x="46916" y="155974"/>
                    <a:pt x="45202" y="156355"/>
                    <a:pt x="43582" y="156355"/>
                  </a:cubicBezTo>
                  <a:lnTo>
                    <a:pt x="43582" y="156355"/>
                  </a:lnTo>
                  <a:cubicBezTo>
                    <a:pt x="40344" y="156355"/>
                    <a:pt x="37105" y="154640"/>
                    <a:pt x="35391" y="151592"/>
                  </a:cubicBezTo>
                  <a:close/>
                  <a:moveTo>
                    <a:pt x="69395" y="131971"/>
                  </a:moveTo>
                  <a:cubicBezTo>
                    <a:pt x="66823" y="127399"/>
                    <a:pt x="68347" y="121589"/>
                    <a:pt x="72919" y="118922"/>
                  </a:cubicBezTo>
                  <a:lnTo>
                    <a:pt x="72919" y="118922"/>
                  </a:lnTo>
                  <a:cubicBezTo>
                    <a:pt x="77491" y="116350"/>
                    <a:pt x="83302" y="117874"/>
                    <a:pt x="85969" y="122446"/>
                  </a:cubicBezTo>
                  <a:lnTo>
                    <a:pt x="85969" y="122446"/>
                  </a:lnTo>
                  <a:cubicBezTo>
                    <a:pt x="88540" y="127018"/>
                    <a:pt x="87016" y="132828"/>
                    <a:pt x="82444" y="135400"/>
                  </a:cubicBezTo>
                  <a:lnTo>
                    <a:pt x="82444" y="135400"/>
                  </a:lnTo>
                  <a:cubicBezTo>
                    <a:pt x="80920" y="136257"/>
                    <a:pt x="79301" y="136734"/>
                    <a:pt x="77682" y="136734"/>
                  </a:cubicBezTo>
                  <a:lnTo>
                    <a:pt x="77682" y="136734"/>
                  </a:lnTo>
                  <a:cubicBezTo>
                    <a:pt x="74443" y="136734"/>
                    <a:pt x="71205" y="135019"/>
                    <a:pt x="69395" y="131971"/>
                  </a:cubicBezTo>
                  <a:close/>
                  <a:moveTo>
                    <a:pt x="103495" y="112254"/>
                  </a:moveTo>
                  <a:cubicBezTo>
                    <a:pt x="100923" y="107682"/>
                    <a:pt x="102447" y="101967"/>
                    <a:pt x="107019" y="99300"/>
                  </a:cubicBezTo>
                  <a:lnTo>
                    <a:pt x="107019" y="99300"/>
                  </a:lnTo>
                  <a:cubicBezTo>
                    <a:pt x="111591" y="96633"/>
                    <a:pt x="117401" y="98252"/>
                    <a:pt x="120068" y="102824"/>
                  </a:cubicBezTo>
                  <a:lnTo>
                    <a:pt x="120068" y="102824"/>
                  </a:lnTo>
                  <a:cubicBezTo>
                    <a:pt x="122640" y="107301"/>
                    <a:pt x="121116" y="113111"/>
                    <a:pt x="116544" y="115778"/>
                  </a:cubicBezTo>
                  <a:lnTo>
                    <a:pt x="116544" y="115778"/>
                  </a:lnTo>
                  <a:cubicBezTo>
                    <a:pt x="115020" y="116636"/>
                    <a:pt x="113401" y="117112"/>
                    <a:pt x="111781" y="117112"/>
                  </a:cubicBezTo>
                  <a:lnTo>
                    <a:pt x="111781" y="117112"/>
                  </a:lnTo>
                  <a:cubicBezTo>
                    <a:pt x="108543" y="117112"/>
                    <a:pt x="105304" y="115397"/>
                    <a:pt x="103495" y="112254"/>
                  </a:cubicBezTo>
                  <a:close/>
                  <a:moveTo>
                    <a:pt x="137594" y="92633"/>
                  </a:moveTo>
                  <a:cubicBezTo>
                    <a:pt x="135022" y="88156"/>
                    <a:pt x="136546" y="82250"/>
                    <a:pt x="141118" y="79679"/>
                  </a:cubicBezTo>
                  <a:lnTo>
                    <a:pt x="141118" y="79679"/>
                  </a:lnTo>
                  <a:cubicBezTo>
                    <a:pt x="145690" y="77012"/>
                    <a:pt x="151501" y="78631"/>
                    <a:pt x="154168" y="83203"/>
                  </a:cubicBezTo>
                  <a:lnTo>
                    <a:pt x="154168" y="83203"/>
                  </a:lnTo>
                  <a:cubicBezTo>
                    <a:pt x="156739" y="87680"/>
                    <a:pt x="155215" y="93585"/>
                    <a:pt x="150643" y="96157"/>
                  </a:cubicBezTo>
                  <a:lnTo>
                    <a:pt x="150643" y="96157"/>
                  </a:lnTo>
                  <a:cubicBezTo>
                    <a:pt x="149119" y="97014"/>
                    <a:pt x="147500" y="97395"/>
                    <a:pt x="145881" y="97395"/>
                  </a:cubicBezTo>
                  <a:lnTo>
                    <a:pt x="145881" y="97395"/>
                  </a:lnTo>
                  <a:cubicBezTo>
                    <a:pt x="142642" y="97395"/>
                    <a:pt x="139404" y="95681"/>
                    <a:pt x="137594" y="92633"/>
                  </a:cubicBezTo>
                  <a:close/>
                  <a:moveTo>
                    <a:pt x="171694" y="73011"/>
                  </a:moveTo>
                  <a:cubicBezTo>
                    <a:pt x="169122" y="68439"/>
                    <a:pt x="170646" y="62629"/>
                    <a:pt x="175218" y="60057"/>
                  </a:cubicBezTo>
                  <a:lnTo>
                    <a:pt x="175218" y="60057"/>
                  </a:lnTo>
                  <a:cubicBezTo>
                    <a:pt x="179790" y="57390"/>
                    <a:pt x="185600" y="59009"/>
                    <a:pt x="188267" y="63581"/>
                  </a:cubicBezTo>
                  <a:lnTo>
                    <a:pt x="188267" y="63581"/>
                  </a:lnTo>
                  <a:cubicBezTo>
                    <a:pt x="190839" y="68153"/>
                    <a:pt x="189315" y="73869"/>
                    <a:pt x="184743" y="76536"/>
                  </a:cubicBezTo>
                  <a:lnTo>
                    <a:pt x="184743" y="76536"/>
                  </a:lnTo>
                  <a:cubicBezTo>
                    <a:pt x="183219" y="77393"/>
                    <a:pt x="181600" y="77869"/>
                    <a:pt x="179980" y="77869"/>
                  </a:cubicBezTo>
                  <a:lnTo>
                    <a:pt x="179980" y="77869"/>
                  </a:lnTo>
                  <a:cubicBezTo>
                    <a:pt x="176647" y="77869"/>
                    <a:pt x="173503" y="76154"/>
                    <a:pt x="171694" y="73011"/>
                  </a:cubicBezTo>
                  <a:close/>
                  <a:moveTo>
                    <a:pt x="205888" y="53485"/>
                  </a:moveTo>
                  <a:cubicBezTo>
                    <a:pt x="203221" y="48818"/>
                    <a:pt x="204841" y="43007"/>
                    <a:pt x="209317" y="40436"/>
                  </a:cubicBezTo>
                  <a:lnTo>
                    <a:pt x="209317" y="40436"/>
                  </a:lnTo>
                  <a:cubicBezTo>
                    <a:pt x="213889" y="37769"/>
                    <a:pt x="219700" y="39388"/>
                    <a:pt x="222367" y="43960"/>
                  </a:cubicBezTo>
                  <a:lnTo>
                    <a:pt x="222367" y="43960"/>
                  </a:lnTo>
                  <a:cubicBezTo>
                    <a:pt x="224938" y="48532"/>
                    <a:pt x="223414" y="54342"/>
                    <a:pt x="218842" y="56914"/>
                  </a:cubicBezTo>
                  <a:lnTo>
                    <a:pt x="218842" y="56914"/>
                  </a:lnTo>
                  <a:cubicBezTo>
                    <a:pt x="217318" y="57771"/>
                    <a:pt x="215699" y="58247"/>
                    <a:pt x="214080" y="58247"/>
                  </a:cubicBezTo>
                  <a:lnTo>
                    <a:pt x="214080" y="58247"/>
                  </a:lnTo>
                  <a:cubicBezTo>
                    <a:pt x="210841" y="58247"/>
                    <a:pt x="207603" y="56533"/>
                    <a:pt x="205888" y="53485"/>
                  </a:cubicBezTo>
                  <a:close/>
                  <a:moveTo>
                    <a:pt x="239988" y="33863"/>
                  </a:moveTo>
                  <a:cubicBezTo>
                    <a:pt x="237321" y="29292"/>
                    <a:pt x="238940" y="23481"/>
                    <a:pt x="243512" y="20814"/>
                  </a:cubicBezTo>
                  <a:lnTo>
                    <a:pt x="243512" y="20814"/>
                  </a:lnTo>
                  <a:cubicBezTo>
                    <a:pt x="248084" y="18242"/>
                    <a:pt x="253894" y="19767"/>
                    <a:pt x="256466" y="24338"/>
                  </a:cubicBezTo>
                  <a:lnTo>
                    <a:pt x="256466" y="24338"/>
                  </a:lnTo>
                  <a:cubicBezTo>
                    <a:pt x="259133" y="28910"/>
                    <a:pt x="257514" y="34721"/>
                    <a:pt x="252942" y="37388"/>
                  </a:cubicBezTo>
                  <a:lnTo>
                    <a:pt x="252942" y="37388"/>
                  </a:lnTo>
                  <a:cubicBezTo>
                    <a:pt x="251513" y="38245"/>
                    <a:pt x="249894" y="38626"/>
                    <a:pt x="248275" y="38626"/>
                  </a:cubicBezTo>
                  <a:lnTo>
                    <a:pt x="248275" y="38626"/>
                  </a:lnTo>
                  <a:cubicBezTo>
                    <a:pt x="244941" y="38626"/>
                    <a:pt x="241702" y="36911"/>
                    <a:pt x="239988" y="33863"/>
                  </a:cubicBezTo>
                  <a:close/>
                  <a:moveTo>
                    <a:pt x="274087" y="14242"/>
                  </a:moveTo>
                  <a:cubicBezTo>
                    <a:pt x="271420" y="9670"/>
                    <a:pt x="273040" y="3860"/>
                    <a:pt x="277612" y="1288"/>
                  </a:cubicBezTo>
                  <a:lnTo>
                    <a:pt x="277612" y="1288"/>
                  </a:lnTo>
                  <a:cubicBezTo>
                    <a:pt x="282184" y="-1379"/>
                    <a:pt x="287994" y="240"/>
                    <a:pt x="290661" y="4812"/>
                  </a:cubicBezTo>
                  <a:lnTo>
                    <a:pt x="290661" y="4812"/>
                  </a:lnTo>
                  <a:cubicBezTo>
                    <a:pt x="293233" y="9384"/>
                    <a:pt x="291709" y="15194"/>
                    <a:pt x="287137" y="17766"/>
                  </a:cubicBezTo>
                  <a:lnTo>
                    <a:pt x="287137" y="17766"/>
                  </a:lnTo>
                  <a:cubicBezTo>
                    <a:pt x="285613" y="18623"/>
                    <a:pt x="283993" y="19100"/>
                    <a:pt x="282374" y="19100"/>
                  </a:cubicBezTo>
                  <a:lnTo>
                    <a:pt x="282374" y="19100"/>
                  </a:lnTo>
                  <a:cubicBezTo>
                    <a:pt x="279040" y="19100"/>
                    <a:pt x="275897" y="17385"/>
                    <a:pt x="274087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D5DEBDC-D6AD-41E1-C7E7-60161F031EC4}"/>
                </a:ext>
              </a:extLst>
            </p:cNvPr>
            <p:cNvSpPr/>
            <p:nvPr/>
          </p:nvSpPr>
          <p:spPr>
            <a:xfrm>
              <a:off x="5722326" y="3721748"/>
              <a:ext cx="295903" cy="178453"/>
            </a:xfrm>
            <a:custGeom>
              <a:avLst/>
              <a:gdLst>
                <a:gd name="connsiteX0" fmla="*/ 281662 w 295903"/>
                <a:gd name="connsiteY0" fmla="*/ 177120 h 178453"/>
                <a:gd name="connsiteX1" fmla="*/ 281662 w 295903"/>
                <a:gd name="connsiteY1" fmla="*/ 177120 h 178453"/>
                <a:gd name="connsiteX2" fmla="*/ 278137 w 295903"/>
                <a:gd name="connsiteY2" fmla="*/ 164166 h 178453"/>
                <a:gd name="connsiteX3" fmla="*/ 278137 w 295903"/>
                <a:gd name="connsiteY3" fmla="*/ 164166 h 178453"/>
                <a:gd name="connsiteX4" fmla="*/ 291091 w 295903"/>
                <a:gd name="connsiteY4" fmla="*/ 160641 h 178453"/>
                <a:gd name="connsiteX5" fmla="*/ 291091 w 295903"/>
                <a:gd name="connsiteY5" fmla="*/ 160641 h 178453"/>
                <a:gd name="connsiteX6" fmla="*/ 294616 w 295903"/>
                <a:gd name="connsiteY6" fmla="*/ 173691 h 178453"/>
                <a:gd name="connsiteX7" fmla="*/ 294616 w 295903"/>
                <a:gd name="connsiteY7" fmla="*/ 173691 h 178453"/>
                <a:gd name="connsiteX8" fmla="*/ 286329 w 295903"/>
                <a:gd name="connsiteY8" fmla="*/ 178453 h 178453"/>
                <a:gd name="connsiteX9" fmla="*/ 286329 w 295903"/>
                <a:gd name="connsiteY9" fmla="*/ 178453 h 178453"/>
                <a:gd name="connsiteX10" fmla="*/ 281566 w 295903"/>
                <a:gd name="connsiteY10" fmla="*/ 177120 h 178453"/>
                <a:gd name="connsiteX11" fmla="*/ 247086 w 295903"/>
                <a:gd name="connsiteY11" fmla="*/ 157212 h 178453"/>
                <a:gd name="connsiteX12" fmla="*/ 243562 w 295903"/>
                <a:gd name="connsiteY12" fmla="*/ 144163 h 178453"/>
                <a:gd name="connsiteX13" fmla="*/ 243562 w 295903"/>
                <a:gd name="connsiteY13" fmla="*/ 144163 h 178453"/>
                <a:gd name="connsiteX14" fmla="*/ 256611 w 295903"/>
                <a:gd name="connsiteY14" fmla="*/ 140734 h 178453"/>
                <a:gd name="connsiteX15" fmla="*/ 256611 w 295903"/>
                <a:gd name="connsiteY15" fmla="*/ 140734 h 178453"/>
                <a:gd name="connsiteX16" fmla="*/ 260135 w 295903"/>
                <a:gd name="connsiteY16" fmla="*/ 153688 h 178453"/>
                <a:gd name="connsiteX17" fmla="*/ 260135 w 295903"/>
                <a:gd name="connsiteY17" fmla="*/ 153688 h 178453"/>
                <a:gd name="connsiteX18" fmla="*/ 251848 w 295903"/>
                <a:gd name="connsiteY18" fmla="*/ 158451 h 178453"/>
                <a:gd name="connsiteX19" fmla="*/ 251848 w 295903"/>
                <a:gd name="connsiteY19" fmla="*/ 158451 h 178453"/>
                <a:gd name="connsiteX20" fmla="*/ 247086 w 295903"/>
                <a:gd name="connsiteY20" fmla="*/ 157212 h 178453"/>
                <a:gd name="connsiteX21" fmla="*/ 212510 w 295903"/>
                <a:gd name="connsiteY21" fmla="*/ 137305 h 178453"/>
                <a:gd name="connsiteX22" fmla="*/ 208986 w 295903"/>
                <a:gd name="connsiteY22" fmla="*/ 124256 h 178453"/>
                <a:gd name="connsiteX23" fmla="*/ 208986 w 295903"/>
                <a:gd name="connsiteY23" fmla="*/ 124256 h 178453"/>
                <a:gd name="connsiteX24" fmla="*/ 221940 w 295903"/>
                <a:gd name="connsiteY24" fmla="*/ 120732 h 178453"/>
                <a:gd name="connsiteX25" fmla="*/ 221940 w 295903"/>
                <a:gd name="connsiteY25" fmla="*/ 120732 h 178453"/>
                <a:gd name="connsiteX26" fmla="*/ 225464 w 295903"/>
                <a:gd name="connsiteY26" fmla="*/ 133781 h 178453"/>
                <a:gd name="connsiteX27" fmla="*/ 225464 w 295903"/>
                <a:gd name="connsiteY27" fmla="*/ 133781 h 178453"/>
                <a:gd name="connsiteX28" fmla="*/ 217177 w 295903"/>
                <a:gd name="connsiteY28" fmla="*/ 138543 h 178453"/>
                <a:gd name="connsiteX29" fmla="*/ 217177 w 295903"/>
                <a:gd name="connsiteY29" fmla="*/ 138543 h 178453"/>
                <a:gd name="connsiteX30" fmla="*/ 212510 w 295903"/>
                <a:gd name="connsiteY30" fmla="*/ 137305 h 178453"/>
                <a:gd name="connsiteX31" fmla="*/ 177839 w 295903"/>
                <a:gd name="connsiteY31" fmla="*/ 117398 h 178453"/>
                <a:gd name="connsiteX32" fmla="*/ 177839 w 295903"/>
                <a:gd name="connsiteY32" fmla="*/ 117398 h 178453"/>
                <a:gd name="connsiteX33" fmla="*/ 174220 w 295903"/>
                <a:gd name="connsiteY33" fmla="*/ 104349 h 178453"/>
                <a:gd name="connsiteX34" fmla="*/ 174220 w 295903"/>
                <a:gd name="connsiteY34" fmla="*/ 104349 h 178453"/>
                <a:gd name="connsiteX35" fmla="*/ 187269 w 295903"/>
                <a:gd name="connsiteY35" fmla="*/ 100824 h 178453"/>
                <a:gd name="connsiteX36" fmla="*/ 187269 w 295903"/>
                <a:gd name="connsiteY36" fmla="*/ 100824 h 178453"/>
                <a:gd name="connsiteX37" fmla="*/ 190793 w 295903"/>
                <a:gd name="connsiteY37" fmla="*/ 113874 h 178453"/>
                <a:gd name="connsiteX38" fmla="*/ 190793 w 295903"/>
                <a:gd name="connsiteY38" fmla="*/ 113874 h 178453"/>
                <a:gd name="connsiteX39" fmla="*/ 182506 w 295903"/>
                <a:gd name="connsiteY39" fmla="*/ 118636 h 178453"/>
                <a:gd name="connsiteX40" fmla="*/ 182506 w 295903"/>
                <a:gd name="connsiteY40" fmla="*/ 118636 h 178453"/>
                <a:gd name="connsiteX41" fmla="*/ 177744 w 295903"/>
                <a:gd name="connsiteY41" fmla="*/ 117398 h 178453"/>
                <a:gd name="connsiteX42" fmla="*/ 143263 w 295903"/>
                <a:gd name="connsiteY42" fmla="*/ 97491 h 178453"/>
                <a:gd name="connsiteX43" fmla="*/ 139739 w 295903"/>
                <a:gd name="connsiteY43" fmla="*/ 84441 h 178453"/>
                <a:gd name="connsiteX44" fmla="*/ 139739 w 295903"/>
                <a:gd name="connsiteY44" fmla="*/ 84441 h 178453"/>
                <a:gd name="connsiteX45" fmla="*/ 152788 w 295903"/>
                <a:gd name="connsiteY45" fmla="*/ 80917 h 178453"/>
                <a:gd name="connsiteX46" fmla="*/ 152788 w 295903"/>
                <a:gd name="connsiteY46" fmla="*/ 80917 h 178453"/>
                <a:gd name="connsiteX47" fmla="*/ 156217 w 295903"/>
                <a:gd name="connsiteY47" fmla="*/ 93966 h 178453"/>
                <a:gd name="connsiteX48" fmla="*/ 156217 w 295903"/>
                <a:gd name="connsiteY48" fmla="*/ 93966 h 178453"/>
                <a:gd name="connsiteX49" fmla="*/ 147931 w 295903"/>
                <a:gd name="connsiteY49" fmla="*/ 98729 h 178453"/>
                <a:gd name="connsiteX50" fmla="*/ 147931 w 295903"/>
                <a:gd name="connsiteY50" fmla="*/ 98729 h 178453"/>
                <a:gd name="connsiteX51" fmla="*/ 143263 w 295903"/>
                <a:gd name="connsiteY51" fmla="*/ 97491 h 178453"/>
                <a:gd name="connsiteX52" fmla="*/ 108592 w 295903"/>
                <a:gd name="connsiteY52" fmla="*/ 77583 h 178453"/>
                <a:gd name="connsiteX53" fmla="*/ 105068 w 295903"/>
                <a:gd name="connsiteY53" fmla="*/ 64534 h 178453"/>
                <a:gd name="connsiteX54" fmla="*/ 105068 w 295903"/>
                <a:gd name="connsiteY54" fmla="*/ 64534 h 178453"/>
                <a:gd name="connsiteX55" fmla="*/ 118117 w 295903"/>
                <a:gd name="connsiteY55" fmla="*/ 61010 h 178453"/>
                <a:gd name="connsiteX56" fmla="*/ 118117 w 295903"/>
                <a:gd name="connsiteY56" fmla="*/ 61010 h 178453"/>
                <a:gd name="connsiteX57" fmla="*/ 121642 w 295903"/>
                <a:gd name="connsiteY57" fmla="*/ 74059 h 178453"/>
                <a:gd name="connsiteX58" fmla="*/ 121642 w 295903"/>
                <a:gd name="connsiteY58" fmla="*/ 74059 h 178453"/>
                <a:gd name="connsiteX59" fmla="*/ 113355 w 295903"/>
                <a:gd name="connsiteY59" fmla="*/ 78822 h 178453"/>
                <a:gd name="connsiteX60" fmla="*/ 113355 w 295903"/>
                <a:gd name="connsiteY60" fmla="*/ 78822 h 178453"/>
                <a:gd name="connsiteX61" fmla="*/ 108592 w 295903"/>
                <a:gd name="connsiteY61" fmla="*/ 77583 h 178453"/>
                <a:gd name="connsiteX62" fmla="*/ 74017 w 295903"/>
                <a:gd name="connsiteY62" fmla="*/ 57581 h 178453"/>
                <a:gd name="connsiteX63" fmla="*/ 70492 w 295903"/>
                <a:gd name="connsiteY63" fmla="*/ 44627 h 178453"/>
                <a:gd name="connsiteX64" fmla="*/ 70492 w 295903"/>
                <a:gd name="connsiteY64" fmla="*/ 44627 h 178453"/>
                <a:gd name="connsiteX65" fmla="*/ 83542 w 295903"/>
                <a:gd name="connsiteY65" fmla="*/ 41103 h 178453"/>
                <a:gd name="connsiteX66" fmla="*/ 83542 w 295903"/>
                <a:gd name="connsiteY66" fmla="*/ 41103 h 178453"/>
                <a:gd name="connsiteX67" fmla="*/ 86971 w 295903"/>
                <a:gd name="connsiteY67" fmla="*/ 54152 h 178453"/>
                <a:gd name="connsiteX68" fmla="*/ 86971 w 295903"/>
                <a:gd name="connsiteY68" fmla="*/ 54152 h 178453"/>
                <a:gd name="connsiteX69" fmla="*/ 78779 w 295903"/>
                <a:gd name="connsiteY69" fmla="*/ 58914 h 178453"/>
                <a:gd name="connsiteX70" fmla="*/ 78779 w 295903"/>
                <a:gd name="connsiteY70" fmla="*/ 58914 h 178453"/>
                <a:gd name="connsiteX71" fmla="*/ 74017 w 295903"/>
                <a:gd name="connsiteY71" fmla="*/ 57581 h 178453"/>
                <a:gd name="connsiteX72" fmla="*/ 39346 w 295903"/>
                <a:gd name="connsiteY72" fmla="*/ 37674 h 178453"/>
                <a:gd name="connsiteX73" fmla="*/ 35917 w 295903"/>
                <a:gd name="connsiteY73" fmla="*/ 24720 h 178453"/>
                <a:gd name="connsiteX74" fmla="*/ 35917 w 295903"/>
                <a:gd name="connsiteY74" fmla="*/ 24720 h 178453"/>
                <a:gd name="connsiteX75" fmla="*/ 48871 w 295903"/>
                <a:gd name="connsiteY75" fmla="*/ 21195 h 178453"/>
                <a:gd name="connsiteX76" fmla="*/ 48871 w 295903"/>
                <a:gd name="connsiteY76" fmla="*/ 21195 h 178453"/>
                <a:gd name="connsiteX77" fmla="*/ 52395 w 295903"/>
                <a:gd name="connsiteY77" fmla="*/ 34245 h 178453"/>
                <a:gd name="connsiteX78" fmla="*/ 52395 w 295903"/>
                <a:gd name="connsiteY78" fmla="*/ 34245 h 178453"/>
                <a:gd name="connsiteX79" fmla="*/ 44108 w 295903"/>
                <a:gd name="connsiteY79" fmla="*/ 39007 h 178453"/>
                <a:gd name="connsiteX80" fmla="*/ 44108 w 295903"/>
                <a:gd name="connsiteY80" fmla="*/ 39007 h 178453"/>
                <a:gd name="connsiteX81" fmla="*/ 39346 w 295903"/>
                <a:gd name="connsiteY81" fmla="*/ 37674 h 178453"/>
                <a:gd name="connsiteX82" fmla="*/ 4770 w 295903"/>
                <a:gd name="connsiteY82" fmla="*/ 17766 h 178453"/>
                <a:gd name="connsiteX83" fmla="*/ 1246 w 295903"/>
                <a:gd name="connsiteY83" fmla="*/ 4812 h 178453"/>
                <a:gd name="connsiteX84" fmla="*/ 1246 w 295903"/>
                <a:gd name="connsiteY84" fmla="*/ 4812 h 178453"/>
                <a:gd name="connsiteX85" fmla="*/ 14295 w 295903"/>
                <a:gd name="connsiteY85" fmla="*/ 1288 h 178453"/>
                <a:gd name="connsiteX86" fmla="*/ 14295 w 295903"/>
                <a:gd name="connsiteY86" fmla="*/ 1288 h 178453"/>
                <a:gd name="connsiteX87" fmla="*/ 17819 w 295903"/>
                <a:gd name="connsiteY87" fmla="*/ 14242 h 178453"/>
                <a:gd name="connsiteX88" fmla="*/ 17819 w 295903"/>
                <a:gd name="connsiteY88" fmla="*/ 14242 h 178453"/>
                <a:gd name="connsiteX89" fmla="*/ 9532 w 295903"/>
                <a:gd name="connsiteY89" fmla="*/ 19100 h 178453"/>
                <a:gd name="connsiteX90" fmla="*/ 9532 w 295903"/>
                <a:gd name="connsiteY90" fmla="*/ 19100 h 178453"/>
                <a:gd name="connsiteX91" fmla="*/ 4770 w 295903"/>
                <a:gd name="connsiteY91" fmla="*/ 17766 h 178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295903" h="178453">
                  <a:moveTo>
                    <a:pt x="281662" y="177120"/>
                  </a:moveTo>
                  <a:lnTo>
                    <a:pt x="281662" y="177120"/>
                  </a:lnTo>
                  <a:cubicBezTo>
                    <a:pt x="277090" y="174548"/>
                    <a:pt x="275470" y="168642"/>
                    <a:pt x="278137" y="164166"/>
                  </a:cubicBezTo>
                  <a:lnTo>
                    <a:pt x="278137" y="164166"/>
                  </a:lnTo>
                  <a:cubicBezTo>
                    <a:pt x="280709" y="159593"/>
                    <a:pt x="286519" y="157974"/>
                    <a:pt x="291091" y="160641"/>
                  </a:cubicBezTo>
                  <a:lnTo>
                    <a:pt x="291091" y="160641"/>
                  </a:lnTo>
                  <a:cubicBezTo>
                    <a:pt x="295663" y="163308"/>
                    <a:pt x="297283" y="169118"/>
                    <a:pt x="294616" y="173691"/>
                  </a:cubicBezTo>
                  <a:lnTo>
                    <a:pt x="294616" y="173691"/>
                  </a:lnTo>
                  <a:cubicBezTo>
                    <a:pt x="292806" y="176739"/>
                    <a:pt x="289663" y="178453"/>
                    <a:pt x="286329" y="178453"/>
                  </a:cubicBezTo>
                  <a:lnTo>
                    <a:pt x="286329" y="178453"/>
                  </a:lnTo>
                  <a:cubicBezTo>
                    <a:pt x="284710" y="178453"/>
                    <a:pt x="283090" y="177977"/>
                    <a:pt x="281566" y="177120"/>
                  </a:cubicBezTo>
                  <a:close/>
                  <a:moveTo>
                    <a:pt x="247086" y="157212"/>
                  </a:moveTo>
                  <a:cubicBezTo>
                    <a:pt x="242514" y="154545"/>
                    <a:pt x="240990" y="148735"/>
                    <a:pt x="243562" y="144163"/>
                  </a:cubicBezTo>
                  <a:lnTo>
                    <a:pt x="243562" y="144163"/>
                  </a:lnTo>
                  <a:cubicBezTo>
                    <a:pt x="246229" y="139591"/>
                    <a:pt x="252039" y="138067"/>
                    <a:pt x="256611" y="140734"/>
                  </a:cubicBezTo>
                  <a:lnTo>
                    <a:pt x="256611" y="140734"/>
                  </a:lnTo>
                  <a:cubicBezTo>
                    <a:pt x="261183" y="143306"/>
                    <a:pt x="262707" y="149116"/>
                    <a:pt x="260135" y="153688"/>
                  </a:cubicBezTo>
                  <a:lnTo>
                    <a:pt x="260135" y="153688"/>
                  </a:lnTo>
                  <a:cubicBezTo>
                    <a:pt x="258325" y="156736"/>
                    <a:pt x="255087" y="158451"/>
                    <a:pt x="251848" y="158451"/>
                  </a:cubicBezTo>
                  <a:lnTo>
                    <a:pt x="251848" y="158451"/>
                  </a:lnTo>
                  <a:cubicBezTo>
                    <a:pt x="250229" y="158451"/>
                    <a:pt x="248610" y="158070"/>
                    <a:pt x="247086" y="157212"/>
                  </a:cubicBezTo>
                  <a:close/>
                  <a:moveTo>
                    <a:pt x="212510" y="137305"/>
                  </a:moveTo>
                  <a:cubicBezTo>
                    <a:pt x="207938" y="134638"/>
                    <a:pt x="206319" y="128828"/>
                    <a:pt x="208986" y="124256"/>
                  </a:cubicBezTo>
                  <a:lnTo>
                    <a:pt x="208986" y="124256"/>
                  </a:lnTo>
                  <a:cubicBezTo>
                    <a:pt x="211653" y="119684"/>
                    <a:pt x="217463" y="118160"/>
                    <a:pt x="221940" y="120732"/>
                  </a:cubicBezTo>
                  <a:lnTo>
                    <a:pt x="221940" y="120732"/>
                  </a:lnTo>
                  <a:cubicBezTo>
                    <a:pt x="226512" y="123399"/>
                    <a:pt x="228131" y="129209"/>
                    <a:pt x="225464" y="133781"/>
                  </a:cubicBezTo>
                  <a:lnTo>
                    <a:pt x="225464" y="133781"/>
                  </a:lnTo>
                  <a:cubicBezTo>
                    <a:pt x="223750" y="136829"/>
                    <a:pt x="220511" y="138543"/>
                    <a:pt x="217177" y="138543"/>
                  </a:cubicBezTo>
                  <a:lnTo>
                    <a:pt x="217177" y="138543"/>
                  </a:lnTo>
                  <a:cubicBezTo>
                    <a:pt x="215653" y="138543"/>
                    <a:pt x="213939" y="138162"/>
                    <a:pt x="212510" y="137305"/>
                  </a:cubicBezTo>
                  <a:close/>
                  <a:moveTo>
                    <a:pt x="177839" y="117398"/>
                  </a:moveTo>
                  <a:lnTo>
                    <a:pt x="177839" y="117398"/>
                  </a:lnTo>
                  <a:cubicBezTo>
                    <a:pt x="173172" y="114731"/>
                    <a:pt x="171648" y="108920"/>
                    <a:pt x="174220" y="104349"/>
                  </a:cubicBezTo>
                  <a:lnTo>
                    <a:pt x="174220" y="104349"/>
                  </a:lnTo>
                  <a:cubicBezTo>
                    <a:pt x="176887" y="99776"/>
                    <a:pt x="182697" y="98253"/>
                    <a:pt x="187269" y="100824"/>
                  </a:cubicBezTo>
                  <a:lnTo>
                    <a:pt x="187269" y="100824"/>
                  </a:lnTo>
                  <a:cubicBezTo>
                    <a:pt x="191841" y="103491"/>
                    <a:pt x="193365" y="109301"/>
                    <a:pt x="190793" y="113874"/>
                  </a:cubicBezTo>
                  <a:lnTo>
                    <a:pt x="190793" y="113874"/>
                  </a:lnTo>
                  <a:cubicBezTo>
                    <a:pt x="188983" y="116922"/>
                    <a:pt x="185840" y="118636"/>
                    <a:pt x="182506" y="118636"/>
                  </a:cubicBezTo>
                  <a:lnTo>
                    <a:pt x="182506" y="118636"/>
                  </a:lnTo>
                  <a:cubicBezTo>
                    <a:pt x="180887" y="118636"/>
                    <a:pt x="179268" y="118255"/>
                    <a:pt x="177744" y="117398"/>
                  </a:cubicBezTo>
                  <a:close/>
                  <a:moveTo>
                    <a:pt x="143263" y="97491"/>
                  </a:moveTo>
                  <a:cubicBezTo>
                    <a:pt x="138691" y="94824"/>
                    <a:pt x="137072" y="89013"/>
                    <a:pt x="139739" y="84441"/>
                  </a:cubicBezTo>
                  <a:lnTo>
                    <a:pt x="139739" y="84441"/>
                  </a:lnTo>
                  <a:cubicBezTo>
                    <a:pt x="142311" y="79869"/>
                    <a:pt x="148216" y="78345"/>
                    <a:pt x="152788" y="80917"/>
                  </a:cubicBezTo>
                  <a:lnTo>
                    <a:pt x="152788" y="80917"/>
                  </a:lnTo>
                  <a:cubicBezTo>
                    <a:pt x="157360" y="83584"/>
                    <a:pt x="158884" y="89394"/>
                    <a:pt x="156217" y="93966"/>
                  </a:cubicBezTo>
                  <a:lnTo>
                    <a:pt x="156217" y="93966"/>
                  </a:lnTo>
                  <a:cubicBezTo>
                    <a:pt x="154503" y="97014"/>
                    <a:pt x="151264" y="98729"/>
                    <a:pt x="147931" y="98729"/>
                  </a:cubicBezTo>
                  <a:lnTo>
                    <a:pt x="147931" y="98729"/>
                  </a:lnTo>
                  <a:cubicBezTo>
                    <a:pt x="146407" y="98729"/>
                    <a:pt x="144692" y="98348"/>
                    <a:pt x="143263" y="97491"/>
                  </a:cubicBezTo>
                  <a:close/>
                  <a:moveTo>
                    <a:pt x="108592" y="77583"/>
                  </a:moveTo>
                  <a:cubicBezTo>
                    <a:pt x="104020" y="74916"/>
                    <a:pt x="102496" y="69106"/>
                    <a:pt x="105068" y="64534"/>
                  </a:cubicBezTo>
                  <a:lnTo>
                    <a:pt x="105068" y="64534"/>
                  </a:lnTo>
                  <a:cubicBezTo>
                    <a:pt x="107735" y="59962"/>
                    <a:pt x="113545" y="58438"/>
                    <a:pt x="118117" y="61010"/>
                  </a:cubicBezTo>
                  <a:lnTo>
                    <a:pt x="118117" y="61010"/>
                  </a:lnTo>
                  <a:cubicBezTo>
                    <a:pt x="122689" y="63677"/>
                    <a:pt x="124309" y="69487"/>
                    <a:pt x="121642" y="74059"/>
                  </a:cubicBezTo>
                  <a:lnTo>
                    <a:pt x="121642" y="74059"/>
                  </a:lnTo>
                  <a:cubicBezTo>
                    <a:pt x="119832" y="77107"/>
                    <a:pt x="116689" y="78822"/>
                    <a:pt x="113355" y="78822"/>
                  </a:cubicBezTo>
                  <a:lnTo>
                    <a:pt x="113355" y="78822"/>
                  </a:lnTo>
                  <a:cubicBezTo>
                    <a:pt x="111736" y="78822"/>
                    <a:pt x="110116" y="78441"/>
                    <a:pt x="108592" y="77583"/>
                  </a:cubicBezTo>
                  <a:close/>
                  <a:moveTo>
                    <a:pt x="74017" y="57581"/>
                  </a:moveTo>
                  <a:cubicBezTo>
                    <a:pt x="69445" y="55009"/>
                    <a:pt x="67921" y="49199"/>
                    <a:pt x="70492" y="44627"/>
                  </a:cubicBezTo>
                  <a:lnTo>
                    <a:pt x="70492" y="44627"/>
                  </a:lnTo>
                  <a:cubicBezTo>
                    <a:pt x="73159" y="40055"/>
                    <a:pt x="78970" y="38531"/>
                    <a:pt x="83542" y="41103"/>
                  </a:cubicBezTo>
                  <a:lnTo>
                    <a:pt x="83542" y="41103"/>
                  </a:lnTo>
                  <a:cubicBezTo>
                    <a:pt x="88018" y="43770"/>
                    <a:pt x="89638" y="49580"/>
                    <a:pt x="86971" y="54152"/>
                  </a:cubicBezTo>
                  <a:lnTo>
                    <a:pt x="86971" y="54152"/>
                  </a:lnTo>
                  <a:cubicBezTo>
                    <a:pt x="85256" y="57200"/>
                    <a:pt x="82018" y="58914"/>
                    <a:pt x="78779" y="58914"/>
                  </a:cubicBezTo>
                  <a:lnTo>
                    <a:pt x="78779" y="58914"/>
                  </a:lnTo>
                  <a:cubicBezTo>
                    <a:pt x="77160" y="58914"/>
                    <a:pt x="75541" y="58438"/>
                    <a:pt x="74017" y="57581"/>
                  </a:cubicBezTo>
                  <a:close/>
                  <a:moveTo>
                    <a:pt x="39346" y="37674"/>
                  </a:moveTo>
                  <a:cubicBezTo>
                    <a:pt x="34869" y="35102"/>
                    <a:pt x="33250" y="29291"/>
                    <a:pt x="35917" y="24720"/>
                  </a:cubicBezTo>
                  <a:lnTo>
                    <a:pt x="35917" y="24720"/>
                  </a:lnTo>
                  <a:cubicBezTo>
                    <a:pt x="38488" y="20147"/>
                    <a:pt x="44299" y="18528"/>
                    <a:pt x="48871" y="21195"/>
                  </a:cubicBezTo>
                  <a:lnTo>
                    <a:pt x="48871" y="21195"/>
                  </a:lnTo>
                  <a:cubicBezTo>
                    <a:pt x="53443" y="23862"/>
                    <a:pt x="54967" y="29672"/>
                    <a:pt x="52395" y="34245"/>
                  </a:cubicBezTo>
                  <a:lnTo>
                    <a:pt x="52395" y="34245"/>
                  </a:lnTo>
                  <a:cubicBezTo>
                    <a:pt x="50585" y="37293"/>
                    <a:pt x="47442" y="39007"/>
                    <a:pt x="44108" y="39007"/>
                  </a:cubicBezTo>
                  <a:lnTo>
                    <a:pt x="44108" y="39007"/>
                  </a:lnTo>
                  <a:cubicBezTo>
                    <a:pt x="42489" y="39007"/>
                    <a:pt x="40870" y="38626"/>
                    <a:pt x="39346" y="37674"/>
                  </a:cubicBezTo>
                  <a:close/>
                  <a:moveTo>
                    <a:pt x="4770" y="17766"/>
                  </a:moveTo>
                  <a:cubicBezTo>
                    <a:pt x="198" y="15099"/>
                    <a:pt x="-1326" y="9289"/>
                    <a:pt x="1246" y="4812"/>
                  </a:cubicBezTo>
                  <a:lnTo>
                    <a:pt x="1246" y="4812"/>
                  </a:lnTo>
                  <a:cubicBezTo>
                    <a:pt x="3913" y="240"/>
                    <a:pt x="9723" y="-1379"/>
                    <a:pt x="14295" y="1288"/>
                  </a:cubicBezTo>
                  <a:lnTo>
                    <a:pt x="14295" y="1288"/>
                  </a:lnTo>
                  <a:cubicBezTo>
                    <a:pt x="18867" y="3955"/>
                    <a:pt x="20391" y="9765"/>
                    <a:pt x="17819" y="14242"/>
                  </a:cubicBezTo>
                  <a:lnTo>
                    <a:pt x="17819" y="14242"/>
                  </a:lnTo>
                  <a:cubicBezTo>
                    <a:pt x="16009" y="17385"/>
                    <a:pt x="12771" y="19100"/>
                    <a:pt x="9532" y="19100"/>
                  </a:cubicBezTo>
                  <a:lnTo>
                    <a:pt x="9532" y="19100"/>
                  </a:lnTo>
                  <a:cubicBezTo>
                    <a:pt x="7913" y="19100"/>
                    <a:pt x="6294" y="18624"/>
                    <a:pt x="4770" y="1776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F1DCAB5-3EF8-9940-F373-3EF057C2B570}"/>
                </a:ext>
              </a:extLst>
            </p:cNvPr>
            <p:cNvSpPr/>
            <p:nvPr/>
          </p:nvSpPr>
          <p:spPr>
            <a:xfrm>
              <a:off x="5645396" y="3655039"/>
              <a:ext cx="36116" cy="46089"/>
            </a:xfrm>
            <a:custGeom>
              <a:avLst/>
              <a:gdLst>
                <a:gd name="connsiteX0" fmla="*/ 19597 w 36116"/>
                <a:gd name="connsiteY0" fmla="*/ 43041 h 46089"/>
                <a:gd name="connsiteX1" fmla="*/ 20073 w 36116"/>
                <a:gd name="connsiteY1" fmla="*/ 29611 h 46089"/>
                <a:gd name="connsiteX2" fmla="*/ 20073 w 36116"/>
                <a:gd name="connsiteY2" fmla="*/ 29611 h 46089"/>
                <a:gd name="connsiteX3" fmla="*/ 33599 w 36116"/>
                <a:gd name="connsiteY3" fmla="*/ 30087 h 46089"/>
                <a:gd name="connsiteX4" fmla="*/ 33599 w 36116"/>
                <a:gd name="connsiteY4" fmla="*/ 30087 h 46089"/>
                <a:gd name="connsiteX5" fmla="*/ 33123 w 36116"/>
                <a:gd name="connsiteY5" fmla="*/ 43518 h 46089"/>
                <a:gd name="connsiteX6" fmla="*/ 33123 w 36116"/>
                <a:gd name="connsiteY6" fmla="*/ 43518 h 46089"/>
                <a:gd name="connsiteX7" fmla="*/ 26646 w 36116"/>
                <a:gd name="connsiteY7" fmla="*/ 46089 h 46089"/>
                <a:gd name="connsiteX8" fmla="*/ 26646 w 36116"/>
                <a:gd name="connsiteY8" fmla="*/ 46089 h 46089"/>
                <a:gd name="connsiteX9" fmla="*/ 19597 w 36116"/>
                <a:gd name="connsiteY9" fmla="*/ 43041 h 46089"/>
                <a:gd name="connsiteX10" fmla="*/ 642 w 36116"/>
                <a:gd name="connsiteY10" fmla="*/ 12942 h 46089"/>
                <a:gd name="connsiteX11" fmla="*/ 6167 w 36116"/>
                <a:gd name="connsiteY11" fmla="*/ 655 h 46089"/>
                <a:gd name="connsiteX12" fmla="*/ 6167 w 36116"/>
                <a:gd name="connsiteY12" fmla="*/ 655 h 46089"/>
                <a:gd name="connsiteX13" fmla="*/ 18454 w 36116"/>
                <a:gd name="connsiteY13" fmla="*/ 6084 h 46089"/>
                <a:gd name="connsiteX14" fmla="*/ 18454 w 36116"/>
                <a:gd name="connsiteY14" fmla="*/ 6084 h 46089"/>
                <a:gd name="connsiteX15" fmla="*/ 12930 w 36116"/>
                <a:gd name="connsiteY15" fmla="*/ 18372 h 46089"/>
                <a:gd name="connsiteX16" fmla="*/ 12930 w 36116"/>
                <a:gd name="connsiteY16" fmla="*/ 18372 h 46089"/>
                <a:gd name="connsiteX17" fmla="*/ 9596 w 36116"/>
                <a:gd name="connsiteY17" fmla="*/ 19038 h 46089"/>
                <a:gd name="connsiteX18" fmla="*/ 9596 w 36116"/>
                <a:gd name="connsiteY18" fmla="*/ 19038 h 46089"/>
                <a:gd name="connsiteX19" fmla="*/ 642 w 36116"/>
                <a:gd name="connsiteY19" fmla="*/ 12942 h 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116" h="46089">
                  <a:moveTo>
                    <a:pt x="19597" y="43041"/>
                  </a:moveTo>
                  <a:cubicBezTo>
                    <a:pt x="16073" y="39231"/>
                    <a:pt x="16263" y="33135"/>
                    <a:pt x="20073" y="29611"/>
                  </a:cubicBezTo>
                  <a:lnTo>
                    <a:pt x="20073" y="29611"/>
                  </a:lnTo>
                  <a:cubicBezTo>
                    <a:pt x="23979" y="25992"/>
                    <a:pt x="29979" y="26182"/>
                    <a:pt x="33599" y="30087"/>
                  </a:cubicBezTo>
                  <a:lnTo>
                    <a:pt x="33599" y="30087"/>
                  </a:lnTo>
                  <a:cubicBezTo>
                    <a:pt x="37123" y="33993"/>
                    <a:pt x="36933" y="39993"/>
                    <a:pt x="33123" y="43518"/>
                  </a:cubicBezTo>
                  <a:lnTo>
                    <a:pt x="33123" y="43518"/>
                  </a:lnTo>
                  <a:cubicBezTo>
                    <a:pt x="31218" y="45232"/>
                    <a:pt x="28932" y="46089"/>
                    <a:pt x="26646" y="46089"/>
                  </a:cubicBezTo>
                  <a:lnTo>
                    <a:pt x="26646" y="46089"/>
                  </a:lnTo>
                  <a:cubicBezTo>
                    <a:pt x="24074" y="46089"/>
                    <a:pt x="21502" y="45042"/>
                    <a:pt x="19597" y="43041"/>
                  </a:cubicBezTo>
                  <a:close/>
                  <a:moveTo>
                    <a:pt x="642" y="12942"/>
                  </a:moveTo>
                  <a:cubicBezTo>
                    <a:pt x="-1263" y="7989"/>
                    <a:pt x="1214" y="2465"/>
                    <a:pt x="6167" y="655"/>
                  </a:cubicBezTo>
                  <a:lnTo>
                    <a:pt x="6167" y="655"/>
                  </a:lnTo>
                  <a:cubicBezTo>
                    <a:pt x="11025" y="-1250"/>
                    <a:pt x="16549" y="1131"/>
                    <a:pt x="18454" y="6084"/>
                  </a:cubicBezTo>
                  <a:lnTo>
                    <a:pt x="18454" y="6084"/>
                  </a:lnTo>
                  <a:cubicBezTo>
                    <a:pt x="20359" y="10942"/>
                    <a:pt x="17883" y="16467"/>
                    <a:pt x="12930" y="18372"/>
                  </a:cubicBezTo>
                  <a:lnTo>
                    <a:pt x="12930" y="18372"/>
                  </a:lnTo>
                  <a:cubicBezTo>
                    <a:pt x="11882" y="18848"/>
                    <a:pt x="10739" y="19038"/>
                    <a:pt x="9596" y="19038"/>
                  </a:cubicBezTo>
                  <a:lnTo>
                    <a:pt x="9596" y="19038"/>
                  </a:lnTo>
                  <a:cubicBezTo>
                    <a:pt x="5691" y="19038"/>
                    <a:pt x="2166" y="16752"/>
                    <a:pt x="642" y="129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A19F450-C6DD-D1EA-0884-EF021AEAF8FD}"/>
                </a:ext>
              </a:extLst>
            </p:cNvPr>
            <p:cNvSpPr/>
            <p:nvPr/>
          </p:nvSpPr>
          <p:spPr>
            <a:xfrm>
              <a:off x="5638800" y="3496722"/>
              <a:ext cx="19240" cy="103631"/>
            </a:xfrm>
            <a:custGeom>
              <a:avLst/>
              <a:gdLst>
                <a:gd name="connsiteX0" fmla="*/ 191 w 19240"/>
                <a:gd name="connsiteY0" fmla="*/ 94107 h 103631"/>
                <a:gd name="connsiteX1" fmla="*/ 9620 w 19240"/>
                <a:gd name="connsiteY1" fmla="*/ 84582 h 103631"/>
                <a:gd name="connsiteX2" fmla="*/ 9620 w 19240"/>
                <a:gd name="connsiteY2" fmla="*/ 84582 h 103631"/>
                <a:gd name="connsiteX3" fmla="*/ 19241 w 19240"/>
                <a:gd name="connsiteY3" fmla="*/ 94012 h 103631"/>
                <a:gd name="connsiteX4" fmla="*/ 19241 w 19240"/>
                <a:gd name="connsiteY4" fmla="*/ 94012 h 103631"/>
                <a:gd name="connsiteX5" fmla="*/ 9811 w 19240"/>
                <a:gd name="connsiteY5" fmla="*/ 103632 h 103631"/>
                <a:gd name="connsiteX6" fmla="*/ 9811 w 19240"/>
                <a:gd name="connsiteY6" fmla="*/ 103632 h 103631"/>
                <a:gd name="connsiteX7" fmla="*/ 286 w 19240"/>
                <a:gd name="connsiteY7" fmla="*/ 94107 h 103631"/>
                <a:gd name="connsiteX8" fmla="*/ 0 w 19240"/>
                <a:gd name="connsiteY8" fmla="*/ 51816 h 103631"/>
                <a:gd name="connsiteX9" fmla="*/ 9525 w 19240"/>
                <a:gd name="connsiteY9" fmla="*/ 42291 h 103631"/>
                <a:gd name="connsiteX10" fmla="*/ 9525 w 19240"/>
                <a:gd name="connsiteY10" fmla="*/ 42291 h 103631"/>
                <a:gd name="connsiteX11" fmla="*/ 19050 w 19240"/>
                <a:gd name="connsiteY11" fmla="*/ 51816 h 103631"/>
                <a:gd name="connsiteX12" fmla="*/ 19050 w 19240"/>
                <a:gd name="connsiteY12" fmla="*/ 51816 h 103631"/>
                <a:gd name="connsiteX13" fmla="*/ 9525 w 19240"/>
                <a:gd name="connsiteY13" fmla="*/ 61341 h 103631"/>
                <a:gd name="connsiteX14" fmla="*/ 9525 w 19240"/>
                <a:gd name="connsiteY14" fmla="*/ 61341 h 103631"/>
                <a:gd name="connsiteX15" fmla="*/ 0 w 19240"/>
                <a:gd name="connsiteY15" fmla="*/ 51816 h 103631"/>
                <a:gd name="connsiteX16" fmla="*/ 0 w 19240"/>
                <a:gd name="connsiteY16" fmla="*/ 9525 h 103631"/>
                <a:gd name="connsiteX17" fmla="*/ 9620 w 19240"/>
                <a:gd name="connsiteY17" fmla="*/ 0 h 103631"/>
                <a:gd name="connsiteX18" fmla="*/ 9620 w 19240"/>
                <a:gd name="connsiteY18" fmla="*/ 0 h 103631"/>
                <a:gd name="connsiteX19" fmla="*/ 19050 w 19240"/>
                <a:gd name="connsiteY19" fmla="*/ 9525 h 103631"/>
                <a:gd name="connsiteX20" fmla="*/ 19050 w 19240"/>
                <a:gd name="connsiteY20" fmla="*/ 9525 h 103631"/>
                <a:gd name="connsiteX21" fmla="*/ 9525 w 19240"/>
                <a:gd name="connsiteY21" fmla="*/ 19050 h 103631"/>
                <a:gd name="connsiteX22" fmla="*/ 9525 w 19240"/>
                <a:gd name="connsiteY22" fmla="*/ 19050 h 103631"/>
                <a:gd name="connsiteX23" fmla="*/ 0 w 19240"/>
                <a:gd name="connsiteY23" fmla="*/ 9525 h 103631"/>
                <a:gd name="connsiteX24" fmla="*/ 19050 w 19240"/>
                <a:gd name="connsiteY24" fmla="*/ 9525 h 103631"/>
                <a:gd name="connsiteX25" fmla="*/ 19050 w 19240"/>
                <a:gd name="connsiteY25" fmla="*/ 9525 h 103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40" h="103631">
                  <a:moveTo>
                    <a:pt x="191" y="94107"/>
                  </a:moveTo>
                  <a:cubicBezTo>
                    <a:pt x="191" y="88868"/>
                    <a:pt x="4382" y="84582"/>
                    <a:pt x="9620" y="84582"/>
                  </a:cubicBezTo>
                  <a:lnTo>
                    <a:pt x="9620" y="84582"/>
                  </a:lnTo>
                  <a:cubicBezTo>
                    <a:pt x="14954" y="84487"/>
                    <a:pt x="19145" y="88773"/>
                    <a:pt x="19241" y="94012"/>
                  </a:cubicBezTo>
                  <a:lnTo>
                    <a:pt x="19241" y="94012"/>
                  </a:lnTo>
                  <a:cubicBezTo>
                    <a:pt x="19241" y="99250"/>
                    <a:pt x="15050" y="103537"/>
                    <a:pt x="9811" y="103632"/>
                  </a:cubicBezTo>
                  <a:lnTo>
                    <a:pt x="9811" y="103632"/>
                  </a:lnTo>
                  <a:cubicBezTo>
                    <a:pt x="4572" y="103632"/>
                    <a:pt x="381" y="99346"/>
                    <a:pt x="286" y="94107"/>
                  </a:cubicBezTo>
                  <a:close/>
                  <a:moveTo>
                    <a:pt x="0" y="51816"/>
                  </a:moveTo>
                  <a:cubicBezTo>
                    <a:pt x="0" y="46482"/>
                    <a:pt x="4286" y="42291"/>
                    <a:pt x="9525" y="42291"/>
                  </a:cubicBezTo>
                  <a:lnTo>
                    <a:pt x="9525" y="42291"/>
                  </a:lnTo>
                  <a:cubicBezTo>
                    <a:pt x="14764" y="42291"/>
                    <a:pt x="19050" y="46482"/>
                    <a:pt x="19050" y="51816"/>
                  </a:cubicBezTo>
                  <a:lnTo>
                    <a:pt x="19050" y="51816"/>
                  </a:lnTo>
                  <a:cubicBezTo>
                    <a:pt x="19050" y="57055"/>
                    <a:pt x="14859" y="61341"/>
                    <a:pt x="9525" y="61341"/>
                  </a:cubicBezTo>
                  <a:lnTo>
                    <a:pt x="9525" y="61341"/>
                  </a:lnTo>
                  <a:cubicBezTo>
                    <a:pt x="4286" y="61341"/>
                    <a:pt x="0" y="57055"/>
                    <a:pt x="0" y="51816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145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  <a:moveTo>
                    <a:pt x="19050" y="9525"/>
                  </a:moveTo>
                  <a:lnTo>
                    <a:pt x="19050" y="952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3A1945-EA9D-8D02-882D-626278B01A12}"/>
                </a:ext>
              </a:extLst>
            </p:cNvPr>
            <p:cNvSpPr/>
            <p:nvPr/>
          </p:nvSpPr>
          <p:spPr>
            <a:xfrm>
              <a:off x="5638800" y="3261264"/>
              <a:ext cx="19240" cy="173545"/>
            </a:xfrm>
            <a:custGeom>
              <a:avLst/>
              <a:gdLst>
                <a:gd name="connsiteX0" fmla="*/ 0 w 19240"/>
                <a:gd name="connsiteY0" fmla="*/ 164021 h 173545"/>
                <a:gd name="connsiteX1" fmla="*/ 9525 w 19240"/>
                <a:gd name="connsiteY1" fmla="*/ 154496 h 173545"/>
                <a:gd name="connsiteX2" fmla="*/ 9525 w 19240"/>
                <a:gd name="connsiteY2" fmla="*/ 154496 h 173545"/>
                <a:gd name="connsiteX3" fmla="*/ 19050 w 19240"/>
                <a:gd name="connsiteY3" fmla="*/ 164021 h 173545"/>
                <a:gd name="connsiteX4" fmla="*/ 19050 w 19240"/>
                <a:gd name="connsiteY4" fmla="*/ 164021 h 173545"/>
                <a:gd name="connsiteX5" fmla="*/ 9525 w 19240"/>
                <a:gd name="connsiteY5" fmla="*/ 173546 h 173545"/>
                <a:gd name="connsiteX6" fmla="*/ 9525 w 19240"/>
                <a:gd name="connsiteY6" fmla="*/ 173546 h 173545"/>
                <a:gd name="connsiteX7" fmla="*/ 0 w 19240"/>
                <a:gd name="connsiteY7" fmla="*/ 164021 h 173545"/>
                <a:gd name="connsiteX8" fmla="*/ 0 w 19240"/>
                <a:gd name="connsiteY8" fmla="*/ 125444 h 173545"/>
                <a:gd name="connsiteX9" fmla="*/ 0 w 19240"/>
                <a:gd name="connsiteY9" fmla="*/ 125444 h 173545"/>
                <a:gd name="connsiteX10" fmla="*/ 9620 w 19240"/>
                <a:gd name="connsiteY10" fmla="*/ 115919 h 173545"/>
                <a:gd name="connsiteX11" fmla="*/ 9620 w 19240"/>
                <a:gd name="connsiteY11" fmla="*/ 115919 h 173545"/>
                <a:gd name="connsiteX12" fmla="*/ 19050 w 19240"/>
                <a:gd name="connsiteY12" fmla="*/ 125444 h 173545"/>
                <a:gd name="connsiteX13" fmla="*/ 19050 w 19240"/>
                <a:gd name="connsiteY13" fmla="*/ 125444 h 173545"/>
                <a:gd name="connsiteX14" fmla="*/ 9525 w 19240"/>
                <a:gd name="connsiteY14" fmla="*/ 134969 h 173545"/>
                <a:gd name="connsiteX15" fmla="*/ 9525 w 19240"/>
                <a:gd name="connsiteY15" fmla="*/ 134969 h 173545"/>
                <a:gd name="connsiteX16" fmla="*/ 0 w 19240"/>
                <a:gd name="connsiteY16" fmla="*/ 125444 h 173545"/>
                <a:gd name="connsiteX17" fmla="*/ 0 w 19240"/>
                <a:gd name="connsiteY17" fmla="*/ 86773 h 173545"/>
                <a:gd name="connsiteX18" fmla="*/ 9525 w 19240"/>
                <a:gd name="connsiteY18" fmla="*/ 77248 h 173545"/>
                <a:gd name="connsiteX19" fmla="*/ 9525 w 19240"/>
                <a:gd name="connsiteY19" fmla="*/ 77248 h 173545"/>
                <a:gd name="connsiteX20" fmla="*/ 19050 w 19240"/>
                <a:gd name="connsiteY20" fmla="*/ 86773 h 173545"/>
                <a:gd name="connsiteX21" fmla="*/ 19050 w 19240"/>
                <a:gd name="connsiteY21" fmla="*/ 86773 h 173545"/>
                <a:gd name="connsiteX22" fmla="*/ 9525 w 19240"/>
                <a:gd name="connsiteY22" fmla="*/ 96298 h 173545"/>
                <a:gd name="connsiteX23" fmla="*/ 9525 w 19240"/>
                <a:gd name="connsiteY23" fmla="*/ 96298 h 173545"/>
                <a:gd name="connsiteX24" fmla="*/ 0 w 19240"/>
                <a:gd name="connsiteY24" fmla="*/ 86773 h 173545"/>
                <a:gd name="connsiteX25" fmla="*/ 191 w 19240"/>
                <a:gd name="connsiteY25" fmla="*/ 48101 h 173545"/>
                <a:gd name="connsiteX26" fmla="*/ 9716 w 19240"/>
                <a:gd name="connsiteY26" fmla="*/ 38576 h 173545"/>
                <a:gd name="connsiteX27" fmla="*/ 9716 w 19240"/>
                <a:gd name="connsiteY27" fmla="*/ 38576 h 173545"/>
                <a:gd name="connsiteX28" fmla="*/ 19241 w 19240"/>
                <a:gd name="connsiteY28" fmla="*/ 48101 h 173545"/>
                <a:gd name="connsiteX29" fmla="*/ 19241 w 19240"/>
                <a:gd name="connsiteY29" fmla="*/ 48101 h 173545"/>
                <a:gd name="connsiteX30" fmla="*/ 9716 w 19240"/>
                <a:gd name="connsiteY30" fmla="*/ 57626 h 173545"/>
                <a:gd name="connsiteX31" fmla="*/ 9716 w 19240"/>
                <a:gd name="connsiteY31" fmla="*/ 57626 h 173545"/>
                <a:gd name="connsiteX32" fmla="*/ 191 w 19240"/>
                <a:gd name="connsiteY32" fmla="*/ 48101 h 173545"/>
                <a:gd name="connsiteX33" fmla="*/ 19241 w 19240"/>
                <a:gd name="connsiteY33" fmla="*/ 48101 h 173545"/>
                <a:gd name="connsiteX34" fmla="*/ 19241 w 19240"/>
                <a:gd name="connsiteY34" fmla="*/ 48101 h 173545"/>
                <a:gd name="connsiteX35" fmla="*/ 0 w 19240"/>
                <a:gd name="connsiteY35" fmla="*/ 9525 h 173545"/>
                <a:gd name="connsiteX36" fmla="*/ 9525 w 19240"/>
                <a:gd name="connsiteY36" fmla="*/ 0 h 173545"/>
                <a:gd name="connsiteX37" fmla="*/ 9525 w 19240"/>
                <a:gd name="connsiteY37" fmla="*/ 0 h 173545"/>
                <a:gd name="connsiteX38" fmla="*/ 19050 w 19240"/>
                <a:gd name="connsiteY38" fmla="*/ 9430 h 173545"/>
                <a:gd name="connsiteX39" fmla="*/ 19050 w 19240"/>
                <a:gd name="connsiteY39" fmla="*/ 9430 h 173545"/>
                <a:gd name="connsiteX40" fmla="*/ 9525 w 19240"/>
                <a:gd name="connsiteY40" fmla="*/ 19050 h 173545"/>
                <a:gd name="connsiteX41" fmla="*/ 9525 w 19240"/>
                <a:gd name="connsiteY41" fmla="*/ 19050 h 173545"/>
                <a:gd name="connsiteX42" fmla="*/ 0 w 19240"/>
                <a:gd name="connsiteY42" fmla="*/ 9525 h 173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240" h="173545">
                  <a:moveTo>
                    <a:pt x="0" y="164021"/>
                  </a:moveTo>
                  <a:cubicBezTo>
                    <a:pt x="0" y="158782"/>
                    <a:pt x="4286" y="154496"/>
                    <a:pt x="9525" y="154496"/>
                  </a:cubicBezTo>
                  <a:lnTo>
                    <a:pt x="9525" y="154496"/>
                  </a:lnTo>
                  <a:cubicBezTo>
                    <a:pt x="14764" y="154496"/>
                    <a:pt x="19050" y="158782"/>
                    <a:pt x="19050" y="164021"/>
                  </a:cubicBezTo>
                  <a:lnTo>
                    <a:pt x="19050" y="164021"/>
                  </a:lnTo>
                  <a:cubicBezTo>
                    <a:pt x="19050" y="169259"/>
                    <a:pt x="14764" y="173546"/>
                    <a:pt x="9525" y="173546"/>
                  </a:cubicBezTo>
                  <a:lnTo>
                    <a:pt x="9525" y="173546"/>
                  </a:lnTo>
                  <a:cubicBezTo>
                    <a:pt x="4191" y="173546"/>
                    <a:pt x="0" y="169259"/>
                    <a:pt x="0" y="164021"/>
                  </a:cubicBezTo>
                  <a:close/>
                  <a:moveTo>
                    <a:pt x="0" y="125444"/>
                  </a:moveTo>
                  <a:lnTo>
                    <a:pt x="0" y="125444"/>
                  </a:lnTo>
                  <a:cubicBezTo>
                    <a:pt x="0" y="120110"/>
                    <a:pt x="4286" y="115824"/>
                    <a:pt x="9620" y="115919"/>
                  </a:cubicBezTo>
                  <a:lnTo>
                    <a:pt x="9620" y="115919"/>
                  </a:lnTo>
                  <a:cubicBezTo>
                    <a:pt x="14859" y="115919"/>
                    <a:pt x="19050" y="120205"/>
                    <a:pt x="19050" y="125444"/>
                  </a:cubicBezTo>
                  <a:lnTo>
                    <a:pt x="19050" y="125444"/>
                  </a:lnTo>
                  <a:cubicBezTo>
                    <a:pt x="19050" y="130683"/>
                    <a:pt x="14764" y="134969"/>
                    <a:pt x="9525" y="134969"/>
                  </a:cubicBezTo>
                  <a:lnTo>
                    <a:pt x="9525" y="134969"/>
                  </a:lnTo>
                  <a:cubicBezTo>
                    <a:pt x="4286" y="134969"/>
                    <a:pt x="0" y="130683"/>
                    <a:pt x="0" y="125444"/>
                  </a:cubicBezTo>
                  <a:close/>
                  <a:moveTo>
                    <a:pt x="0" y="86773"/>
                  </a:moveTo>
                  <a:cubicBezTo>
                    <a:pt x="0" y="81534"/>
                    <a:pt x="4286" y="77248"/>
                    <a:pt x="9525" y="77248"/>
                  </a:cubicBezTo>
                  <a:lnTo>
                    <a:pt x="9525" y="77248"/>
                  </a:lnTo>
                  <a:cubicBezTo>
                    <a:pt x="14764" y="77248"/>
                    <a:pt x="19050" y="81534"/>
                    <a:pt x="19050" y="86773"/>
                  </a:cubicBezTo>
                  <a:lnTo>
                    <a:pt x="19050" y="86773"/>
                  </a:lnTo>
                  <a:cubicBezTo>
                    <a:pt x="19050" y="92012"/>
                    <a:pt x="14764" y="96298"/>
                    <a:pt x="9525" y="96298"/>
                  </a:cubicBezTo>
                  <a:lnTo>
                    <a:pt x="9525" y="96298"/>
                  </a:lnTo>
                  <a:cubicBezTo>
                    <a:pt x="4286" y="96298"/>
                    <a:pt x="0" y="92012"/>
                    <a:pt x="0" y="86773"/>
                  </a:cubicBezTo>
                  <a:close/>
                  <a:moveTo>
                    <a:pt x="191" y="48101"/>
                  </a:moveTo>
                  <a:cubicBezTo>
                    <a:pt x="191" y="42863"/>
                    <a:pt x="4477" y="38576"/>
                    <a:pt x="9716" y="38576"/>
                  </a:cubicBezTo>
                  <a:lnTo>
                    <a:pt x="9716" y="38576"/>
                  </a:lnTo>
                  <a:cubicBezTo>
                    <a:pt x="14954" y="38576"/>
                    <a:pt x="19241" y="42863"/>
                    <a:pt x="19241" y="48101"/>
                  </a:cubicBezTo>
                  <a:lnTo>
                    <a:pt x="19241" y="48101"/>
                  </a:lnTo>
                  <a:cubicBezTo>
                    <a:pt x="19241" y="53340"/>
                    <a:pt x="14954" y="57626"/>
                    <a:pt x="9716" y="57626"/>
                  </a:cubicBezTo>
                  <a:lnTo>
                    <a:pt x="9716" y="57626"/>
                  </a:lnTo>
                  <a:cubicBezTo>
                    <a:pt x="4477" y="57626"/>
                    <a:pt x="191" y="53340"/>
                    <a:pt x="191" y="48101"/>
                  </a:cubicBezTo>
                  <a:close/>
                  <a:moveTo>
                    <a:pt x="19241" y="48101"/>
                  </a:moveTo>
                  <a:lnTo>
                    <a:pt x="19241" y="48101"/>
                  </a:lnTo>
                  <a:close/>
                  <a:moveTo>
                    <a:pt x="0" y="9525"/>
                  </a:moveTo>
                  <a:cubicBezTo>
                    <a:pt x="0" y="4191"/>
                    <a:pt x="4191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430"/>
                  </a:cubicBezTo>
                  <a:lnTo>
                    <a:pt x="19050" y="9430"/>
                  </a:lnTo>
                  <a:cubicBezTo>
                    <a:pt x="19050" y="14669"/>
                    <a:pt x="14764" y="18955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063A741-4014-E850-517F-0A01A38F9488}"/>
                </a:ext>
              </a:extLst>
            </p:cNvPr>
            <p:cNvSpPr/>
            <p:nvPr/>
          </p:nvSpPr>
          <p:spPr>
            <a:xfrm>
              <a:off x="5644232" y="3151072"/>
              <a:ext cx="38464" cy="52375"/>
            </a:xfrm>
            <a:custGeom>
              <a:avLst/>
              <a:gdLst>
                <a:gd name="connsiteX0" fmla="*/ 6569 w 38464"/>
                <a:gd name="connsiteY0" fmla="*/ 51899 h 52375"/>
                <a:gd name="connsiteX1" fmla="*/ 473 w 38464"/>
                <a:gd name="connsiteY1" fmla="*/ 39802 h 52375"/>
                <a:gd name="connsiteX2" fmla="*/ 473 w 38464"/>
                <a:gd name="connsiteY2" fmla="*/ 39802 h 52375"/>
                <a:gd name="connsiteX3" fmla="*/ 12569 w 38464"/>
                <a:gd name="connsiteY3" fmla="*/ 33801 h 52375"/>
                <a:gd name="connsiteX4" fmla="*/ 12569 w 38464"/>
                <a:gd name="connsiteY4" fmla="*/ 33801 h 52375"/>
                <a:gd name="connsiteX5" fmla="*/ 18570 w 38464"/>
                <a:gd name="connsiteY5" fmla="*/ 45803 h 52375"/>
                <a:gd name="connsiteX6" fmla="*/ 18570 w 38464"/>
                <a:gd name="connsiteY6" fmla="*/ 45803 h 52375"/>
                <a:gd name="connsiteX7" fmla="*/ 9521 w 38464"/>
                <a:gd name="connsiteY7" fmla="*/ 52375 h 52375"/>
                <a:gd name="connsiteX8" fmla="*/ 9521 w 38464"/>
                <a:gd name="connsiteY8" fmla="*/ 52375 h 52375"/>
                <a:gd name="connsiteX9" fmla="*/ 6569 w 38464"/>
                <a:gd name="connsiteY9" fmla="*/ 51899 h 52375"/>
                <a:gd name="connsiteX10" fmla="*/ 22571 w 38464"/>
                <a:gd name="connsiteY10" fmla="*/ 16561 h 52375"/>
                <a:gd name="connsiteX11" fmla="*/ 21904 w 38464"/>
                <a:gd name="connsiteY11" fmla="*/ 3131 h 52375"/>
                <a:gd name="connsiteX12" fmla="*/ 21904 w 38464"/>
                <a:gd name="connsiteY12" fmla="*/ 3131 h 52375"/>
                <a:gd name="connsiteX13" fmla="*/ 35334 w 38464"/>
                <a:gd name="connsiteY13" fmla="*/ 2464 h 52375"/>
                <a:gd name="connsiteX14" fmla="*/ 35334 w 38464"/>
                <a:gd name="connsiteY14" fmla="*/ 2464 h 52375"/>
                <a:gd name="connsiteX15" fmla="*/ 36001 w 38464"/>
                <a:gd name="connsiteY15" fmla="*/ 15894 h 52375"/>
                <a:gd name="connsiteX16" fmla="*/ 36001 w 38464"/>
                <a:gd name="connsiteY16" fmla="*/ 15894 h 52375"/>
                <a:gd name="connsiteX17" fmla="*/ 28952 w 38464"/>
                <a:gd name="connsiteY17" fmla="*/ 19038 h 52375"/>
                <a:gd name="connsiteX18" fmla="*/ 28952 w 38464"/>
                <a:gd name="connsiteY18" fmla="*/ 19038 h 52375"/>
                <a:gd name="connsiteX19" fmla="*/ 22571 w 38464"/>
                <a:gd name="connsiteY19" fmla="*/ 16561 h 52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464" h="52375">
                  <a:moveTo>
                    <a:pt x="6569" y="51899"/>
                  </a:moveTo>
                  <a:cubicBezTo>
                    <a:pt x="1520" y="50184"/>
                    <a:pt x="-1147" y="44755"/>
                    <a:pt x="473" y="39802"/>
                  </a:cubicBezTo>
                  <a:lnTo>
                    <a:pt x="473" y="39802"/>
                  </a:lnTo>
                  <a:cubicBezTo>
                    <a:pt x="2187" y="34849"/>
                    <a:pt x="7521" y="32087"/>
                    <a:pt x="12569" y="33801"/>
                  </a:cubicBezTo>
                  <a:lnTo>
                    <a:pt x="12569" y="33801"/>
                  </a:lnTo>
                  <a:cubicBezTo>
                    <a:pt x="17522" y="35421"/>
                    <a:pt x="20189" y="40755"/>
                    <a:pt x="18570" y="45803"/>
                  </a:cubicBezTo>
                  <a:lnTo>
                    <a:pt x="18570" y="45803"/>
                  </a:lnTo>
                  <a:cubicBezTo>
                    <a:pt x="17237" y="49803"/>
                    <a:pt x="13522" y="52375"/>
                    <a:pt x="9521" y="52375"/>
                  </a:cubicBezTo>
                  <a:lnTo>
                    <a:pt x="9521" y="52375"/>
                  </a:lnTo>
                  <a:cubicBezTo>
                    <a:pt x="8569" y="52375"/>
                    <a:pt x="7521" y="52185"/>
                    <a:pt x="6569" y="51899"/>
                  </a:cubicBezTo>
                  <a:close/>
                  <a:moveTo>
                    <a:pt x="22571" y="16561"/>
                  </a:moveTo>
                  <a:cubicBezTo>
                    <a:pt x="18665" y="13037"/>
                    <a:pt x="18380" y="7036"/>
                    <a:pt x="21904" y="3131"/>
                  </a:cubicBezTo>
                  <a:lnTo>
                    <a:pt x="21904" y="3131"/>
                  </a:lnTo>
                  <a:cubicBezTo>
                    <a:pt x="25428" y="-774"/>
                    <a:pt x="31429" y="-1060"/>
                    <a:pt x="35334" y="2464"/>
                  </a:cubicBezTo>
                  <a:lnTo>
                    <a:pt x="35334" y="2464"/>
                  </a:lnTo>
                  <a:cubicBezTo>
                    <a:pt x="39239" y="5988"/>
                    <a:pt x="39525" y="11989"/>
                    <a:pt x="36001" y="15894"/>
                  </a:cubicBezTo>
                  <a:lnTo>
                    <a:pt x="36001" y="15894"/>
                  </a:lnTo>
                  <a:cubicBezTo>
                    <a:pt x="34096" y="17990"/>
                    <a:pt x="31524" y="19038"/>
                    <a:pt x="28952" y="19038"/>
                  </a:cubicBezTo>
                  <a:lnTo>
                    <a:pt x="28952" y="19038"/>
                  </a:lnTo>
                  <a:cubicBezTo>
                    <a:pt x="26666" y="19038"/>
                    <a:pt x="24380" y="18180"/>
                    <a:pt x="22571" y="1656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8533337-E4E9-81B0-FB3A-3ACDD351AB06}"/>
                </a:ext>
              </a:extLst>
            </p:cNvPr>
            <p:cNvSpPr/>
            <p:nvPr/>
          </p:nvSpPr>
          <p:spPr>
            <a:xfrm>
              <a:off x="5728235" y="2952795"/>
              <a:ext cx="291614" cy="174166"/>
            </a:xfrm>
            <a:custGeom>
              <a:avLst/>
              <a:gdLst>
                <a:gd name="connsiteX0" fmla="*/ 1242 w 291614"/>
                <a:gd name="connsiteY0" fmla="*/ 169404 h 174166"/>
                <a:gd name="connsiteX1" fmla="*/ 4862 w 291614"/>
                <a:gd name="connsiteY1" fmla="*/ 156355 h 174166"/>
                <a:gd name="connsiteX2" fmla="*/ 4862 w 291614"/>
                <a:gd name="connsiteY2" fmla="*/ 156355 h 174166"/>
                <a:gd name="connsiteX3" fmla="*/ 17816 w 291614"/>
                <a:gd name="connsiteY3" fmla="*/ 159974 h 174166"/>
                <a:gd name="connsiteX4" fmla="*/ 17816 w 291614"/>
                <a:gd name="connsiteY4" fmla="*/ 159974 h 174166"/>
                <a:gd name="connsiteX5" fmla="*/ 14196 w 291614"/>
                <a:gd name="connsiteY5" fmla="*/ 173024 h 174166"/>
                <a:gd name="connsiteX6" fmla="*/ 14196 w 291614"/>
                <a:gd name="connsiteY6" fmla="*/ 173024 h 174166"/>
                <a:gd name="connsiteX7" fmla="*/ 9529 w 291614"/>
                <a:gd name="connsiteY7" fmla="*/ 174167 h 174166"/>
                <a:gd name="connsiteX8" fmla="*/ 9529 w 291614"/>
                <a:gd name="connsiteY8" fmla="*/ 174167 h 174166"/>
                <a:gd name="connsiteX9" fmla="*/ 1242 w 291614"/>
                <a:gd name="connsiteY9" fmla="*/ 169404 h 174166"/>
                <a:gd name="connsiteX10" fmla="*/ 35342 w 291614"/>
                <a:gd name="connsiteY10" fmla="*/ 150068 h 174166"/>
                <a:gd name="connsiteX11" fmla="*/ 38866 w 291614"/>
                <a:gd name="connsiteY11" fmla="*/ 137019 h 174166"/>
                <a:gd name="connsiteX12" fmla="*/ 38866 w 291614"/>
                <a:gd name="connsiteY12" fmla="*/ 137019 h 174166"/>
                <a:gd name="connsiteX13" fmla="*/ 51915 w 291614"/>
                <a:gd name="connsiteY13" fmla="*/ 140639 h 174166"/>
                <a:gd name="connsiteX14" fmla="*/ 51915 w 291614"/>
                <a:gd name="connsiteY14" fmla="*/ 140639 h 174166"/>
                <a:gd name="connsiteX15" fmla="*/ 48296 w 291614"/>
                <a:gd name="connsiteY15" fmla="*/ 153593 h 174166"/>
                <a:gd name="connsiteX16" fmla="*/ 48296 w 291614"/>
                <a:gd name="connsiteY16" fmla="*/ 153593 h 174166"/>
                <a:gd name="connsiteX17" fmla="*/ 43629 w 291614"/>
                <a:gd name="connsiteY17" fmla="*/ 154831 h 174166"/>
                <a:gd name="connsiteX18" fmla="*/ 43629 w 291614"/>
                <a:gd name="connsiteY18" fmla="*/ 154831 h 174166"/>
                <a:gd name="connsiteX19" fmla="*/ 35342 w 291614"/>
                <a:gd name="connsiteY19" fmla="*/ 150068 h 174166"/>
                <a:gd name="connsiteX20" fmla="*/ 69441 w 291614"/>
                <a:gd name="connsiteY20" fmla="*/ 130733 h 174166"/>
                <a:gd name="connsiteX21" fmla="*/ 72966 w 291614"/>
                <a:gd name="connsiteY21" fmla="*/ 117683 h 174166"/>
                <a:gd name="connsiteX22" fmla="*/ 72966 w 291614"/>
                <a:gd name="connsiteY22" fmla="*/ 117683 h 174166"/>
                <a:gd name="connsiteX23" fmla="*/ 85920 w 291614"/>
                <a:gd name="connsiteY23" fmla="*/ 121303 h 174166"/>
                <a:gd name="connsiteX24" fmla="*/ 85920 w 291614"/>
                <a:gd name="connsiteY24" fmla="*/ 121303 h 174166"/>
                <a:gd name="connsiteX25" fmla="*/ 82300 w 291614"/>
                <a:gd name="connsiteY25" fmla="*/ 134257 h 174166"/>
                <a:gd name="connsiteX26" fmla="*/ 82300 w 291614"/>
                <a:gd name="connsiteY26" fmla="*/ 134257 h 174166"/>
                <a:gd name="connsiteX27" fmla="*/ 77633 w 291614"/>
                <a:gd name="connsiteY27" fmla="*/ 135495 h 174166"/>
                <a:gd name="connsiteX28" fmla="*/ 77633 w 291614"/>
                <a:gd name="connsiteY28" fmla="*/ 135495 h 174166"/>
                <a:gd name="connsiteX29" fmla="*/ 69346 w 291614"/>
                <a:gd name="connsiteY29" fmla="*/ 130733 h 174166"/>
                <a:gd name="connsiteX30" fmla="*/ 103541 w 291614"/>
                <a:gd name="connsiteY30" fmla="*/ 111302 h 174166"/>
                <a:gd name="connsiteX31" fmla="*/ 107065 w 291614"/>
                <a:gd name="connsiteY31" fmla="*/ 98348 h 174166"/>
                <a:gd name="connsiteX32" fmla="*/ 107065 w 291614"/>
                <a:gd name="connsiteY32" fmla="*/ 98348 h 174166"/>
                <a:gd name="connsiteX33" fmla="*/ 120114 w 291614"/>
                <a:gd name="connsiteY33" fmla="*/ 101872 h 174166"/>
                <a:gd name="connsiteX34" fmla="*/ 120114 w 291614"/>
                <a:gd name="connsiteY34" fmla="*/ 101872 h 174166"/>
                <a:gd name="connsiteX35" fmla="*/ 116495 w 291614"/>
                <a:gd name="connsiteY35" fmla="*/ 114921 h 174166"/>
                <a:gd name="connsiteX36" fmla="*/ 116495 w 291614"/>
                <a:gd name="connsiteY36" fmla="*/ 114921 h 174166"/>
                <a:gd name="connsiteX37" fmla="*/ 111828 w 291614"/>
                <a:gd name="connsiteY37" fmla="*/ 116159 h 174166"/>
                <a:gd name="connsiteX38" fmla="*/ 111828 w 291614"/>
                <a:gd name="connsiteY38" fmla="*/ 116159 h 174166"/>
                <a:gd name="connsiteX39" fmla="*/ 103541 w 291614"/>
                <a:gd name="connsiteY39" fmla="*/ 111302 h 174166"/>
                <a:gd name="connsiteX40" fmla="*/ 137545 w 291614"/>
                <a:gd name="connsiteY40" fmla="*/ 91966 h 174166"/>
                <a:gd name="connsiteX41" fmla="*/ 141165 w 291614"/>
                <a:gd name="connsiteY41" fmla="*/ 79012 h 174166"/>
                <a:gd name="connsiteX42" fmla="*/ 141165 w 291614"/>
                <a:gd name="connsiteY42" fmla="*/ 79012 h 174166"/>
                <a:gd name="connsiteX43" fmla="*/ 154119 w 291614"/>
                <a:gd name="connsiteY43" fmla="*/ 82536 h 174166"/>
                <a:gd name="connsiteX44" fmla="*/ 154119 w 291614"/>
                <a:gd name="connsiteY44" fmla="*/ 82536 h 174166"/>
                <a:gd name="connsiteX45" fmla="*/ 150594 w 291614"/>
                <a:gd name="connsiteY45" fmla="*/ 95490 h 174166"/>
                <a:gd name="connsiteX46" fmla="*/ 150594 w 291614"/>
                <a:gd name="connsiteY46" fmla="*/ 95490 h 174166"/>
                <a:gd name="connsiteX47" fmla="*/ 145927 w 291614"/>
                <a:gd name="connsiteY47" fmla="*/ 96728 h 174166"/>
                <a:gd name="connsiteX48" fmla="*/ 145927 w 291614"/>
                <a:gd name="connsiteY48" fmla="*/ 96728 h 174166"/>
                <a:gd name="connsiteX49" fmla="*/ 137545 w 291614"/>
                <a:gd name="connsiteY49" fmla="*/ 91966 h 174166"/>
                <a:gd name="connsiteX50" fmla="*/ 171645 w 291614"/>
                <a:gd name="connsiteY50" fmla="*/ 72535 h 174166"/>
                <a:gd name="connsiteX51" fmla="*/ 175264 w 291614"/>
                <a:gd name="connsiteY51" fmla="*/ 59581 h 174166"/>
                <a:gd name="connsiteX52" fmla="*/ 175264 w 291614"/>
                <a:gd name="connsiteY52" fmla="*/ 59581 h 174166"/>
                <a:gd name="connsiteX53" fmla="*/ 188218 w 291614"/>
                <a:gd name="connsiteY53" fmla="*/ 63105 h 174166"/>
                <a:gd name="connsiteX54" fmla="*/ 188218 w 291614"/>
                <a:gd name="connsiteY54" fmla="*/ 63105 h 174166"/>
                <a:gd name="connsiteX55" fmla="*/ 184694 w 291614"/>
                <a:gd name="connsiteY55" fmla="*/ 76059 h 174166"/>
                <a:gd name="connsiteX56" fmla="*/ 184694 w 291614"/>
                <a:gd name="connsiteY56" fmla="*/ 76059 h 174166"/>
                <a:gd name="connsiteX57" fmla="*/ 179931 w 291614"/>
                <a:gd name="connsiteY57" fmla="*/ 77393 h 174166"/>
                <a:gd name="connsiteX58" fmla="*/ 179931 w 291614"/>
                <a:gd name="connsiteY58" fmla="*/ 77393 h 174166"/>
                <a:gd name="connsiteX59" fmla="*/ 171645 w 291614"/>
                <a:gd name="connsiteY59" fmla="*/ 72535 h 174166"/>
                <a:gd name="connsiteX60" fmla="*/ 205744 w 291614"/>
                <a:gd name="connsiteY60" fmla="*/ 53104 h 174166"/>
                <a:gd name="connsiteX61" fmla="*/ 209268 w 291614"/>
                <a:gd name="connsiteY61" fmla="*/ 40150 h 174166"/>
                <a:gd name="connsiteX62" fmla="*/ 209268 w 291614"/>
                <a:gd name="connsiteY62" fmla="*/ 40150 h 174166"/>
                <a:gd name="connsiteX63" fmla="*/ 222222 w 291614"/>
                <a:gd name="connsiteY63" fmla="*/ 43674 h 174166"/>
                <a:gd name="connsiteX64" fmla="*/ 222222 w 291614"/>
                <a:gd name="connsiteY64" fmla="*/ 43674 h 174166"/>
                <a:gd name="connsiteX65" fmla="*/ 218698 w 291614"/>
                <a:gd name="connsiteY65" fmla="*/ 56628 h 174166"/>
                <a:gd name="connsiteX66" fmla="*/ 218698 w 291614"/>
                <a:gd name="connsiteY66" fmla="*/ 56628 h 174166"/>
                <a:gd name="connsiteX67" fmla="*/ 214031 w 291614"/>
                <a:gd name="connsiteY67" fmla="*/ 57962 h 174166"/>
                <a:gd name="connsiteX68" fmla="*/ 214031 w 291614"/>
                <a:gd name="connsiteY68" fmla="*/ 57962 h 174166"/>
                <a:gd name="connsiteX69" fmla="*/ 205744 w 291614"/>
                <a:gd name="connsiteY69" fmla="*/ 53104 h 174166"/>
                <a:gd name="connsiteX70" fmla="*/ 239748 w 291614"/>
                <a:gd name="connsiteY70" fmla="*/ 33673 h 174166"/>
                <a:gd name="connsiteX71" fmla="*/ 243273 w 291614"/>
                <a:gd name="connsiteY71" fmla="*/ 20719 h 174166"/>
                <a:gd name="connsiteX72" fmla="*/ 243273 w 291614"/>
                <a:gd name="connsiteY72" fmla="*/ 20719 h 174166"/>
                <a:gd name="connsiteX73" fmla="*/ 256322 w 291614"/>
                <a:gd name="connsiteY73" fmla="*/ 24243 h 174166"/>
                <a:gd name="connsiteX74" fmla="*/ 256322 w 291614"/>
                <a:gd name="connsiteY74" fmla="*/ 24243 h 174166"/>
                <a:gd name="connsiteX75" fmla="*/ 252798 w 291614"/>
                <a:gd name="connsiteY75" fmla="*/ 37197 h 174166"/>
                <a:gd name="connsiteX76" fmla="*/ 252798 w 291614"/>
                <a:gd name="connsiteY76" fmla="*/ 37197 h 174166"/>
                <a:gd name="connsiteX77" fmla="*/ 248035 w 291614"/>
                <a:gd name="connsiteY77" fmla="*/ 38435 h 174166"/>
                <a:gd name="connsiteX78" fmla="*/ 248035 w 291614"/>
                <a:gd name="connsiteY78" fmla="*/ 38435 h 174166"/>
                <a:gd name="connsiteX79" fmla="*/ 239748 w 291614"/>
                <a:gd name="connsiteY79" fmla="*/ 33673 h 174166"/>
                <a:gd name="connsiteX80" fmla="*/ 273753 w 291614"/>
                <a:gd name="connsiteY80" fmla="*/ 14242 h 174166"/>
                <a:gd name="connsiteX81" fmla="*/ 277372 w 291614"/>
                <a:gd name="connsiteY81" fmla="*/ 1288 h 174166"/>
                <a:gd name="connsiteX82" fmla="*/ 277372 w 291614"/>
                <a:gd name="connsiteY82" fmla="*/ 1288 h 174166"/>
                <a:gd name="connsiteX83" fmla="*/ 290326 w 291614"/>
                <a:gd name="connsiteY83" fmla="*/ 4812 h 174166"/>
                <a:gd name="connsiteX84" fmla="*/ 290326 w 291614"/>
                <a:gd name="connsiteY84" fmla="*/ 4812 h 174166"/>
                <a:gd name="connsiteX85" fmla="*/ 286802 w 291614"/>
                <a:gd name="connsiteY85" fmla="*/ 17766 h 174166"/>
                <a:gd name="connsiteX86" fmla="*/ 286802 w 291614"/>
                <a:gd name="connsiteY86" fmla="*/ 17766 h 174166"/>
                <a:gd name="connsiteX87" fmla="*/ 282039 w 291614"/>
                <a:gd name="connsiteY87" fmla="*/ 19004 h 174166"/>
                <a:gd name="connsiteX88" fmla="*/ 282039 w 291614"/>
                <a:gd name="connsiteY88" fmla="*/ 19004 h 174166"/>
                <a:gd name="connsiteX89" fmla="*/ 273753 w 291614"/>
                <a:gd name="connsiteY89" fmla="*/ 14242 h 174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614" h="174166">
                  <a:moveTo>
                    <a:pt x="1242" y="169404"/>
                  </a:moveTo>
                  <a:cubicBezTo>
                    <a:pt x="-1329" y="164832"/>
                    <a:pt x="195" y="158927"/>
                    <a:pt x="4862" y="156355"/>
                  </a:cubicBezTo>
                  <a:lnTo>
                    <a:pt x="4862" y="156355"/>
                  </a:lnTo>
                  <a:cubicBezTo>
                    <a:pt x="9434" y="153783"/>
                    <a:pt x="15244" y="155402"/>
                    <a:pt x="17816" y="159974"/>
                  </a:cubicBezTo>
                  <a:lnTo>
                    <a:pt x="17816" y="159974"/>
                  </a:lnTo>
                  <a:cubicBezTo>
                    <a:pt x="20388" y="164547"/>
                    <a:pt x="18768" y="170357"/>
                    <a:pt x="14196" y="173024"/>
                  </a:cubicBezTo>
                  <a:lnTo>
                    <a:pt x="14196" y="173024"/>
                  </a:lnTo>
                  <a:cubicBezTo>
                    <a:pt x="12768" y="173786"/>
                    <a:pt x="11148" y="174167"/>
                    <a:pt x="9529" y="174167"/>
                  </a:cubicBezTo>
                  <a:lnTo>
                    <a:pt x="9529" y="174167"/>
                  </a:lnTo>
                  <a:cubicBezTo>
                    <a:pt x="6195" y="174167"/>
                    <a:pt x="2957" y="172452"/>
                    <a:pt x="1242" y="169404"/>
                  </a:cubicBezTo>
                  <a:close/>
                  <a:moveTo>
                    <a:pt x="35342" y="150068"/>
                  </a:moveTo>
                  <a:cubicBezTo>
                    <a:pt x="32770" y="145497"/>
                    <a:pt x="34389" y="139686"/>
                    <a:pt x="38866" y="137019"/>
                  </a:cubicBezTo>
                  <a:lnTo>
                    <a:pt x="38866" y="137019"/>
                  </a:lnTo>
                  <a:cubicBezTo>
                    <a:pt x="43533" y="134448"/>
                    <a:pt x="49344" y="136067"/>
                    <a:pt x="51915" y="140639"/>
                  </a:cubicBezTo>
                  <a:lnTo>
                    <a:pt x="51915" y="140639"/>
                  </a:lnTo>
                  <a:cubicBezTo>
                    <a:pt x="54487" y="145211"/>
                    <a:pt x="52868" y="151021"/>
                    <a:pt x="48296" y="153593"/>
                  </a:cubicBezTo>
                  <a:lnTo>
                    <a:pt x="48296" y="153593"/>
                  </a:lnTo>
                  <a:cubicBezTo>
                    <a:pt x="46867" y="154450"/>
                    <a:pt x="45248" y="154831"/>
                    <a:pt x="43629" y="154831"/>
                  </a:cubicBezTo>
                  <a:lnTo>
                    <a:pt x="43629" y="154831"/>
                  </a:lnTo>
                  <a:cubicBezTo>
                    <a:pt x="40295" y="154831"/>
                    <a:pt x="37056" y="153116"/>
                    <a:pt x="35342" y="150068"/>
                  </a:cubicBezTo>
                  <a:close/>
                  <a:moveTo>
                    <a:pt x="69441" y="130733"/>
                  </a:moveTo>
                  <a:cubicBezTo>
                    <a:pt x="66870" y="126065"/>
                    <a:pt x="68394" y="120350"/>
                    <a:pt x="72966" y="117683"/>
                  </a:cubicBezTo>
                  <a:lnTo>
                    <a:pt x="72966" y="117683"/>
                  </a:lnTo>
                  <a:cubicBezTo>
                    <a:pt x="77538" y="115112"/>
                    <a:pt x="83348" y="116731"/>
                    <a:pt x="85920" y="121303"/>
                  </a:cubicBezTo>
                  <a:lnTo>
                    <a:pt x="85920" y="121303"/>
                  </a:lnTo>
                  <a:cubicBezTo>
                    <a:pt x="88491" y="125875"/>
                    <a:pt x="86872" y="131685"/>
                    <a:pt x="82300" y="134257"/>
                  </a:cubicBezTo>
                  <a:lnTo>
                    <a:pt x="82300" y="134257"/>
                  </a:lnTo>
                  <a:cubicBezTo>
                    <a:pt x="80871" y="135114"/>
                    <a:pt x="79252" y="135495"/>
                    <a:pt x="77633" y="135495"/>
                  </a:cubicBezTo>
                  <a:lnTo>
                    <a:pt x="77633" y="135495"/>
                  </a:lnTo>
                  <a:cubicBezTo>
                    <a:pt x="74299" y="135495"/>
                    <a:pt x="71061" y="133781"/>
                    <a:pt x="69346" y="130733"/>
                  </a:cubicBezTo>
                  <a:close/>
                  <a:moveTo>
                    <a:pt x="103541" y="111302"/>
                  </a:moveTo>
                  <a:cubicBezTo>
                    <a:pt x="100969" y="106730"/>
                    <a:pt x="102493" y="100919"/>
                    <a:pt x="107065" y="98348"/>
                  </a:cubicBezTo>
                  <a:lnTo>
                    <a:pt x="107065" y="98348"/>
                  </a:lnTo>
                  <a:cubicBezTo>
                    <a:pt x="111637" y="95776"/>
                    <a:pt x="117447" y="97395"/>
                    <a:pt x="120114" y="101872"/>
                  </a:cubicBezTo>
                  <a:lnTo>
                    <a:pt x="120114" y="101872"/>
                  </a:lnTo>
                  <a:cubicBezTo>
                    <a:pt x="122686" y="106444"/>
                    <a:pt x="121067" y="112349"/>
                    <a:pt x="116495" y="114921"/>
                  </a:cubicBezTo>
                  <a:lnTo>
                    <a:pt x="116495" y="114921"/>
                  </a:lnTo>
                  <a:cubicBezTo>
                    <a:pt x="115066" y="115778"/>
                    <a:pt x="113447" y="116159"/>
                    <a:pt x="111828" y="116159"/>
                  </a:cubicBezTo>
                  <a:lnTo>
                    <a:pt x="111828" y="116159"/>
                  </a:lnTo>
                  <a:cubicBezTo>
                    <a:pt x="108494" y="116159"/>
                    <a:pt x="105255" y="114445"/>
                    <a:pt x="103541" y="111302"/>
                  </a:cubicBezTo>
                  <a:close/>
                  <a:moveTo>
                    <a:pt x="137545" y="91966"/>
                  </a:moveTo>
                  <a:cubicBezTo>
                    <a:pt x="134973" y="87394"/>
                    <a:pt x="136593" y="81584"/>
                    <a:pt x="141165" y="79012"/>
                  </a:cubicBezTo>
                  <a:lnTo>
                    <a:pt x="141165" y="79012"/>
                  </a:lnTo>
                  <a:cubicBezTo>
                    <a:pt x="145737" y="76345"/>
                    <a:pt x="151547" y="77964"/>
                    <a:pt x="154119" y="82536"/>
                  </a:cubicBezTo>
                  <a:lnTo>
                    <a:pt x="154119" y="82536"/>
                  </a:lnTo>
                  <a:cubicBezTo>
                    <a:pt x="156786" y="87108"/>
                    <a:pt x="155166" y="92918"/>
                    <a:pt x="150594" y="95490"/>
                  </a:cubicBezTo>
                  <a:lnTo>
                    <a:pt x="150594" y="95490"/>
                  </a:lnTo>
                  <a:cubicBezTo>
                    <a:pt x="149070" y="96347"/>
                    <a:pt x="147451" y="96728"/>
                    <a:pt x="145927" y="96728"/>
                  </a:cubicBezTo>
                  <a:lnTo>
                    <a:pt x="145927" y="96728"/>
                  </a:lnTo>
                  <a:cubicBezTo>
                    <a:pt x="142593" y="96728"/>
                    <a:pt x="139355" y="95014"/>
                    <a:pt x="137545" y="91966"/>
                  </a:cubicBezTo>
                  <a:close/>
                  <a:moveTo>
                    <a:pt x="171645" y="72535"/>
                  </a:moveTo>
                  <a:cubicBezTo>
                    <a:pt x="169073" y="67963"/>
                    <a:pt x="170692" y="62153"/>
                    <a:pt x="175264" y="59581"/>
                  </a:cubicBezTo>
                  <a:lnTo>
                    <a:pt x="175264" y="59581"/>
                  </a:lnTo>
                  <a:cubicBezTo>
                    <a:pt x="179836" y="56914"/>
                    <a:pt x="185551" y="58533"/>
                    <a:pt x="188218" y="63105"/>
                  </a:cubicBezTo>
                  <a:lnTo>
                    <a:pt x="188218" y="63105"/>
                  </a:lnTo>
                  <a:cubicBezTo>
                    <a:pt x="190790" y="67677"/>
                    <a:pt x="189171" y="73487"/>
                    <a:pt x="184694" y="76059"/>
                  </a:cubicBezTo>
                  <a:lnTo>
                    <a:pt x="184694" y="76059"/>
                  </a:lnTo>
                  <a:cubicBezTo>
                    <a:pt x="183170" y="76916"/>
                    <a:pt x="181551" y="77393"/>
                    <a:pt x="179931" y="77393"/>
                  </a:cubicBezTo>
                  <a:lnTo>
                    <a:pt x="179931" y="77393"/>
                  </a:lnTo>
                  <a:cubicBezTo>
                    <a:pt x="176598" y="77393"/>
                    <a:pt x="173454" y="75583"/>
                    <a:pt x="171645" y="72535"/>
                  </a:cubicBezTo>
                  <a:close/>
                  <a:moveTo>
                    <a:pt x="205744" y="53104"/>
                  </a:moveTo>
                  <a:cubicBezTo>
                    <a:pt x="203077" y="48532"/>
                    <a:pt x="204696" y="42722"/>
                    <a:pt x="209268" y="40150"/>
                  </a:cubicBezTo>
                  <a:lnTo>
                    <a:pt x="209268" y="40150"/>
                  </a:lnTo>
                  <a:cubicBezTo>
                    <a:pt x="213840" y="37483"/>
                    <a:pt x="219651" y="39102"/>
                    <a:pt x="222222" y="43674"/>
                  </a:cubicBezTo>
                  <a:lnTo>
                    <a:pt x="222222" y="43674"/>
                  </a:lnTo>
                  <a:cubicBezTo>
                    <a:pt x="224889" y="48246"/>
                    <a:pt x="223270" y="54056"/>
                    <a:pt x="218698" y="56628"/>
                  </a:cubicBezTo>
                  <a:lnTo>
                    <a:pt x="218698" y="56628"/>
                  </a:lnTo>
                  <a:cubicBezTo>
                    <a:pt x="217269" y="57485"/>
                    <a:pt x="215650" y="57962"/>
                    <a:pt x="214031" y="57962"/>
                  </a:cubicBezTo>
                  <a:lnTo>
                    <a:pt x="214031" y="57962"/>
                  </a:lnTo>
                  <a:cubicBezTo>
                    <a:pt x="210697" y="57962"/>
                    <a:pt x="207459" y="56152"/>
                    <a:pt x="205744" y="53104"/>
                  </a:cubicBezTo>
                  <a:close/>
                  <a:moveTo>
                    <a:pt x="239748" y="33673"/>
                  </a:moveTo>
                  <a:cubicBezTo>
                    <a:pt x="237177" y="29101"/>
                    <a:pt x="238701" y="23291"/>
                    <a:pt x="243273" y="20719"/>
                  </a:cubicBezTo>
                  <a:lnTo>
                    <a:pt x="243273" y="20719"/>
                  </a:lnTo>
                  <a:cubicBezTo>
                    <a:pt x="247845" y="18052"/>
                    <a:pt x="253655" y="19671"/>
                    <a:pt x="256322" y="24243"/>
                  </a:cubicBezTo>
                  <a:lnTo>
                    <a:pt x="256322" y="24243"/>
                  </a:lnTo>
                  <a:cubicBezTo>
                    <a:pt x="258894" y="28815"/>
                    <a:pt x="257370" y="34625"/>
                    <a:pt x="252798" y="37197"/>
                  </a:cubicBezTo>
                  <a:lnTo>
                    <a:pt x="252798" y="37197"/>
                  </a:lnTo>
                  <a:cubicBezTo>
                    <a:pt x="251274" y="38054"/>
                    <a:pt x="249654" y="38435"/>
                    <a:pt x="248035" y="38435"/>
                  </a:cubicBezTo>
                  <a:lnTo>
                    <a:pt x="248035" y="38435"/>
                  </a:lnTo>
                  <a:cubicBezTo>
                    <a:pt x="244797" y="38435"/>
                    <a:pt x="241558" y="36721"/>
                    <a:pt x="239748" y="33673"/>
                  </a:cubicBezTo>
                  <a:close/>
                  <a:moveTo>
                    <a:pt x="273753" y="14242"/>
                  </a:moveTo>
                  <a:cubicBezTo>
                    <a:pt x="271181" y="9670"/>
                    <a:pt x="272800" y="3860"/>
                    <a:pt x="277372" y="1288"/>
                  </a:cubicBezTo>
                  <a:lnTo>
                    <a:pt x="277372" y="1288"/>
                  </a:lnTo>
                  <a:cubicBezTo>
                    <a:pt x="281944" y="-1379"/>
                    <a:pt x="287754" y="240"/>
                    <a:pt x="290326" y="4812"/>
                  </a:cubicBezTo>
                  <a:lnTo>
                    <a:pt x="290326" y="4812"/>
                  </a:lnTo>
                  <a:cubicBezTo>
                    <a:pt x="292993" y="9289"/>
                    <a:pt x="291374" y="15194"/>
                    <a:pt x="286802" y="17766"/>
                  </a:cubicBezTo>
                  <a:lnTo>
                    <a:pt x="286802" y="17766"/>
                  </a:lnTo>
                  <a:cubicBezTo>
                    <a:pt x="285278" y="18623"/>
                    <a:pt x="283659" y="19004"/>
                    <a:pt x="282039" y="19004"/>
                  </a:cubicBezTo>
                  <a:lnTo>
                    <a:pt x="282039" y="19004"/>
                  </a:lnTo>
                  <a:cubicBezTo>
                    <a:pt x="278801" y="19004"/>
                    <a:pt x="275562" y="17290"/>
                    <a:pt x="273753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11B5E3A-EF05-EEDB-0121-FF8FE38FF5DF}"/>
                </a:ext>
              </a:extLst>
            </p:cNvPr>
            <p:cNvSpPr/>
            <p:nvPr/>
          </p:nvSpPr>
          <p:spPr>
            <a:xfrm>
              <a:off x="6070562" y="2919409"/>
              <a:ext cx="57253" cy="19052"/>
            </a:xfrm>
            <a:custGeom>
              <a:avLst/>
              <a:gdLst>
                <a:gd name="connsiteX0" fmla="*/ 196 w 57253"/>
                <a:gd name="connsiteY0" fmla="*/ 11432 h 19052"/>
                <a:gd name="connsiteX1" fmla="*/ 7626 w 57253"/>
                <a:gd name="connsiteY1" fmla="*/ 193 h 19052"/>
                <a:gd name="connsiteX2" fmla="*/ 7626 w 57253"/>
                <a:gd name="connsiteY2" fmla="*/ 193 h 19052"/>
                <a:gd name="connsiteX3" fmla="*/ 18770 w 57253"/>
                <a:gd name="connsiteY3" fmla="*/ 7622 h 19052"/>
                <a:gd name="connsiteX4" fmla="*/ 18770 w 57253"/>
                <a:gd name="connsiteY4" fmla="*/ 7622 h 19052"/>
                <a:gd name="connsiteX5" fmla="*/ 11436 w 57253"/>
                <a:gd name="connsiteY5" fmla="*/ 18862 h 19052"/>
                <a:gd name="connsiteX6" fmla="*/ 11436 w 57253"/>
                <a:gd name="connsiteY6" fmla="*/ 18862 h 19052"/>
                <a:gd name="connsiteX7" fmla="*/ 9531 w 57253"/>
                <a:gd name="connsiteY7" fmla="*/ 19052 h 19052"/>
                <a:gd name="connsiteX8" fmla="*/ 9531 w 57253"/>
                <a:gd name="connsiteY8" fmla="*/ 19052 h 19052"/>
                <a:gd name="connsiteX9" fmla="*/ 196 w 57253"/>
                <a:gd name="connsiteY9" fmla="*/ 11432 h 19052"/>
                <a:gd name="connsiteX10" fmla="*/ 45821 w 57253"/>
                <a:gd name="connsiteY10" fmla="*/ 18862 h 19052"/>
                <a:gd name="connsiteX11" fmla="*/ 38392 w 57253"/>
                <a:gd name="connsiteY11" fmla="*/ 7622 h 19052"/>
                <a:gd name="connsiteX12" fmla="*/ 38392 w 57253"/>
                <a:gd name="connsiteY12" fmla="*/ 7622 h 19052"/>
                <a:gd name="connsiteX13" fmla="*/ 49631 w 57253"/>
                <a:gd name="connsiteY13" fmla="*/ 193 h 19052"/>
                <a:gd name="connsiteX14" fmla="*/ 49631 w 57253"/>
                <a:gd name="connsiteY14" fmla="*/ 193 h 19052"/>
                <a:gd name="connsiteX15" fmla="*/ 57061 w 57253"/>
                <a:gd name="connsiteY15" fmla="*/ 11337 h 19052"/>
                <a:gd name="connsiteX16" fmla="*/ 57061 w 57253"/>
                <a:gd name="connsiteY16" fmla="*/ 11337 h 19052"/>
                <a:gd name="connsiteX17" fmla="*/ 47726 w 57253"/>
                <a:gd name="connsiteY17" fmla="*/ 19052 h 19052"/>
                <a:gd name="connsiteX18" fmla="*/ 47726 w 57253"/>
                <a:gd name="connsiteY18" fmla="*/ 19052 h 19052"/>
                <a:gd name="connsiteX19" fmla="*/ 45821 w 57253"/>
                <a:gd name="connsiteY19" fmla="*/ 18862 h 1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253" h="19052">
                  <a:moveTo>
                    <a:pt x="196" y="11432"/>
                  </a:moveTo>
                  <a:cubicBezTo>
                    <a:pt x="-851" y="6289"/>
                    <a:pt x="2387" y="1240"/>
                    <a:pt x="7626" y="193"/>
                  </a:cubicBezTo>
                  <a:lnTo>
                    <a:pt x="7626" y="193"/>
                  </a:lnTo>
                  <a:cubicBezTo>
                    <a:pt x="12769" y="-855"/>
                    <a:pt x="17818" y="2479"/>
                    <a:pt x="18770" y="7622"/>
                  </a:cubicBezTo>
                  <a:lnTo>
                    <a:pt x="18770" y="7622"/>
                  </a:lnTo>
                  <a:cubicBezTo>
                    <a:pt x="19818" y="12766"/>
                    <a:pt x="16579" y="17814"/>
                    <a:pt x="11436" y="18862"/>
                  </a:cubicBezTo>
                  <a:lnTo>
                    <a:pt x="11436" y="18862"/>
                  </a:lnTo>
                  <a:cubicBezTo>
                    <a:pt x="10769" y="19052"/>
                    <a:pt x="10102" y="19052"/>
                    <a:pt x="9531" y="19052"/>
                  </a:cubicBezTo>
                  <a:lnTo>
                    <a:pt x="9531" y="19052"/>
                  </a:lnTo>
                  <a:cubicBezTo>
                    <a:pt x="5054" y="19052"/>
                    <a:pt x="1054" y="16004"/>
                    <a:pt x="196" y="11432"/>
                  </a:cubicBezTo>
                  <a:close/>
                  <a:moveTo>
                    <a:pt x="45821" y="18862"/>
                  </a:moveTo>
                  <a:cubicBezTo>
                    <a:pt x="40678" y="17814"/>
                    <a:pt x="37344" y="12766"/>
                    <a:pt x="38392" y="7622"/>
                  </a:cubicBezTo>
                  <a:lnTo>
                    <a:pt x="38392" y="7622"/>
                  </a:lnTo>
                  <a:cubicBezTo>
                    <a:pt x="39439" y="2479"/>
                    <a:pt x="44488" y="-855"/>
                    <a:pt x="49631" y="193"/>
                  </a:cubicBezTo>
                  <a:lnTo>
                    <a:pt x="49631" y="193"/>
                  </a:lnTo>
                  <a:cubicBezTo>
                    <a:pt x="54775" y="1240"/>
                    <a:pt x="58108" y="6193"/>
                    <a:pt x="57061" y="11337"/>
                  </a:cubicBezTo>
                  <a:lnTo>
                    <a:pt x="57061" y="11337"/>
                  </a:lnTo>
                  <a:cubicBezTo>
                    <a:pt x="56108" y="15909"/>
                    <a:pt x="52203" y="19052"/>
                    <a:pt x="47726" y="19052"/>
                  </a:cubicBezTo>
                  <a:lnTo>
                    <a:pt x="47726" y="19052"/>
                  </a:lnTo>
                  <a:cubicBezTo>
                    <a:pt x="47059" y="19052"/>
                    <a:pt x="46488" y="19052"/>
                    <a:pt x="45821" y="1886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3AAA21-C74C-2492-E908-B82CFD8C6C5B}"/>
                </a:ext>
              </a:extLst>
            </p:cNvPr>
            <p:cNvSpPr/>
            <p:nvPr/>
          </p:nvSpPr>
          <p:spPr>
            <a:xfrm>
              <a:off x="6178669" y="2953027"/>
              <a:ext cx="293170" cy="176315"/>
            </a:xfrm>
            <a:custGeom>
              <a:avLst/>
              <a:gdLst>
                <a:gd name="connsiteX0" fmla="*/ 278899 w 293170"/>
                <a:gd name="connsiteY0" fmla="*/ 175077 h 176315"/>
                <a:gd name="connsiteX1" fmla="*/ 275375 w 293170"/>
                <a:gd name="connsiteY1" fmla="*/ 162028 h 176315"/>
                <a:gd name="connsiteX2" fmla="*/ 275375 w 293170"/>
                <a:gd name="connsiteY2" fmla="*/ 162028 h 176315"/>
                <a:gd name="connsiteX3" fmla="*/ 288329 w 293170"/>
                <a:gd name="connsiteY3" fmla="*/ 158503 h 176315"/>
                <a:gd name="connsiteX4" fmla="*/ 288329 w 293170"/>
                <a:gd name="connsiteY4" fmla="*/ 158503 h 176315"/>
                <a:gd name="connsiteX5" fmla="*/ 291949 w 293170"/>
                <a:gd name="connsiteY5" fmla="*/ 171553 h 176315"/>
                <a:gd name="connsiteX6" fmla="*/ 291949 w 293170"/>
                <a:gd name="connsiteY6" fmla="*/ 171553 h 176315"/>
                <a:gd name="connsiteX7" fmla="*/ 283662 w 293170"/>
                <a:gd name="connsiteY7" fmla="*/ 176315 h 176315"/>
                <a:gd name="connsiteX8" fmla="*/ 283662 w 293170"/>
                <a:gd name="connsiteY8" fmla="*/ 176315 h 176315"/>
                <a:gd name="connsiteX9" fmla="*/ 278899 w 293170"/>
                <a:gd name="connsiteY9" fmla="*/ 175077 h 176315"/>
                <a:gd name="connsiteX10" fmla="*/ 244609 w 293170"/>
                <a:gd name="connsiteY10" fmla="*/ 155455 h 176315"/>
                <a:gd name="connsiteX11" fmla="*/ 241085 w 293170"/>
                <a:gd name="connsiteY11" fmla="*/ 142406 h 176315"/>
                <a:gd name="connsiteX12" fmla="*/ 241085 w 293170"/>
                <a:gd name="connsiteY12" fmla="*/ 142406 h 176315"/>
                <a:gd name="connsiteX13" fmla="*/ 254039 w 293170"/>
                <a:gd name="connsiteY13" fmla="*/ 138882 h 176315"/>
                <a:gd name="connsiteX14" fmla="*/ 254039 w 293170"/>
                <a:gd name="connsiteY14" fmla="*/ 138882 h 176315"/>
                <a:gd name="connsiteX15" fmla="*/ 257659 w 293170"/>
                <a:gd name="connsiteY15" fmla="*/ 151931 h 176315"/>
                <a:gd name="connsiteX16" fmla="*/ 257659 w 293170"/>
                <a:gd name="connsiteY16" fmla="*/ 151931 h 176315"/>
                <a:gd name="connsiteX17" fmla="*/ 249372 w 293170"/>
                <a:gd name="connsiteY17" fmla="*/ 156694 h 176315"/>
                <a:gd name="connsiteX18" fmla="*/ 249372 w 293170"/>
                <a:gd name="connsiteY18" fmla="*/ 156694 h 176315"/>
                <a:gd name="connsiteX19" fmla="*/ 244609 w 293170"/>
                <a:gd name="connsiteY19" fmla="*/ 155455 h 176315"/>
                <a:gd name="connsiteX20" fmla="*/ 210319 w 293170"/>
                <a:gd name="connsiteY20" fmla="*/ 135739 h 176315"/>
                <a:gd name="connsiteX21" fmla="*/ 210319 w 293170"/>
                <a:gd name="connsiteY21" fmla="*/ 135739 h 176315"/>
                <a:gd name="connsiteX22" fmla="*/ 206795 w 293170"/>
                <a:gd name="connsiteY22" fmla="*/ 122785 h 176315"/>
                <a:gd name="connsiteX23" fmla="*/ 206795 w 293170"/>
                <a:gd name="connsiteY23" fmla="*/ 122785 h 176315"/>
                <a:gd name="connsiteX24" fmla="*/ 219844 w 293170"/>
                <a:gd name="connsiteY24" fmla="*/ 119260 h 176315"/>
                <a:gd name="connsiteX25" fmla="*/ 219844 w 293170"/>
                <a:gd name="connsiteY25" fmla="*/ 119260 h 176315"/>
                <a:gd name="connsiteX26" fmla="*/ 223369 w 293170"/>
                <a:gd name="connsiteY26" fmla="*/ 132214 h 176315"/>
                <a:gd name="connsiteX27" fmla="*/ 223369 w 293170"/>
                <a:gd name="connsiteY27" fmla="*/ 132214 h 176315"/>
                <a:gd name="connsiteX28" fmla="*/ 215082 w 293170"/>
                <a:gd name="connsiteY28" fmla="*/ 137072 h 176315"/>
                <a:gd name="connsiteX29" fmla="*/ 215082 w 293170"/>
                <a:gd name="connsiteY29" fmla="*/ 137072 h 176315"/>
                <a:gd name="connsiteX30" fmla="*/ 210319 w 293170"/>
                <a:gd name="connsiteY30" fmla="*/ 135739 h 176315"/>
                <a:gd name="connsiteX31" fmla="*/ 176125 w 293170"/>
                <a:gd name="connsiteY31" fmla="*/ 116117 h 176315"/>
                <a:gd name="connsiteX32" fmla="*/ 176029 w 293170"/>
                <a:gd name="connsiteY32" fmla="*/ 116117 h 176315"/>
                <a:gd name="connsiteX33" fmla="*/ 172505 w 293170"/>
                <a:gd name="connsiteY33" fmla="*/ 103163 h 176315"/>
                <a:gd name="connsiteX34" fmla="*/ 172505 w 293170"/>
                <a:gd name="connsiteY34" fmla="*/ 103163 h 176315"/>
                <a:gd name="connsiteX35" fmla="*/ 185554 w 293170"/>
                <a:gd name="connsiteY35" fmla="*/ 99544 h 176315"/>
                <a:gd name="connsiteX36" fmla="*/ 185554 w 293170"/>
                <a:gd name="connsiteY36" fmla="*/ 99544 h 176315"/>
                <a:gd name="connsiteX37" fmla="*/ 189079 w 293170"/>
                <a:gd name="connsiteY37" fmla="*/ 112593 h 176315"/>
                <a:gd name="connsiteX38" fmla="*/ 189079 w 293170"/>
                <a:gd name="connsiteY38" fmla="*/ 112593 h 176315"/>
                <a:gd name="connsiteX39" fmla="*/ 180792 w 293170"/>
                <a:gd name="connsiteY39" fmla="*/ 117355 h 176315"/>
                <a:gd name="connsiteX40" fmla="*/ 180792 w 293170"/>
                <a:gd name="connsiteY40" fmla="*/ 117355 h 176315"/>
                <a:gd name="connsiteX41" fmla="*/ 176125 w 293170"/>
                <a:gd name="connsiteY41" fmla="*/ 116117 h 176315"/>
                <a:gd name="connsiteX42" fmla="*/ 141835 w 293170"/>
                <a:gd name="connsiteY42" fmla="*/ 96496 h 176315"/>
                <a:gd name="connsiteX43" fmla="*/ 138310 w 293170"/>
                <a:gd name="connsiteY43" fmla="*/ 83446 h 176315"/>
                <a:gd name="connsiteX44" fmla="*/ 138310 w 293170"/>
                <a:gd name="connsiteY44" fmla="*/ 83446 h 176315"/>
                <a:gd name="connsiteX45" fmla="*/ 151264 w 293170"/>
                <a:gd name="connsiteY45" fmla="*/ 79922 h 176315"/>
                <a:gd name="connsiteX46" fmla="*/ 151264 w 293170"/>
                <a:gd name="connsiteY46" fmla="*/ 79922 h 176315"/>
                <a:gd name="connsiteX47" fmla="*/ 154789 w 293170"/>
                <a:gd name="connsiteY47" fmla="*/ 92971 h 176315"/>
                <a:gd name="connsiteX48" fmla="*/ 154789 w 293170"/>
                <a:gd name="connsiteY48" fmla="*/ 92971 h 176315"/>
                <a:gd name="connsiteX49" fmla="*/ 146502 w 293170"/>
                <a:gd name="connsiteY49" fmla="*/ 97734 h 176315"/>
                <a:gd name="connsiteX50" fmla="*/ 146502 w 293170"/>
                <a:gd name="connsiteY50" fmla="*/ 97734 h 176315"/>
                <a:gd name="connsiteX51" fmla="*/ 141835 w 293170"/>
                <a:gd name="connsiteY51" fmla="*/ 96496 h 176315"/>
                <a:gd name="connsiteX52" fmla="*/ 107545 w 293170"/>
                <a:gd name="connsiteY52" fmla="*/ 76779 h 176315"/>
                <a:gd name="connsiteX53" fmla="*/ 104020 w 293170"/>
                <a:gd name="connsiteY53" fmla="*/ 63825 h 176315"/>
                <a:gd name="connsiteX54" fmla="*/ 104020 w 293170"/>
                <a:gd name="connsiteY54" fmla="*/ 63825 h 176315"/>
                <a:gd name="connsiteX55" fmla="*/ 116974 w 293170"/>
                <a:gd name="connsiteY55" fmla="*/ 60301 h 176315"/>
                <a:gd name="connsiteX56" fmla="*/ 116974 w 293170"/>
                <a:gd name="connsiteY56" fmla="*/ 60301 h 176315"/>
                <a:gd name="connsiteX57" fmla="*/ 120499 w 293170"/>
                <a:gd name="connsiteY57" fmla="*/ 73255 h 176315"/>
                <a:gd name="connsiteX58" fmla="*/ 120499 w 293170"/>
                <a:gd name="connsiteY58" fmla="*/ 73255 h 176315"/>
                <a:gd name="connsiteX59" fmla="*/ 112307 w 293170"/>
                <a:gd name="connsiteY59" fmla="*/ 78112 h 176315"/>
                <a:gd name="connsiteX60" fmla="*/ 112307 w 293170"/>
                <a:gd name="connsiteY60" fmla="*/ 78112 h 176315"/>
                <a:gd name="connsiteX61" fmla="*/ 107545 w 293170"/>
                <a:gd name="connsiteY61" fmla="*/ 76779 h 176315"/>
                <a:gd name="connsiteX62" fmla="*/ 73255 w 293170"/>
                <a:gd name="connsiteY62" fmla="*/ 57157 h 176315"/>
                <a:gd name="connsiteX63" fmla="*/ 69730 w 293170"/>
                <a:gd name="connsiteY63" fmla="*/ 44108 h 176315"/>
                <a:gd name="connsiteX64" fmla="*/ 69730 w 293170"/>
                <a:gd name="connsiteY64" fmla="*/ 44108 h 176315"/>
                <a:gd name="connsiteX65" fmla="*/ 82780 w 293170"/>
                <a:gd name="connsiteY65" fmla="*/ 40679 h 176315"/>
                <a:gd name="connsiteX66" fmla="*/ 82780 w 293170"/>
                <a:gd name="connsiteY66" fmla="*/ 40679 h 176315"/>
                <a:gd name="connsiteX67" fmla="*/ 86304 w 293170"/>
                <a:gd name="connsiteY67" fmla="*/ 53633 h 176315"/>
                <a:gd name="connsiteX68" fmla="*/ 86304 w 293170"/>
                <a:gd name="connsiteY68" fmla="*/ 53633 h 176315"/>
                <a:gd name="connsiteX69" fmla="*/ 78017 w 293170"/>
                <a:gd name="connsiteY69" fmla="*/ 58396 h 176315"/>
                <a:gd name="connsiteX70" fmla="*/ 78017 w 293170"/>
                <a:gd name="connsiteY70" fmla="*/ 58396 h 176315"/>
                <a:gd name="connsiteX71" fmla="*/ 73255 w 293170"/>
                <a:gd name="connsiteY71" fmla="*/ 57157 h 176315"/>
                <a:gd name="connsiteX72" fmla="*/ 39060 w 293170"/>
                <a:gd name="connsiteY72" fmla="*/ 37441 h 176315"/>
                <a:gd name="connsiteX73" fmla="*/ 35536 w 293170"/>
                <a:gd name="connsiteY73" fmla="*/ 24487 h 176315"/>
                <a:gd name="connsiteX74" fmla="*/ 35536 w 293170"/>
                <a:gd name="connsiteY74" fmla="*/ 24487 h 176315"/>
                <a:gd name="connsiteX75" fmla="*/ 48490 w 293170"/>
                <a:gd name="connsiteY75" fmla="*/ 20962 h 176315"/>
                <a:gd name="connsiteX76" fmla="*/ 48490 w 293170"/>
                <a:gd name="connsiteY76" fmla="*/ 20962 h 176315"/>
                <a:gd name="connsiteX77" fmla="*/ 52014 w 293170"/>
                <a:gd name="connsiteY77" fmla="*/ 33916 h 176315"/>
                <a:gd name="connsiteX78" fmla="*/ 52014 w 293170"/>
                <a:gd name="connsiteY78" fmla="*/ 33916 h 176315"/>
                <a:gd name="connsiteX79" fmla="*/ 43727 w 293170"/>
                <a:gd name="connsiteY79" fmla="*/ 38774 h 176315"/>
                <a:gd name="connsiteX80" fmla="*/ 43727 w 293170"/>
                <a:gd name="connsiteY80" fmla="*/ 38774 h 176315"/>
                <a:gd name="connsiteX81" fmla="*/ 39060 w 293170"/>
                <a:gd name="connsiteY81" fmla="*/ 37441 h 176315"/>
                <a:gd name="connsiteX82" fmla="*/ 4770 w 293170"/>
                <a:gd name="connsiteY82" fmla="*/ 17724 h 176315"/>
                <a:gd name="connsiteX83" fmla="*/ 4770 w 293170"/>
                <a:gd name="connsiteY83" fmla="*/ 17724 h 176315"/>
                <a:gd name="connsiteX84" fmla="*/ 1246 w 293170"/>
                <a:gd name="connsiteY84" fmla="*/ 4770 h 176315"/>
                <a:gd name="connsiteX85" fmla="*/ 1246 w 293170"/>
                <a:gd name="connsiteY85" fmla="*/ 4770 h 176315"/>
                <a:gd name="connsiteX86" fmla="*/ 14295 w 293170"/>
                <a:gd name="connsiteY86" fmla="*/ 1246 h 176315"/>
                <a:gd name="connsiteX87" fmla="*/ 14295 w 293170"/>
                <a:gd name="connsiteY87" fmla="*/ 1246 h 176315"/>
                <a:gd name="connsiteX88" fmla="*/ 17819 w 293170"/>
                <a:gd name="connsiteY88" fmla="*/ 14295 h 176315"/>
                <a:gd name="connsiteX89" fmla="*/ 17819 w 293170"/>
                <a:gd name="connsiteY89" fmla="*/ 14295 h 176315"/>
                <a:gd name="connsiteX90" fmla="*/ 9532 w 293170"/>
                <a:gd name="connsiteY90" fmla="*/ 19057 h 176315"/>
                <a:gd name="connsiteX91" fmla="*/ 9532 w 293170"/>
                <a:gd name="connsiteY91" fmla="*/ 19057 h 176315"/>
                <a:gd name="connsiteX92" fmla="*/ 4770 w 293170"/>
                <a:gd name="connsiteY92" fmla="*/ 17724 h 176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93170" h="176315">
                  <a:moveTo>
                    <a:pt x="278899" y="175077"/>
                  </a:moveTo>
                  <a:cubicBezTo>
                    <a:pt x="274327" y="172410"/>
                    <a:pt x="272708" y="166600"/>
                    <a:pt x="275375" y="162028"/>
                  </a:cubicBezTo>
                  <a:lnTo>
                    <a:pt x="275375" y="162028"/>
                  </a:lnTo>
                  <a:cubicBezTo>
                    <a:pt x="277947" y="157456"/>
                    <a:pt x="283757" y="155932"/>
                    <a:pt x="288329" y="158503"/>
                  </a:cubicBezTo>
                  <a:lnTo>
                    <a:pt x="288329" y="158503"/>
                  </a:lnTo>
                  <a:cubicBezTo>
                    <a:pt x="292901" y="161170"/>
                    <a:pt x="294520" y="166981"/>
                    <a:pt x="291949" y="171553"/>
                  </a:cubicBezTo>
                  <a:lnTo>
                    <a:pt x="291949" y="171553"/>
                  </a:lnTo>
                  <a:cubicBezTo>
                    <a:pt x="290139" y="174601"/>
                    <a:pt x="286900" y="176315"/>
                    <a:pt x="283662" y="176315"/>
                  </a:cubicBezTo>
                  <a:lnTo>
                    <a:pt x="283662" y="176315"/>
                  </a:lnTo>
                  <a:cubicBezTo>
                    <a:pt x="282043" y="176315"/>
                    <a:pt x="280423" y="175934"/>
                    <a:pt x="278899" y="175077"/>
                  </a:cubicBezTo>
                  <a:close/>
                  <a:moveTo>
                    <a:pt x="244609" y="155455"/>
                  </a:moveTo>
                  <a:cubicBezTo>
                    <a:pt x="240037" y="152788"/>
                    <a:pt x="238513" y="146978"/>
                    <a:pt x="241085" y="142406"/>
                  </a:cubicBezTo>
                  <a:lnTo>
                    <a:pt x="241085" y="142406"/>
                  </a:lnTo>
                  <a:cubicBezTo>
                    <a:pt x="243752" y="137834"/>
                    <a:pt x="249562" y="136215"/>
                    <a:pt x="254039" y="138882"/>
                  </a:cubicBezTo>
                  <a:lnTo>
                    <a:pt x="254039" y="138882"/>
                  </a:lnTo>
                  <a:cubicBezTo>
                    <a:pt x="258611" y="141454"/>
                    <a:pt x="260230" y="147359"/>
                    <a:pt x="257659" y="151931"/>
                  </a:cubicBezTo>
                  <a:lnTo>
                    <a:pt x="257659" y="151931"/>
                  </a:lnTo>
                  <a:cubicBezTo>
                    <a:pt x="255849" y="154979"/>
                    <a:pt x="252706" y="156694"/>
                    <a:pt x="249372" y="156694"/>
                  </a:cubicBezTo>
                  <a:lnTo>
                    <a:pt x="249372" y="156694"/>
                  </a:lnTo>
                  <a:cubicBezTo>
                    <a:pt x="247753" y="156694"/>
                    <a:pt x="246133" y="156217"/>
                    <a:pt x="244609" y="155455"/>
                  </a:cubicBezTo>
                  <a:close/>
                  <a:moveTo>
                    <a:pt x="210319" y="135739"/>
                  </a:moveTo>
                  <a:lnTo>
                    <a:pt x="210319" y="135739"/>
                  </a:lnTo>
                  <a:cubicBezTo>
                    <a:pt x="205747" y="133167"/>
                    <a:pt x="204223" y="127357"/>
                    <a:pt x="206795" y="122785"/>
                  </a:cubicBezTo>
                  <a:lnTo>
                    <a:pt x="206795" y="122785"/>
                  </a:lnTo>
                  <a:cubicBezTo>
                    <a:pt x="209462" y="118213"/>
                    <a:pt x="215272" y="116593"/>
                    <a:pt x="219844" y="119260"/>
                  </a:cubicBezTo>
                  <a:lnTo>
                    <a:pt x="219844" y="119260"/>
                  </a:lnTo>
                  <a:cubicBezTo>
                    <a:pt x="224416" y="121927"/>
                    <a:pt x="225940" y="127642"/>
                    <a:pt x="223369" y="132214"/>
                  </a:cubicBezTo>
                  <a:lnTo>
                    <a:pt x="223369" y="132214"/>
                  </a:lnTo>
                  <a:cubicBezTo>
                    <a:pt x="221559" y="135358"/>
                    <a:pt x="218416" y="137072"/>
                    <a:pt x="215082" y="137072"/>
                  </a:cubicBezTo>
                  <a:lnTo>
                    <a:pt x="215082" y="137072"/>
                  </a:lnTo>
                  <a:cubicBezTo>
                    <a:pt x="213463" y="137072"/>
                    <a:pt x="211843" y="136596"/>
                    <a:pt x="210319" y="135739"/>
                  </a:cubicBezTo>
                  <a:close/>
                  <a:moveTo>
                    <a:pt x="176125" y="116117"/>
                  </a:moveTo>
                  <a:lnTo>
                    <a:pt x="176029" y="116117"/>
                  </a:lnTo>
                  <a:cubicBezTo>
                    <a:pt x="171457" y="113545"/>
                    <a:pt x="169933" y="107640"/>
                    <a:pt x="172505" y="103163"/>
                  </a:cubicBezTo>
                  <a:lnTo>
                    <a:pt x="172505" y="103163"/>
                  </a:lnTo>
                  <a:cubicBezTo>
                    <a:pt x="175172" y="98591"/>
                    <a:pt x="180982" y="96972"/>
                    <a:pt x="185554" y="99544"/>
                  </a:cubicBezTo>
                  <a:lnTo>
                    <a:pt x="185554" y="99544"/>
                  </a:lnTo>
                  <a:cubicBezTo>
                    <a:pt x="190126" y="102211"/>
                    <a:pt x="191650" y="108021"/>
                    <a:pt x="189079" y="112593"/>
                  </a:cubicBezTo>
                  <a:lnTo>
                    <a:pt x="189079" y="112593"/>
                  </a:lnTo>
                  <a:cubicBezTo>
                    <a:pt x="187269" y="115641"/>
                    <a:pt x="184126" y="117355"/>
                    <a:pt x="180792" y="117355"/>
                  </a:cubicBezTo>
                  <a:lnTo>
                    <a:pt x="180792" y="117355"/>
                  </a:lnTo>
                  <a:cubicBezTo>
                    <a:pt x="179173" y="117355"/>
                    <a:pt x="177553" y="116974"/>
                    <a:pt x="176125" y="116117"/>
                  </a:cubicBezTo>
                  <a:close/>
                  <a:moveTo>
                    <a:pt x="141835" y="96496"/>
                  </a:moveTo>
                  <a:cubicBezTo>
                    <a:pt x="137263" y="93829"/>
                    <a:pt x="135643" y="88018"/>
                    <a:pt x="138310" y="83446"/>
                  </a:cubicBezTo>
                  <a:lnTo>
                    <a:pt x="138310" y="83446"/>
                  </a:lnTo>
                  <a:cubicBezTo>
                    <a:pt x="140882" y="78874"/>
                    <a:pt x="146692" y="77350"/>
                    <a:pt x="151264" y="79922"/>
                  </a:cubicBezTo>
                  <a:lnTo>
                    <a:pt x="151264" y="79922"/>
                  </a:lnTo>
                  <a:cubicBezTo>
                    <a:pt x="155836" y="82589"/>
                    <a:pt x="157456" y="88399"/>
                    <a:pt x="154789" y="92971"/>
                  </a:cubicBezTo>
                  <a:lnTo>
                    <a:pt x="154789" y="92971"/>
                  </a:lnTo>
                  <a:cubicBezTo>
                    <a:pt x="153074" y="96019"/>
                    <a:pt x="149836" y="97734"/>
                    <a:pt x="146502" y="97734"/>
                  </a:cubicBezTo>
                  <a:lnTo>
                    <a:pt x="146502" y="97734"/>
                  </a:lnTo>
                  <a:cubicBezTo>
                    <a:pt x="144883" y="97734"/>
                    <a:pt x="143263" y="97353"/>
                    <a:pt x="141835" y="96496"/>
                  </a:cubicBezTo>
                  <a:close/>
                  <a:moveTo>
                    <a:pt x="107545" y="76779"/>
                  </a:moveTo>
                  <a:cubicBezTo>
                    <a:pt x="102973" y="74207"/>
                    <a:pt x="101449" y="68397"/>
                    <a:pt x="104020" y="63825"/>
                  </a:cubicBezTo>
                  <a:lnTo>
                    <a:pt x="104020" y="63825"/>
                  </a:lnTo>
                  <a:cubicBezTo>
                    <a:pt x="106687" y="59253"/>
                    <a:pt x="112498" y="57634"/>
                    <a:pt x="116974" y="60301"/>
                  </a:cubicBezTo>
                  <a:lnTo>
                    <a:pt x="116974" y="60301"/>
                  </a:lnTo>
                  <a:cubicBezTo>
                    <a:pt x="121546" y="62872"/>
                    <a:pt x="123166" y="68778"/>
                    <a:pt x="120499" y="73255"/>
                  </a:cubicBezTo>
                  <a:lnTo>
                    <a:pt x="120499" y="73255"/>
                  </a:lnTo>
                  <a:cubicBezTo>
                    <a:pt x="118784" y="76398"/>
                    <a:pt x="115546" y="78112"/>
                    <a:pt x="112307" y="78112"/>
                  </a:cubicBezTo>
                  <a:lnTo>
                    <a:pt x="112307" y="78112"/>
                  </a:lnTo>
                  <a:cubicBezTo>
                    <a:pt x="110688" y="78112"/>
                    <a:pt x="109069" y="77636"/>
                    <a:pt x="107545" y="76779"/>
                  </a:cubicBezTo>
                  <a:close/>
                  <a:moveTo>
                    <a:pt x="73255" y="57157"/>
                  </a:moveTo>
                  <a:cubicBezTo>
                    <a:pt x="68683" y="54490"/>
                    <a:pt x="67159" y="48680"/>
                    <a:pt x="69730" y="44108"/>
                  </a:cubicBezTo>
                  <a:lnTo>
                    <a:pt x="69730" y="44108"/>
                  </a:lnTo>
                  <a:cubicBezTo>
                    <a:pt x="72397" y="39536"/>
                    <a:pt x="78208" y="38012"/>
                    <a:pt x="82780" y="40679"/>
                  </a:cubicBezTo>
                  <a:lnTo>
                    <a:pt x="82780" y="40679"/>
                  </a:lnTo>
                  <a:cubicBezTo>
                    <a:pt x="87352" y="43251"/>
                    <a:pt x="88876" y="49061"/>
                    <a:pt x="86304" y="53633"/>
                  </a:cubicBezTo>
                  <a:lnTo>
                    <a:pt x="86304" y="53633"/>
                  </a:lnTo>
                  <a:cubicBezTo>
                    <a:pt x="84494" y="56681"/>
                    <a:pt x="81351" y="58396"/>
                    <a:pt x="78017" y="58396"/>
                  </a:cubicBezTo>
                  <a:lnTo>
                    <a:pt x="78017" y="58396"/>
                  </a:lnTo>
                  <a:cubicBezTo>
                    <a:pt x="76398" y="58396"/>
                    <a:pt x="74779" y="58015"/>
                    <a:pt x="73255" y="57157"/>
                  </a:cubicBezTo>
                  <a:close/>
                  <a:moveTo>
                    <a:pt x="39060" y="37441"/>
                  </a:moveTo>
                  <a:cubicBezTo>
                    <a:pt x="34488" y="34869"/>
                    <a:pt x="32869" y="28963"/>
                    <a:pt x="35536" y="24487"/>
                  </a:cubicBezTo>
                  <a:lnTo>
                    <a:pt x="35536" y="24487"/>
                  </a:lnTo>
                  <a:cubicBezTo>
                    <a:pt x="38203" y="19915"/>
                    <a:pt x="43918" y="18295"/>
                    <a:pt x="48490" y="20962"/>
                  </a:cubicBezTo>
                  <a:lnTo>
                    <a:pt x="48490" y="20962"/>
                  </a:lnTo>
                  <a:cubicBezTo>
                    <a:pt x="53062" y="23534"/>
                    <a:pt x="54681" y="29344"/>
                    <a:pt x="52014" y="33916"/>
                  </a:cubicBezTo>
                  <a:lnTo>
                    <a:pt x="52014" y="33916"/>
                  </a:lnTo>
                  <a:cubicBezTo>
                    <a:pt x="50299" y="36964"/>
                    <a:pt x="47061" y="38774"/>
                    <a:pt x="43727" y="38774"/>
                  </a:cubicBezTo>
                  <a:lnTo>
                    <a:pt x="43727" y="38774"/>
                  </a:lnTo>
                  <a:cubicBezTo>
                    <a:pt x="42108" y="38774"/>
                    <a:pt x="40489" y="38298"/>
                    <a:pt x="39060" y="37441"/>
                  </a:cubicBezTo>
                  <a:close/>
                  <a:moveTo>
                    <a:pt x="4770" y="17724"/>
                  </a:moveTo>
                  <a:lnTo>
                    <a:pt x="4770" y="17724"/>
                  </a:lnTo>
                  <a:cubicBezTo>
                    <a:pt x="198" y="15152"/>
                    <a:pt x="-1326" y="9342"/>
                    <a:pt x="1246" y="4770"/>
                  </a:cubicBezTo>
                  <a:lnTo>
                    <a:pt x="1246" y="4770"/>
                  </a:lnTo>
                  <a:cubicBezTo>
                    <a:pt x="3913" y="198"/>
                    <a:pt x="9723" y="-1326"/>
                    <a:pt x="14295" y="1246"/>
                  </a:cubicBezTo>
                  <a:lnTo>
                    <a:pt x="14295" y="1246"/>
                  </a:lnTo>
                  <a:cubicBezTo>
                    <a:pt x="18867" y="3817"/>
                    <a:pt x="20391" y="9723"/>
                    <a:pt x="17819" y="14295"/>
                  </a:cubicBezTo>
                  <a:lnTo>
                    <a:pt x="17819" y="14295"/>
                  </a:lnTo>
                  <a:cubicBezTo>
                    <a:pt x="16009" y="17343"/>
                    <a:pt x="12866" y="19057"/>
                    <a:pt x="9532" y="19057"/>
                  </a:cubicBezTo>
                  <a:lnTo>
                    <a:pt x="9532" y="19057"/>
                  </a:lnTo>
                  <a:cubicBezTo>
                    <a:pt x="7913" y="19057"/>
                    <a:pt x="6294" y="18581"/>
                    <a:pt x="4770" y="177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343ABF4-C9CF-4F51-1252-3210E968DECB}"/>
                </a:ext>
              </a:extLst>
            </p:cNvPr>
            <p:cNvSpPr/>
            <p:nvPr/>
          </p:nvSpPr>
          <p:spPr>
            <a:xfrm>
              <a:off x="6514663" y="3151957"/>
              <a:ext cx="36637" cy="49585"/>
            </a:xfrm>
            <a:custGeom>
              <a:avLst/>
              <a:gdLst>
                <a:gd name="connsiteX0" fmla="*/ 18153 w 36637"/>
                <a:gd name="connsiteY0" fmla="*/ 43108 h 49585"/>
                <a:gd name="connsiteX1" fmla="*/ 24058 w 36637"/>
                <a:gd name="connsiteY1" fmla="*/ 31012 h 49585"/>
                <a:gd name="connsiteX2" fmla="*/ 24058 w 36637"/>
                <a:gd name="connsiteY2" fmla="*/ 31012 h 49585"/>
                <a:gd name="connsiteX3" fmla="*/ 36155 w 36637"/>
                <a:gd name="connsiteY3" fmla="*/ 37012 h 49585"/>
                <a:gd name="connsiteX4" fmla="*/ 36155 w 36637"/>
                <a:gd name="connsiteY4" fmla="*/ 37012 h 49585"/>
                <a:gd name="connsiteX5" fmla="*/ 30154 w 36637"/>
                <a:gd name="connsiteY5" fmla="*/ 49014 h 49585"/>
                <a:gd name="connsiteX6" fmla="*/ 30154 w 36637"/>
                <a:gd name="connsiteY6" fmla="*/ 49014 h 49585"/>
                <a:gd name="connsiteX7" fmla="*/ 27106 w 36637"/>
                <a:gd name="connsiteY7" fmla="*/ 49585 h 49585"/>
                <a:gd name="connsiteX8" fmla="*/ 27106 w 36637"/>
                <a:gd name="connsiteY8" fmla="*/ 49585 h 49585"/>
                <a:gd name="connsiteX9" fmla="*/ 18153 w 36637"/>
                <a:gd name="connsiteY9" fmla="*/ 43108 h 49585"/>
                <a:gd name="connsiteX10" fmla="*/ 2341 w 36637"/>
                <a:gd name="connsiteY10" fmla="*/ 15867 h 49585"/>
                <a:gd name="connsiteX11" fmla="*/ 3199 w 36637"/>
                <a:gd name="connsiteY11" fmla="*/ 2341 h 49585"/>
                <a:gd name="connsiteX12" fmla="*/ 3199 w 36637"/>
                <a:gd name="connsiteY12" fmla="*/ 2341 h 49585"/>
                <a:gd name="connsiteX13" fmla="*/ 16629 w 36637"/>
                <a:gd name="connsiteY13" fmla="*/ 3199 h 49585"/>
                <a:gd name="connsiteX14" fmla="*/ 16629 w 36637"/>
                <a:gd name="connsiteY14" fmla="*/ 3199 h 49585"/>
                <a:gd name="connsiteX15" fmla="*/ 15772 w 36637"/>
                <a:gd name="connsiteY15" fmla="*/ 16724 h 49585"/>
                <a:gd name="connsiteX16" fmla="*/ 15772 w 36637"/>
                <a:gd name="connsiteY16" fmla="*/ 16724 h 49585"/>
                <a:gd name="connsiteX17" fmla="*/ 9485 w 36637"/>
                <a:gd name="connsiteY17" fmla="*/ 19010 h 49585"/>
                <a:gd name="connsiteX18" fmla="*/ 9485 w 36637"/>
                <a:gd name="connsiteY18" fmla="*/ 19010 h 49585"/>
                <a:gd name="connsiteX19" fmla="*/ 2341 w 36637"/>
                <a:gd name="connsiteY19" fmla="*/ 15867 h 4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637" h="49585">
                  <a:moveTo>
                    <a:pt x="18153" y="43108"/>
                  </a:moveTo>
                  <a:cubicBezTo>
                    <a:pt x="16438" y="38060"/>
                    <a:pt x="19105" y="32726"/>
                    <a:pt x="24058" y="31012"/>
                  </a:cubicBezTo>
                  <a:lnTo>
                    <a:pt x="24058" y="31012"/>
                  </a:lnTo>
                  <a:cubicBezTo>
                    <a:pt x="29011" y="29297"/>
                    <a:pt x="34536" y="32059"/>
                    <a:pt x="36155" y="37012"/>
                  </a:cubicBezTo>
                  <a:lnTo>
                    <a:pt x="36155" y="37012"/>
                  </a:lnTo>
                  <a:cubicBezTo>
                    <a:pt x="37774" y="41965"/>
                    <a:pt x="35203" y="47395"/>
                    <a:pt x="30154" y="49014"/>
                  </a:cubicBezTo>
                  <a:lnTo>
                    <a:pt x="30154" y="49014"/>
                  </a:lnTo>
                  <a:cubicBezTo>
                    <a:pt x="29202" y="49395"/>
                    <a:pt x="28154" y="49585"/>
                    <a:pt x="27106" y="49585"/>
                  </a:cubicBezTo>
                  <a:lnTo>
                    <a:pt x="27106" y="49585"/>
                  </a:lnTo>
                  <a:cubicBezTo>
                    <a:pt x="23201" y="49585"/>
                    <a:pt x="19486" y="47014"/>
                    <a:pt x="18153" y="43108"/>
                  </a:cubicBezTo>
                  <a:close/>
                  <a:moveTo>
                    <a:pt x="2341" y="15867"/>
                  </a:moveTo>
                  <a:cubicBezTo>
                    <a:pt x="-1088" y="11866"/>
                    <a:pt x="-707" y="5866"/>
                    <a:pt x="3199" y="2341"/>
                  </a:cubicBezTo>
                  <a:lnTo>
                    <a:pt x="3199" y="2341"/>
                  </a:lnTo>
                  <a:cubicBezTo>
                    <a:pt x="7104" y="-1088"/>
                    <a:pt x="13105" y="-707"/>
                    <a:pt x="16629" y="3199"/>
                  </a:cubicBezTo>
                  <a:lnTo>
                    <a:pt x="16629" y="3199"/>
                  </a:lnTo>
                  <a:cubicBezTo>
                    <a:pt x="20153" y="7199"/>
                    <a:pt x="19772" y="13200"/>
                    <a:pt x="15772" y="16724"/>
                  </a:cubicBezTo>
                  <a:lnTo>
                    <a:pt x="15772" y="16724"/>
                  </a:lnTo>
                  <a:cubicBezTo>
                    <a:pt x="13962" y="18248"/>
                    <a:pt x="11771" y="19010"/>
                    <a:pt x="9485" y="19010"/>
                  </a:cubicBezTo>
                  <a:lnTo>
                    <a:pt x="9485" y="19010"/>
                  </a:lnTo>
                  <a:cubicBezTo>
                    <a:pt x="6818" y="19010"/>
                    <a:pt x="4246" y="17962"/>
                    <a:pt x="2341" y="158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31130B4-514E-CDCA-EF8E-52DF6A793F1E}"/>
                </a:ext>
              </a:extLst>
            </p:cNvPr>
            <p:cNvSpPr/>
            <p:nvPr/>
          </p:nvSpPr>
          <p:spPr>
            <a:xfrm>
              <a:off x="6537674" y="3257358"/>
              <a:ext cx="19145" cy="138874"/>
            </a:xfrm>
            <a:custGeom>
              <a:avLst/>
              <a:gdLst>
                <a:gd name="connsiteX0" fmla="*/ 0 w 19145"/>
                <a:gd name="connsiteY0" fmla="*/ 129350 h 138874"/>
                <a:gd name="connsiteX1" fmla="*/ 9525 w 19145"/>
                <a:gd name="connsiteY1" fmla="*/ 119825 h 138874"/>
                <a:gd name="connsiteX2" fmla="*/ 9525 w 19145"/>
                <a:gd name="connsiteY2" fmla="*/ 119825 h 138874"/>
                <a:gd name="connsiteX3" fmla="*/ 19050 w 19145"/>
                <a:gd name="connsiteY3" fmla="*/ 129350 h 138874"/>
                <a:gd name="connsiteX4" fmla="*/ 19050 w 19145"/>
                <a:gd name="connsiteY4" fmla="*/ 129350 h 138874"/>
                <a:gd name="connsiteX5" fmla="*/ 9525 w 19145"/>
                <a:gd name="connsiteY5" fmla="*/ 138875 h 138874"/>
                <a:gd name="connsiteX6" fmla="*/ 9525 w 19145"/>
                <a:gd name="connsiteY6" fmla="*/ 138875 h 138874"/>
                <a:gd name="connsiteX7" fmla="*/ 0 w 19145"/>
                <a:gd name="connsiteY7" fmla="*/ 129350 h 138874"/>
                <a:gd name="connsiteX8" fmla="*/ 0 w 19145"/>
                <a:gd name="connsiteY8" fmla="*/ 89440 h 138874"/>
                <a:gd name="connsiteX9" fmla="*/ 9620 w 19145"/>
                <a:gd name="connsiteY9" fmla="*/ 79915 h 138874"/>
                <a:gd name="connsiteX10" fmla="*/ 9620 w 19145"/>
                <a:gd name="connsiteY10" fmla="*/ 79915 h 138874"/>
                <a:gd name="connsiteX11" fmla="*/ 19050 w 19145"/>
                <a:gd name="connsiteY11" fmla="*/ 89440 h 138874"/>
                <a:gd name="connsiteX12" fmla="*/ 19050 w 19145"/>
                <a:gd name="connsiteY12" fmla="*/ 89440 h 138874"/>
                <a:gd name="connsiteX13" fmla="*/ 9525 w 19145"/>
                <a:gd name="connsiteY13" fmla="*/ 98965 h 138874"/>
                <a:gd name="connsiteX14" fmla="*/ 9525 w 19145"/>
                <a:gd name="connsiteY14" fmla="*/ 98965 h 138874"/>
                <a:gd name="connsiteX15" fmla="*/ 0 w 19145"/>
                <a:gd name="connsiteY15" fmla="*/ 89440 h 138874"/>
                <a:gd name="connsiteX16" fmla="*/ 0 w 19145"/>
                <a:gd name="connsiteY16" fmla="*/ 89440 h 138874"/>
                <a:gd name="connsiteX17" fmla="*/ 0 w 19145"/>
                <a:gd name="connsiteY17" fmla="*/ 89440 h 138874"/>
                <a:gd name="connsiteX18" fmla="*/ 95 w 19145"/>
                <a:gd name="connsiteY18" fmla="*/ 49435 h 138874"/>
                <a:gd name="connsiteX19" fmla="*/ 9620 w 19145"/>
                <a:gd name="connsiteY19" fmla="*/ 40005 h 138874"/>
                <a:gd name="connsiteX20" fmla="*/ 9620 w 19145"/>
                <a:gd name="connsiteY20" fmla="*/ 40005 h 138874"/>
                <a:gd name="connsiteX21" fmla="*/ 19145 w 19145"/>
                <a:gd name="connsiteY21" fmla="*/ 49435 h 138874"/>
                <a:gd name="connsiteX22" fmla="*/ 19145 w 19145"/>
                <a:gd name="connsiteY22" fmla="*/ 49435 h 138874"/>
                <a:gd name="connsiteX23" fmla="*/ 9620 w 19145"/>
                <a:gd name="connsiteY23" fmla="*/ 59055 h 138874"/>
                <a:gd name="connsiteX24" fmla="*/ 9620 w 19145"/>
                <a:gd name="connsiteY24" fmla="*/ 59055 h 138874"/>
                <a:gd name="connsiteX25" fmla="*/ 95 w 19145"/>
                <a:gd name="connsiteY25" fmla="*/ 49435 h 138874"/>
                <a:gd name="connsiteX26" fmla="*/ 95 w 19145"/>
                <a:gd name="connsiteY26" fmla="*/ 9525 h 138874"/>
                <a:gd name="connsiteX27" fmla="*/ 9620 w 19145"/>
                <a:gd name="connsiteY27" fmla="*/ 0 h 138874"/>
                <a:gd name="connsiteX28" fmla="*/ 9620 w 19145"/>
                <a:gd name="connsiteY28" fmla="*/ 0 h 138874"/>
                <a:gd name="connsiteX29" fmla="*/ 19050 w 19145"/>
                <a:gd name="connsiteY29" fmla="*/ 9525 h 138874"/>
                <a:gd name="connsiteX30" fmla="*/ 19145 w 19145"/>
                <a:gd name="connsiteY30" fmla="*/ 9525 h 138874"/>
                <a:gd name="connsiteX31" fmla="*/ 9620 w 19145"/>
                <a:gd name="connsiteY31" fmla="*/ 19050 h 138874"/>
                <a:gd name="connsiteX32" fmla="*/ 9620 w 19145"/>
                <a:gd name="connsiteY32" fmla="*/ 19050 h 138874"/>
                <a:gd name="connsiteX33" fmla="*/ 95 w 19145"/>
                <a:gd name="connsiteY33" fmla="*/ 9525 h 13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45" h="138874">
                  <a:moveTo>
                    <a:pt x="0" y="129350"/>
                  </a:moveTo>
                  <a:cubicBezTo>
                    <a:pt x="0" y="124111"/>
                    <a:pt x="4286" y="119825"/>
                    <a:pt x="9525" y="119825"/>
                  </a:cubicBezTo>
                  <a:lnTo>
                    <a:pt x="9525" y="119825"/>
                  </a:lnTo>
                  <a:cubicBezTo>
                    <a:pt x="14859" y="119825"/>
                    <a:pt x="19050" y="124111"/>
                    <a:pt x="19050" y="129350"/>
                  </a:cubicBezTo>
                  <a:lnTo>
                    <a:pt x="19050" y="129350"/>
                  </a:lnTo>
                  <a:cubicBezTo>
                    <a:pt x="19050" y="134588"/>
                    <a:pt x="14859" y="138875"/>
                    <a:pt x="9525" y="138875"/>
                  </a:cubicBezTo>
                  <a:lnTo>
                    <a:pt x="9525" y="138875"/>
                  </a:lnTo>
                  <a:cubicBezTo>
                    <a:pt x="4286" y="138875"/>
                    <a:pt x="0" y="134588"/>
                    <a:pt x="0" y="129350"/>
                  </a:cubicBezTo>
                  <a:close/>
                  <a:moveTo>
                    <a:pt x="0" y="89440"/>
                  </a:moveTo>
                  <a:cubicBezTo>
                    <a:pt x="95" y="84106"/>
                    <a:pt x="4286" y="79915"/>
                    <a:pt x="9620" y="79915"/>
                  </a:cubicBezTo>
                  <a:lnTo>
                    <a:pt x="9620" y="79915"/>
                  </a:lnTo>
                  <a:cubicBezTo>
                    <a:pt x="14859" y="79915"/>
                    <a:pt x="19050" y="84201"/>
                    <a:pt x="19050" y="89440"/>
                  </a:cubicBezTo>
                  <a:lnTo>
                    <a:pt x="19050" y="89440"/>
                  </a:lnTo>
                  <a:cubicBezTo>
                    <a:pt x="19050" y="94678"/>
                    <a:pt x="14859" y="98965"/>
                    <a:pt x="9525" y="98965"/>
                  </a:cubicBezTo>
                  <a:lnTo>
                    <a:pt x="9525" y="98965"/>
                  </a:lnTo>
                  <a:cubicBezTo>
                    <a:pt x="4286" y="98965"/>
                    <a:pt x="95" y="94678"/>
                    <a:pt x="0" y="89440"/>
                  </a:cubicBezTo>
                  <a:close/>
                  <a:moveTo>
                    <a:pt x="0" y="89440"/>
                  </a:moveTo>
                  <a:lnTo>
                    <a:pt x="0" y="89440"/>
                  </a:lnTo>
                  <a:close/>
                  <a:moveTo>
                    <a:pt x="95" y="49435"/>
                  </a:moveTo>
                  <a:cubicBezTo>
                    <a:pt x="95" y="44196"/>
                    <a:pt x="4286" y="40005"/>
                    <a:pt x="9620" y="40005"/>
                  </a:cubicBezTo>
                  <a:lnTo>
                    <a:pt x="9620" y="40005"/>
                  </a:lnTo>
                  <a:cubicBezTo>
                    <a:pt x="14859" y="40005"/>
                    <a:pt x="19145" y="44196"/>
                    <a:pt x="19145" y="49435"/>
                  </a:cubicBezTo>
                  <a:lnTo>
                    <a:pt x="19145" y="49435"/>
                  </a:lnTo>
                  <a:cubicBezTo>
                    <a:pt x="19145" y="54769"/>
                    <a:pt x="14859" y="59055"/>
                    <a:pt x="9620" y="59055"/>
                  </a:cubicBezTo>
                  <a:lnTo>
                    <a:pt x="9620" y="59055"/>
                  </a:lnTo>
                  <a:cubicBezTo>
                    <a:pt x="4286" y="59055"/>
                    <a:pt x="95" y="54769"/>
                    <a:pt x="95" y="49435"/>
                  </a:cubicBezTo>
                  <a:close/>
                  <a:moveTo>
                    <a:pt x="95" y="9525"/>
                  </a:moveTo>
                  <a:cubicBezTo>
                    <a:pt x="95" y="4286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145" y="9525"/>
                  </a:lnTo>
                  <a:cubicBezTo>
                    <a:pt x="19145" y="14764"/>
                    <a:pt x="14859" y="19050"/>
                    <a:pt x="9620" y="19050"/>
                  </a:cubicBezTo>
                  <a:lnTo>
                    <a:pt x="9620" y="19050"/>
                  </a:lnTo>
                  <a:cubicBezTo>
                    <a:pt x="4286" y="19050"/>
                    <a:pt x="95" y="14764"/>
                    <a:pt x="95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723A4A-73E5-3BD1-2C20-DF0C6875E2B6}"/>
                </a:ext>
              </a:extLst>
            </p:cNvPr>
            <p:cNvSpPr/>
            <p:nvPr/>
          </p:nvSpPr>
          <p:spPr>
            <a:xfrm>
              <a:off x="6088284" y="2959321"/>
              <a:ext cx="19050" cy="144494"/>
            </a:xfrm>
            <a:custGeom>
              <a:avLst/>
              <a:gdLst>
                <a:gd name="connsiteX0" fmla="*/ 0 w 19050"/>
                <a:gd name="connsiteY0" fmla="*/ 134969 h 144494"/>
                <a:gd name="connsiteX1" fmla="*/ 9525 w 19050"/>
                <a:gd name="connsiteY1" fmla="*/ 125444 h 144494"/>
                <a:gd name="connsiteX2" fmla="*/ 9525 w 19050"/>
                <a:gd name="connsiteY2" fmla="*/ 125444 h 144494"/>
                <a:gd name="connsiteX3" fmla="*/ 19050 w 19050"/>
                <a:gd name="connsiteY3" fmla="*/ 134969 h 144494"/>
                <a:gd name="connsiteX4" fmla="*/ 19050 w 19050"/>
                <a:gd name="connsiteY4" fmla="*/ 134969 h 144494"/>
                <a:gd name="connsiteX5" fmla="*/ 9525 w 19050"/>
                <a:gd name="connsiteY5" fmla="*/ 144494 h 144494"/>
                <a:gd name="connsiteX6" fmla="*/ 9525 w 19050"/>
                <a:gd name="connsiteY6" fmla="*/ 144494 h 144494"/>
                <a:gd name="connsiteX7" fmla="*/ 0 w 19050"/>
                <a:gd name="connsiteY7" fmla="*/ 134969 h 144494"/>
                <a:gd name="connsiteX8" fmla="*/ 0 w 19050"/>
                <a:gd name="connsiteY8" fmla="*/ 93155 h 144494"/>
                <a:gd name="connsiteX9" fmla="*/ 9525 w 19050"/>
                <a:gd name="connsiteY9" fmla="*/ 83630 h 144494"/>
                <a:gd name="connsiteX10" fmla="*/ 9525 w 19050"/>
                <a:gd name="connsiteY10" fmla="*/ 83630 h 144494"/>
                <a:gd name="connsiteX11" fmla="*/ 19050 w 19050"/>
                <a:gd name="connsiteY11" fmla="*/ 93155 h 144494"/>
                <a:gd name="connsiteX12" fmla="*/ 19050 w 19050"/>
                <a:gd name="connsiteY12" fmla="*/ 93155 h 144494"/>
                <a:gd name="connsiteX13" fmla="*/ 9525 w 19050"/>
                <a:gd name="connsiteY13" fmla="*/ 102680 h 144494"/>
                <a:gd name="connsiteX14" fmla="*/ 9525 w 19050"/>
                <a:gd name="connsiteY14" fmla="*/ 102680 h 144494"/>
                <a:gd name="connsiteX15" fmla="*/ 0 w 19050"/>
                <a:gd name="connsiteY15" fmla="*/ 93155 h 144494"/>
                <a:gd name="connsiteX16" fmla="*/ 0 w 19050"/>
                <a:gd name="connsiteY16" fmla="*/ 51340 h 144494"/>
                <a:gd name="connsiteX17" fmla="*/ 9525 w 19050"/>
                <a:gd name="connsiteY17" fmla="*/ 41815 h 144494"/>
                <a:gd name="connsiteX18" fmla="*/ 9525 w 19050"/>
                <a:gd name="connsiteY18" fmla="*/ 41815 h 144494"/>
                <a:gd name="connsiteX19" fmla="*/ 19050 w 19050"/>
                <a:gd name="connsiteY19" fmla="*/ 51340 h 144494"/>
                <a:gd name="connsiteX20" fmla="*/ 19050 w 19050"/>
                <a:gd name="connsiteY20" fmla="*/ 51340 h 144494"/>
                <a:gd name="connsiteX21" fmla="*/ 9525 w 19050"/>
                <a:gd name="connsiteY21" fmla="*/ 60865 h 144494"/>
                <a:gd name="connsiteX22" fmla="*/ 9525 w 19050"/>
                <a:gd name="connsiteY22" fmla="*/ 60865 h 144494"/>
                <a:gd name="connsiteX23" fmla="*/ 0 w 19050"/>
                <a:gd name="connsiteY23" fmla="*/ 51340 h 144494"/>
                <a:gd name="connsiteX24" fmla="*/ 0 w 19050"/>
                <a:gd name="connsiteY24" fmla="*/ 9525 h 144494"/>
                <a:gd name="connsiteX25" fmla="*/ 9525 w 19050"/>
                <a:gd name="connsiteY25" fmla="*/ 0 h 144494"/>
                <a:gd name="connsiteX26" fmla="*/ 9525 w 19050"/>
                <a:gd name="connsiteY26" fmla="*/ 0 h 144494"/>
                <a:gd name="connsiteX27" fmla="*/ 19050 w 19050"/>
                <a:gd name="connsiteY27" fmla="*/ 9525 h 144494"/>
                <a:gd name="connsiteX28" fmla="*/ 19050 w 19050"/>
                <a:gd name="connsiteY28" fmla="*/ 9525 h 144494"/>
                <a:gd name="connsiteX29" fmla="*/ 9525 w 19050"/>
                <a:gd name="connsiteY29" fmla="*/ 19050 h 144494"/>
                <a:gd name="connsiteX30" fmla="*/ 9525 w 19050"/>
                <a:gd name="connsiteY30" fmla="*/ 19050 h 144494"/>
                <a:gd name="connsiteX31" fmla="*/ 0 w 19050"/>
                <a:gd name="connsiteY31" fmla="*/ 9525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050" h="144494">
                  <a:moveTo>
                    <a:pt x="0" y="134969"/>
                  </a:moveTo>
                  <a:cubicBezTo>
                    <a:pt x="0" y="129730"/>
                    <a:pt x="4286" y="125444"/>
                    <a:pt x="9525" y="125444"/>
                  </a:cubicBezTo>
                  <a:lnTo>
                    <a:pt x="9525" y="125444"/>
                  </a:lnTo>
                  <a:cubicBezTo>
                    <a:pt x="14764" y="125444"/>
                    <a:pt x="19050" y="129730"/>
                    <a:pt x="19050" y="134969"/>
                  </a:cubicBezTo>
                  <a:lnTo>
                    <a:pt x="19050" y="134969"/>
                  </a:lnTo>
                  <a:cubicBezTo>
                    <a:pt x="19050" y="140208"/>
                    <a:pt x="14764" y="144494"/>
                    <a:pt x="9525" y="144494"/>
                  </a:cubicBezTo>
                  <a:lnTo>
                    <a:pt x="9525" y="144494"/>
                  </a:lnTo>
                  <a:cubicBezTo>
                    <a:pt x="4286" y="144494"/>
                    <a:pt x="0" y="140208"/>
                    <a:pt x="0" y="134969"/>
                  </a:cubicBezTo>
                  <a:close/>
                  <a:moveTo>
                    <a:pt x="0" y="93155"/>
                  </a:moveTo>
                  <a:cubicBezTo>
                    <a:pt x="0" y="87916"/>
                    <a:pt x="4286" y="83630"/>
                    <a:pt x="9525" y="83630"/>
                  </a:cubicBezTo>
                  <a:lnTo>
                    <a:pt x="9525" y="83630"/>
                  </a:lnTo>
                  <a:cubicBezTo>
                    <a:pt x="14764" y="83630"/>
                    <a:pt x="19050" y="87916"/>
                    <a:pt x="19050" y="93155"/>
                  </a:cubicBezTo>
                  <a:lnTo>
                    <a:pt x="19050" y="93155"/>
                  </a:lnTo>
                  <a:cubicBezTo>
                    <a:pt x="19050" y="98393"/>
                    <a:pt x="14764" y="102680"/>
                    <a:pt x="9525" y="102680"/>
                  </a:cubicBezTo>
                  <a:lnTo>
                    <a:pt x="9525" y="102680"/>
                  </a:lnTo>
                  <a:cubicBezTo>
                    <a:pt x="4286" y="102680"/>
                    <a:pt x="0" y="98393"/>
                    <a:pt x="0" y="93155"/>
                  </a:cubicBezTo>
                  <a:close/>
                  <a:moveTo>
                    <a:pt x="0" y="51340"/>
                  </a:moveTo>
                  <a:cubicBezTo>
                    <a:pt x="0" y="46101"/>
                    <a:pt x="4286" y="41815"/>
                    <a:pt x="9525" y="41815"/>
                  </a:cubicBezTo>
                  <a:lnTo>
                    <a:pt x="9525" y="41815"/>
                  </a:lnTo>
                  <a:cubicBezTo>
                    <a:pt x="14764" y="41815"/>
                    <a:pt x="19050" y="46101"/>
                    <a:pt x="19050" y="51340"/>
                  </a:cubicBezTo>
                  <a:lnTo>
                    <a:pt x="19050" y="51340"/>
                  </a:lnTo>
                  <a:cubicBezTo>
                    <a:pt x="19050" y="56579"/>
                    <a:pt x="14764" y="60865"/>
                    <a:pt x="9525" y="60865"/>
                  </a:cubicBezTo>
                  <a:lnTo>
                    <a:pt x="9525" y="60865"/>
                  </a:lnTo>
                  <a:cubicBezTo>
                    <a:pt x="4286" y="60865"/>
                    <a:pt x="0" y="56579"/>
                    <a:pt x="0" y="51340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0104282-5122-993B-30A5-76FB3AC77A90}"/>
                </a:ext>
              </a:extLst>
            </p:cNvPr>
            <p:cNvSpPr/>
            <p:nvPr/>
          </p:nvSpPr>
          <p:spPr>
            <a:xfrm>
              <a:off x="5819485" y="3158725"/>
              <a:ext cx="268616" cy="436390"/>
            </a:xfrm>
            <a:custGeom>
              <a:avLst/>
              <a:gdLst>
                <a:gd name="connsiteX0" fmla="*/ 4671 w 268616"/>
                <a:gd name="connsiteY0" fmla="*/ 435057 h 436390"/>
                <a:gd name="connsiteX1" fmla="*/ 1337 w 268616"/>
                <a:gd name="connsiteY1" fmla="*/ 422007 h 436390"/>
                <a:gd name="connsiteX2" fmla="*/ 1337 w 268616"/>
                <a:gd name="connsiteY2" fmla="*/ 422007 h 436390"/>
                <a:gd name="connsiteX3" fmla="*/ 14387 w 268616"/>
                <a:gd name="connsiteY3" fmla="*/ 418674 h 436390"/>
                <a:gd name="connsiteX4" fmla="*/ 14387 w 268616"/>
                <a:gd name="connsiteY4" fmla="*/ 418674 h 436390"/>
                <a:gd name="connsiteX5" fmla="*/ 17720 w 268616"/>
                <a:gd name="connsiteY5" fmla="*/ 431723 h 436390"/>
                <a:gd name="connsiteX6" fmla="*/ 17720 w 268616"/>
                <a:gd name="connsiteY6" fmla="*/ 431723 h 436390"/>
                <a:gd name="connsiteX7" fmla="*/ 9529 w 268616"/>
                <a:gd name="connsiteY7" fmla="*/ 436390 h 436390"/>
                <a:gd name="connsiteX8" fmla="*/ 9529 w 268616"/>
                <a:gd name="connsiteY8" fmla="*/ 436390 h 436390"/>
                <a:gd name="connsiteX9" fmla="*/ 4671 w 268616"/>
                <a:gd name="connsiteY9" fmla="*/ 435057 h 436390"/>
                <a:gd name="connsiteX10" fmla="*/ 23912 w 268616"/>
                <a:gd name="connsiteY10" fmla="*/ 402957 h 436390"/>
                <a:gd name="connsiteX11" fmla="*/ 20578 w 268616"/>
                <a:gd name="connsiteY11" fmla="*/ 389813 h 436390"/>
                <a:gd name="connsiteX12" fmla="*/ 20578 w 268616"/>
                <a:gd name="connsiteY12" fmla="*/ 389813 h 436390"/>
                <a:gd name="connsiteX13" fmla="*/ 33627 w 268616"/>
                <a:gd name="connsiteY13" fmla="*/ 386574 h 436390"/>
                <a:gd name="connsiteX14" fmla="*/ 33627 w 268616"/>
                <a:gd name="connsiteY14" fmla="*/ 386574 h 436390"/>
                <a:gd name="connsiteX15" fmla="*/ 36961 w 268616"/>
                <a:gd name="connsiteY15" fmla="*/ 399624 h 436390"/>
                <a:gd name="connsiteX16" fmla="*/ 36961 w 268616"/>
                <a:gd name="connsiteY16" fmla="*/ 399624 h 436390"/>
                <a:gd name="connsiteX17" fmla="*/ 28769 w 268616"/>
                <a:gd name="connsiteY17" fmla="*/ 404291 h 436390"/>
                <a:gd name="connsiteX18" fmla="*/ 28769 w 268616"/>
                <a:gd name="connsiteY18" fmla="*/ 404291 h 436390"/>
                <a:gd name="connsiteX19" fmla="*/ 23912 w 268616"/>
                <a:gd name="connsiteY19" fmla="*/ 402957 h 436390"/>
                <a:gd name="connsiteX20" fmla="*/ 43057 w 268616"/>
                <a:gd name="connsiteY20" fmla="*/ 370858 h 436390"/>
                <a:gd name="connsiteX21" fmla="*/ 39723 w 268616"/>
                <a:gd name="connsiteY21" fmla="*/ 357714 h 436390"/>
                <a:gd name="connsiteX22" fmla="*/ 39723 w 268616"/>
                <a:gd name="connsiteY22" fmla="*/ 357714 h 436390"/>
                <a:gd name="connsiteX23" fmla="*/ 52868 w 268616"/>
                <a:gd name="connsiteY23" fmla="*/ 354475 h 436390"/>
                <a:gd name="connsiteX24" fmla="*/ 52868 w 268616"/>
                <a:gd name="connsiteY24" fmla="*/ 354475 h 436390"/>
                <a:gd name="connsiteX25" fmla="*/ 56106 w 268616"/>
                <a:gd name="connsiteY25" fmla="*/ 367524 h 436390"/>
                <a:gd name="connsiteX26" fmla="*/ 56106 w 268616"/>
                <a:gd name="connsiteY26" fmla="*/ 367524 h 436390"/>
                <a:gd name="connsiteX27" fmla="*/ 47915 w 268616"/>
                <a:gd name="connsiteY27" fmla="*/ 372192 h 436390"/>
                <a:gd name="connsiteX28" fmla="*/ 47915 w 268616"/>
                <a:gd name="connsiteY28" fmla="*/ 372192 h 436390"/>
                <a:gd name="connsiteX29" fmla="*/ 43057 w 268616"/>
                <a:gd name="connsiteY29" fmla="*/ 370858 h 436390"/>
                <a:gd name="connsiteX30" fmla="*/ 62297 w 268616"/>
                <a:gd name="connsiteY30" fmla="*/ 338759 h 436390"/>
                <a:gd name="connsiteX31" fmla="*/ 58964 w 268616"/>
                <a:gd name="connsiteY31" fmla="*/ 325614 h 436390"/>
                <a:gd name="connsiteX32" fmla="*/ 58964 w 268616"/>
                <a:gd name="connsiteY32" fmla="*/ 325614 h 436390"/>
                <a:gd name="connsiteX33" fmla="*/ 72013 w 268616"/>
                <a:gd name="connsiteY33" fmla="*/ 322376 h 436390"/>
                <a:gd name="connsiteX34" fmla="*/ 72013 w 268616"/>
                <a:gd name="connsiteY34" fmla="*/ 322376 h 436390"/>
                <a:gd name="connsiteX35" fmla="*/ 75347 w 268616"/>
                <a:gd name="connsiteY35" fmla="*/ 335425 h 436390"/>
                <a:gd name="connsiteX36" fmla="*/ 75347 w 268616"/>
                <a:gd name="connsiteY36" fmla="*/ 335425 h 436390"/>
                <a:gd name="connsiteX37" fmla="*/ 67155 w 268616"/>
                <a:gd name="connsiteY37" fmla="*/ 340092 h 436390"/>
                <a:gd name="connsiteX38" fmla="*/ 67155 w 268616"/>
                <a:gd name="connsiteY38" fmla="*/ 340092 h 436390"/>
                <a:gd name="connsiteX39" fmla="*/ 62297 w 268616"/>
                <a:gd name="connsiteY39" fmla="*/ 338759 h 436390"/>
                <a:gd name="connsiteX40" fmla="*/ 81443 w 268616"/>
                <a:gd name="connsiteY40" fmla="*/ 306564 h 436390"/>
                <a:gd name="connsiteX41" fmla="*/ 78109 w 268616"/>
                <a:gd name="connsiteY41" fmla="*/ 293515 h 436390"/>
                <a:gd name="connsiteX42" fmla="*/ 78109 w 268616"/>
                <a:gd name="connsiteY42" fmla="*/ 293515 h 436390"/>
                <a:gd name="connsiteX43" fmla="*/ 91253 w 268616"/>
                <a:gd name="connsiteY43" fmla="*/ 290277 h 436390"/>
                <a:gd name="connsiteX44" fmla="*/ 91253 w 268616"/>
                <a:gd name="connsiteY44" fmla="*/ 290277 h 436390"/>
                <a:gd name="connsiteX45" fmla="*/ 94492 w 268616"/>
                <a:gd name="connsiteY45" fmla="*/ 303326 h 436390"/>
                <a:gd name="connsiteX46" fmla="*/ 94492 w 268616"/>
                <a:gd name="connsiteY46" fmla="*/ 303326 h 436390"/>
                <a:gd name="connsiteX47" fmla="*/ 86300 w 268616"/>
                <a:gd name="connsiteY47" fmla="*/ 307993 h 436390"/>
                <a:gd name="connsiteX48" fmla="*/ 86300 w 268616"/>
                <a:gd name="connsiteY48" fmla="*/ 307993 h 436390"/>
                <a:gd name="connsiteX49" fmla="*/ 81443 w 268616"/>
                <a:gd name="connsiteY49" fmla="*/ 306564 h 436390"/>
                <a:gd name="connsiteX50" fmla="*/ 100683 w 268616"/>
                <a:gd name="connsiteY50" fmla="*/ 274465 h 436390"/>
                <a:gd name="connsiteX51" fmla="*/ 97349 w 268616"/>
                <a:gd name="connsiteY51" fmla="*/ 261416 h 436390"/>
                <a:gd name="connsiteX52" fmla="*/ 97349 w 268616"/>
                <a:gd name="connsiteY52" fmla="*/ 261416 h 436390"/>
                <a:gd name="connsiteX53" fmla="*/ 110399 w 268616"/>
                <a:gd name="connsiteY53" fmla="*/ 258177 h 436390"/>
                <a:gd name="connsiteX54" fmla="*/ 110399 w 268616"/>
                <a:gd name="connsiteY54" fmla="*/ 258177 h 436390"/>
                <a:gd name="connsiteX55" fmla="*/ 113732 w 268616"/>
                <a:gd name="connsiteY55" fmla="*/ 271227 h 436390"/>
                <a:gd name="connsiteX56" fmla="*/ 113732 w 268616"/>
                <a:gd name="connsiteY56" fmla="*/ 271227 h 436390"/>
                <a:gd name="connsiteX57" fmla="*/ 105541 w 268616"/>
                <a:gd name="connsiteY57" fmla="*/ 275894 h 436390"/>
                <a:gd name="connsiteX58" fmla="*/ 105541 w 268616"/>
                <a:gd name="connsiteY58" fmla="*/ 275894 h 436390"/>
                <a:gd name="connsiteX59" fmla="*/ 100683 w 268616"/>
                <a:gd name="connsiteY59" fmla="*/ 274465 h 436390"/>
                <a:gd name="connsiteX60" fmla="*/ 119828 w 268616"/>
                <a:gd name="connsiteY60" fmla="*/ 242461 h 436390"/>
                <a:gd name="connsiteX61" fmla="*/ 116590 w 268616"/>
                <a:gd name="connsiteY61" fmla="*/ 229317 h 436390"/>
                <a:gd name="connsiteX62" fmla="*/ 116590 w 268616"/>
                <a:gd name="connsiteY62" fmla="*/ 229317 h 436390"/>
                <a:gd name="connsiteX63" fmla="*/ 129639 w 268616"/>
                <a:gd name="connsiteY63" fmla="*/ 226078 h 436390"/>
                <a:gd name="connsiteX64" fmla="*/ 129639 w 268616"/>
                <a:gd name="connsiteY64" fmla="*/ 226078 h 436390"/>
                <a:gd name="connsiteX65" fmla="*/ 132878 w 268616"/>
                <a:gd name="connsiteY65" fmla="*/ 239127 h 436390"/>
                <a:gd name="connsiteX66" fmla="*/ 132878 w 268616"/>
                <a:gd name="connsiteY66" fmla="*/ 239127 h 436390"/>
                <a:gd name="connsiteX67" fmla="*/ 124686 w 268616"/>
                <a:gd name="connsiteY67" fmla="*/ 243795 h 436390"/>
                <a:gd name="connsiteX68" fmla="*/ 124686 w 268616"/>
                <a:gd name="connsiteY68" fmla="*/ 243795 h 436390"/>
                <a:gd name="connsiteX69" fmla="*/ 119828 w 268616"/>
                <a:gd name="connsiteY69" fmla="*/ 242461 h 436390"/>
                <a:gd name="connsiteX70" fmla="*/ 139069 w 268616"/>
                <a:gd name="connsiteY70" fmla="*/ 210267 h 436390"/>
                <a:gd name="connsiteX71" fmla="*/ 135735 w 268616"/>
                <a:gd name="connsiteY71" fmla="*/ 197217 h 436390"/>
                <a:gd name="connsiteX72" fmla="*/ 135735 w 268616"/>
                <a:gd name="connsiteY72" fmla="*/ 197217 h 436390"/>
                <a:gd name="connsiteX73" fmla="*/ 148784 w 268616"/>
                <a:gd name="connsiteY73" fmla="*/ 193979 h 436390"/>
                <a:gd name="connsiteX74" fmla="*/ 148784 w 268616"/>
                <a:gd name="connsiteY74" fmla="*/ 193979 h 436390"/>
                <a:gd name="connsiteX75" fmla="*/ 152118 w 268616"/>
                <a:gd name="connsiteY75" fmla="*/ 207028 h 436390"/>
                <a:gd name="connsiteX76" fmla="*/ 152118 w 268616"/>
                <a:gd name="connsiteY76" fmla="*/ 207028 h 436390"/>
                <a:gd name="connsiteX77" fmla="*/ 143927 w 268616"/>
                <a:gd name="connsiteY77" fmla="*/ 211600 h 436390"/>
                <a:gd name="connsiteX78" fmla="*/ 143927 w 268616"/>
                <a:gd name="connsiteY78" fmla="*/ 211600 h 436390"/>
                <a:gd name="connsiteX79" fmla="*/ 139069 w 268616"/>
                <a:gd name="connsiteY79" fmla="*/ 210267 h 436390"/>
                <a:gd name="connsiteX80" fmla="*/ 158214 w 268616"/>
                <a:gd name="connsiteY80" fmla="*/ 178167 h 436390"/>
                <a:gd name="connsiteX81" fmla="*/ 154976 w 268616"/>
                <a:gd name="connsiteY81" fmla="*/ 165118 h 436390"/>
                <a:gd name="connsiteX82" fmla="*/ 154976 w 268616"/>
                <a:gd name="connsiteY82" fmla="*/ 165118 h 436390"/>
                <a:gd name="connsiteX83" fmla="*/ 168025 w 268616"/>
                <a:gd name="connsiteY83" fmla="*/ 161880 h 436390"/>
                <a:gd name="connsiteX84" fmla="*/ 168025 w 268616"/>
                <a:gd name="connsiteY84" fmla="*/ 161880 h 436390"/>
                <a:gd name="connsiteX85" fmla="*/ 171263 w 268616"/>
                <a:gd name="connsiteY85" fmla="*/ 174929 h 436390"/>
                <a:gd name="connsiteX86" fmla="*/ 171263 w 268616"/>
                <a:gd name="connsiteY86" fmla="*/ 174929 h 436390"/>
                <a:gd name="connsiteX87" fmla="*/ 163072 w 268616"/>
                <a:gd name="connsiteY87" fmla="*/ 179596 h 436390"/>
                <a:gd name="connsiteX88" fmla="*/ 163072 w 268616"/>
                <a:gd name="connsiteY88" fmla="*/ 179596 h 436390"/>
                <a:gd name="connsiteX89" fmla="*/ 158214 w 268616"/>
                <a:gd name="connsiteY89" fmla="*/ 178167 h 436390"/>
                <a:gd name="connsiteX90" fmla="*/ 177455 w 268616"/>
                <a:gd name="connsiteY90" fmla="*/ 146068 h 436390"/>
                <a:gd name="connsiteX91" fmla="*/ 174121 w 268616"/>
                <a:gd name="connsiteY91" fmla="*/ 133019 h 436390"/>
                <a:gd name="connsiteX92" fmla="*/ 174121 w 268616"/>
                <a:gd name="connsiteY92" fmla="*/ 133019 h 436390"/>
                <a:gd name="connsiteX93" fmla="*/ 187265 w 268616"/>
                <a:gd name="connsiteY93" fmla="*/ 129780 h 436390"/>
                <a:gd name="connsiteX94" fmla="*/ 187265 w 268616"/>
                <a:gd name="connsiteY94" fmla="*/ 129780 h 436390"/>
                <a:gd name="connsiteX95" fmla="*/ 190504 w 268616"/>
                <a:gd name="connsiteY95" fmla="*/ 142830 h 436390"/>
                <a:gd name="connsiteX96" fmla="*/ 190504 w 268616"/>
                <a:gd name="connsiteY96" fmla="*/ 142830 h 436390"/>
                <a:gd name="connsiteX97" fmla="*/ 182312 w 268616"/>
                <a:gd name="connsiteY97" fmla="*/ 147402 h 436390"/>
                <a:gd name="connsiteX98" fmla="*/ 182312 w 268616"/>
                <a:gd name="connsiteY98" fmla="*/ 147402 h 436390"/>
                <a:gd name="connsiteX99" fmla="*/ 177455 w 268616"/>
                <a:gd name="connsiteY99" fmla="*/ 146068 h 436390"/>
                <a:gd name="connsiteX100" fmla="*/ 196600 w 268616"/>
                <a:gd name="connsiteY100" fmla="*/ 113969 h 436390"/>
                <a:gd name="connsiteX101" fmla="*/ 193361 w 268616"/>
                <a:gd name="connsiteY101" fmla="*/ 100920 h 436390"/>
                <a:gd name="connsiteX102" fmla="*/ 193361 w 268616"/>
                <a:gd name="connsiteY102" fmla="*/ 100920 h 436390"/>
                <a:gd name="connsiteX103" fmla="*/ 206411 w 268616"/>
                <a:gd name="connsiteY103" fmla="*/ 97681 h 436390"/>
                <a:gd name="connsiteX104" fmla="*/ 206411 w 268616"/>
                <a:gd name="connsiteY104" fmla="*/ 97681 h 436390"/>
                <a:gd name="connsiteX105" fmla="*/ 209649 w 268616"/>
                <a:gd name="connsiteY105" fmla="*/ 110730 h 436390"/>
                <a:gd name="connsiteX106" fmla="*/ 209649 w 268616"/>
                <a:gd name="connsiteY106" fmla="*/ 110730 h 436390"/>
                <a:gd name="connsiteX107" fmla="*/ 201553 w 268616"/>
                <a:gd name="connsiteY107" fmla="*/ 115302 h 436390"/>
                <a:gd name="connsiteX108" fmla="*/ 201553 w 268616"/>
                <a:gd name="connsiteY108" fmla="*/ 115302 h 436390"/>
                <a:gd name="connsiteX109" fmla="*/ 196600 w 268616"/>
                <a:gd name="connsiteY109" fmla="*/ 113969 h 436390"/>
                <a:gd name="connsiteX110" fmla="*/ 215840 w 268616"/>
                <a:gd name="connsiteY110" fmla="*/ 81870 h 436390"/>
                <a:gd name="connsiteX111" fmla="*/ 212602 w 268616"/>
                <a:gd name="connsiteY111" fmla="*/ 68820 h 436390"/>
                <a:gd name="connsiteX112" fmla="*/ 212602 w 268616"/>
                <a:gd name="connsiteY112" fmla="*/ 68820 h 436390"/>
                <a:gd name="connsiteX113" fmla="*/ 225651 w 268616"/>
                <a:gd name="connsiteY113" fmla="*/ 65487 h 436390"/>
                <a:gd name="connsiteX114" fmla="*/ 225651 w 268616"/>
                <a:gd name="connsiteY114" fmla="*/ 65487 h 436390"/>
                <a:gd name="connsiteX115" fmla="*/ 228890 w 268616"/>
                <a:gd name="connsiteY115" fmla="*/ 78631 h 436390"/>
                <a:gd name="connsiteX116" fmla="*/ 228890 w 268616"/>
                <a:gd name="connsiteY116" fmla="*/ 78631 h 436390"/>
                <a:gd name="connsiteX117" fmla="*/ 220698 w 268616"/>
                <a:gd name="connsiteY117" fmla="*/ 83203 h 436390"/>
                <a:gd name="connsiteX118" fmla="*/ 220698 w 268616"/>
                <a:gd name="connsiteY118" fmla="*/ 83203 h 436390"/>
                <a:gd name="connsiteX119" fmla="*/ 215840 w 268616"/>
                <a:gd name="connsiteY119" fmla="*/ 81870 h 436390"/>
                <a:gd name="connsiteX120" fmla="*/ 234986 w 268616"/>
                <a:gd name="connsiteY120" fmla="*/ 49770 h 436390"/>
                <a:gd name="connsiteX121" fmla="*/ 231747 w 268616"/>
                <a:gd name="connsiteY121" fmla="*/ 36721 h 436390"/>
                <a:gd name="connsiteX122" fmla="*/ 231747 w 268616"/>
                <a:gd name="connsiteY122" fmla="*/ 36721 h 436390"/>
                <a:gd name="connsiteX123" fmla="*/ 244796 w 268616"/>
                <a:gd name="connsiteY123" fmla="*/ 33483 h 436390"/>
                <a:gd name="connsiteX124" fmla="*/ 244796 w 268616"/>
                <a:gd name="connsiteY124" fmla="*/ 33483 h 436390"/>
                <a:gd name="connsiteX125" fmla="*/ 248035 w 268616"/>
                <a:gd name="connsiteY125" fmla="*/ 46532 h 436390"/>
                <a:gd name="connsiteX126" fmla="*/ 248035 w 268616"/>
                <a:gd name="connsiteY126" fmla="*/ 46532 h 436390"/>
                <a:gd name="connsiteX127" fmla="*/ 239939 w 268616"/>
                <a:gd name="connsiteY127" fmla="*/ 51104 h 436390"/>
                <a:gd name="connsiteX128" fmla="*/ 239939 w 268616"/>
                <a:gd name="connsiteY128" fmla="*/ 51104 h 436390"/>
                <a:gd name="connsiteX129" fmla="*/ 234986 w 268616"/>
                <a:gd name="connsiteY129" fmla="*/ 49770 h 436390"/>
                <a:gd name="connsiteX130" fmla="*/ 254226 w 268616"/>
                <a:gd name="connsiteY130" fmla="*/ 17671 h 436390"/>
                <a:gd name="connsiteX131" fmla="*/ 250988 w 268616"/>
                <a:gd name="connsiteY131" fmla="*/ 4622 h 436390"/>
                <a:gd name="connsiteX132" fmla="*/ 250988 w 268616"/>
                <a:gd name="connsiteY132" fmla="*/ 4622 h 436390"/>
                <a:gd name="connsiteX133" fmla="*/ 264037 w 268616"/>
                <a:gd name="connsiteY133" fmla="*/ 1383 h 436390"/>
                <a:gd name="connsiteX134" fmla="*/ 264037 w 268616"/>
                <a:gd name="connsiteY134" fmla="*/ 1383 h 436390"/>
                <a:gd name="connsiteX135" fmla="*/ 267275 w 268616"/>
                <a:gd name="connsiteY135" fmla="*/ 14433 h 436390"/>
                <a:gd name="connsiteX136" fmla="*/ 267275 w 268616"/>
                <a:gd name="connsiteY136" fmla="*/ 14433 h 436390"/>
                <a:gd name="connsiteX137" fmla="*/ 259084 w 268616"/>
                <a:gd name="connsiteY137" fmla="*/ 19005 h 436390"/>
                <a:gd name="connsiteX138" fmla="*/ 259084 w 268616"/>
                <a:gd name="connsiteY138" fmla="*/ 19005 h 436390"/>
                <a:gd name="connsiteX139" fmla="*/ 254226 w 268616"/>
                <a:gd name="connsiteY139" fmla="*/ 17671 h 43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68616" h="436390">
                  <a:moveTo>
                    <a:pt x="4671" y="435057"/>
                  </a:moveTo>
                  <a:cubicBezTo>
                    <a:pt x="99" y="432294"/>
                    <a:pt x="-1330" y="426484"/>
                    <a:pt x="1337" y="422007"/>
                  </a:cubicBezTo>
                  <a:lnTo>
                    <a:pt x="1337" y="422007"/>
                  </a:lnTo>
                  <a:cubicBezTo>
                    <a:pt x="4100" y="417435"/>
                    <a:pt x="9910" y="415911"/>
                    <a:pt x="14387" y="418674"/>
                  </a:cubicBezTo>
                  <a:lnTo>
                    <a:pt x="14387" y="418674"/>
                  </a:lnTo>
                  <a:cubicBezTo>
                    <a:pt x="18959" y="421341"/>
                    <a:pt x="20483" y="427246"/>
                    <a:pt x="17720" y="431723"/>
                  </a:cubicBezTo>
                  <a:lnTo>
                    <a:pt x="17720" y="431723"/>
                  </a:lnTo>
                  <a:cubicBezTo>
                    <a:pt x="15911" y="434771"/>
                    <a:pt x="12767" y="436390"/>
                    <a:pt x="9529" y="436390"/>
                  </a:cubicBezTo>
                  <a:lnTo>
                    <a:pt x="9529" y="436390"/>
                  </a:lnTo>
                  <a:cubicBezTo>
                    <a:pt x="7910" y="436390"/>
                    <a:pt x="6195" y="435914"/>
                    <a:pt x="4671" y="435057"/>
                  </a:cubicBezTo>
                  <a:close/>
                  <a:moveTo>
                    <a:pt x="23912" y="402957"/>
                  </a:moveTo>
                  <a:cubicBezTo>
                    <a:pt x="19340" y="400195"/>
                    <a:pt x="17816" y="394385"/>
                    <a:pt x="20578" y="389813"/>
                  </a:cubicBezTo>
                  <a:lnTo>
                    <a:pt x="20578" y="389813"/>
                  </a:lnTo>
                  <a:cubicBezTo>
                    <a:pt x="23245" y="385336"/>
                    <a:pt x="29150" y="383907"/>
                    <a:pt x="33627" y="386574"/>
                  </a:cubicBezTo>
                  <a:lnTo>
                    <a:pt x="33627" y="386574"/>
                  </a:lnTo>
                  <a:cubicBezTo>
                    <a:pt x="38199" y="389241"/>
                    <a:pt x="39628" y="395147"/>
                    <a:pt x="36961" y="399624"/>
                  </a:cubicBezTo>
                  <a:lnTo>
                    <a:pt x="36961" y="399624"/>
                  </a:lnTo>
                  <a:cubicBezTo>
                    <a:pt x="35151" y="402576"/>
                    <a:pt x="32008" y="404291"/>
                    <a:pt x="28769" y="404291"/>
                  </a:cubicBezTo>
                  <a:lnTo>
                    <a:pt x="28769" y="404291"/>
                  </a:lnTo>
                  <a:cubicBezTo>
                    <a:pt x="27055" y="404291"/>
                    <a:pt x="25436" y="403815"/>
                    <a:pt x="23912" y="402957"/>
                  </a:cubicBezTo>
                  <a:close/>
                  <a:moveTo>
                    <a:pt x="43057" y="370858"/>
                  </a:moveTo>
                  <a:cubicBezTo>
                    <a:pt x="38580" y="368096"/>
                    <a:pt x="37056" y="362286"/>
                    <a:pt x="39723" y="357714"/>
                  </a:cubicBezTo>
                  <a:lnTo>
                    <a:pt x="39723" y="357714"/>
                  </a:lnTo>
                  <a:cubicBezTo>
                    <a:pt x="42485" y="353237"/>
                    <a:pt x="48296" y="351808"/>
                    <a:pt x="52868" y="354475"/>
                  </a:cubicBezTo>
                  <a:lnTo>
                    <a:pt x="52868" y="354475"/>
                  </a:lnTo>
                  <a:cubicBezTo>
                    <a:pt x="57344" y="357142"/>
                    <a:pt x="58868" y="363048"/>
                    <a:pt x="56106" y="367524"/>
                  </a:cubicBezTo>
                  <a:lnTo>
                    <a:pt x="56106" y="367524"/>
                  </a:lnTo>
                  <a:cubicBezTo>
                    <a:pt x="54296" y="370477"/>
                    <a:pt x="51153" y="372192"/>
                    <a:pt x="47915" y="372192"/>
                  </a:cubicBezTo>
                  <a:lnTo>
                    <a:pt x="47915" y="372192"/>
                  </a:lnTo>
                  <a:cubicBezTo>
                    <a:pt x="46295" y="372192"/>
                    <a:pt x="44581" y="371715"/>
                    <a:pt x="43057" y="370858"/>
                  </a:cubicBezTo>
                  <a:close/>
                  <a:moveTo>
                    <a:pt x="62297" y="338759"/>
                  </a:moveTo>
                  <a:cubicBezTo>
                    <a:pt x="57725" y="335997"/>
                    <a:pt x="56297" y="330186"/>
                    <a:pt x="58964" y="325614"/>
                  </a:cubicBezTo>
                  <a:lnTo>
                    <a:pt x="58964" y="325614"/>
                  </a:lnTo>
                  <a:cubicBezTo>
                    <a:pt x="61631" y="321138"/>
                    <a:pt x="67536" y="319614"/>
                    <a:pt x="72013" y="322376"/>
                  </a:cubicBezTo>
                  <a:lnTo>
                    <a:pt x="72013" y="322376"/>
                  </a:lnTo>
                  <a:cubicBezTo>
                    <a:pt x="76585" y="325043"/>
                    <a:pt x="78014" y="330948"/>
                    <a:pt x="75347" y="335425"/>
                  </a:cubicBezTo>
                  <a:lnTo>
                    <a:pt x="75347" y="335425"/>
                  </a:lnTo>
                  <a:cubicBezTo>
                    <a:pt x="73537" y="338378"/>
                    <a:pt x="70394" y="340092"/>
                    <a:pt x="67155" y="340092"/>
                  </a:cubicBezTo>
                  <a:lnTo>
                    <a:pt x="67155" y="340092"/>
                  </a:lnTo>
                  <a:cubicBezTo>
                    <a:pt x="65441" y="340092"/>
                    <a:pt x="63821" y="339616"/>
                    <a:pt x="62297" y="338759"/>
                  </a:cubicBezTo>
                  <a:close/>
                  <a:moveTo>
                    <a:pt x="81443" y="306564"/>
                  </a:moveTo>
                  <a:cubicBezTo>
                    <a:pt x="76966" y="303897"/>
                    <a:pt x="75442" y="298087"/>
                    <a:pt x="78109" y="293515"/>
                  </a:cubicBezTo>
                  <a:lnTo>
                    <a:pt x="78109" y="293515"/>
                  </a:lnTo>
                  <a:cubicBezTo>
                    <a:pt x="80871" y="289038"/>
                    <a:pt x="86681" y="287610"/>
                    <a:pt x="91253" y="290277"/>
                  </a:cubicBezTo>
                  <a:lnTo>
                    <a:pt x="91253" y="290277"/>
                  </a:lnTo>
                  <a:cubicBezTo>
                    <a:pt x="95730" y="292944"/>
                    <a:pt x="97254" y="298754"/>
                    <a:pt x="94492" y="303326"/>
                  </a:cubicBezTo>
                  <a:lnTo>
                    <a:pt x="94492" y="303326"/>
                  </a:lnTo>
                  <a:cubicBezTo>
                    <a:pt x="92682" y="306279"/>
                    <a:pt x="89539" y="307993"/>
                    <a:pt x="86300" y="307993"/>
                  </a:cubicBezTo>
                  <a:lnTo>
                    <a:pt x="86300" y="307993"/>
                  </a:lnTo>
                  <a:cubicBezTo>
                    <a:pt x="84681" y="307993"/>
                    <a:pt x="82967" y="307517"/>
                    <a:pt x="81443" y="306564"/>
                  </a:cubicBezTo>
                  <a:close/>
                  <a:moveTo>
                    <a:pt x="100683" y="274465"/>
                  </a:moveTo>
                  <a:cubicBezTo>
                    <a:pt x="96111" y="271798"/>
                    <a:pt x="94682" y="265988"/>
                    <a:pt x="97349" y="261416"/>
                  </a:cubicBezTo>
                  <a:lnTo>
                    <a:pt x="97349" y="261416"/>
                  </a:lnTo>
                  <a:cubicBezTo>
                    <a:pt x="100016" y="256939"/>
                    <a:pt x="105922" y="255415"/>
                    <a:pt x="110399" y="258177"/>
                  </a:cubicBezTo>
                  <a:lnTo>
                    <a:pt x="110399" y="258177"/>
                  </a:lnTo>
                  <a:cubicBezTo>
                    <a:pt x="114971" y="260844"/>
                    <a:pt x="116399" y="266750"/>
                    <a:pt x="113732" y="271227"/>
                  </a:cubicBezTo>
                  <a:lnTo>
                    <a:pt x="113732" y="271227"/>
                  </a:lnTo>
                  <a:cubicBezTo>
                    <a:pt x="111923" y="274179"/>
                    <a:pt x="108779" y="275894"/>
                    <a:pt x="105541" y="275894"/>
                  </a:cubicBezTo>
                  <a:lnTo>
                    <a:pt x="105541" y="275894"/>
                  </a:lnTo>
                  <a:cubicBezTo>
                    <a:pt x="103922" y="275894"/>
                    <a:pt x="102207" y="275418"/>
                    <a:pt x="100683" y="274465"/>
                  </a:cubicBezTo>
                  <a:close/>
                  <a:moveTo>
                    <a:pt x="119828" y="242461"/>
                  </a:moveTo>
                  <a:cubicBezTo>
                    <a:pt x="115352" y="239699"/>
                    <a:pt x="113828" y="233889"/>
                    <a:pt x="116590" y="229317"/>
                  </a:cubicBezTo>
                  <a:lnTo>
                    <a:pt x="116590" y="229317"/>
                  </a:lnTo>
                  <a:cubicBezTo>
                    <a:pt x="119257" y="224840"/>
                    <a:pt x="125067" y="223316"/>
                    <a:pt x="129639" y="226078"/>
                  </a:cubicBezTo>
                  <a:lnTo>
                    <a:pt x="129639" y="226078"/>
                  </a:lnTo>
                  <a:cubicBezTo>
                    <a:pt x="134116" y="228745"/>
                    <a:pt x="135640" y="234651"/>
                    <a:pt x="132878" y="239127"/>
                  </a:cubicBezTo>
                  <a:lnTo>
                    <a:pt x="132878" y="239127"/>
                  </a:lnTo>
                  <a:cubicBezTo>
                    <a:pt x="131068" y="242080"/>
                    <a:pt x="127925" y="243795"/>
                    <a:pt x="124686" y="243795"/>
                  </a:cubicBezTo>
                  <a:lnTo>
                    <a:pt x="124686" y="243795"/>
                  </a:lnTo>
                  <a:cubicBezTo>
                    <a:pt x="123067" y="243795"/>
                    <a:pt x="121352" y="243318"/>
                    <a:pt x="119828" y="242461"/>
                  </a:cubicBezTo>
                  <a:close/>
                  <a:moveTo>
                    <a:pt x="139069" y="210267"/>
                  </a:moveTo>
                  <a:cubicBezTo>
                    <a:pt x="134497" y="207600"/>
                    <a:pt x="133068" y="201789"/>
                    <a:pt x="135735" y="197217"/>
                  </a:cubicBezTo>
                  <a:lnTo>
                    <a:pt x="135735" y="197217"/>
                  </a:lnTo>
                  <a:cubicBezTo>
                    <a:pt x="138402" y="192741"/>
                    <a:pt x="144308" y="191217"/>
                    <a:pt x="148784" y="193979"/>
                  </a:cubicBezTo>
                  <a:lnTo>
                    <a:pt x="148784" y="193979"/>
                  </a:lnTo>
                  <a:cubicBezTo>
                    <a:pt x="153356" y="196646"/>
                    <a:pt x="154785" y="202456"/>
                    <a:pt x="152118" y="207028"/>
                  </a:cubicBezTo>
                  <a:lnTo>
                    <a:pt x="152118" y="207028"/>
                  </a:lnTo>
                  <a:cubicBezTo>
                    <a:pt x="150308" y="209981"/>
                    <a:pt x="147165" y="211600"/>
                    <a:pt x="143927" y="211600"/>
                  </a:cubicBezTo>
                  <a:lnTo>
                    <a:pt x="143927" y="211600"/>
                  </a:lnTo>
                  <a:cubicBezTo>
                    <a:pt x="142307" y="211600"/>
                    <a:pt x="140593" y="211219"/>
                    <a:pt x="139069" y="210267"/>
                  </a:cubicBezTo>
                  <a:close/>
                  <a:moveTo>
                    <a:pt x="158214" y="178167"/>
                  </a:moveTo>
                  <a:cubicBezTo>
                    <a:pt x="153737" y="175500"/>
                    <a:pt x="152309" y="169595"/>
                    <a:pt x="154976" y="165118"/>
                  </a:cubicBezTo>
                  <a:lnTo>
                    <a:pt x="154976" y="165118"/>
                  </a:lnTo>
                  <a:cubicBezTo>
                    <a:pt x="157643" y="160641"/>
                    <a:pt x="163453" y="159117"/>
                    <a:pt x="168025" y="161880"/>
                  </a:cubicBezTo>
                  <a:lnTo>
                    <a:pt x="168025" y="161880"/>
                  </a:lnTo>
                  <a:cubicBezTo>
                    <a:pt x="172502" y="164547"/>
                    <a:pt x="174026" y="170452"/>
                    <a:pt x="171263" y="174929"/>
                  </a:cubicBezTo>
                  <a:lnTo>
                    <a:pt x="171263" y="174929"/>
                  </a:lnTo>
                  <a:cubicBezTo>
                    <a:pt x="169549" y="177882"/>
                    <a:pt x="166310" y="179596"/>
                    <a:pt x="163072" y="179596"/>
                  </a:cubicBezTo>
                  <a:lnTo>
                    <a:pt x="163072" y="179596"/>
                  </a:lnTo>
                  <a:cubicBezTo>
                    <a:pt x="161453" y="179596"/>
                    <a:pt x="159738" y="179120"/>
                    <a:pt x="158214" y="178167"/>
                  </a:cubicBezTo>
                  <a:close/>
                  <a:moveTo>
                    <a:pt x="177455" y="146068"/>
                  </a:moveTo>
                  <a:cubicBezTo>
                    <a:pt x="172978" y="143401"/>
                    <a:pt x="171454" y="137496"/>
                    <a:pt x="174121" y="133019"/>
                  </a:cubicBezTo>
                  <a:lnTo>
                    <a:pt x="174121" y="133019"/>
                  </a:lnTo>
                  <a:cubicBezTo>
                    <a:pt x="176883" y="128542"/>
                    <a:pt x="182693" y="127018"/>
                    <a:pt x="187265" y="129780"/>
                  </a:cubicBezTo>
                  <a:lnTo>
                    <a:pt x="187265" y="129780"/>
                  </a:lnTo>
                  <a:cubicBezTo>
                    <a:pt x="191742" y="132447"/>
                    <a:pt x="193171" y="138258"/>
                    <a:pt x="190504" y="142830"/>
                  </a:cubicBezTo>
                  <a:lnTo>
                    <a:pt x="190504" y="142830"/>
                  </a:lnTo>
                  <a:cubicBezTo>
                    <a:pt x="188694" y="145782"/>
                    <a:pt x="185551" y="147402"/>
                    <a:pt x="182312" y="147402"/>
                  </a:cubicBezTo>
                  <a:lnTo>
                    <a:pt x="182312" y="147402"/>
                  </a:lnTo>
                  <a:cubicBezTo>
                    <a:pt x="180693" y="147402"/>
                    <a:pt x="178979" y="147021"/>
                    <a:pt x="177455" y="146068"/>
                  </a:cubicBezTo>
                  <a:close/>
                  <a:moveTo>
                    <a:pt x="196600" y="113969"/>
                  </a:moveTo>
                  <a:cubicBezTo>
                    <a:pt x="192123" y="111302"/>
                    <a:pt x="190694" y="105492"/>
                    <a:pt x="193361" y="100920"/>
                  </a:cubicBezTo>
                  <a:lnTo>
                    <a:pt x="193361" y="100920"/>
                  </a:lnTo>
                  <a:cubicBezTo>
                    <a:pt x="196028" y="96443"/>
                    <a:pt x="201839" y="94919"/>
                    <a:pt x="206411" y="97681"/>
                  </a:cubicBezTo>
                  <a:lnTo>
                    <a:pt x="206411" y="97681"/>
                  </a:lnTo>
                  <a:cubicBezTo>
                    <a:pt x="210887" y="100348"/>
                    <a:pt x="212411" y="106158"/>
                    <a:pt x="209649" y="110730"/>
                  </a:cubicBezTo>
                  <a:lnTo>
                    <a:pt x="209649" y="110730"/>
                  </a:lnTo>
                  <a:cubicBezTo>
                    <a:pt x="207935" y="113683"/>
                    <a:pt x="204696" y="115302"/>
                    <a:pt x="201553" y="115302"/>
                  </a:cubicBezTo>
                  <a:lnTo>
                    <a:pt x="201553" y="115302"/>
                  </a:lnTo>
                  <a:cubicBezTo>
                    <a:pt x="199838" y="115302"/>
                    <a:pt x="198124" y="114921"/>
                    <a:pt x="196600" y="113969"/>
                  </a:cubicBezTo>
                  <a:close/>
                  <a:moveTo>
                    <a:pt x="215840" y="81870"/>
                  </a:moveTo>
                  <a:cubicBezTo>
                    <a:pt x="211364" y="79203"/>
                    <a:pt x="209840" y="73297"/>
                    <a:pt x="212602" y="68820"/>
                  </a:cubicBezTo>
                  <a:lnTo>
                    <a:pt x="212602" y="68820"/>
                  </a:lnTo>
                  <a:cubicBezTo>
                    <a:pt x="215269" y="64344"/>
                    <a:pt x="221079" y="62820"/>
                    <a:pt x="225651" y="65487"/>
                  </a:cubicBezTo>
                  <a:lnTo>
                    <a:pt x="225651" y="65487"/>
                  </a:lnTo>
                  <a:cubicBezTo>
                    <a:pt x="230128" y="68249"/>
                    <a:pt x="231557" y="74059"/>
                    <a:pt x="228890" y="78631"/>
                  </a:cubicBezTo>
                  <a:lnTo>
                    <a:pt x="228890" y="78631"/>
                  </a:lnTo>
                  <a:cubicBezTo>
                    <a:pt x="227080" y="81584"/>
                    <a:pt x="223937" y="83203"/>
                    <a:pt x="220698" y="83203"/>
                  </a:cubicBezTo>
                  <a:lnTo>
                    <a:pt x="220698" y="83203"/>
                  </a:lnTo>
                  <a:cubicBezTo>
                    <a:pt x="219079" y="83203"/>
                    <a:pt x="217364" y="82822"/>
                    <a:pt x="215840" y="81870"/>
                  </a:cubicBezTo>
                  <a:close/>
                  <a:moveTo>
                    <a:pt x="234986" y="49770"/>
                  </a:moveTo>
                  <a:cubicBezTo>
                    <a:pt x="230509" y="47103"/>
                    <a:pt x="229080" y="41198"/>
                    <a:pt x="231747" y="36721"/>
                  </a:cubicBezTo>
                  <a:lnTo>
                    <a:pt x="231747" y="36721"/>
                  </a:lnTo>
                  <a:cubicBezTo>
                    <a:pt x="234414" y="32244"/>
                    <a:pt x="240320" y="30720"/>
                    <a:pt x="244796" y="33483"/>
                  </a:cubicBezTo>
                  <a:lnTo>
                    <a:pt x="244796" y="33483"/>
                  </a:lnTo>
                  <a:cubicBezTo>
                    <a:pt x="249273" y="36150"/>
                    <a:pt x="250797" y="41960"/>
                    <a:pt x="248035" y="46532"/>
                  </a:cubicBezTo>
                  <a:lnTo>
                    <a:pt x="248035" y="46532"/>
                  </a:lnTo>
                  <a:cubicBezTo>
                    <a:pt x="246320" y="49485"/>
                    <a:pt x="243177" y="51104"/>
                    <a:pt x="239939" y="51104"/>
                  </a:cubicBezTo>
                  <a:lnTo>
                    <a:pt x="239939" y="51104"/>
                  </a:lnTo>
                  <a:cubicBezTo>
                    <a:pt x="238224" y="51104"/>
                    <a:pt x="236510" y="50723"/>
                    <a:pt x="234986" y="49770"/>
                  </a:cubicBezTo>
                  <a:close/>
                  <a:moveTo>
                    <a:pt x="254226" y="17671"/>
                  </a:moveTo>
                  <a:cubicBezTo>
                    <a:pt x="249749" y="15004"/>
                    <a:pt x="248225" y="9194"/>
                    <a:pt x="250988" y="4622"/>
                  </a:cubicBezTo>
                  <a:lnTo>
                    <a:pt x="250988" y="4622"/>
                  </a:lnTo>
                  <a:cubicBezTo>
                    <a:pt x="253655" y="145"/>
                    <a:pt x="259465" y="-1379"/>
                    <a:pt x="264037" y="1383"/>
                  </a:cubicBezTo>
                  <a:lnTo>
                    <a:pt x="264037" y="1383"/>
                  </a:lnTo>
                  <a:cubicBezTo>
                    <a:pt x="268514" y="4050"/>
                    <a:pt x="269942" y="9861"/>
                    <a:pt x="267275" y="14433"/>
                  </a:cubicBezTo>
                  <a:lnTo>
                    <a:pt x="267275" y="14433"/>
                  </a:lnTo>
                  <a:cubicBezTo>
                    <a:pt x="265466" y="17385"/>
                    <a:pt x="262322" y="19005"/>
                    <a:pt x="259084" y="19005"/>
                  </a:cubicBezTo>
                  <a:lnTo>
                    <a:pt x="259084" y="19005"/>
                  </a:lnTo>
                  <a:cubicBezTo>
                    <a:pt x="257465" y="19005"/>
                    <a:pt x="255750" y="18624"/>
                    <a:pt x="254226" y="176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5AD6208-F93F-F27A-7FE6-395006654D6E}"/>
                </a:ext>
              </a:extLst>
            </p:cNvPr>
            <p:cNvSpPr/>
            <p:nvPr/>
          </p:nvSpPr>
          <p:spPr>
            <a:xfrm>
              <a:off x="5825597" y="3636237"/>
              <a:ext cx="246830" cy="271583"/>
            </a:xfrm>
            <a:custGeom>
              <a:avLst/>
              <a:gdLst>
                <a:gd name="connsiteX0" fmla="*/ 230207 w 246830"/>
                <a:gd name="connsiteY0" fmla="*/ 268440 h 271583"/>
                <a:gd name="connsiteX1" fmla="*/ 230969 w 246830"/>
                <a:gd name="connsiteY1" fmla="*/ 255010 h 271583"/>
                <a:gd name="connsiteX2" fmla="*/ 230969 w 246830"/>
                <a:gd name="connsiteY2" fmla="*/ 255010 h 271583"/>
                <a:gd name="connsiteX3" fmla="*/ 244399 w 246830"/>
                <a:gd name="connsiteY3" fmla="*/ 255677 h 271583"/>
                <a:gd name="connsiteX4" fmla="*/ 244399 w 246830"/>
                <a:gd name="connsiteY4" fmla="*/ 255677 h 271583"/>
                <a:gd name="connsiteX5" fmla="*/ 243732 w 246830"/>
                <a:gd name="connsiteY5" fmla="*/ 269107 h 271583"/>
                <a:gd name="connsiteX6" fmla="*/ 243732 w 246830"/>
                <a:gd name="connsiteY6" fmla="*/ 269107 h 271583"/>
                <a:gd name="connsiteX7" fmla="*/ 237351 w 246830"/>
                <a:gd name="connsiteY7" fmla="*/ 271583 h 271583"/>
                <a:gd name="connsiteX8" fmla="*/ 237351 w 246830"/>
                <a:gd name="connsiteY8" fmla="*/ 271583 h 271583"/>
                <a:gd name="connsiteX9" fmla="*/ 230207 w 246830"/>
                <a:gd name="connsiteY9" fmla="*/ 268440 h 271583"/>
                <a:gd name="connsiteX10" fmla="*/ 204966 w 246830"/>
                <a:gd name="connsiteY10" fmla="*/ 240341 h 271583"/>
                <a:gd name="connsiteX11" fmla="*/ 205632 w 246830"/>
                <a:gd name="connsiteY11" fmla="*/ 226911 h 271583"/>
                <a:gd name="connsiteX12" fmla="*/ 205632 w 246830"/>
                <a:gd name="connsiteY12" fmla="*/ 226911 h 271583"/>
                <a:gd name="connsiteX13" fmla="*/ 219063 w 246830"/>
                <a:gd name="connsiteY13" fmla="*/ 227578 h 271583"/>
                <a:gd name="connsiteX14" fmla="*/ 219063 w 246830"/>
                <a:gd name="connsiteY14" fmla="*/ 227578 h 271583"/>
                <a:gd name="connsiteX15" fmla="*/ 218396 w 246830"/>
                <a:gd name="connsiteY15" fmla="*/ 241103 h 271583"/>
                <a:gd name="connsiteX16" fmla="*/ 218396 w 246830"/>
                <a:gd name="connsiteY16" fmla="*/ 241103 h 271583"/>
                <a:gd name="connsiteX17" fmla="*/ 212014 w 246830"/>
                <a:gd name="connsiteY17" fmla="*/ 243485 h 271583"/>
                <a:gd name="connsiteX18" fmla="*/ 212014 w 246830"/>
                <a:gd name="connsiteY18" fmla="*/ 243485 h 271583"/>
                <a:gd name="connsiteX19" fmla="*/ 204966 w 246830"/>
                <a:gd name="connsiteY19" fmla="*/ 240341 h 271583"/>
                <a:gd name="connsiteX20" fmla="*/ 179629 w 246830"/>
                <a:gd name="connsiteY20" fmla="*/ 212338 h 271583"/>
                <a:gd name="connsiteX21" fmla="*/ 180296 w 246830"/>
                <a:gd name="connsiteY21" fmla="*/ 198812 h 271583"/>
                <a:gd name="connsiteX22" fmla="*/ 180296 w 246830"/>
                <a:gd name="connsiteY22" fmla="*/ 198812 h 271583"/>
                <a:gd name="connsiteX23" fmla="*/ 193821 w 246830"/>
                <a:gd name="connsiteY23" fmla="*/ 199574 h 271583"/>
                <a:gd name="connsiteX24" fmla="*/ 193821 w 246830"/>
                <a:gd name="connsiteY24" fmla="*/ 199574 h 271583"/>
                <a:gd name="connsiteX25" fmla="*/ 193059 w 246830"/>
                <a:gd name="connsiteY25" fmla="*/ 213005 h 271583"/>
                <a:gd name="connsiteX26" fmla="*/ 193059 w 246830"/>
                <a:gd name="connsiteY26" fmla="*/ 213005 h 271583"/>
                <a:gd name="connsiteX27" fmla="*/ 186678 w 246830"/>
                <a:gd name="connsiteY27" fmla="*/ 215481 h 271583"/>
                <a:gd name="connsiteX28" fmla="*/ 186678 w 246830"/>
                <a:gd name="connsiteY28" fmla="*/ 215481 h 271583"/>
                <a:gd name="connsiteX29" fmla="*/ 179629 w 246830"/>
                <a:gd name="connsiteY29" fmla="*/ 212338 h 271583"/>
                <a:gd name="connsiteX30" fmla="*/ 154293 w 246830"/>
                <a:gd name="connsiteY30" fmla="*/ 184239 h 271583"/>
                <a:gd name="connsiteX31" fmla="*/ 155055 w 246830"/>
                <a:gd name="connsiteY31" fmla="*/ 170809 h 271583"/>
                <a:gd name="connsiteX32" fmla="*/ 155055 w 246830"/>
                <a:gd name="connsiteY32" fmla="*/ 170809 h 271583"/>
                <a:gd name="connsiteX33" fmla="*/ 168485 w 246830"/>
                <a:gd name="connsiteY33" fmla="*/ 171476 h 271583"/>
                <a:gd name="connsiteX34" fmla="*/ 168485 w 246830"/>
                <a:gd name="connsiteY34" fmla="*/ 171476 h 271583"/>
                <a:gd name="connsiteX35" fmla="*/ 167723 w 246830"/>
                <a:gd name="connsiteY35" fmla="*/ 185001 h 271583"/>
                <a:gd name="connsiteX36" fmla="*/ 167723 w 246830"/>
                <a:gd name="connsiteY36" fmla="*/ 185001 h 271583"/>
                <a:gd name="connsiteX37" fmla="*/ 161436 w 246830"/>
                <a:gd name="connsiteY37" fmla="*/ 187382 h 271583"/>
                <a:gd name="connsiteX38" fmla="*/ 161436 w 246830"/>
                <a:gd name="connsiteY38" fmla="*/ 187382 h 271583"/>
                <a:gd name="connsiteX39" fmla="*/ 154293 w 246830"/>
                <a:gd name="connsiteY39" fmla="*/ 184239 h 271583"/>
                <a:gd name="connsiteX40" fmla="*/ 129051 w 246830"/>
                <a:gd name="connsiteY40" fmla="*/ 156236 h 271583"/>
                <a:gd name="connsiteX41" fmla="*/ 129718 w 246830"/>
                <a:gd name="connsiteY41" fmla="*/ 142710 h 271583"/>
                <a:gd name="connsiteX42" fmla="*/ 129718 w 246830"/>
                <a:gd name="connsiteY42" fmla="*/ 142710 h 271583"/>
                <a:gd name="connsiteX43" fmla="*/ 143148 w 246830"/>
                <a:gd name="connsiteY43" fmla="*/ 143472 h 271583"/>
                <a:gd name="connsiteX44" fmla="*/ 143148 w 246830"/>
                <a:gd name="connsiteY44" fmla="*/ 143472 h 271583"/>
                <a:gd name="connsiteX45" fmla="*/ 142482 w 246830"/>
                <a:gd name="connsiteY45" fmla="*/ 156902 h 271583"/>
                <a:gd name="connsiteX46" fmla="*/ 142482 w 246830"/>
                <a:gd name="connsiteY46" fmla="*/ 156902 h 271583"/>
                <a:gd name="connsiteX47" fmla="*/ 136100 w 246830"/>
                <a:gd name="connsiteY47" fmla="*/ 159284 h 271583"/>
                <a:gd name="connsiteX48" fmla="*/ 136100 w 246830"/>
                <a:gd name="connsiteY48" fmla="*/ 159284 h 271583"/>
                <a:gd name="connsiteX49" fmla="*/ 129051 w 246830"/>
                <a:gd name="connsiteY49" fmla="*/ 156236 h 271583"/>
                <a:gd name="connsiteX50" fmla="*/ 103715 w 246830"/>
                <a:gd name="connsiteY50" fmla="*/ 128137 h 271583"/>
                <a:gd name="connsiteX51" fmla="*/ 104382 w 246830"/>
                <a:gd name="connsiteY51" fmla="*/ 114707 h 271583"/>
                <a:gd name="connsiteX52" fmla="*/ 104382 w 246830"/>
                <a:gd name="connsiteY52" fmla="*/ 114707 h 271583"/>
                <a:gd name="connsiteX53" fmla="*/ 117812 w 246830"/>
                <a:gd name="connsiteY53" fmla="*/ 115373 h 271583"/>
                <a:gd name="connsiteX54" fmla="*/ 117812 w 246830"/>
                <a:gd name="connsiteY54" fmla="*/ 115373 h 271583"/>
                <a:gd name="connsiteX55" fmla="*/ 117145 w 246830"/>
                <a:gd name="connsiteY55" fmla="*/ 128804 h 271583"/>
                <a:gd name="connsiteX56" fmla="*/ 117145 w 246830"/>
                <a:gd name="connsiteY56" fmla="*/ 128804 h 271583"/>
                <a:gd name="connsiteX57" fmla="*/ 110763 w 246830"/>
                <a:gd name="connsiteY57" fmla="*/ 131280 h 271583"/>
                <a:gd name="connsiteX58" fmla="*/ 110763 w 246830"/>
                <a:gd name="connsiteY58" fmla="*/ 131280 h 271583"/>
                <a:gd name="connsiteX59" fmla="*/ 103715 w 246830"/>
                <a:gd name="connsiteY59" fmla="*/ 128137 h 271583"/>
                <a:gd name="connsiteX60" fmla="*/ 78378 w 246830"/>
                <a:gd name="connsiteY60" fmla="*/ 100038 h 271583"/>
                <a:gd name="connsiteX61" fmla="*/ 79140 w 246830"/>
                <a:gd name="connsiteY61" fmla="*/ 86608 h 271583"/>
                <a:gd name="connsiteX62" fmla="*/ 79140 w 246830"/>
                <a:gd name="connsiteY62" fmla="*/ 86608 h 271583"/>
                <a:gd name="connsiteX63" fmla="*/ 92571 w 246830"/>
                <a:gd name="connsiteY63" fmla="*/ 87370 h 271583"/>
                <a:gd name="connsiteX64" fmla="*/ 92571 w 246830"/>
                <a:gd name="connsiteY64" fmla="*/ 87370 h 271583"/>
                <a:gd name="connsiteX65" fmla="*/ 91809 w 246830"/>
                <a:gd name="connsiteY65" fmla="*/ 100800 h 271583"/>
                <a:gd name="connsiteX66" fmla="*/ 91809 w 246830"/>
                <a:gd name="connsiteY66" fmla="*/ 100800 h 271583"/>
                <a:gd name="connsiteX67" fmla="*/ 85427 w 246830"/>
                <a:gd name="connsiteY67" fmla="*/ 103181 h 271583"/>
                <a:gd name="connsiteX68" fmla="*/ 85427 w 246830"/>
                <a:gd name="connsiteY68" fmla="*/ 103181 h 271583"/>
                <a:gd name="connsiteX69" fmla="*/ 78378 w 246830"/>
                <a:gd name="connsiteY69" fmla="*/ 100038 h 271583"/>
                <a:gd name="connsiteX70" fmla="*/ 53042 w 246830"/>
                <a:gd name="connsiteY70" fmla="*/ 72035 h 271583"/>
                <a:gd name="connsiteX71" fmla="*/ 53804 w 246830"/>
                <a:gd name="connsiteY71" fmla="*/ 58604 h 271583"/>
                <a:gd name="connsiteX72" fmla="*/ 53804 w 246830"/>
                <a:gd name="connsiteY72" fmla="*/ 58604 h 271583"/>
                <a:gd name="connsiteX73" fmla="*/ 67234 w 246830"/>
                <a:gd name="connsiteY73" fmla="*/ 59271 h 271583"/>
                <a:gd name="connsiteX74" fmla="*/ 67234 w 246830"/>
                <a:gd name="connsiteY74" fmla="*/ 59271 h 271583"/>
                <a:gd name="connsiteX75" fmla="*/ 66472 w 246830"/>
                <a:gd name="connsiteY75" fmla="*/ 72701 h 271583"/>
                <a:gd name="connsiteX76" fmla="*/ 66472 w 246830"/>
                <a:gd name="connsiteY76" fmla="*/ 72701 h 271583"/>
                <a:gd name="connsiteX77" fmla="*/ 60186 w 246830"/>
                <a:gd name="connsiteY77" fmla="*/ 75178 h 271583"/>
                <a:gd name="connsiteX78" fmla="*/ 60186 w 246830"/>
                <a:gd name="connsiteY78" fmla="*/ 75178 h 271583"/>
                <a:gd name="connsiteX79" fmla="*/ 53042 w 246830"/>
                <a:gd name="connsiteY79" fmla="*/ 72035 h 271583"/>
                <a:gd name="connsiteX80" fmla="*/ 27801 w 246830"/>
                <a:gd name="connsiteY80" fmla="*/ 43936 h 271583"/>
                <a:gd name="connsiteX81" fmla="*/ 28467 w 246830"/>
                <a:gd name="connsiteY81" fmla="*/ 30506 h 271583"/>
                <a:gd name="connsiteX82" fmla="*/ 28467 w 246830"/>
                <a:gd name="connsiteY82" fmla="*/ 30506 h 271583"/>
                <a:gd name="connsiteX83" fmla="*/ 41898 w 246830"/>
                <a:gd name="connsiteY83" fmla="*/ 31172 h 271583"/>
                <a:gd name="connsiteX84" fmla="*/ 41898 w 246830"/>
                <a:gd name="connsiteY84" fmla="*/ 31172 h 271583"/>
                <a:gd name="connsiteX85" fmla="*/ 41231 w 246830"/>
                <a:gd name="connsiteY85" fmla="*/ 44603 h 271583"/>
                <a:gd name="connsiteX86" fmla="*/ 41231 w 246830"/>
                <a:gd name="connsiteY86" fmla="*/ 44603 h 271583"/>
                <a:gd name="connsiteX87" fmla="*/ 34849 w 246830"/>
                <a:gd name="connsiteY87" fmla="*/ 47079 h 271583"/>
                <a:gd name="connsiteX88" fmla="*/ 34849 w 246830"/>
                <a:gd name="connsiteY88" fmla="*/ 47079 h 271583"/>
                <a:gd name="connsiteX89" fmla="*/ 27801 w 246830"/>
                <a:gd name="connsiteY89" fmla="*/ 43936 h 271583"/>
                <a:gd name="connsiteX90" fmla="*/ 2464 w 246830"/>
                <a:gd name="connsiteY90" fmla="*/ 15932 h 271583"/>
                <a:gd name="connsiteX91" fmla="*/ 3131 w 246830"/>
                <a:gd name="connsiteY91" fmla="*/ 2502 h 271583"/>
                <a:gd name="connsiteX92" fmla="*/ 3131 w 246830"/>
                <a:gd name="connsiteY92" fmla="*/ 2502 h 271583"/>
                <a:gd name="connsiteX93" fmla="*/ 16561 w 246830"/>
                <a:gd name="connsiteY93" fmla="*/ 3169 h 271583"/>
                <a:gd name="connsiteX94" fmla="*/ 16561 w 246830"/>
                <a:gd name="connsiteY94" fmla="*/ 3169 h 271583"/>
                <a:gd name="connsiteX95" fmla="*/ 15894 w 246830"/>
                <a:gd name="connsiteY95" fmla="*/ 16599 h 271583"/>
                <a:gd name="connsiteX96" fmla="*/ 15894 w 246830"/>
                <a:gd name="connsiteY96" fmla="*/ 16599 h 271583"/>
                <a:gd name="connsiteX97" fmla="*/ 9513 w 246830"/>
                <a:gd name="connsiteY97" fmla="*/ 19076 h 271583"/>
                <a:gd name="connsiteX98" fmla="*/ 9513 w 246830"/>
                <a:gd name="connsiteY98" fmla="*/ 19076 h 271583"/>
                <a:gd name="connsiteX99" fmla="*/ 2464 w 246830"/>
                <a:gd name="connsiteY99" fmla="*/ 15932 h 271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46830" h="271583">
                  <a:moveTo>
                    <a:pt x="230207" y="268440"/>
                  </a:moveTo>
                  <a:cubicBezTo>
                    <a:pt x="226683" y="264535"/>
                    <a:pt x="226968" y="258439"/>
                    <a:pt x="230969" y="255010"/>
                  </a:cubicBezTo>
                  <a:lnTo>
                    <a:pt x="230969" y="255010"/>
                  </a:lnTo>
                  <a:cubicBezTo>
                    <a:pt x="234779" y="251390"/>
                    <a:pt x="240875" y="251771"/>
                    <a:pt x="244399" y="255677"/>
                  </a:cubicBezTo>
                  <a:lnTo>
                    <a:pt x="244399" y="255677"/>
                  </a:lnTo>
                  <a:cubicBezTo>
                    <a:pt x="247923" y="259582"/>
                    <a:pt x="247542" y="265583"/>
                    <a:pt x="243732" y="269107"/>
                  </a:cubicBezTo>
                  <a:lnTo>
                    <a:pt x="243732" y="269107"/>
                  </a:lnTo>
                  <a:cubicBezTo>
                    <a:pt x="241827" y="270726"/>
                    <a:pt x="239541" y="271583"/>
                    <a:pt x="237351" y="271583"/>
                  </a:cubicBezTo>
                  <a:lnTo>
                    <a:pt x="237351" y="271583"/>
                  </a:lnTo>
                  <a:cubicBezTo>
                    <a:pt x="234684" y="271583"/>
                    <a:pt x="232112" y="270536"/>
                    <a:pt x="230207" y="268440"/>
                  </a:cubicBezTo>
                  <a:close/>
                  <a:moveTo>
                    <a:pt x="204966" y="240341"/>
                  </a:moveTo>
                  <a:cubicBezTo>
                    <a:pt x="201346" y="236436"/>
                    <a:pt x="201727" y="230435"/>
                    <a:pt x="205632" y="226911"/>
                  </a:cubicBezTo>
                  <a:lnTo>
                    <a:pt x="205632" y="226911"/>
                  </a:lnTo>
                  <a:cubicBezTo>
                    <a:pt x="209538" y="223387"/>
                    <a:pt x="215538" y="223673"/>
                    <a:pt x="219063" y="227578"/>
                  </a:cubicBezTo>
                  <a:lnTo>
                    <a:pt x="219063" y="227578"/>
                  </a:lnTo>
                  <a:cubicBezTo>
                    <a:pt x="222587" y="231483"/>
                    <a:pt x="222301" y="237484"/>
                    <a:pt x="218396" y="241103"/>
                  </a:cubicBezTo>
                  <a:lnTo>
                    <a:pt x="218396" y="241103"/>
                  </a:lnTo>
                  <a:cubicBezTo>
                    <a:pt x="216586" y="242723"/>
                    <a:pt x="214300" y="243485"/>
                    <a:pt x="212014" y="243485"/>
                  </a:cubicBezTo>
                  <a:lnTo>
                    <a:pt x="212014" y="243485"/>
                  </a:lnTo>
                  <a:cubicBezTo>
                    <a:pt x="209347" y="243485"/>
                    <a:pt x="206775" y="242437"/>
                    <a:pt x="204966" y="240341"/>
                  </a:cubicBezTo>
                  <a:close/>
                  <a:moveTo>
                    <a:pt x="179629" y="212338"/>
                  </a:moveTo>
                  <a:cubicBezTo>
                    <a:pt x="176105" y="208433"/>
                    <a:pt x="176391" y="202337"/>
                    <a:pt x="180296" y="198812"/>
                  </a:cubicBezTo>
                  <a:lnTo>
                    <a:pt x="180296" y="198812"/>
                  </a:lnTo>
                  <a:cubicBezTo>
                    <a:pt x="184201" y="195288"/>
                    <a:pt x="190202" y="195669"/>
                    <a:pt x="193821" y="199574"/>
                  </a:cubicBezTo>
                  <a:lnTo>
                    <a:pt x="193821" y="199574"/>
                  </a:lnTo>
                  <a:cubicBezTo>
                    <a:pt x="197250" y="203480"/>
                    <a:pt x="196965" y="209480"/>
                    <a:pt x="193059" y="213005"/>
                  </a:cubicBezTo>
                  <a:lnTo>
                    <a:pt x="193059" y="213005"/>
                  </a:lnTo>
                  <a:cubicBezTo>
                    <a:pt x="191250" y="214624"/>
                    <a:pt x="188964" y="215481"/>
                    <a:pt x="186678" y="215481"/>
                  </a:cubicBezTo>
                  <a:lnTo>
                    <a:pt x="186678" y="215481"/>
                  </a:lnTo>
                  <a:cubicBezTo>
                    <a:pt x="184106" y="215481"/>
                    <a:pt x="181534" y="214433"/>
                    <a:pt x="179629" y="212338"/>
                  </a:cubicBezTo>
                  <a:close/>
                  <a:moveTo>
                    <a:pt x="154293" y="184239"/>
                  </a:moveTo>
                  <a:cubicBezTo>
                    <a:pt x="150768" y="180334"/>
                    <a:pt x="151054" y="174333"/>
                    <a:pt x="155055" y="170809"/>
                  </a:cubicBezTo>
                  <a:lnTo>
                    <a:pt x="155055" y="170809"/>
                  </a:lnTo>
                  <a:cubicBezTo>
                    <a:pt x="158865" y="167285"/>
                    <a:pt x="164961" y="167570"/>
                    <a:pt x="168485" y="171476"/>
                  </a:cubicBezTo>
                  <a:lnTo>
                    <a:pt x="168485" y="171476"/>
                  </a:lnTo>
                  <a:cubicBezTo>
                    <a:pt x="172009" y="175381"/>
                    <a:pt x="171628" y="181382"/>
                    <a:pt x="167723" y="185001"/>
                  </a:cubicBezTo>
                  <a:lnTo>
                    <a:pt x="167723" y="185001"/>
                  </a:lnTo>
                  <a:cubicBezTo>
                    <a:pt x="165913" y="186620"/>
                    <a:pt x="163627" y="187382"/>
                    <a:pt x="161436" y="187382"/>
                  </a:cubicBezTo>
                  <a:lnTo>
                    <a:pt x="161436" y="187382"/>
                  </a:lnTo>
                  <a:cubicBezTo>
                    <a:pt x="158769" y="187382"/>
                    <a:pt x="156198" y="186335"/>
                    <a:pt x="154293" y="184239"/>
                  </a:cubicBezTo>
                  <a:close/>
                  <a:moveTo>
                    <a:pt x="129051" y="156236"/>
                  </a:moveTo>
                  <a:cubicBezTo>
                    <a:pt x="125432" y="152235"/>
                    <a:pt x="125813" y="146234"/>
                    <a:pt x="129718" y="142710"/>
                  </a:cubicBezTo>
                  <a:lnTo>
                    <a:pt x="129718" y="142710"/>
                  </a:lnTo>
                  <a:cubicBezTo>
                    <a:pt x="133623" y="139186"/>
                    <a:pt x="139624" y="139472"/>
                    <a:pt x="143148" y="143472"/>
                  </a:cubicBezTo>
                  <a:lnTo>
                    <a:pt x="143148" y="143472"/>
                  </a:lnTo>
                  <a:cubicBezTo>
                    <a:pt x="146673" y="147377"/>
                    <a:pt x="146387" y="153378"/>
                    <a:pt x="142482" y="156902"/>
                  </a:cubicBezTo>
                  <a:lnTo>
                    <a:pt x="142482" y="156902"/>
                  </a:lnTo>
                  <a:cubicBezTo>
                    <a:pt x="140672" y="158522"/>
                    <a:pt x="138386" y="159284"/>
                    <a:pt x="136100" y="159284"/>
                  </a:cubicBezTo>
                  <a:lnTo>
                    <a:pt x="136100" y="159284"/>
                  </a:lnTo>
                  <a:cubicBezTo>
                    <a:pt x="133433" y="159284"/>
                    <a:pt x="130861" y="158236"/>
                    <a:pt x="129051" y="156236"/>
                  </a:cubicBezTo>
                  <a:close/>
                  <a:moveTo>
                    <a:pt x="103715" y="128137"/>
                  </a:moveTo>
                  <a:cubicBezTo>
                    <a:pt x="100191" y="124232"/>
                    <a:pt x="100476" y="118231"/>
                    <a:pt x="104382" y="114707"/>
                  </a:cubicBezTo>
                  <a:lnTo>
                    <a:pt x="104382" y="114707"/>
                  </a:lnTo>
                  <a:cubicBezTo>
                    <a:pt x="108287" y="111182"/>
                    <a:pt x="114288" y="111468"/>
                    <a:pt x="117812" y="115373"/>
                  </a:cubicBezTo>
                  <a:lnTo>
                    <a:pt x="117812" y="115373"/>
                  </a:lnTo>
                  <a:cubicBezTo>
                    <a:pt x="121336" y="119279"/>
                    <a:pt x="121050" y="125279"/>
                    <a:pt x="117145" y="128804"/>
                  </a:cubicBezTo>
                  <a:lnTo>
                    <a:pt x="117145" y="128804"/>
                  </a:lnTo>
                  <a:cubicBezTo>
                    <a:pt x="115335" y="130423"/>
                    <a:pt x="113049" y="131280"/>
                    <a:pt x="110763" y="131280"/>
                  </a:cubicBezTo>
                  <a:lnTo>
                    <a:pt x="110763" y="131280"/>
                  </a:lnTo>
                  <a:cubicBezTo>
                    <a:pt x="108192" y="131280"/>
                    <a:pt x="105525" y="130232"/>
                    <a:pt x="103715" y="128137"/>
                  </a:cubicBezTo>
                  <a:close/>
                  <a:moveTo>
                    <a:pt x="78378" y="100038"/>
                  </a:moveTo>
                  <a:cubicBezTo>
                    <a:pt x="74854" y="96133"/>
                    <a:pt x="75140" y="90132"/>
                    <a:pt x="79140" y="86608"/>
                  </a:cubicBezTo>
                  <a:lnTo>
                    <a:pt x="79140" y="86608"/>
                  </a:lnTo>
                  <a:cubicBezTo>
                    <a:pt x="82950" y="83084"/>
                    <a:pt x="89046" y="83369"/>
                    <a:pt x="92571" y="87370"/>
                  </a:cubicBezTo>
                  <a:lnTo>
                    <a:pt x="92571" y="87370"/>
                  </a:lnTo>
                  <a:cubicBezTo>
                    <a:pt x="96095" y="91180"/>
                    <a:pt x="95714" y="97276"/>
                    <a:pt x="91809" y="100800"/>
                  </a:cubicBezTo>
                  <a:lnTo>
                    <a:pt x="91809" y="100800"/>
                  </a:lnTo>
                  <a:cubicBezTo>
                    <a:pt x="89999" y="102419"/>
                    <a:pt x="87713" y="103181"/>
                    <a:pt x="85427" y="103181"/>
                  </a:cubicBezTo>
                  <a:lnTo>
                    <a:pt x="85427" y="103181"/>
                  </a:lnTo>
                  <a:cubicBezTo>
                    <a:pt x="82855" y="103181"/>
                    <a:pt x="80283" y="102134"/>
                    <a:pt x="78378" y="100038"/>
                  </a:cubicBezTo>
                  <a:close/>
                  <a:moveTo>
                    <a:pt x="53042" y="72035"/>
                  </a:moveTo>
                  <a:cubicBezTo>
                    <a:pt x="49518" y="68129"/>
                    <a:pt x="49899" y="62033"/>
                    <a:pt x="53804" y="58604"/>
                  </a:cubicBezTo>
                  <a:lnTo>
                    <a:pt x="53804" y="58604"/>
                  </a:lnTo>
                  <a:cubicBezTo>
                    <a:pt x="57709" y="54985"/>
                    <a:pt x="63710" y="55366"/>
                    <a:pt x="67234" y="59271"/>
                  </a:cubicBezTo>
                  <a:lnTo>
                    <a:pt x="67234" y="59271"/>
                  </a:lnTo>
                  <a:cubicBezTo>
                    <a:pt x="70758" y="63176"/>
                    <a:pt x="70473" y="69177"/>
                    <a:pt x="66472" y="72701"/>
                  </a:cubicBezTo>
                  <a:lnTo>
                    <a:pt x="66472" y="72701"/>
                  </a:lnTo>
                  <a:cubicBezTo>
                    <a:pt x="64758" y="74321"/>
                    <a:pt x="62472" y="75178"/>
                    <a:pt x="60186" y="75178"/>
                  </a:cubicBezTo>
                  <a:lnTo>
                    <a:pt x="60186" y="75178"/>
                  </a:lnTo>
                  <a:cubicBezTo>
                    <a:pt x="57614" y="75178"/>
                    <a:pt x="54947" y="74130"/>
                    <a:pt x="53042" y="72035"/>
                  </a:cubicBezTo>
                  <a:close/>
                  <a:moveTo>
                    <a:pt x="27801" y="43936"/>
                  </a:moveTo>
                  <a:cubicBezTo>
                    <a:pt x="24276" y="40031"/>
                    <a:pt x="24562" y="34030"/>
                    <a:pt x="28467" y="30506"/>
                  </a:cubicBezTo>
                  <a:lnTo>
                    <a:pt x="28467" y="30506"/>
                  </a:lnTo>
                  <a:cubicBezTo>
                    <a:pt x="32373" y="26981"/>
                    <a:pt x="38373" y="27267"/>
                    <a:pt x="41898" y="31172"/>
                  </a:cubicBezTo>
                  <a:lnTo>
                    <a:pt x="41898" y="31172"/>
                  </a:lnTo>
                  <a:cubicBezTo>
                    <a:pt x="45422" y="35078"/>
                    <a:pt x="45136" y="41078"/>
                    <a:pt x="41231" y="44603"/>
                  </a:cubicBezTo>
                  <a:lnTo>
                    <a:pt x="41231" y="44603"/>
                  </a:lnTo>
                  <a:cubicBezTo>
                    <a:pt x="39421" y="46317"/>
                    <a:pt x="37135" y="47079"/>
                    <a:pt x="34849" y="47079"/>
                  </a:cubicBezTo>
                  <a:lnTo>
                    <a:pt x="34849" y="47079"/>
                  </a:lnTo>
                  <a:cubicBezTo>
                    <a:pt x="32277" y="47079"/>
                    <a:pt x="29610" y="46031"/>
                    <a:pt x="27801" y="43936"/>
                  </a:cubicBezTo>
                  <a:close/>
                  <a:moveTo>
                    <a:pt x="2464" y="15932"/>
                  </a:moveTo>
                  <a:cubicBezTo>
                    <a:pt x="-1060" y="12027"/>
                    <a:pt x="-774" y="5931"/>
                    <a:pt x="3131" y="2502"/>
                  </a:cubicBezTo>
                  <a:lnTo>
                    <a:pt x="3131" y="2502"/>
                  </a:lnTo>
                  <a:cubicBezTo>
                    <a:pt x="7131" y="-1117"/>
                    <a:pt x="13132" y="-736"/>
                    <a:pt x="16561" y="3169"/>
                  </a:cubicBezTo>
                  <a:lnTo>
                    <a:pt x="16561" y="3169"/>
                  </a:lnTo>
                  <a:cubicBezTo>
                    <a:pt x="20181" y="7074"/>
                    <a:pt x="19800" y="13075"/>
                    <a:pt x="15894" y="16599"/>
                  </a:cubicBezTo>
                  <a:lnTo>
                    <a:pt x="15894" y="16599"/>
                  </a:lnTo>
                  <a:cubicBezTo>
                    <a:pt x="14085" y="18218"/>
                    <a:pt x="11799" y="19076"/>
                    <a:pt x="9513" y="19076"/>
                  </a:cubicBezTo>
                  <a:lnTo>
                    <a:pt x="9513" y="19076"/>
                  </a:lnTo>
                  <a:cubicBezTo>
                    <a:pt x="6941" y="19076"/>
                    <a:pt x="4369" y="17933"/>
                    <a:pt x="2464" y="1593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1B906B0-A8E0-A0EE-DB38-24109A83304D}"/>
                </a:ext>
              </a:extLst>
            </p:cNvPr>
            <p:cNvSpPr/>
            <p:nvPr/>
          </p:nvSpPr>
          <p:spPr>
            <a:xfrm>
              <a:off x="6096952" y="3916774"/>
              <a:ext cx="19145" cy="19145"/>
            </a:xfrm>
            <a:custGeom>
              <a:avLst/>
              <a:gdLst>
                <a:gd name="connsiteX0" fmla="*/ 0 w 19145"/>
                <a:gd name="connsiteY0" fmla="*/ 9620 h 19145"/>
                <a:gd name="connsiteX1" fmla="*/ 9525 w 19145"/>
                <a:gd name="connsiteY1" fmla="*/ 0 h 19145"/>
                <a:gd name="connsiteX2" fmla="*/ 9525 w 19145"/>
                <a:gd name="connsiteY2" fmla="*/ 0 h 19145"/>
                <a:gd name="connsiteX3" fmla="*/ 19145 w 19145"/>
                <a:gd name="connsiteY3" fmla="*/ 9620 h 19145"/>
                <a:gd name="connsiteX4" fmla="*/ 19145 w 19145"/>
                <a:gd name="connsiteY4" fmla="*/ 9620 h 19145"/>
                <a:gd name="connsiteX5" fmla="*/ 9525 w 19145"/>
                <a:gd name="connsiteY5" fmla="*/ 19145 h 19145"/>
                <a:gd name="connsiteX6" fmla="*/ 9525 w 19145"/>
                <a:gd name="connsiteY6" fmla="*/ 19145 h 19145"/>
                <a:gd name="connsiteX7" fmla="*/ 0 w 19145"/>
                <a:gd name="connsiteY7" fmla="*/ 9620 h 1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45" h="19145">
                  <a:moveTo>
                    <a:pt x="0" y="9620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145" y="4286"/>
                    <a:pt x="19145" y="9620"/>
                  </a:cubicBezTo>
                  <a:lnTo>
                    <a:pt x="19145" y="9620"/>
                  </a:lnTo>
                  <a:cubicBezTo>
                    <a:pt x="19145" y="14859"/>
                    <a:pt x="14859" y="19145"/>
                    <a:pt x="9525" y="19145"/>
                  </a:cubicBezTo>
                  <a:lnTo>
                    <a:pt x="9525" y="19145"/>
                  </a:lnTo>
                  <a:cubicBezTo>
                    <a:pt x="4286" y="19145"/>
                    <a:pt x="0" y="14859"/>
                    <a:pt x="0" y="96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AFD4572-1C61-77BC-EA70-4FED0FF57B28}"/>
                </a:ext>
              </a:extLst>
            </p:cNvPr>
            <p:cNvSpPr/>
            <p:nvPr/>
          </p:nvSpPr>
          <p:spPr>
            <a:xfrm>
              <a:off x="6123594" y="3632901"/>
              <a:ext cx="258482" cy="274538"/>
            </a:xfrm>
            <a:custGeom>
              <a:avLst/>
              <a:gdLst>
                <a:gd name="connsiteX0" fmla="*/ 2981 w 258482"/>
                <a:gd name="connsiteY0" fmla="*/ 271967 h 274538"/>
                <a:gd name="connsiteX1" fmla="*/ 2600 w 258482"/>
                <a:gd name="connsiteY1" fmla="*/ 258536 h 274538"/>
                <a:gd name="connsiteX2" fmla="*/ 2600 w 258482"/>
                <a:gd name="connsiteY2" fmla="*/ 258536 h 274538"/>
                <a:gd name="connsiteX3" fmla="*/ 16030 w 258482"/>
                <a:gd name="connsiteY3" fmla="*/ 258060 h 274538"/>
                <a:gd name="connsiteX4" fmla="*/ 16030 w 258482"/>
                <a:gd name="connsiteY4" fmla="*/ 258060 h 274538"/>
                <a:gd name="connsiteX5" fmla="*/ 16506 w 258482"/>
                <a:gd name="connsiteY5" fmla="*/ 271586 h 274538"/>
                <a:gd name="connsiteX6" fmla="*/ 16506 w 258482"/>
                <a:gd name="connsiteY6" fmla="*/ 271586 h 274538"/>
                <a:gd name="connsiteX7" fmla="*/ 9553 w 258482"/>
                <a:gd name="connsiteY7" fmla="*/ 274538 h 274538"/>
                <a:gd name="connsiteX8" fmla="*/ 9553 w 258482"/>
                <a:gd name="connsiteY8" fmla="*/ 274538 h 274538"/>
                <a:gd name="connsiteX9" fmla="*/ 2981 w 258482"/>
                <a:gd name="connsiteY9" fmla="*/ 271967 h 274538"/>
                <a:gd name="connsiteX10" fmla="*/ 29555 w 258482"/>
                <a:gd name="connsiteY10" fmla="*/ 243582 h 274538"/>
                <a:gd name="connsiteX11" fmla="*/ 29174 w 258482"/>
                <a:gd name="connsiteY11" fmla="*/ 230152 h 274538"/>
                <a:gd name="connsiteX12" fmla="*/ 29174 w 258482"/>
                <a:gd name="connsiteY12" fmla="*/ 230152 h 274538"/>
                <a:gd name="connsiteX13" fmla="*/ 42605 w 258482"/>
                <a:gd name="connsiteY13" fmla="*/ 229676 h 274538"/>
                <a:gd name="connsiteX14" fmla="*/ 42605 w 258482"/>
                <a:gd name="connsiteY14" fmla="*/ 229676 h 274538"/>
                <a:gd name="connsiteX15" fmla="*/ 43081 w 258482"/>
                <a:gd name="connsiteY15" fmla="*/ 243201 h 274538"/>
                <a:gd name="connsiteX16" fmla="*/ 43081 w 258482"/>
                <a:gd name="connsiteY16" fmla="*/ 243201 h 274538"/>
                <a:gd name="connsiteX17" fmla="*/ 36128 w 258482"/>
                <a:gd name="connsiteY17" fmla="*/ 246154 h 274538"/>
                <a:gd name="connsiteX18" fmla="*/ 36128 w 258482"/>
                <a:gd name="connsiteY18" fmla="*/ 246154 h 274538"/>
                <a:gd name="connsiteX19" fmla="*/ 29555 w 258482"/>
                <a:gd name="connsiteY19" fmla="*/ 243582 h 274538"/>
                <a:gd name="connsiteX20" fmla="*/ 56225 w 258482"/>
                <a:gd name="connsiteY20" fmla="*/ 215198 h 274538"/>
                <a:gd name="connsiteX21" fmla="*/ 55749 w 258482"/>
                <a:gd name="connsiteY21" fmla="*/ 201767 h 274538"/>
                <a:gd name="connsiteX22" fmla="*/ 55749 w 258482"/>
                <a:gd name="connsiteY22" fmla="*/ 201767 h 274538"/>
                <a:gd name="connsiteX23" fmla="*/ 69275 w 258482"/>
                <a:gd name="connsiteY23" fmla="*/ 201291 h 274538"/>
                <a:gd name="connsiteX24" fmla="*/ 69275 w 258482"/>
                <a:gd name="connsiteY24" fmla="*/ 201291 h 274538"/>
                <a:gd name="connsiteX25" fmla="*/ 69656 w 258482"/>
                <a:gd name="connsiteY25" fmla="*/ 214721 h 274538"/>
                <a:gd name="connsiteX26" fmla="*/ 69656 w 258482"/>
                <a:gd name="connsiteY26" fmla="*/ 214721 h 274538"/>
                <a:gd name="connsiteX27" fmla="*/ 62702 w 258482"/>
                <a:gd name="connsiteY27" fmla="*/ 217769 h 274538"/>
                <a:gd name="connsiteX28" fmla="*/ 62702 w 258482"/>
                <a:gd name="connsiteY28" fmla="*/ 217769 h 274538"/>
                <a:gd name="connsiteX29" fmla="*/ 56225 w 258482"/>
                <a:gd name="connsiteY29" fmla="*/ 215198 h 274538"/>
                <a:gd name="connsiteX30" fmla="*/ 82800 w 258482"/>
                <a:gd name="connsiteY30" fmla="*/ 186813 h 274538"/>
                <a:gd name="connsiteX31" fmla="*/ 82419 w 258482"/>
                <a:gd name="connsiteY31" fmla="*/ 173383 h 274538"/>
                <a:gd name="connsiteX32" fmla="*/ 82419 w 258482"/>
                <a:gd name="connsiteY32" fmla="*/ 173383 h 274538"/>
                <a:gd name="connsiteX33" fmla="*/ 95849 w 258482"/>
                <a:gd name="connsiteY33" fmla="*/ 172907 h 274538"/>
                <a:gd name="connsiteX34" fmla="*/ 95849 w 258482"/>
                <a:gd name="connsiteY34" fmla="*/ 172907 h 274538"/>
                <a:gd name="connsiteX35" fmla="*/ 96326 w 258482"/>
                <a:gd name="connsiteY35" fmla="*/ 186432 h 274538"/>
                <a:gd name="connsiteX36" fmla="*/ 96326 w 258482"/>
                <a:gd name="connsiteY36" fmla="*/ 186432 h 274538"/>
                <a:gd name="connsiteX37" fmla="*/ 89372 w 258482"/>
                <a:gd name="connsiteY37" fmla="*/ 189385 h 274538"/>
                <a:gd name="connsiteX38" fmla="*/ 89372 w 258482"/>
                <a:gd name="connsiteY38" fmla="*/ 189385 h 274538"/>
                <a:gd name="connsiteX39" fmla="*/ 82800 w 258482"/>
                <a:gd name="connsiteY39" fmla="*/ 186813 h 274538"/>
                <a:gd name="connsiteX40" fmla="*/ 109375 w 258482"/>
                <a:gd name="connsiteY40" fmla="*/ 158429 h 274538"/>
                <a:gd name="connsiteX41" fmla="*/ 108994 w 258482"/>
                <a:gd name="connsiteY41" fmla="*/ 144998 h 274538"/>
                <a:gd name="connsiteX42" fmla="*/ 108994 w 258482"/>
                <a:gd name="connsiteY42" fmla="*/ 144998 h 274538"/>
                <a:gd name="connsiteX43" fmla="*/ 122424 w 258482"/>
                <a:gd name="connsiteY43" fmla="*/ 144522 h 274538"/>
                <a:gd name="connsiteX44" fmla="*/ 122424 w 258482"/>
                <a:gd name="connsiteY44" fmla="*/ 144522 h 274538"/>
                <a:gd name="connsiteX45" fmla="*/ 122900 w 258482"/>
                <a:gd name="connsiteY45" fmla="*/ 158048 h 274538"/>
                <a:gd name="connsiteX46" fmla="*/ 122900 w 258482"/>
                <a:gd name="connsiteY46" fmla="*/ 158048 h 274538"/>
                <a:gd name="connsiteX47" fmla="*/ 115947 w 258482"/>
                <a:gd name="connsiteY47" fmla="*/ 161000 h 274538"/>
                <a:gd name="connsiteX48" fmla="*/ 115947 w 258482"/>
                <a:gd name="connsiteY48" fmla="*/ 161000 h 274538"/>
                <a:gd name="connsiteX49" fmla="*/ 109375 w 258482"/>
                <a:gd name="connsiteY49" fmla="*/ 158429 h 274538"/>
                <a:gd name="connsiteX50" fmla="*/ 136045 w 258482"/>
                <a:gd name="connsiteY50" fmla="*/ 130044 h 274538"/>
                <a:gd name="connsiteX51" fmla="*/ 135569 w 258482"/>
                <a:gd name="connsiteY51" fmla="*/ 116614 h 274538"/>
                <a:gd name="connsiteX52" fmla="*/ 135569 w 258482"/>
                <a:gd name="connsiteY52" fmla="*/ 116614 h 274538"/>
                <a:gd name="connsiteX53" fmla="*/ 149094 w 258482"/>
                <a:gd name="connsiteY53" fmla="*/ 116138 h 274538"/>
                <a:gd name="connsiteX54" fmla="*/ 149094 w 258482"/>
                <a:gd name="connsiteY54" fmla="*/ 116138 h 274538"/>
                <a:gd name="connsiteX55" fmla="*/ 149475 w 258482"/>
                <a:gd name="connsiteY55" fmla="*/ 129568 h 274538"/>
                <a:gd name="connsiteX56" fmla="*/ 149475 w 258482"/>
                <a:gd name="connsiteY56" fmla="*/ 129568 h 274538"/>
                <a:gd name="connsiteX57" fmla="*/ 142522 w 258482"/>
                <a:gd name="connsiteY57" fmla="*/ 132616 h 274538"/>
                <a:gd name="connsiteX58" fmla="*/ 142522 w 258482"/>
                <a:gd name="connsiteY58" fmla="*/ 132616 h 274538"/>
                <a:gd name="connsiteX59" fmla="*/ 136045 w 258482"/>
                <a:gd name="connsiteY59" fmla="*/ 130044 h 274538"/>
                <a:gd name="connsiteX60" fmla="*/ 162620 w 258482"/>
                <a:gd name="connsiteY60" fmla="*/ 101660 h 274538"/>
                <a:gd name="connsiteX61" fmla="*/ 162239 w 258482"/>
                <a:gd name="connsiteY61" fmla="*/ 88134 h 274538"/>
                <a:gd name="connsiteX62" fmla="*/ 162239 w 258482"/>
                <a:gd name="connsiteY62" fmla="*/ 88134 h 274538"/>
                <a:gd name="connsiteX63" fmla="*/ 175669 w 258482"/>
                <a:gd name="connsiteY63" fmla="*/ 87753 h 274538"/>
                <a:gd name="connsiteX64" fmla="*/ 175669 w 258482"/>
                <a:gd name="connsiteY64" fmla="*/ 87753 h 274538"/>
                <a:gd name="connsiteX65" fmla="*/ 176145 w 258482"/>
                <a:gd name="connsiteY65" fmla="*/ 101183 h 274538"/>
                <a:gd name="connsiteX66" fmla="*/ 176145 w 258482"/>
                <a:gd name="connsiteY66" fmla="*/ 101183 h 274538"/>
                <a:gd name="connsiteX67" fmla="*/ 169097 w 258482"/>
                <a:gd name="connsiteY67" fmla="*/ 104231 h 274538"/>
                <a:gd name="connsiteX68" fmla="*/ 169097 w 258482"/>
                <a:gd name="connsiteY68" fmla="*/ 104231 h 274538"/>
                <a:gd name="connsiteX69" fmla="*/ 162620 w 258482"/>
                <a:gd name="connsiteY69" fmla="*/ 101660 h 274538"/>
                <a:gd name="connsiteX70" fmla="*/ 189290 w 258482"/>
                <a:gd name="connsiteY70" fmla="*/ 73275 h 274538"/>
                <a:gd name="connsiteX71" fmla="*/ 188813 w 258482"/>
                <a:gd name="connsiteY71" fmla="*/ 59845 h 274538"/>
                <a:gd name="connsiteX72" fmla="*/ 188813 w 258482"/>
                <a:gd name="connsiteY72" fmla="*/ 59845 h 274538"/>
                <a:gd name="connsiteX73" fmla="*/ 202244 w 258482"/>
                <a:gd name="connsiteY73" fmla="*/ 59369 h 274538"/>
                <a:gd name="connsiteX74" fmla="*/ 202244 w 258482"/>
                <a:gd name="connsiteY74" fmla="*/ 59369 h 274538"/>
                <a:gd name="connsiteX75" fmla="*/ 202720 w 258482"/>
                <a:gd name="connsiteY75" fmla="*/ 72799 h 274538"/>
                <a:gd name="connsiteX76" fmla="*/ 202720 w 258482"/>
                <a:gd name="connsiteY76" fmla="*/ 72799 h 274538"/>
                <a:gd name="connsiteX77" fmla="*/ 195767 w 258482"/>
                <a:gd name="connsiteY77" fmla="*/ 75847 h 274538"/>
                <a:gd name="connsiteX78" fmla="*/ 195767 w 258482"/>
                <a:gd name="connsiteY78" fmla="*/ 75847 h 274538"/>
                <a:gd name="connsiteX79" fmla="*/ 189290 w 258482"/>
                <a:gd name="connsiteY79" fmla="*/ 73275 h 274538"/>
                <a:gd name="connsiteX80" fmla="*/ 215864 w 258482"/>
                <a:gd name="connsiteY80" fmla="*/ 44891 h 274538"/>
                <a:gd name="connsiteX81" fmla="*/ 215388 w 258482"/>
                <a:gd name="connsiteY81" fmla="*/ 31365 h 274538"/>
                <a:gd name="connsiteX82" fmla="*/ 215388 w 258482"/>
                <a:gd name="connsiteY82" fmla="*/ 31365 h 274538"/>
                <a:gd name="connsiteX83" fmla="*/ 228914 w 258482"/>
                <a:gd name="connsiteY83" fmla="*/ 30984 h 274538"/>
                <a:gd name="connsiteX84" fmla="*/ 228914 w 258482"/>
                <a:gd name="connsiteY84" fmla="*/ 30984 h 274538"/>
                <a:gd name="connsiteX85" fmla="*/ 229295 w 258482"/>
                <a:gd name="connsiteY85" fmla="*/ 44414 h 274538"/>
                <a:gd name="connsiteX86" fmla="*/ 229295 w 258482"/>
                <a:gd name="connsiteY86" fmla="*/ 44414 h 274538"/>
                <a:gd name="connsiteX87" fmla="*/ 222341 w 258482"/>
                <a:gd name="connsiteY87" fmla="*/ 47462 h 274538"/>
                <a:gd name="connsiteX88" fmla="*/ 222341 w 258482"/>
                <a:gd name="connsiteY88" fmla="*/ 47462 h 274538"/>
                <a:gd name="connsiteX89" fmla="*/ 215864 w 258482"/>
                <a:gd name="connsiteY89" fmla="*/ 44891 h 274538"/>
                <a:gd name="connsiteX90" fmla="*/ 242439 w 258482"/>
                <a:gd name="connsiteY90" fmla="*/ 16506 h 274538"/>
                <a:gd name="connsiteX91" fmla="*/ 242058 w 258482"/>
                <a:gd name="connsiteY91" fmla="*/ 2981 h 274538"/>
                <a:gd name="connsiteX92" fmla="*/ 242058 w 258482"/>
                <a:gd name="connsiteY92" fmla="*/ 2981 h 274538"/>
                <a:gd name="connsiteX93" fmla="*/ 255488 w 258482"/>
                <a:gd name="connsiteY93" fmla="*/ 2600 h 274538"/>
                <a:gd name="connsiteX94" fmla="*/ 255488 w 258482"/>
                <a:gd name="connsiteY94" fmla="*/ 2600 h 274538"/>
                <a:gd name="connsiteX95" fmla="*/ 255965 w 258482"/>
                <a:gd name="connsiteY95" fmla="*/ 16030 h 274538"/>
                <a:gd name="connsiteX96" fmla="*/ 255965 w 258482"/>
                <a:gd name="connsiteY96" fmla="*/ 16030 h 274538"/>
                <a:gd name="connsiteX97" fmla="*/ 249011 w 258482"/>
                <a:gd name="connsiteY97" fmla="*/ 19078 h 274538"/>
                <a:gd name="connsiteX98" fmla="*/ 249011 w 258482"/>
                <a:gd name="connsiteY98" fmla="*/ 19078 h 274538"/>
                <a:gd name="connsiteX99" fmla="*/ 242439 w 258482"/>
                <a:gd name="connsiteY99" fmla="*/ 16506 h 27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58482" h="274538">
                  <a:moveTo>
                    <a:pt x="2981" y="271967"/>
                  </a:moveTo>
                  <a:cubicBezTo>
                    <a:pt x="-829" y="268442"/>
                    <a:pt x="-1020" y="262346"/>
                    <a:pt x="2600" y="258536"/>
                  </a:cubicBezTo>
                  <a:lnTo>
                    <a:pt x="2600" y="258536"/>
                  </a:lnTo>
                  <a:cubicBezTo>
                    <a:pt x="6124" y="254726"/>
                    <a:pt x="12220" y="254536"/>
                    <a:pt x="16030" y="258060"/>
                  </a:cubicBezTo>
                  <a:lnTo>
                    <a:pt x="16030" y="258060"/>
                  </a:lnTo>
                  <a:cubicBezTo>
                    <a:pt x="19840" y="261680"/>
                    <a:pt x="20030" y="267776"/>
                    <a:pt x="16506" y="271586"/>
                  </a:cubicBezTo>
                  <a:lnTo>
                    <a:pt x="16506" y="271586"/>
                  </a:lnTo>
                  <a:cubicBezTo>
                    <a:pt x="14601" y="273586"/>
                    <a:pt x="12029" y="274538"/>
                    <a:pt x="9553" y="274538"/>
                  </a:cubicBezTo>
                  <a:lnTo>
                    <a:pt x="9553" y="274538"/>
                  </a:lnTo>
                  <a:cubicBezTo>
                    <a:pt x="7172" y="274538"/>
                    <a:pt x="4886" y="273681"/>
                    <a:pt x="2981" y="271967"/>
                  </a:cubicBezTo>
                  <a:close/>
                  <a:moveTo>
                    <a:pt x="29555" y="243582"/>
                  </a:moveTo>
                  <a:cubicBezTo>
                    <a:pt x="25745" y="239963"/>
                    <a:pt x="25555" y="233962"/>
                    <a:pt x="29174" y="230152"/>
                  </a:cubicBezTo>
                  <a:lnTo>
                    <a:pt x="29174" y="230152"/>
                  </a:lnTo>
                  <a:cubicBezTo>
                    <a:pt x="32794" y="226342"/>
                    <a:pt x="38795" y="226056"/>
                    <a:pt x="42605" y="229676"/>
                  </a:cubicBezTo>
                  <a:lnTo>
                    <a:pt x="42605" y="229676"/>
                  </a:lnTo>
                  <a:cubicBezTo>
                    <a:pt x="46415" y="233295"/>
                    <a:pt x="46700" y="239296"/>
                    <a:pt x="43081" y="243201"/>
                  </a:cubicBezTo>
                  <a:lnTo>
                    <a:pt x="43081" y="243201"/>
                  </a:lnTo>
                  <a:cubicBezTo>
                    <a:pt x="41176" y="245201"/>
                    <a:pt x="38699" y="246154"/>
                    <a:pt x="36128" y="246154"/>
                  </a:cubicBezTo>
                  <a:lnTo>
                    <a:pt x="36128" y="246154"/>
                  </a:lnTo>
                  <a:cubicBezTo>
                    <a:pt x="33746" y="246154"/>
                    <a:pt x="31460" y="245297"/>
                    <a:pt x="29555" y="243582"/>
                  </a:cubicBezTo>
                  <a:close/>
                  <a:moveTo>
                    <a:pt x="56225" y="215198"/>
                  </a:moveTo>
                  <a:cubicBezTo>
                    <a:pt x="52320" y="211673"/>
                    <a:pt x="52225" y="205577"/>
                    <a:pt x="55749" y="201767"/>
                  </a:cubicBezTo>
                  <a:lnTo>
                    <a:pt x="55749" y="201767"/>
                  </a:lnTo>
                  <a:cubicBezTo>
                    <a:pt x="59369" y="197862"/>
                    <a:pt x="65369" y="197767"/>
                    <a:pt x="69275" y="201291"/>
                  </a:cubicBezTo>
                  <a:lnTo>
                    <a:pt x="69275" y="201291"/>
                  </a:lnTo>
                  <a:cubicBezTo>
                    <a:pt x="73085" y="204911"/>
                    <a:pt x="73275" y="210911"/>
                    <a:pt x="69656" y="214721"/>
                  </a:cubicBezTo>
                  <a:lnTo>
                    <a:pt x="69656" y="214721"/>
                  </a:lnTo>
                  <a:cubicBezTo>
                    <a:pt x="67751" y="216817"/>
                    <a:pt x="65274" y="217769"/>
                    <a:pt x="62702" y="217769"/>
                  </a:cubicBezTo>
                  <a:lnTo>
                    <a:pt x="62702" y="217769"/>
                  </a:lnTo>
                  <a:cubicBezTo>
                    <a:pt x="60416" y="217769"/>
                    <a:pt x="58035" y="216912"/>
                    <a:pt x="56225" y="215198"/>
                  </a:cubicBezTo>
                  <a:close/>
                  <a:moveTo>
                    <a:pt x="82800" y="186813"/>
                  </a:moveTo>
                  <a:cubicBezTo>
                    <a:pt x="78990" y="183194"/>
                    <a:pt x="78800" y="177193"/>
                    <a:pt x="82419" y="173383"/>
                  </a:cubicBezTo>
                  <a:lnTo>
                    <a:pt x="82419" y="173383"/>
                  </a:lnTo>
                  <a:cubicBezTo>
                    <a:pt x="85943" y="169573"/>
                    <a:pt x="92039" y="169382"/>
                    <a:pt x="95849" y="172907"/>
                  </a:cubicBezTo>
                  <a:lnTo>
                    <a:pt x="95849" y="172907"/>
                  </a:lnTo>
                  <a:cubicBezTo>
                    <a:pt x="99659" y="176526"/>
                    <a:pt x="99850" y="182527"/>
                    <a:pt x="96326" y="186432"/>
                  </a:cubicBezTo>
                  <a:lnTo>
                    <a:pt x="96326" y="186432"/>
                  </a:lnTo>
                  <a:cubicBezTo>
                    <a:pt x="94421" y="188337"/>
                    <a:pt x="91849" y="189385"/>
                    <a:pt x="89372" y="189385"/>
                  </a:cubicBezTo>
                  <a:lnTo>
                    <a:pt x="89372" y="189385"/>
                  </a:lnTo>
                  <a:cubicBezTo>
                    <a:pt x="86991" y="189385"/>
                    <a:pt x="84705" y="188528"/>
                    <a:pt x="82800" y="186813"/>
                  </a:cubicBezTo>
                  <a:close/>
                  <a:moveTo>
                    <a:pt x="109375" y="158429"/>
                  </a:moveTo>
                  <a:cubicBezTo>
                    <a:pt x="105565" y="154809"/>
                    <a:pt x="105374" y="148808"/>
                    <a:pt x="108994" y="144998"/>
                  </a:cubicBezTo>
                  <a:lnTo>
                    <a:pt x="108994" y="144998"/>
                  </a:lnTo>
                  <a:cubicBezTo>
                    <a:pt x="112613" y="141093"/>
                    <a:pt x="118614" y="140903"/>
                    <a:pt x="122424" y="144522"/>
                  </a:cubicBezTo>
                  <a:lnTo>
                    <a:pt x="122424" y="144522"/>
                  </a:lnTo>
                  <a:cubicBezTo>
                    <a:pt x="126234" y="148142"/>
                    <a:pt x="126520" y="154142"/>
                    <a:pt x="122900" y="158048"/>
                  </a:cubicBezTo>
                  <a:lnTo>
                    <a:pt x="122900" y="158048"/>
                  </a:lnTo>
                  <a:cubicBezTo>
                    <a:pt x="120995" y="159953"/>
                    <a:pt x="118519" y="161000"/>
                    <a:pt x="115947" y="161000"/>
                  </a:cubicBezTo>
                  <a:lnTo>
                    <a:pt x="115947" y="161000"/>
                  </a:lnTo>
                  <a:cubicBezTo>
                    <a:pt x="113566" y="161000"/>
                    <a:pt x="111280" y="160143"/>
                    <a:pt x="109375" y="158429"/>
                  </a:cubicBezTo>
                  <a:close/>
                  <a:moveTo>
                    <a:pt x="136045" y="130044"/>
                  </a:moveTo>
                  <a:cubicBezTo>
                    <a:pt x="132235" y="126425"/>
                    <a:pt x="132044" y="120424"/>
                    <a:pt x="135569" y="116614"/>
                  </a:cubicBezTo>
                  <a:lnTo>
                    <a:pt x="135569" y="116614"/>
                  </a:lnTo>
                  <a:cubicBezTo>
                    <a:pt x="139188" y="112709"/>
                    <a:pt x="145189" y="112518"/>
                    <a:pt x="149094" y="116138"/>
                  </a:cubicBezTo>
                  <a:lnTo>
                    <a:pt x="149094" y="116138"/>
                  </a:lnTo>
                  <a:cubicBezTo>
                    <a:pt x="152904" y="119757"/>
                    <a:pt x="153095" y="125758"/>
                    <a:pt x="149475" y="129568"/>
                  </a:cubicBezTo>
                  <a:lnTo>
                    <a:pt x="149475" y="129568"/>
                  </a:lnTo>
                  <a:cubicBezTo>
                    <a:pt x="147665" y="131663"/>
                    <a:pt x="145094" y="132616"/>
                    <a:pt x="142522" y="132616"/>
                  </a:cubicBezTo>
                  <a:lnTo>
                    <a:pt x="142522" y="132616"/>
                  </a:lnTo>
                  <a:cubicBezTo>
                    <a:pt x="140236" y="132616"/>
                    <a:pt x="137855" y="131759"/>
                    <a:pt x="136045" y="130044"/>
                  </a:cubicBezTo>
                  <a:close/>
                  <a:moveTo>
                    <a:pt x="162620" y="101660"/>
                  </a:moveTo>
                  <a:cubicBezTo>
                    <a:pt x="158810" y="98040"/>
                    <a:pt x="158619" y="92039"/>
                    <a:pt x="162239" y="88134"/>
                  </a:cubicBezTo>
                  <a:lnTo>
                    <a:pt x="162239" y="88134"/>
                  </a:lnTo>
                  <a:cubicBezTo>
                    <a:pt x="165763" y="84419"/>
                    <a:pt x="171859" y="84134"/>
                    <a:pt x="175669" y="87753"/>
                  </a:cubicBezTo>
                  <a:lnTo>
                    <a:pt x="175669" y="87753"/>
                  </a:lnTo>
                  <a:cubicBezTo>
                    <a:pt x="179479" y="91373"/>
                    <a:pt x="179669" y="97373"/>
                    <a:pt x="176145" y="101183"/>
                  </a:cubicBezTo>
                  <a:lnTo>
                    <a:pt x="176145" y="101183"/>
                  </a:lnTo>
                  <a:cubicBezTo>
                    <a:pt x="174240" y="103184"/>
                    <a:pt x="171668" y="104231"/>
                    <a:pt x="169097" y="104231"/>
                  </a:cubicBezTo>
                  <a:lnTo>
                    <a:pt x="169097" y="104231"/>
                  </a:lnTo>
                  <a:cubicBezTo>
                    <a:pt x="166811" y="104231"/>
                    <a:pt x="164525" y="103374"/>
                    <a:pt x="162620" y="101660"/>
                  </a:cubicBezTo>
                  <a:close/>
                  <a:moveTo>
                    <a:pt x="189290" y="73275"/>
                  </a:moveTo>
                  <a:cubicBezTo>
                    <a:pt x="185384" y="69656"/>
                    <a:pt x="185194" y="63655"/>
                    <a:pt x="188813" y="59845"/>
                  </a:cubicBezTo>
                  <a:lnTo>
                    <a:pt x="188813" y="59845"/>
                  </a:lnTo>
                  <a:cubicBezTo>
                    <a:pt x="192433" y="55940"/>
                    <a:pt x="198434" y="55749"/>
                    <a:pt x="202244" y="59369"/>
                  </a:cubicBezTo>
                  <a:lnTo>
                    <a:pt x="202244" y="59369"/>
                  </a:lnTo>
                  <a:cubicBezTo>
                    <a:pt x="206149" y="62988"/>
                    <a:pt x="206339" y="68989"/>
                    <a:pt x="202720" y="72799"/>
                  </a:cubicBezTo>
                  <a:lnTo>
                    <a:pt x="202720" y="72799"/>
                  </a:lnTo>
                  <a:cubicBezTo>
                    <a:pt x="200815" y="74799"/>
                    <a:pt x="198338" y="75847"/>
                    <a:pt x="195767" y="75847"/>
                  </a:cubicBezTo>
                  <a:lnTo>
                    <a:pt x="195767" y="75847"/>
                  </a:lnTo>
                  <a:cubicBezTo>
                    <a:pt x="193385" y="75847"/>
                    <a:pt x="191099" y="74990"/>
                    <a:pt x="189290" y="73275"/>
                  </a:cubicBezTo>
                  <a:close/>
                  <a:moveTo>
                    <a:pt x="215864" y="44891"/>
                  </a:moveTo>
                  <a:cubicBezTo>
                    <a:pt x="212054" y="41271"/>
                    <a:pt x="211864" y="35270"/>
                    <a:pt x="215388" y="31365"/>
                  </a:cubicBezTo>
                  <a:lnTo>
                    <a:pt x="215388" y="31365"/>
                  </a:lnTo>
                  <a:cubicBezTo>
                    <a:pt x="219008" y="27555"/>
                    <a:pt x="225008" y="27365"/>
                    <a:pt x="228914" y="30984"/>
                  </a:cubicBezTo>
                  <a:lnTo>
                    <a:pt x="228914" y="30984"/>
                  </a:lnTo>
                  <a:cubicBezTo>
                    <a:pt x="232724" y="34604"/>
                    <a:pt x="232914" y="40604"/>
                    <a:pt x="229295" y="44414"/>
                  </a:cubicBezTo>
                  <a:lnTo>
                    <a:pt x="229295" y="44414"/>
                  </a:lnTo>
                  <a:cubicBezTo>
                    <a:pt x="227485" y="46415"/>
                    <a:pt x="224913" y="47462"/>
                    <a:pt x="222341" y="47462"/>
                  </a:cubicBezTo>
                  <a:lnTo>
                    <a:pt x="222341" y="47462"/>
                  </a:lnTo>
                  <a:cubicBezTo>
                    <a:pt x="220055" y="47462"/>
                    <a:pt x="217674" y="46605"/>
                    <a:pt x="215864" y="44891"/>
                  </a:cubicBezTo>
                  <a:close/>
                  <a:moveTo>
                    <a:pt x="242439" y="16506"/>
                  </a:moveTo>
                  <a:cubicBezTo>
                    <a:pt x="238629" y="12887"/>
                    <a:pt x="238439" y="6886"/>
                    <a:pt x="242058" y="2981"/>
                  </a:cubicBezTo>
                  <a:lnTo>
                    <a:pt x="242058" y="2981"/>
                  </a:lnTo>
                  <a:cubicBezTo>
                    <a:pt x="245678" y="-829"/>
                    <a:pt x="251678" y="-1020"/>
                    <a:pt x="255488" y="2600"/>
                  </a:cubicBezTo>
                  <a:lnTo>
                    <a:pt x="255488" y="2600"/>
                  </a:lnTo>
                  <a:cubicBezTo>
                    <a:pt x="259298" y="6124"/>
                    <a:pt x="259489" y="12220"/>
                    <a:pt x="255965" y="16030"/>
                  </a:cubicBezTo>
                  <a:lnTo>
                    <a:pt x="255965" y="16030"/>
                  </a:lnTo>
                  <a:cubicBezTo>
                    <a:pt x="254060" y="18030"/>
                    <a:pt x="251488" y="19078"/>
                    <a:pt x="249011" y="19078"/>
                  </a:cubicBezTo>
                  <a:lnTo>
                    <a:pt x="249011" y="19078"/>
                  </a:lnTo>
                  <a:cubicBezTo>
                    <a:pt x="246630" y="19078"/>
                    <a:pt x="244344" y="18221"/>
                    <a:pt x="242439" y="1650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6E1D7B0-0D70-B917-CF4C-6DE6AB640C12}"/>
                </a:ext>
              </a:extLst>
            </p:cNvPr>
            <p:cNvSpPr/>
            <p:nvPr/>
          </p:nvSpPr>
          <p:spPr>
            <a:xfrm>
              <a:off x="6401469" y="3213927"/>
              <a:ext cx="136581" cy="374138"/>
            </a:xfrm>
            <a:custGeom>
              <a:avLst/>
              <a:gdLst>
                <a:gd name="connsiteX0" fmla="*/ 6474 w 136581"/>
                <a:gd name="connsiteY0" fmla="*/ 373663 h 374138"/>
                <a:gd name="connsiteX1" fmla="*/ 473 w 136581"/>
                <a:gd name="connsiteY1" fmla="*/ 361661 h 374138"/>
                <a:gd name="connsiteX2" fmla="*/ 473 w 136581"/>
                <a:gd name="connsiteY2" fmla="*/ 361661 h 374138"/>
                <a:gd name="connsiteX3" fmla="*/ 12475 w 136581"/>
                <a:gd name="connsiteY3" fmla="*/ 355565 h 374138"/>
                <a:gd name="connsiteX4" fmla="*/ 12475 w 136581"/>
                <a:gd name="connsiteY4" fmla="*/ 355565 h 374138"/>
                <a:gd name="connsiteX5" fmla="*/ 18571 w 136581"/>
                <a:gd name="connsiteY5" fmla="*/ 367662 h 374138"/>
                <a:gd name="connsiteX6" fmla="*/ 18571 w 136581"/>
                <a:gd name="connsiteY6" fmla="*/ 367662 h 374138"/>
                <a:gd name="connsiteX7" fmla="*/ 9522 w 136581"/>
                <a:gd name="connsiteY7" fmla="*/ 374139 h 374138"/>
                <a:gd name="connsiteX8" fmla="*/ 9522 w 136581"/>
                <a:gd name="connsiteY8" fmla="*/ 374139 h 374138"/>
                <a:gd name="connsiteX9" fmla="*/ 6474 w 136581"/>
                <a:gd name="connsiteY9" fmla="*/ 373663 h 374138"/>
                <a:gd name="connsiteX10" fmla="*/ 18190 w 136581"/>
                <a:gd name="connsiteY10" fmla="*/ 338135 h 374138"/>
                <a:gd name="connsiteX11" fmla="*/ 12189 w 136581"/>
                <a:gd name="connsiteY11" fmla="*/ 326133 h 374138"/>
                <a:gd name="connsiteX12" fmla="*/ 12189 w 136581"/>
                <a:gd name="connsiteY12" fmla="*/ 326133 h 374138"/>
                <a:gd name="connsiteX13" fmla="*/ 24190 w 136581"/>
                <a:gd name="connsiteY13" fmla="*/ 320037 h 374138"/>
                <a:gd name="connsiteX14" fmla="*/ 24190 w 136581"/>
                <a:gd name="connsiteY14" fmla="*/ 320037 h 374138"/>
                <a:gd name="connsiteX15" fmla="*/ 30286 w 136581"/>
                <a:gd name="connsiteY15" fmla="*/ 332134 h 374138"/>
                <a:gd name="connsiteX16" fmla="*/ 30286 w 136581"/>
                <a:gd name="connsiteY16" fmla="*/ 332134 h 374138"/>
                <a:gd name="connsiteX17" fmla="*/ 21238 w 136581"/>
                <a:gd name="connsiteY17" fmla="*/ 338611 h 374138"/>
                <a:gd name="connsiteX18" fmla="*/ 21238 w 136581"/>
                <a:gd name="connsiteY18" fmla="*/ 338611 h 374138"/>
                <a:gd name="connsiteX19" fmla="*/ 18190 w 136581"/>
                <a:gd name="connsiteY19" fmla="*/ 338135 h 374138"/>
                <a:gd name="connsiteX20" fmla="*/ 30001 w 136581"/>
                <a:gd name="connsiteY20" fmla="*/ 302606 h 374138"/>
                <a:gd name="connsiteX21" fmla="*/ 24000 w 136581"/>
                <a:gd name="connsiteY21" fmla="*/ 290605 h 374138"/>
                <a:gd name="connsiteX22" fmla="*/ 24000 w 136581"/>
                <a:gd name="connsiteY22" fmla="*/ 290605 h 374138"/>
                <a:gd name="connsiteX23" fmla="*/ 36001 w 136581"/>
                <a:gd name="connsiteY23" fmla="*/ 284509 h 374138"/>
                <a:gd name="connsiteX24" fmla="*/ 36001 w 136581"/>
                <a:gd name="connsiteY24" fmla="*/ 284509 h 374138"/>
                <a:gd name="connsiteX25" fmla="*/ 42002 w 136581"/>
                <a:gd name="connsiteY25" fmla="*/ 296606 h 374138"/>
                <a:gd name="connsiteX26" fmla="*/ 42002 w 136581"/>
                <a:gd name="connsiteY26" fmla="*/ 296606 h 374138"/>
                <a:gd name="connsiteX27" fmla="*/ 32953 w 136581"/>
                <a:gd name="connsiteY27" fmla="*/ 303083 h 374138"/>
                <a:gd name="connsiteX28" fmla="*/ 32953 w 136581"/>
                <a:gd name="connsiteY28" fmla="*/ 303083 h 374138"/>
                <a:gd name="connsiteX29" fmla="*/ 30001 w 136581"/>
                <a:gd name="connsiteY29" fmla="*/ 302606 h 374138"/>
                <a:gd name="connsiteX30" fmla="*/ 41812 w 136581"/>
                <a:gd name="connsiteY30" fmla="*/ 267173 h 374138"/>
                <a:gd name="connsiteX31" fmla="*/ 35716 w 136581"/>
                <a:gd name="connsiteY31" fmla="*/ 255077 h 374138"/>
                <a:gd name="connsiteX32" fmla="*/ 35716 w 136581"/>
                <a:gd name="connsiteY32" fmla="*/ 255077 h 374138"/>
                <a:gd name="connsiteX33" fmla="*/ 47717 w 136581"/>
                <a:gd name="connsiteY33" fmla="*/ 248981 h 374138"/>
                <a:gd name="connsiteX34" fmla="*/ 47717 w 136581"/>
                <a:gd name="connsiteY34" fmla="*/ 248981 h 374138"/>
                <a:gd name="connsiteX35" fmla="*/ 53813 w 136581"/>
                <a:gd name="connsiteY35" fmla="*/ 261077 h 374138"/>
                <a:gd name="connsiteX36" fmla="*/ 53813 w 136581"/>
                <a:gd name="connsiteY36" fmla="*/ 261077 h 374138"/>
                <a:gd name="connsiteX37" fmla="*/ 44764 w 136581"/>
                <a:gd name="connsiteY37" fmla="*/ 267650 h 374138"/>
                <a:gd name="connsiteX38" fmla="*/ 44764 w 136581"/>
                <a:gd name="connsiteY38" fmla="*/ 267650 h 374138"/>
                <a:gd name="connsiteX39" fmla="*/ 41812 w 136581"/>
                <a:gd name="connsiteY39" fmla="*/ 267173 h 374138"/>
                <a:gd name="connsiteX40" fmla="*/ 53528 w 136581"/>
                <a:gd name="connsiteY40" fmla="*/ 231645 h 374138"/>
                <a:gd name="connsiteX41" fmla="*/ 47432 w 136581"/>
                <a:gd name="connsiteY41" fmla="*/ 219548 h 374138"/>
                <a:gd name="connsiteX42" fmla="*/ 47432 w 136581"/>
                <a:gd name="connsiteY42" fmla="*/ 219548 h 374138"/>
                <a:gd name="connsiteX43" fmla="*/ 59528 w 136581"/>
                <a:gd name="connsiteY43" fmla="*/ 213548 h 374138"/>
                <a:gd name="connsiteX44" fmla="*/ 59528 w 136581"/>
                <a:gd name="connsiteY44" fmla="*/ 213548 h 374138"/>
                <a:gd name="connsiteX45" fmla="*/ 65529 w 136581"/>
                <a:gd name="connsiteY45" fmla="*/ 225549 h 374138"/>
                <a:gd name="connsiteX46" fmla="*/ 65529 w 136581"/>
                <a:gd name="connsiteY46" fmla="*/ 225549 h 374138"/>
                <a:gd name="connsiteX47" fmla="*/ 56480 w 136581"/>
                <a:gd name="connsiteY47" fmla="*/ 232121 h 374138"/>
                <a:gd name="connsiteX48" fmla="*/ 56480 w 136581"/>
                <a:gd name="connsiteY48" fmla="*/ 232121 h 374138"/>
                <a:gd name="connsiteX49" fmla="*/ 53528 w 136581"/>
                <a:gd name="connsiteY49" fmla="*/ 231645 h 374138"/>
                <a:gd name="connsiteX50" fmla="*/ 65243 w 136581"/>
                <a:gd name="connsiteY50" fmla="*/ 196117 h 374138"/>
                <a:gd name="connsiteX51" fmla="*/ 59243 w 136581"/>
                <a:gd name="connsiteY51" fmla="*/ 184020 h 374138"/>
                <a:gd name="connsiteX52" fmla="*/ 59243 w 136581"/>
                <a:gd name="connsiteY52" fmla="*/ 184020 h 374138"/>
                <a:gd name="connsiteX53" fmla="*/ 71244 w 136581"/>
                <a:gd name="connsiteY53" fmla="*/ 178019 h 374138"/>
                <a:gd name="connsiteX54" fmla="*/ 71244 w 136581"/>
                <a:gd name="connsiteY54" fmla="*/ 178019 h 374138"/>
                <a:gd name="connsiteX55" fmla="*/ 77340 w 136581"/>
                <a:gd name="connsiteY55" fmla="*/ 190021 h 374138"/>
                <a:gd name="connsiteX56" fmla="*/ 77340 w 136581"/>
                <a:gd name="connsiteY56" fmla="*/ 190021 h 374138"/>
                <a:gd name="connsiteX57" fmla="*/ 68291 w 136581"/>
                <a:gd name="connsiteY57" fmla="*/ 196593 h 374138"/>
                <a:gd name="connsiteX58" fmla="*/ 68291 w 136581"/>
                <a:gd name="connsiteY58" fmla="*/ 196593 h 374138"/>
                <a:gd name="connsiteX59" fmla="*/ 65243 w 136581"/>
                <a:gd name="connsiteY59" fmla="*/ 196117 h 374138"/>
                <a:gd name="connsiteX60" fmla="*/ 77054 w 136581"/>
                <a:gd name="connsiteY60" fmla="*/ 160588 h 374138"/>
                <a:gd name="connsiteX61" fmla="*/ 70958 w 136581"/>
                <a:gd name="connsiteY61" fmla="*/ 148587 h 374138"/>
                <a:gd name="connsiteX62" fmla="*/ 70958 w 136581"/>
                <a:gd name="connsiteY62" fmla="*/ 148587 h 374138"/>
                <a:gd name="connsiteX63" fmla="*/ 83055 w 136581"/>
                <a:gd name="connsiteY63" fmla="*/ 142491 h 374138"/>
                <a:gd name="connsiteX64" fmla="*/ 83055 w 136581"/>
                <a:gd name="connsiteY64" fmla="*/ 142491 h 374138"/>
                <a:gd name="connsiteX65" fmla="*/ 89056 w 136581"/>
                <a:gd name="connsiteY65" fmla="*/ 154588 h 374138"/>
                <a:gd name="connsiteX66" fmla="*/ 89056 w 136581"/>
                <a:gd name="connsiteY66" fmla="*/ 154588 h 374138"/>
                <a:gd name="connsiteX67" fmla="*/ 80007 w 136581"/>
                <a:gd name="connsiteY67" fmla="*/ 161065 h 374138"/>
                <a:gd name="connsiteX68" fmla="*/ 80007 w 136581"/>
                <a:gd name="connsiteY68" fmla="*/ 161065 h 374138"/>
                <a:gd name="connsiteX69" fmla="*/ 77054 w 136581"/>
                <a:gd name="connsiteY69" fmla="*/ 160588 h 374138"/>
                <a:gd name="connsiteX70" fmla="*/ 88770 w 136581"/>
                <a:gd name="connsiteY70" fmla="*/ 125156 h 374138"/>
                <a:gd name="connsiteX71" fmla="*/ 82769 w 136581"/>
                <a:gd name="connsiteY71" fmla="*/ 113059 h 374138"/>
                <a:gd name="connsiteX72" fmla="*/ 82769 w 136581"/>
                <a:gd name="connsiteY72" fmla="*/ 113059 h 374138"/>
                <a:gd name="connsiteX73" fmla="*/ 94771 w 136581"/>
                <a:gd name="connsiteY73" fmla="*/ 106963 h 374138"/>
                <a:gd name="connsiteX74" fmla="*/ 94771 w 136581"/>
                <a:gd name="connsiteY74" fmla="*/ 106963 h 374138"/>
                <a:gd name="connsiteX75" fmla="*/ 100867 w 136581"/>
                <a:gd name="connsiteY75" fmla="*/ 119059 h 374138"/>
                <a:gd name="connsiteX76" fmla="*/ 100867 w 136581"/>
                <a:gd name="connsiteY76" fmla="*/ 119059 h 374138"/>
                <a:gd name="connsiteX77" fmla="*/ 91723 w 136581"/>
                <a:gd name="connsiteY77" fmla="*/ 125536 h 374138"/>
                <a:gd name="connsiteX78" fmla="*/ 91723 w 136581"/>
                <a:gd name="connsiteY78" fmla="*/ 125536 h 374138"/>
                <a:gd name="connsiteX79" fmla="*/ 88770 w 136581"/>
                <a:gd name="connsiteY79" fmla="*/ 125156 h 374138"/>
                <a:gd name="connsiteX80" fmla="*/ 100581 w 136581"/>
                <a:gd name="connsiteY80" fmla="*/ 89627 h 374138"/>
                <a:gd name="connsiteX81" fmla="*/ 94485 w 136581"/>
                <a:gd name="connsiteY81" fmla="*/ 77531 h 374138"/>
                <a:gd name="connsiteX82" fmla="*/ 94485 w 136581"/>
                <a:gd name="connsiteY82" fmla="*/ 77531 h 374138"/>
                <a:gd name="connsiteX83" fmla="*/ 106486 w 136581"/>
                <a:gd name="connsiteY83" fmla="*/ 71434 h 374138"/>
                <a:gd name="connsiteX84" fmla="*/ 106486 w 136581"/>
                <a:gd name="connsiteY84" fmla="*/ 71434 h 374138"/>
                <a:gd name="connsiteX85" fmla="*/ 112582 w 136581"/>
                <a:gd name="connsiteY85" fmla="*/ 83531 h 374138"/>
                <a:gd name="connsiteX86" fmla="*/ 112582 w 136581"/>
                <a:gd name="connsiteY86" fmla="*/ 83531 h 374138"/>
                <a:gd name="connsiteX87" fmla="*/ 103534 w 136581"/>
                <a:gd name="connsiteY87" fmla="*/ 90104 h 374138"/>
                <a:gd name="connsiteX88" fmla="*/ 103534 w 136581"/>
                <a:gd name="connsiteY88" fmla="*/ 90104 h 374138"/>
                <a:gd name="connsiteX89" fmla="*/ 100581 w 136581"/>
                <a:gd name="connsiteY89" fmla="*/ 89627 h 374138"/>
                <a:gd name="connsiteX90" fmla="*/ 112297 w 136581"/>
                <a:gd name="connsiteY90" fmla="*/ 54099 h 374138"/>
                <a:gd name="connsiteX91" fmla="*/ 106296 w 136581"/>
                <a:gd name="connsiteY91" fmla="*/ 42002 h 374138"/>
                <a:gd name="connsiteX92" fmla="*/ 106296 w 136581"/>
                <a:gd name="connsiteY92" fmla="*/ 42002 h 374138"/>
                <a:gd name="connsiteX93" fmla="*/ 118297 w 136581"/>
                <a:gd name="connsiteY93" fmla="*/ 36002 h 374138"/>
                <a:gd name="connsiteX94" fmla="*/ 118297 w 136581"/>
                <a:gd name="connsiteY94" fmla="*/ 36002 h 374138"/>
                <a:gd name="connsiteX95" fmla="*/ 124298 w 136581"/>
                <a:gd name="connsiteY95" fmla="*/ 48003 h 374138"/>
                <a:gd name="connsiteX96" fmla="*/ 124298 w 136581"/>
                <a:gd name="connsiteY96" fmla="*/ 48003 h 374138"/>
                <a:gd name="connsiteX97" fmla="*/ 115345 w 136581"/>
                <a:gd name="connsiteY97" fmla="*/ 54575 h 374138"/>
                <a:gd name="connsiteX98" fmla="*/ 115345 w 136581"/>
                <a:gd name="connsiteY98" fmla="*/ 54575 h 374138"/>
                <a:gd name="connsiteX99" fmla="*/ 112297 w 136581"/>
                <a:gd name="connsiteY99" fmla="*/ 54099 h 374138"/>
                <a:gd name="connsiteX100" fmla="*/ 124108 w 136581"/>
                <a:gd name="connsiteY100" fmla="*/ 18571 h 374138"/>
                <a:gd name="connsiteX101" fmla="*/ 118012 w 136581"/>
                <a:gd name="connsiteY101" fmla="*/ 6474 h 374138"/>
                <a:gd name="connsiteX102" fmla="*/ 118012 w 136581"/>
                <a:gd name="connsiteY102" fmla="*/ 6474 h 374138"/>
                <a:gd name="connsiteX103" fmla="*/ 130013 w 136581"/>
                <a:gd name="connsiteY103" fmla="*/ 473 h 374138"/>
                <a:gd name="connsiteX104" fmla="*/ 130013 w 136581"/>
                <a:gd name="connsiteY104" fmla="*/ 473 h 374138"/>
                <a:gd name="connsiteX105" fmla="*/ 136109 w 136581"/>
                <a:gd name="connsiteY105" fmla="*/ 12475 h 374138"/>
                <a:gd name="connsiteX106" fmla="*/ 136109 w 136581"/>
                <a:gd name="connsiteY106" fmla="*/ 12475 h 374138"/>
                <a:gd name="connsiteX107" fmla="*/ 127061 w 136581"/>
                <a:gd name="connsiteY107" fmla="*/ 19047 h 374138"/>
                <a:gd name="connsiteX108" fmla="*/ 127061 w 136581"/>
                <a:gd name="connsiteY108" fmla="*/ 19047 h 374138"/>
                <a:gd name="connsiteX109" fmla="*/ 124108 w 136581"/>
                <a:gd name="connsiteY109" fmla="*/ 18571 h 37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36581" h="374138">
                  <a:moveTo>
                    <a:pt x="6474" y="373663"/>
                  </a:moveTo>
                  <a:cubicBezTo>
                    <a:pt x="1521" y="372044"/>
                    <a:pt x="-1146" y="366614"/>
                    <a:pt x="473" y="361661"/>
                  </a:cubicBezTo>
                  <a:lnTo>
                    <a:pt x="473" y="361661"/>
                  </a:lnTo>
                  <a:cubicBezTo>
                    <a:pt x="2093" y="356613"/>
                    <a:pt x="7522" y="353946"/>
                    <a:pt x="12475" y="355565"/>
                  </a:cubicBezTo>
                  <a:lnTo>
                    <a:pt x="12475" y="355565"/>
                  </a:lnTo>
                  <a:cubicBezTo>
                    <a:pt x="17523" y="357185"/>
                    <a:pt x="20190" y="362614"/>
                    <a:pt x="18571" y="367662"/>
                  </a:cubicBezTo>
                  <a:lnTo>
                    <a:pt x="18571" y="367662"/>
                  </a:lnTo>
                  <a:cubicBezTo>
                    <a:pt x="17237" y="371567"/>
                    <a:pt x="13522" y="374139"/>
                    <a:pt x="9522" y="374139"/>
                  </a:cubicBezTo>
                  <a:lnTo>
                    <a:pt x="9522" y="374139"/>
                  </a:lnTo>
                  <a:cubicBezTo>
                    <a:pt x="8474" y="374139"/>
                    <a:pt x="7522" y="373949"/>
                    <a:pt x="6474" y="373663"/>
                  </a:cubicBezTo>
                  <a:close/>
                  <a:moveTo>
                    <a:pt x="18190" y="338135"/>
                  </a:moveTo>
                  <a:cubicBezTo>
                    <a:pt x="13237" y="336515"/>
                    <a:pt x="10570" y="331086"/>
                    <a:pt x="12189" y="326133"/>
                  </a:cubicBezTo>
                  <a:lnTo>
                    <a:pt x="12189" y="326133"/>
                  </a:lnTo>
                  <a:cubicBezTo>
                    <a:pt x="13808" y="321085"/>
                    <a:pt x="19237" y="318418"/>
                    <a:pt x="24190" y="320037"/>
                  </a:cubicBezTo>
                  <a:lnTo>
                    <a:pt x="24190" y="320037"/>
                  </a:lnTo>
                  <a:cubicBezTo>
                    <a:pt x="29239" y="321656"/>
                    <a:pt x="31906" y="327086"/>
                    <a:pt x="30286" y="332134"/>
                  </a:cubicBezTo>
                  <a:lnTo>
                    <a:pt x="30286" y="332134"/>
                  </a:lnTo>
                  <a:cubicBezTo>
                    <a:pt x="28953" y="336134"/>
                    <a:pt x="25238" y="338611"/>
                    <a:pt x="21238" y="338611"/>
                  </a:cubicBezTo>
                  <a:lnTo>
                    <a:pt x="21238" y="338611"/>
                  </a:lnTo>
                  <a:cubicBezTo>
                    <a:pt x="20285" y="338611"/>
                    <a:pt x="19237" y="338420"/>
                    <a:pt x="18190" y="338135"/>
                  </a:cubicBezTo>
                  <a:close/>
                  <a:moveTo>
                    <a:pt x="30001" y="302606"/>
                  </a:moveTo>
                  <a:cubicBezTo>
                    <a:pt x="25048" y="300987"/>
                    <a:pt x="22286" y="295653"/>
                    <a:pt x="24000" y="290605"/>
                  </a:cubicBezTo>
                  <a:lnTo>
                    <a:pt x="24000" y="290605"/>
                  </a:lnTo>
                  <a:cubicBezTo>
                    <a:pt x="25619" y="285652"/>
                    <a:pt x="30953" y="282890"/>
                    <a:pt x="36001" y="284509"/>
                  </a:cubicBezTo>
                  <a:lnTo>
                    <a:pt x="36001" y="284509"/>
                  </a:lnTo>
                  <a:cubicBezTo>
                    <a:pt x="40955" y="286223"/>
                    <a:pt x="43717" y="291557"/>
                    <a:pt x="42002" y="296606"/>
                  </a:cubicBezTo>
                  <a:lnTo>
                    <a:pt x="42002" y="296606"/>
                  </a:lnTo>
                  <a:cubicBezTo>
                    <a:pt x="40669" y="300606"/>
                    <a:pt x="36954" y="303083"/>
                    <a:pt x="32953" y="303083"/>
                  </a:cubicBezTo>
                  <a:lnTo>
                    <a:pt x="32953" y="303083"/>
                  </a:lnTo>
                  <a:cubicBezTo>
                    <a:pt x="32001" y="303083"/>
                    <a:pt x="31049" y="302987"/>
                    <a:pt x="30001" y="302606"/>
                  </a:cubicBezTo>
                  <a:close/>
                  <a:moveTo>
                    <a:pt x="41812" y="267173"/>
                  </a:moveTo>
                  <a:cubicBezTo>
                    <a:pt x="36763" y="265459"/>
                    <a:pt x="34097" y="260125"/>
                    <a:pt x="35716" y="255077"/>
                  </a:cubicBezTo>
                  <a:lnTo>
                    <a:pt x="35716" y="255077"/>
                  </a:lnTo>
                  <a:cubicBezTo>
                    <a:pt x="37335" y="250124"/>
                    <a:pt x="42764" y="247361"/>
                    <a:pt x="47717" y="248981"/>
                  </a:cubicBezTo>
                  <a:lnTo>
                    <a:pt x="47717" y="248981"/>
                  </a:lnTo>
                  <a:cubicBezTo>
                    <a:pt x="52765" y="250695"/>
                    <a:pt x="55432" y="256029"/>
                    <a:pt x="53813" y="261077"/>
                  </a:cubicBezTo>
                  <a:lnTo>
                    <a:pt x="53813" y="261077"/>
                  </a:lnTo>
                  <a:cubicBezTo>
                    <a:pt x="52480" y="265078"/>
                    <a:pt x="48765" y="267650"/>
                    <a:pt x="44764" y="267650"/>
                  </a:cubicBezTo>
                  <a:lnTo>
                    <a:pt x="44764" y="267650"/>
                  </a:lnTo>
                  <a:cubicBezTo>
                    <a:pt x="43717" y="267650"/>
                    <a:pt x="42764" y="267459"/>
                    <a:pt x="41812" y="267173"/>
                  </a:cubicBezTo>
                  <a:close/>
                  <a:moveTo>
                    <a:pt x="53528" y="231645"/>
                  </a:moveTo>
                  <a:cubicBezTo>
                    <a:pt x="48479" y="229931"/>
                    <a:pt x="45812" y="224597"/>
                    <a:pt x="47432" y="219548"/>
                  </a:cubicBezTo>
                  <a:lnTo>
                    <a:pt x="47432" y="219548"/>
                  </a:lnTo>
                  <a:cubicBezTo>
                    <a:pt x="49146" y="214595"/>
                    <a:pt x="54480" y="211928"/>
                    <a:pt x="59528" y="213548"/>
                  </a:cubicBezTo>
                  <a:lnTo>
                    <a:pt x="59528" y="213548"/>
                  </a:lnTo>
                  <a:cubicBezTo>
                    <a:pt x="64481" y="215167"/>
                    <a:pt x="67243" y="220596"/>
                    <a:pt x="65529" y="225549"/>
                  </a:cubicBezTo>
                  <a:lnTo>
                    <a:pt x="65529" y="225549"/>
                  </a:lnTo>
                  <a:cubicBezTo>
                    <a:pt x="64195" y="229550"/>
                    <a:pt x="60481" y="232121"/>
                    <a:pt x="56480" y="232121"/>
                  </a:cubicBezTo>
                  <a:lnTo>
                    <a:pt x="56480" y="232121"/>
                  </a:lnTo>
                  <a:cubicBezTo>
                    <a:pt x="55528" y="232121"/>
                    <a:pt x="54480" y="231931"/>
                    <a:pt x="53528" y="231645"/>
                  </a:cubicBezTo>
                  <a:close/>
                  <a:moveTo>
                    <a:pt x="65243" y="196117"/>
                  </a:moveTo>
                  <a:cubicBezTo>
                    <a:pt x="60290" y="194498"/>
                    <a:pt x="57528" y="189068"/>
                    <a:pt x="59243" y="184020"/>
                  </a:cubicBezTo>
                  <a:lnTo>
                    <a:pt x="59243" y="184020"/>
                  </a:lnTo>
                  <a:cubicBezTo>
                    <a:pt x="60862" y="179067"/>
                    <a:pt x="66291" y="176400"/>
                    <a:pt x="71244" y="178019"/>
                  </a:cubicBezTo>
                  <a:lnTo>
                    <a:pt x="71244" y="178019"/>
                  </a:lnTo>
                  <a:cubicBezTo>
                    <a:pt x="76197" y="179638"/>
                    <a:pt x="78959" y="185068"/>
                    <a:pt x="77340" y="190021"/>
                  </a:cubicBezTo>
                  <a:lnTo>
                    <a:pt x="77340" y="190021"/>
                  </a:lnTo>
                  <a:cubicBezTo>
                    <a:pt x="76007" y="194021"/>
                    <a:pt x="72292" y="196593"/>
                    <a:pt x="68291" y="196593"/>
                  </a:cubicBezTo>
                  <a:lnTo>
                    <a:pt x="68291" y="196593"/>
                  </a:lnTo>
                  <a:cubicBezTo>
                    <a:pt x="67243" y="196593"/>
                    <a:pt x="66291" y="196403"/>
                    <a:pt x="65243" y="196117"/>
                  </a:cubicBezTo>
                  <a:close/>
                  <a:moveTo>
                    <a:pt x="77054" y="160588"/>
                  </a:moveTo>
                  <a:cubicBezTo>
                    <a:pt x="72006" y="158969"/>
                    <a:pt x="69339" y="153540"/>
                    <a:pt x="70958" y="148587"/>
                  </a:cubicBezTo>
                  <a:lnTo>
                    <a:pt x="70958" y="148587"/>
                  </a:lnTo>
                  <a:cubicBezTo>
                    <a:pt x="72673" y="143539"/>
                    <a:pt x="78007" y="140872"/>
                    <a:pt x="83055" y="142491"/>
                  </a:cubicBezTo>
                  <a:lnTo>
                    <a:pt x="83055" y="142491"/>
                  </a:lnTo>
                  <a:cubicBezTo>
                    <a:pt x="88008" y="144206"/>
                    <a:pt x="90675" y="149540"/>
                    <a:pt x="89056" y="154588"/>
                  </a:cubicBezTo>
                  <a:lnTo>
                    <a:pt x="89056" y="154588"/>
                  </a:lnTo>
                  <a:cubicBezTo>
                    <a:pt x="87722" y="158588"/>
                    <a:pt x="84007" y="161065"/>
                    <a:pt x="80007" y="161065"/>
                  </a:cubicBezTo>
                  <a:lnTo>
                    <a:pt x="80007" y="161065"/>
                  </a:lnTo>
                  <a:cubicBezTo>
                    <a:pt x="79055" y="161065"/>
                    <a:pt x="78007" y="160874"/>
                    <a:pt x="77054" y="160588"/>
                  </a:cubicBezTo>
                  <a:close/>
                  <a:moveTo>
                    <a:pt x="88770" y="125156"/>
                  </a:moveTo>
                  <a:cubicBezTo>
                    <a:pt x="83817" y="123441"/>
                    <a:pt x="81055" y="118107"/>
                    <a:pt x="82769" y="113059"/>
                  </a:cubicBezTo>
                  <a:lnTo>
                    <a:pt x="82769" y="113059"/>
                  </a:lnTo>
                  <a:cubicBezTo>
                    <a:pt x="84388" y="108106"/>
                    <a:pt x="89818" y="105344"/>
                    <a:pt x="94771" y="106963"/>
                  </a:cubicBezTo>
                  <a:lnTo>
                    <a:pt x="94771" y="106963"/>
                  </a:lnTo>
                  <a:cubicBezTo>
                    <a:pt x="99819" y="108677"/>
                    <a:pt x="102486" y="114011"/>
                    <a:pt x="100867" y="119059"/>
                  </a:cubicBezTo>
                  <a:lnTo>
                    <a:pt x="100867" y="119059"/>
                  </a:lnTo>
                  <a:cubicBezTo>
                    <a:pt x="99533" y="123060"/>
                    <a:pt x="95818" y="125536"/>
                    <a:pt x="91723" y="125536"/>
                  </a:cubicBezTo>
                  <a:lnTo>
                    <a:pt x="91723" y="125536"/>
                  </a:lnTo>
                  <a:cubicBezTo>
                    <a:pt x="90770" y="125536"/>
                    <a:pt x="89722" y="125536"/>
                    <a:pt x="88770" y="125156"/>
                  </a:cubicBezTo>
                  <a:close/>
                  <a:moveTo>
                    <a:pt x="100581" y="89627"/>
                  </a:moveTo>
                  <a:cubicBezTo>
                    <a:pt x="95533" y="87913"/>
                    <a:pt x="92866" y="82579"/>
                    <a:pt x="94485" y="77531"/>
                  </a:cubicBezTo>
                  <a:lnTo>
                    <a:pt x="94485" y="77531"/>
                  </a:lnTo>
                  <a:cubicBezTo>
                    <a:pt x="96199" y="72578"/>
                    <a:pt x="101534" y="69815"/>
                    <a:pt x="106486" y="71434"/>
                  </a:cubicBezTo>
                  <a:lnTo>
                    <a:pt x="106486" y="71434"/>
                  </a:lnTo>
                  <a:cubicBezTo>
                    <a:pt x="111535" y="73149"/>
                    <a:pt x="114202" y="78483"/>
                    <a:pt x="112582" y="83531"/>
                  </a:cubicBezTo>
                  <a:lnTo>
                    <a:pt x="112582" y="83531"/>
                  </a:lnTo>
                  <a:cubicBezTo>
                    <a:pt x="111249" y="87532"/>
                    <a:pt x="107534" y="90104"/>
                    <a:pt x="103534" y="90104"/>
                  </a:cubicBezTo>
                  <a:lnTo>
                    <a:pt x="103534" y="90104"/>
                  </a:lnTo>
                  <a:cubicBezTo>
                    <a:pt x="102581" y="90104"/>
                    <a:pt x="101534" y="89913"/>
                    <a:pt x="100581" y="89627"/>
                  </a:cubicBezTo>
                  <a:close/>
                  <a:moveTo>
                    <a:pt x="112297" y="54099"/>
                  </a:moveTo>
                  <a:cubicBezTo>
                    <a:pt x="107249" y="52480"/>
                    <a:pt x="104582" y="47051"/>
                    <a:pt x="106296" y="42002"/>
                  </a:cubicBezTo>
                  <a:lnTo>
                    <a:pt x="106296" y="42002"/>
                  </a:lnTo>
                  <a:cubicBezTo>
                    <a:pt x="107915" y="37049"/>
                    <a:pt x="113249" y="34382"/>
                    <a:pt x="118297" y="36002"/>
                  </a:cubicBezTo>
                  <a:lnTo>
                    <a:pt x="118297" y="36002"/>
                  </a:lnTo>
                  <a:cubicBezTo>
                    <a:pt x="123251" y="37621"/>
                    <a:pt x="126013" y="43050"/>
                    <a:pt x="124298" y="48003"/>
                  </a:cubicBezTo>
                  <a:lnTo>
                    <a:pt x="124298" y="48003"/>
                  </a:lnTo>
                  <a:cubicBezTo>
                    <a:pt x="122965" y="52004"/>
                    <a:pt x="119250" y="54575"/>
                    <a:pt x="115345" y="54575"/>
                  </a:cubicBezTo>
                  <a:lnTo>
                    <a:pt x="115345" y="54575"/>
                  </a:lnTo>
                  <a:cubicBezTo>
                    <a:pt x="114297" y="54575"/>
                    <a:pt x="113345" y="54385"/>
                    <a:pt x="112297" y="54099"/>
                  </a:cubicBezTo>
                  <a:close/>
                  <a:moveTo>
                    <a:pt x="124108" y="18571"/>
                  </a:moveTo>
                  <a:cubicBezTo>
                    <a:pt x="119059" y="16952"/>
                    <a:pt x="116393" y="11522"/>
                    <a:pt x="118012" y="6474"/>
                  </a:cubicBezTo>
                  <a:lnTo>
                    <a:pt x="118012" y="6474"/>
                  </a:lnTo>
                  <a:cubicBezTo>
                    <a:pt x="119631" y="1521"/>
                    <a:pt x="125060" y="-1146"/>
                    <a:pt x="130013" y="473"/>
                  </a:cubicBezTo>
                  <a:lnTo>
                    <a:pt x="130013" y="473"/>
                  </a:lnTo>
                  <a:cubicBezTo>
                    <a:pt x="135061" y="2092"/>
                    <a:pt x="137728" y="7522"/>
                    <a:pt x="136109" y="12475"/>
                  </a:cubicBezTo>
                  <a:lnTo>
                    <a:pt x="136109" y="12475"/>
                  </a:lnTo>
                  <a:cubicBezTo>
                    <a:pt x="134776" y="16475"/>
                    <a:pt x="131061" y="19047"/>
                    <a:pt x="127061" y="19047"/>
                  </a:cubicBezTo>
                  <a:lnTo>
                    <a:pt x="127061" y="19047"/>
                  </a:lnTo>
                  <a:cubicBezTo>
                    <a:pt x="126013" y="19047"/>
                    <a:pt x="125060" y="18857"/>
                    <a:pt x="124108" y="185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224769A-295F-6712-0A01-6E6CDF61143C}"/>
                </a:ext>
              </a:extLst>
            </p:cNvPr>
            <p:cNvSpPr/>
            <p:nvPr/>
          </p:nvSpPr>
          <p:spPr>
            <a:xfrm>
              <a:off x="6108371" y="3158478"/>
              <a:ext cx="280248" cy="433303"/>
            </a:xfrm>
            <a:custGeom>
              <a:avLst/>
              <a:gdLst>
                <a:gd name="connsiteX0" fmla="*/ 262711 w 280248"/>
                <a:gd name="connsiteY0" fmla="*/ 428827 h 433303"/>
                <a:gd name="connsiteX1" fmla="*/ 265664 w 280248"/>
                <a:gd name="connsiteY1" fmla="*/ 415682 h 433303"/>
                <a:gd name="connsiteX2" fmla="*/ 265664 w 280248"/>
                <a:gd name="connsiteY2" fmla="*/ 415682 h 433303"/>
                <a:gd name="connsiteX3" fmla="*/ 278808 w 280248"/>
                <a:gd name="connsiteY3" fmla="*/ 418635 h 433303"/>
                <a:gd name="connsiteX4" fmla="*/ 278808 w 280248"/>
                <a:gd name="connsiteY4" fmla="*/ 418635 h 433303"/>
                <a:gd name="connsiteX5" fmla="*/ 275855 w 280248"/>
                <a:gd name="connsiteY5" fmla="*/ 431780 h 433303"/>
                <a:gd name="connsiteX6" fmla="*/ 275855 w 280248"/>
                <a:gd name="connsiteY6" fmla="*/ 431780 h 433303"/>
                <a:gd name="connsiteX7" fmla="*/ 270807 w 280248"/>
                <a:gd name="connsiteY7" fmla="*/ 433304 h 433303"/>
                <a:gd name="connsiteX8" fmla="*/ 270807 w 280248"/>
                <a:gd name="connsiteY8" fmla="*/ 433304 h 433303"/>
                <a:gd name="connsiteX9" fmla="*/ 262711 w 280248"/>
                <a:gd name="connsiteY9" fmla="*/ 428827 h 433303"/>
                <a:gd name="connsiteX10" fmla="*/ 242613 w 280248"/>
                <a:gd name="connsiteY10" fmla="*/ 396918 h 433303"/>
                <a:gd name="connsiteX11" fmla="*/ 245566 w 280248"/>
                <a:gd name="connsiteY11" fmla="*/ 383869 h 433303"/>
                <a:gd name="connsiteX12" fmla="*/ 245566 w 280248"/>
                <a:gd name="connsiteY12" fmla="*/ 383869 h 433303"/>
                <a:gd name="connsiteX13" fmla="*/ 258710 w 280248"/>
                <a:gd name="connsiteY13" fmla="*/ 386822 h 433303"/>
                <a:gd name="connsiteX14" fmla="*/ 258710 w 280248"/>
                <a:gd name="connsiteY14" fmla="*/ 386822 h 433303"/>
                <a:gd name="connsiteX15" fmla="*/ 255758 w 280248"/>
                <a:gd name="connsiteY15" fmla="*/ 399966 h 433303"/>
                <a:gd name="connsiteX16" fmla="*/ 255758 w 280248"/>
                <a:gd name="connsiteY16" fmla="*/ 399966 h 433303"/>
                <a:gd name="connsiteX17" fmla="*/ 250709 w 280248"/>
                <a:gd name="connsiteY17" fmla="*/ 401395 h 433303"/>
                <a:gd name="connsiteX18" fmla="*/ 250709 w 280248"/>
                <a:gd name="connsiteY18" fmla="*/ 401395 h 433303"/>
                <a:gd name="connsiteX19" fmla="*/ 242613 w 280248"/>
                <a:gd name="connsiteY19" fmla="*/ 396918 h 433303"/>
                <a:gd name="connsiteX20" fmla="*/ 222516 w 280248"/>
                <a:gd name="connsiteY20" fmla="*/ 365105 h 433303"/>
                <a:gd name="connsiteX21" fmla="*/ 225468 w 280248"/>
                <a:gd name="connsiteY21" fmla="*/ 351960 h 433303"/>
                <a:gd name="connsiteX22" fmla="*/ 225468 w 280248"/>
                <a:gd name="connsiteY22" fmla="*/ 351960 h 433303"/>
                <a:gd name="connsiteX23" fmla="*/ 238613 w 280248"/>
                <a:gd name="connsiteY23" fmla="*/ 354913 h 433303"/>
                <a:gd name="connsiteX24" fmla="*/ 238613 w 280248"/>
                <a:gd name="connsiteY24" fmla="*/ 354913 h 433303"/>
                <a:gd name="connsiteX25" fmla="*/ 235660 w 280248"/>
                <a:gd name="connsiteY25" fmla="*/ 368057 h 433303"/>
                <a:gd name="connsiteX26" fmla="*/ 235660 w 280248"/>
                <a:gd name="connsiteY26" fmla="*/ 368057 h 433303"/>
                <a:gd name="connsiteX27" fmla="*/ 230612 w 280248"/>
                <a:gd name="connsiteY27" fmla="*/ 369581 h 433303"/>
                <a:gd name="connsiteX28" fmla="*/ 230612 w 280248"/>
                <a:gd name="connsiteY28" fmla="*/ 369581 h 433303"/>
                <a:gd name="connsiteX29" fmla="*/ 222516 w 280248"/>
                <a:gd name="connsiteY29" fmla="*/ 365105 h 433303"/>
                <a:gd name="connsiteX30" fmla="*/ 202418 w 280248"/>
                <a:gd name="connsiteY30" fmla="*/ 333291 h 433303"/>
                <a:gd name="connsiteX31" fmla="*/ 205370 w 280248"/>
                <a:gd name="connsiteY31" fmla="*/ 320051 h 433303"/>
                <a:gd name="connsiteX32" fmla="*/ 205370 w 280248"/>
                <a:gd name="connsiteY32" fmla="*/ 320051 h 433303"/>
                <a:gd name="connsiteX33" fmla="*/ 218515 w 280248"/>
                <a:gd name="connsiteY33" fmla="*/ 323099 h 433303"/>
                <a:gd name="connsiteX34" fmla="*/ 218515 w 280248"/>
                <a:gd name="connsiteY34" fmla="*/ 323099 h 433303"/>
                <a:gd name="connsiteX35" fmla="*/ 215562 w 280248"/>
                <a:gd name="connsiteY35" fmla="*/ 336244 h 433303"/>
                <a:gd name="connsiteX36" fmla="*/ 215562 w 280248"/>
                <a:gd name="connsiteY36" fmla="*/ 336244 h 433303"/>
                <a:gd name="connsiteX37" fmla="*/ 210514 w 280248"/>
                <a:gd name="connsiteY37" fmla="*/ 337673 h 433303"/>
                <a:gd name="connsiteX38" fmla="*/ 210514 w 280248"/>
                <a:gd name="connsiteY38" fmla="*/ 337673 h 433303"/>
                <a:gd name="connsiteX39" fmla="*/ 202418 w 280248"/>
                <a:gd name="connsiteY39" fmla="*/ 333291 h 433303"/>
                <a:gd name="connsiteX40" fmla="*/ 182320 w 280248"/>
                <a:gd name="connsiteY40" fmla="*/ 301382 h 433303"/>
                <a:gd name="connsiteX41" fmla="*/ 185273 w 280248"/>
                <a:gd name="connsiteY41" fmla="*/ 288238 h 433303"/>
                <a:gd name="connsiteX42" fmla="*/ 185273 w 280248"/>
                <a:gd name="connsiteY42" fmla="*/ 288238 h 433303"/>
                <a:gd name="connsiteX43" fmla="*/ 198417 w 280248"/>
                <a:gd name="connsiteY43" fmla="*/ 291191 h 433303"/>
                <a:gd name="connsiteX44" fmla="*/ 198417 w 280248"/>
                <a:gd name="connsiteY44" fmla="*/ 291191 h 433303"/>
                <a:gd name="connsiteX45" fmla="*/ 195464 w 280248"/>
                <a:gd name="connsiteY45" fmla="*/ 304335 h 433303"/>
                <a:gd name="connsiteX46" fmla="*/ 195464 w 280248"/>
                <a:gd name="connsiteY46" fmla="*/ 304335 h 433303"/>
                <a:gd name="connsiteX47" fmla="*/ 190416 w 280248"/>
                <a:gd name="connsiteY47" fmla="*/ 305859 h 433303"/>
                <a:gd name="connsiteX48" fmla="*/ 190416 w 280248"/>
                <a:gd name="connsiteY48" fmla="*/ 305859 h 433303"/>
                <a:gd name="connsiteX49" fmla="*/ 182320 w 280248"/>
                <a:gd name="connsiteY49" fmla="*/ 301382 h 433303"/>
                <a:gd name="connsiteX50" fmla="*/ 162222 w 280248"/>
                <a:gd name="connsiteY50" fmla="*/ 269474 h 433303"/>
                <a:gd name="connsiteX51" fmla="*/ 165175 w 280248"/>
                <a:gd name="connsiteY51" fmla="*/ 256329 h 433303"/>
                <a:gd name="connsiteX52" fmla="*/ 165175 w 280248"/>
                <a:gd name="connsiteY52" fmla="*/ 256329 h 433303"/>
                <a:gd name="connsiteX53" fmla="*/ 178319 w 280248"/>
                <a:gd name="connsiteY53" fmla="*/ 259377 h 433303"/>
                <a:gd name="connsiteX54" fmla="*/ 178319 w 280248"/>
                <a:gd name="connsiteY54" fmla="*/ 259377 h 433303"/>
                <a:gd name="connsiteX55" fmla="*/ 175367 w 280248"/>
                <a:gd name="connsiteY55" fmla="*/ 272522 h 433303"/>
                <a:gd name="connsiteX56" fmla="*/ 175367 w 280248"/>
                <a:gd name="connsiteY56" fmla="*/ 272522 h 433303"/>
                <a:gd name="connsiteX57" fmla="*/ 170318 w 280248"/>
                <a:gd name="connsiteY57" fmla="*/ 273950 h 433303"/>
                <a:gd name="connsiteX58" fmla="*/ 170318 w 280248"/>
                <a:gd name="connsiteY58" fmla="*/ 273950 h 433303"/>
                <a:gd name="connsiteX59" fmla="*/ 162222 w 280248"/>
                <a:gd name="connsiteY59" fmla="*/ 269474 h 433303"/>
                <a:gd name="connsiteX60" fmla="*/ 142124 w 280248"/>
                <a:gd name="connsiteY60" fmla="*/ 237660 h 433303"/>
                <a:gd name="connsiteX61" fmla="*/ 145077 w 280248"/>
                <a:gd name="connsiteY61" fmla="*/ 224516 h 433303"/>
                <a:gd name="connsiteX62" fmla="*/ 145077 w 280248"/>
                <a:gd name="connsiteY62" fmla="*/ 224516 h 433303"/>
                <a:gd name="connsiteX63" fmla="*/ 158222 w 280248"/>
                <a:gd name="connsiteY63" fmla="*/ 227468 h 433303"/>
                <a:gd name="connsiteX64" fmla="*/ 158222 w 280248"/>
                <a:gd name="connsiteY64" fmla="*/ 227468 h 433303"/>
                <a:gd name="connsiteX65" fmla="*/ 155269 w 280248"/>
                <a:gd name="connsiteY65" fmla="*/ 240613 h 433303"/>
                <a:gd name="connsiteX66" fmla="*/ 155269 w 280248"/>
                <a:gd name="connsiteY66" fmla="*/ 240613 h 433303"/>
                <a:gd name="connsiteX67" fmla="*/ 150221 w 280248"/>
                <a:gd name="connsiteY67" fmla="*/ 242137 h 433303"/>
                <a:gd name="connsiteX68" fmla="*/ 150221 w 280248"/>
                <a:gd name="connsiteY68" fmla="*/ 242137 h 433303"/>
                <a:gd name="connsiteX69" fmla="*/ 142124 w 280248"/>
                <a:gd name="connsiteY69" fmla="*/ 237660 h 433303"/>
                <a:gd name="connsiteX70" fmla="*/ 122027 w 280248"/>
                <a:gd name="connsiteY70" fmla="*/ 205751 h 433303"/>
                <a:gd name="connsiteX71" fmla="*/ 124979 w 280248"/>
                <a:gd name="connsiteY71" fmla="*/ 192607 h 433303"/>
                <a:gd name="connsiteX72" fmla="*/ 124979 w 280248"/>
                <a:gd name="connsiteY72" fmla="*/ 192607 h 433303"/>
                <a:gd name="connsiteX73" fmla="*/ 138124 w 280248"/>
                <a:gd name="connsiteY73" fmla="*/ 195655 h 433303"/>
                <a:gd name="connsiteX74" fmla="*/ 138124 w 280248"/>
                <a:gd name="connsiteY74" fmla="*/ 195655 h 433303"/>
                <a:gd name="connsiteX75" fmla="*/ 135171 w 280248"/>
                <a:gd name="connsiteY75" fmla="*/ 208799 h 433303"/>
                <a:gd name="connsiteX76" fmla="*/ 135171 w 280248"/>
                <a:gd name="connsiteY76" fmla="*/ 208799 h 433303"/>
                <a:gd name="connsiteX77" fmla="*/ 130123 w 280248"/>
                <a:gd name="connsiteY77" fmla="*/ 210228 h 433303"/>
                <a:gd name="connsiteX78" fmla="*/ 130123 w 280248"/>
                <a:gd name="connsiteY78" fmla="*/ 210228 h 433303"/>
                <a:gd name="connsiteX79" fmla="*/ 122027 w 280248"/>
                <a:gd name="connsiteY79" fmla="*/ 205751 h 433303"/>
                <a:gd name="connsiteX80" fmla="*/ 101929 w 280248"/>
                <a:gd name="connsiteY80" fmla="*/ 173938 h 433303"/>
                <a:gd name="connsiteX81" fmla="*/ 104882 w 280248"/>
                <a:gd name="connsiteY81" fmla="*/ 160793 h 433303"/>
                <a:gd name="connsiteX82" fmla="*/ 104882 w 280248"/>
                <a:gd name="connsiteY82" fmla="*/ 160793 h 433303"/>
                <a:gd name="connsiteX83" fmla="*/ 118026 w 280248"/>
                <a:gd name="connsiteY83" fmla="*/ 163746 h 433303"/>
                <a:gd name="connsiteX84" fmla="*/ 118026 w 280248"/>
                <a:gd name="connsiteY84" fmla="*/ 163746 h 433303"/>
                <a:gd name="connsiteX85" fmla="*/ 115073 w 280248"/>
                <a:gd name="connsiteY85" fmla="*/ 176891 h 433303"/>
                <a:gd name="connsiteX86" fmla="*/ 115073 w 280248"/>
                <a:gd name="connsiteY86" fmla="*/ 176891 h 433303"/>
                <a:gd name="connsiteX87" fmla="*/ 110025 w 280248"/>
                <a:gd name="connsiteY87" fmla="*/ 178319 h 433303"/>
                <a:gd name="connsiteX88" fmla="*/ 110025 w 280248"/>
                <a:gd name="connsiteY88" fmla="*/ 178319 h 433303"/>
                <a:gd name="connsiteX89" fmla="*/ 101929 w 280248"/>
                <a:gd name="connsiteY89" fmla="*/ 173938 h 433303"/>
                <a:gd name="connsiteX90" fmla="*/ 81831 w 280248"/>
                <a:gd name="connsiteY90" fmla="*/ 142029 h 433303"/>
                <a:gd name="connsiteX91" fmla="*/ 84784 w 280248"/>
                <a:gd name="connsiteY91" fmla="*/ 128885 h 433303"/>
                <a:gd name="connsiteX92" fmla="*/ 84784 w 280248"/>
                <a:gd name="connsiteY92" fmla="*/ 128885 h 433303"/>
                <a:gd name="connsiteX93" fmla="*/ 97928 w 280248"/>
                <a:gd name="connsiteY93" fmla="*/ 131837 h 433303"/>
                <a:gd name="connsiteX94" fmla="*/ 97928 w 280248"/>
                <a:gd name="connsiteY94" fmla="*/ 131837 h 433303"/>
                <a:gd name="connsiteX95" fmla="*/ 94976 w 280248"/>
                <a:gd name="connsiteY95" fmla="*/ 145077 h 433303"/>
                <a:gd name="connsiteX96" fmla="*/ 94976 w 280248"/>
                <a:gd name="connsiteY96" fmla="*/ 145077 h 433303"/>
                <a:gd name="connsiteX97" fmla="*/ 89927 w 280248"/>
                <a:gd name="connsiteY97" fmla="*/ 146506 h 433303"/>
                <a:gd name="connsiteX98" fmla="*/ 89927 w 280248"/>
                <a:gd name="connsiteY98" fmla="*/ 146506 h 433303"/>
                <a:gd name="connsiteX99" fmla="*/ 81831 w 280248"/>
                <a:gd name="connsiteY99" fmla="*/ 142029 h 433303"/>
                <a:gd name="connsiteX100" fmla="*/ 61733 w 280248"/>
                <a:gd name="connsiteY100" fmla="*/ 110216 h 433303"/>
                <a:gd name="connsiteX101" fmla="*/ 64686 w 280248"/>
                <a:gd name="connsiteY101" fmla="*/ 97071 h 433303"/>
                <a:gd name="connsiteX102" fmla="*/ 64686 w 280248"/>
                <a:gd name="connsiteY102" fmla="*/ 97071 h 433303"/>
                <a:gd name="connsiteX103" fmla="*/ 77831 w 280248"/>
                <a:gd name="connsiteY103" fmla="*/ 100024 h 433303"/>
                <a:gd name="connsiteX104" fmla="*/ 77831 w 280248"/>
                <a:gd name="connsiteY104" fmla="*/ 100024 h 433303"/>
                <a:gd name="connsiteX105" fmla="*/ 74878 w 280248"/>
                <a:gd name="connsiteY105" fmla="*/ 113168 h 433303"/>
                <a:gd name="connsiteX106" fmla="*/ 74878 w 280248"/>
                <a:gd name="connsiteY106" fmla="*/ 113168 h 433303"/>
                <a:gd name="connsiteX107" fmla="*/ 69830 w 280248"/>
                <a:gd name="connsiteY107" fmla="*/ 114597 h 433303"/>
                <a:gd name="connsiteX108" fmla="*/ 69830 w 280248"/>
                <a:gd name="connsiteY108" fmla="*/ 114597 h 433303"/>
                <a:gd name="connsiteX109" fmla="*/ 61733 w 280248"/>
                <a:gd name="connsiteY109" fmla="*/ 110216 h 433303"/>
                <a:gd name="connsiteX110" fmla="*/ 41636 w 280248"/>
                <a:gd name="connsiteY110" fmla="*/ 78307 h 433303"/>
                <a:gd name="connsiteX111" fmla="*/ 44588 w 280248"/>
                <a:gd name="connsiteY111" fmla="*/ 65162 h 433303"/>
                <a:gd name="connsiteX112" fmla="*/ 44588 w 280248"/>
                <a:gd name="connsiteY112" fmla="*/ 65162 h 433303"/>
                <a:gd name="connsiteX113" fmla="*/ 57733 w 280248"/>
                <a:gd name="connsiteY113" fmla="*/ 68210 h 433303"/>
                <a:gd name="connsiteX114" fmla="*/ 57733 w 280248"/>
                <a:gd name="connsiteY114" fmla="*/ 68210 h 433303"/>
                <a:gd name="connsiteX115" fmla="*/ 54780 w 280248"/>
                <a:gd name="connsiteY115" fmla="*/ 81260 h 433303"/>
                <a:gd name="connsiteX116" fmla="*/ 54780 w 280248"/>
                <a:gd name="connsiteY116" fmla="*/ 81260 h 433303"/>
                <a:gd name="connsiteX117" fmla="*/ 49732 w 280248"/>
                <a:gd name="connsiteY117" fmla="*/ 82784 h 433303"/>
                <a:gd name="connsiteX118" fmla="*/ 49732 w 280248"/>
                <a:gd name="connsiteY118" fmla="*/ 82784 h 433303"/>
                <a:gd name="connsiteX119" fmla="*/ 41636 w 280248"/>
                <a:gd name="connsiteY119" fmla="*/ 78307 h 433303"/>
                <a:gd name="connsiteX120" fmla="*/ 21538 w 280248"/>
                <a:gd name="connsiteY120" fmla="*/ 46493 h 433303"/>
                <a:gd name="connsiteX121" fmla="*/ 24491 w 280248"/>
                <a:gd name="connsiteY121" fmla="*/ 33349 h 433303"/>
                <a:gd name="connsiteX122" fmla="*/ 24491 w 280248"/>
                <a:gd name="connsiteY122" fmla="*/ 33349 h 433303"/>
                <a:gd name="connsiteX123" fmla="*/ 37635 w 280248"/>
                <a:gd name="connsiteY123" fmla="*/ 36302 h 433303"/>
                <a:gd name="connsiteX124" fmla="*/ 37635 w 280248"/>
                <a:gd name="connsiteY124" fmla="*/ 36302 h 433303"/>
                <a:gd name="connsiteX125" fmla="*/ 34682 w 280248"/>
                <a:gd name="connsiteY125" fmla="*/ 49446 h 433303"/>
                <a:gd name="connsiteX126" fmla="*/ 34682 w 280248"/>
                <a:gd name="connsiteY126" fmla="*/ 49446 h 433303"/>
                <a:gd name="connsiteX127" fmla="*/ 29634 w 280248"/>
                <a:gd name="connsiteY127" fmla="*/ 50875 h 433303"/>
                <a:gd name="connsiteX128" fmla="*/ 29634 w 280248"/>
                <a:gd name="connsiteY128" fmla="*/ 50875 h 433303"/>
                <a:gd name="connsiteX129" fmla="*/ 21538 w 280248"/>
                <a:gd name="connsiteY129" fmla="*/ 46493 h 433303"/>
                <a:gd name="connsiteX130" fmla="*/ 1440 w 280248"/>
                <a:gd name="connsiteY130" fmla="*/ 14585 h 433303"/>
                <a:gd name="connsiteX131" fmla="*/ 4393 w 280248"/>
                <a:gd name="connsiteY131" fmla="*/ 1440 h 433303"/>
                <a:gd name="connsiteX132" fmla="*/ 4393 w 280248"/>
                <a:gd name="connsiteY132" fmla="*/ 1440 h 433303"/>
                <a:gd name="connsiteX133" fmla="*/ 17633 w 280248"/>
                <a:gd name="connsiteY133" fmla="*/ 4393 h 433303"/>
                <a:gd name="connsiteX134" fmla="*/ 17633 w 280248"/>
                <a:gd name="connsiteY134" fmla="*/ 4393 h 433303"/>
                <a:gd name="connsiteX135" fmla="*/ 14585 w 280248"/>
                <a:gd name="connsiteY135" fmla="*/ 17633 h 433303"/>
                <a:gd name="connsiteX136" fmla="*/ 14585 w 280248"/>
                <a:gd name="connsiteY136" fmla="*/ 17633 h 433303"/>
                <a:gd name="connsiteX137" fmla="*/ 9536 w 280248"/>
                <a:gd name="connsiteY137" fmla="*/ 19061 h 433303"/>
                <a:gd name="connsiteX138" fmla="*/ 9536 w 280248"/>
                <a:gd name="connsiteY138" fmla="*/ 19061 h 433303"/>
                <a:gd name="connsiteX139" fmla="*/ 1440 w 280248"/>
                <a:gd name="connsiteY139" fmla="*/ 14585 h 433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80248" h="433303">
                  <a:moveTo>
                    <a:pt x="262711" y="428827"/>
                  </a:moveTo>
                  <a:cubicBezTo>
                    <a:pt x="259853" y="424350"/>
                    <a:pt x="261187" y="418445"/>
                    <a:pt x="265664" y="415682"/>
                  </a:cubicBezTo>
                  <a:lnTo>
                    <a:pt x="265664" y="415682"/>
                  </a:lnTo>
                  <a:cubicBezTo>
                    <a:pt x="270141" y="412920"/>
                    <a:pt x="276046" y="414254"/>
                    <a:pt x="278808" y="418635"/>
                  </a:cubicBezTo>
                  <a:lnTo>
                    <a:pt x="278808" y="418635"/>
                  </a:lnTo>
                  <a:cubicBezTo>
                    <a:pt x="281570" y="423112"/>
                    <a:pt x="280237" y="429017"/>
                    <a:pt x="275855" y="431780"/>
                  </a:cubicBezTo>
                  <a:lnTo>
                    <a:pt x="275855" y="431780"/>
                  </a:lnTo>
                  <a:cubicBezTo>
                    <a:pt x="274236" y="432827"/>
                    <a:pt x="272522" y="433304"/>
                    <a:pt x="270807" y="433304"/>
                  </a:cubicBezTo>
                  <a:lnTo>
                    <a:pt x="270807" y="433304"/>
                  </a:lnTo>
                  <a:cubicBezTo>
                    <a:pt x="267569" y="433304"/>
                    <a:pt x="264521" y="431684"/>
                    <a:pt x="262711" y="428827"/>
                  </a:cubicBezTo>
                  <a:close/>
                  <a:moveTo>
                    <a:pt x="242613" y="396918"/>
                  </a:moveTo>
                  <a:cubicBezTo>
                    <a:pt x="239756" y="392537"/>
                    <a:pt x="241089" y="386631"/>
                    <a:pt x="245566" y="383869"/>
                  </a:cubicBezTo>
                  <a:lnTo>
                    <a:pt x="245566" y="383869"/>
                  </a:lnTo>
                  <a:cubicBezTo>
                    <a:pt x="250043" y="381011"/>
                    <a:pt x="255853" y="382345"/>
                    <a:pt x="258710" y="386822"/>
                  </a:cubicBezTo>
                  <a:lnTo>
                    <a:pt x="258710" y="386822"/>
                  </a:lnTo>
                  <a:cubicBezTo>
                    <a:pt x="261473" y="391298"/>
                    <a:pt x="260234" y="397109"/>
                    <a:pt x="255758" y="399966"/>
                  </a:cubicBezTo>
                  <a:lnTo>
                    <a:pt x="255758" y="399966"/>
                  </a:lnTo>
                  <a:cubicBezTo>
                    <a:pt x="254138" y="400919"/>
                    <a:pt x="252424" y="401395"/>
                    <a:pt x="250709" y="401395"/>
                  </a:cubicBezTo>
                  <a:lnTo>
                    <a:pt x="250709" y="401395"/>
                  </a:lnTo>
                  <a:cubicBezTo>
                    <a:pt x="247471" y="401395"/>
                    <a:pt x="244423" y="399871"/>
                    <a:pt x="242613" y="396918"/>
                  </a:cubicBezTo>
                  <a:close/>
                  <a:moveTo>
                    <a:pt x="222516" y="365105"/>
                  </a:moveTo>
                  <a:cubicBezTo>
                    <a:pt x="219658" y="360628"/>
                    <a:pt x="220991" y="354818"/>
                    <a:pt x="225468" y="351960"/>
                  </a:cubicBezTo>
                  <a:lnTo>
                    <a:pt x="225468" y="351960"/>
                  </a:lnTo>
                  <a:cubicBezTo>
                    <a:pt x="229945" y="349103"/>
                    <a:pt x="235850" y="350436"/>
                    <a:pt x="238613" y="354913"/>
                  </a:cubicBezTo>
                  <a:lnTo>
                    <a:pt x="238613" y="354913"/>
                  </a:lnTo>
                  <a:cubicBezTo>
                    <a:pt x="241470" y="359390"/>
                    <a:pt x="240041" y="365295"/>
                    <a:pt x="235660" y="368057"/>
                  </a:cubicBezTo>
                  <a:lnTo>
                    <a:pt x="235660" y="368057"/>
                  </a:lnTo>
                  <a:cubicBezTo>
                    <a:pt x="234041" y="369105"/>
                    <a:pt x="232326" y="369581"/>
                    <a:pt x="230612" y="369581"/>
                  </a:cubicBezTo>
                  <a:lnTo>
                    <a:pt x="230612" y="369581"/>
                  </a:lnTo>
                  <a:cubicBezTo>
                    <a:pt x="227373" y="369581"/>
                    <a:pt x="224325" y="367962"/>
                    <a:pt x="222516" y="365105"/>
                  </a:cubicBezTo>
                  <a:close/>
                  <a:moveTo>
                    <a:pt x="202418" y="333291"/>
                  </a:moveTo>
                  <a:cubicBezTo>
                    <a:pt x="199560" y="328719"/>
                    <a:pt x="200894" y="322909"/>
                    <a:pt x="205370" y="320051"/>
                  </a:cubicBezTo>
                  <a:lnTo>
                    <a:pt x="205370" y="320051"/>
                  </a:lnTo>
                  <a:cubicBezTo>
                    <a:pt x="209847" y="317289"/>
                    <a:pt x="215657" y="318623"/>
                    <a:pt x="218515" y="323099"/>
                  </a:cubicBezTo>
                  <a:lnTo>
                    <a:pt x="218515" y="323099"/>
                  </a:lnTo>
                  <a:cubicBezTo>
                    <a:pt x="221277" y="327481"/>
                    <a:pt x="220039" y="333386"/>
                    <a:pt x="215562" y="336244"/>
                  </a:cubicBezTo>
                  <a:lnTo>
                    <a:pt x="215562" y="336244"/>
                  </a:lnTo>
                  <a:cubicBezTo>
                    <a:pt x="213943" y="337196"/>
                    <a:pt x="212228" y="337673"/>
                    <a:pt x="210514" y="337673"/>
                  </a:cubicBezTo>
                  <a:lnTo>
                    <a:pt x="210514" y="337673"/>
                  </a:lnTo>
                  <a:cubicBezTo>
                    <a:pt x="207275" y="337673"/>
                    <a:pt x="204227" y="336149"/>
                    <a:pt x="202418" y="333291"/>
                  </a:cubicBezTo>
                  <a:close/>
                  <a:moveTo>
                    <a:pt x="182320" y="301382"/>
                  </a:moveTo>
                  <a:cubicBezTo>
                    <a:pt x="179558" y="296906"/>
                    <a:pt x="180891" y="291000"/>
                    <a:pt x="185273" y="288238"/>
                  </a:cubicBezTo>
                  <a:lnTo>
                    <a:pt x="185273" y="288238"/>
                  </a:lnTo>
                  <a:cubicBezTo>
                    <a:pt x="189749" y="285476"/>
                    <a:pt x="195655" y="286809"/>
                    <a:pt x="198417" y="291191"/>
                  </a:cubicBezTo>
                  <a:lnTo>
                    <a:pt x="198417" y="291191"/>
                  </a:lnTo>
                  <a:cubicBezTo>
                    <a:pt x="201275" y="295667"/>
                    <a:pt x="199846" y="301573"/>
                    <a:pt x="195464" y="304335"/>
                  </a:cubicBezTo>
                  <a:lnTo>
                    <a:pt x="195464" y="304335"/>
                  </a:lnTo>
                  <a:cubicBezTo>
                    <a:pt x="193845" y="305383"/>
                    <a:pt x="192131" y="305859"/>
                    <a:pt x="190416" y="305859"/>
                  </a:cubicBezTo>
                  <a:lnTo>
                    <a:pt x="190416" y="305859"/>
                  </a:lnTo>
                  <a:cubicBezTo>
                    <a:pt x="187273" y="305859"/>
                    <a:pt x="184130" y="304240"/>
                    <a:pt x="182320" y="301382"/>
                  </a:cubicBezTo>
                  <a:close/>
                  <a:moveTo>
                    <a:pt x="162222" y="269474"/>
                  </a:moveTo>
                  <a:cubicBezTo>
                    <a:pt x="159365" y="265092"/>
                    <a:pt x="160698" y="259187"/>
                    <a:pt x="165175" y="256329"/>
                  </a:cubicBezTo>
                  <a:lnTo>
                    <a:pt x="165175" y="256329"/>
                  </a:lnTo>
                  <a:cubicBezTo>
                    <a:pt x="169652" y="253567"/>
                    <a:pt x="175557" y="254900"/>
                    <a:pt x="178319" y="259377"/>
                  </a:cubicBezTo>
                  <a:lnTo>
                    <a:pt x="178319" y="259377"/>
                  </a:lnTo>
                  <a:cubicBezTo>
                    <a:pt x="181082" y="263759"/>
                    <a:pt x="179843" y="269664"/>
                    <a:pt x="175367" y="272522"/>
                  </a:cubicBezTo>
                  <a:lnTo>
                    <a:pt x="175367" y="272522"/>
                  </a:lnTo>
                  <a:cubicBezTo>
                    <a:pt x="173747" y="273474"/>
                    <a:pt x="172033" y="273950"/>
                    <a:pt x="170318" y="273950"/>
                  </a:cubicBezTo>
                  <a:lnTo>
                    <a:pt x="170318" y="273950"/>
                  </a:lnTo>
                  <a:cubicBezTo>
                    <a:pt x="167080" y="273950"/>
                    <a:pt x="164032" y="272426"/>
                    <a:pt x="162222" y="269474"/>
                  </a:cubicBezTo>
                  <a:close/>
                  <a:moveTo>
                    <a:pt x="142124" y="237660"/>
                  </a:moveTo>
                  <a:cubicBezTo>
                    <a:pt x="139362" y="233183"/>
                    <a:pt x="140600" y="227278"/>
                    <a:pt x="145077" y="224516"/>
                  </a:cubicBezTo>
                  <a:lnTo>
                    <a:pt x="145077" y="224516"/>
                  </a:lnTo>
                  <a:cubicBezTo>
                    <a:pt x="149554" y="221658"/>
                    <a:pt x="155459" y="222992"/>
                    <a:pt x="158222" y="227468"/>
                  </a:cubicBezTo>
                  <a:lnTo>
                    <a:pt x="158222" y="227468"/>
                  </a:lnTo>
                  <a:cubicBezTo>
                    <a:pt x="161079" y="231945"/>
                    <a:pt x="159650" y="237755"/>
                    <a:pt x="155269" y="240613"/>
                  </a:cubicBezTo>
                  <a:lnTo>
                    <a:pt x="155269" y="240613"/>
                  </a:lnTo>
                  <a:cubicBezTo>
                    <a:pt x="153650" y="241661"/>
                    <a:pt x="151935" y="242137"/>
                    <a:pt x="150221" y="242137"/>
                  </a:cubicBezTo>
                  <a:lnTo>
                    <a:pt x="150221" y="242137"/>
                  </a:lnTo>
                  <a:cubicBezTo>
                    <a:pt x="147077" y="242137"/>
                    <a:pt x="143934" y="240518"/>
                    <a:pt x="142124" y="237660"/>
                  </a:cubicBezTo>
                  <a:close/>
                  <a:moveTo>
                    <a:pt x="122027" y="205751"/>
                  </a:moveTo>
                  <a:cubicBezTo>
                    <a:pt x="119169" y="201275"/>
                    <a:pt x="120598" y="195464"/>
                    <a:pt x="124979" y="192607"/>
                  </a:cubicBezTo>
                  <a:lnTo>
                    <a:pt x="124979" y="192607"/>
                  </a:lnTo>
                  <a:cubicBezTo>
                    <a:pt x="129456" y="189845"/>
                    <a:pt x="135362" y="191178"/>
                    <a:pt x="138124" y="195655"/>
                  </a:cubicBezTo>
                  <a:lnTo>
                    <a:pt x="138124" y="195655"/>
                  </a:lnTo>
                  <a:cubicBezTo>
                    <a:pt x="140886" y="200036"/>
                    <a:pt x="139648" y="205942"/>
                    <a:pt x="135171" y="208799"/>
                  </a:cubicBezTo>
                  <a:lnTo>
                    <a:pt x="135171" y="208799"/>
                  </a:lnTo>
                  <a:cubicBezTo>
                    <a:pt x="133552" y="209752"/>
                    <a:pt x="131837" y="210228"/>
                    <a:pt x="130123" y="210228"/>
                  </a:cubicBezTo>
                  <a:lnTo>
                    <a:pt x="130123" y="210228"/>
                  </a:lnTo>
                  <a:cubicBezTo>
                    <a:pt x="126980" y="210228"/>
                    <a:pt x="123836" y="208609"/>
                    <a:pt x="122027" y="205751"/>
                  </a:cubicBezTo>
                  <a:close/>
                  <a:moveTo>
                    <a:pt x="101929" y="173938"/>
                  </a:moveTo>
                  <a:cubicBezTo>
                    <a:pt x="99167" y="169461"/>
                    <a:pt x="100405" y="163556"/>
                    <a:pt x="104882" y="160793"/>
                  </a:cubicBezTo>
                  <a:lnTo>
                    <a:pt x="104882" y="160793"/>
                  </a:lnTo>
                  <a:cubicBezTo>
                    <a:pt x="109358" y="157936"/>
                    <a:pt x="115264" y="159269"/>
                    <a:pt x="118026" y="163746"/>
                  </a:cubicBezTo>
                  <a:lnTo>
                    <a:pt x="118026" y="163746"/>
                  </a:lnTo>
                  <a:cubicBezTo>
                    <a:pt x="120884" y="168223"/>
                    <a:pt x="119550" y="174128"/>
                    <a:pt x="115073" y="176891"/>
                  </a:cubicBezTo>
                  <a:lnTo>
                    <a:pt x="115073" y="176891"/>
                  </a:lnTo>
                  <a:cubicBezTo>
                    <a:pt x="113454" y="177843"/>
                    <a:pt x="111740" y="178319"/>
                    <a:pt x="110025" y="178319"/>
                  </a:cubicBezTo>
                  <a:lnTo>
                    <a:pt x="110025" y="178319"/>
                  </a:lnTo>
                  <a:cubicBezTo>
                    <a:pt x="106882" y="178319"/>
                    <a:pt x="103739" y="176795"/>
                    <a:pt x="101929" y="173938"/>
                  </a:cubicBezTo>
                  <a:close/>
                  <a:moveTo>
                    <a:pt x="81831" y="142029"/>
                  </a:moveTo>
                  <a:cubicBezTo>
                    <a:pt x="78974" y="137648"/>
                    <a:pt x="80402" y="131742"/>
                    <a:pt x="84784" y="128885"/>
                  </a:cubicBezTo>
                  <a:lnTo>
                    <a:pt x="84784" y="128885"/>
                  </a:lnTo>
                  <a:cubicBezTo>
                    <a:pt x="89261" y="126122"/>
                    <a:pt x="95166" y="127456"/>
                    <a:pt x="97928" y="131837"/>
                  </a:cubicBezTo>
                  <a:lnTo>
                    <a:pt x="97928" y="131837"/>
                  </a:lnTo>
                  <a:cubicBezTo>
                    <a:pt x="100786" y="136314"/>
                    <a:pt x="99452" y="142220"/>
                    <a:pt x="94976" y="145077"/>
                  </a:cubicBezTo>
                  <a:lnTo>
                    <a:pt x="94976" y="145077"/>
                  </a:lnTo>
                  <a:cubicBezTo>
                    <a:pt x="93452" y="146030"/>
                    <a:pt x="91642" y="146506"/>
                    <a:pt x="89927" y="146506"/>
                  </a:cubicBezTo>
                  <a:lnTo>
                    <a:pt x="89927" y="146506"/>
                  </a:lnTo>
                  <a:cubicBezTo>
                    <a:pt x="86784" y="146506"/>
                    <a:pt x="83641" y="144887"/>
                    <a:pt x="81831" y="142029"/>
                  </a:cubicBezTo>
                  <a:close/>
                  <a:moveTo>
                    <a:pt x="61733" y="110216"/>
                  </a:moveTo>
                  <a:cubicBezTo>
                    <a:pt x="58971" y="105739"/>
                    <a:pt x="60305" y="99833"/>
                    <a:pt x="64686" y="97071"/>
                  </a:cubicBezTo>
                  <a:lnTo>
                    <a:pt x="64686" y="97071"/>
                  </a:lnTo>
                  <a:cubicBezTo>
                    <a:pt x="69163" y="94214"/>
                    <a:pt x="75068" y="95547"/>
                    <a:pt x="77831" y="100024"/>
                  </a:cubicBezTo>
                  <a:lnTo>
                    <a:pt x="77831" y="100024"/>
                  </a:lnTo>
                  <a:cubicBezTo>
                    <a:pt x="80688" y="104501"/>
                    <a:pt x="79355" y="110311"/>
                    <a:pt x="74878" y="113168"/>
                  </a:cubicBezTo>
                  <a:lnTo>
                    <a:pt x="74878" y="113168"/>
                  </a:lnTo>
                  <a:cubicBezTo>
                    <a:pt x="73259" y="114121"/>
                    <a:pt x="71544" y="114597"/>
                    <a:pt x="69830" y="114597"/>
                  </a:cubicBezTo>
                  <a:lnTo>
                    <a:pt x="69830" y="114597"/>
                  </a:lnTo>
                  <a:cubicBezTo>
                    <a:pt x="66591" y="114597"/>
                    <a:pt x="63543" y="113073"/>
                    <a:pt x="61733" y="110216"/>
                  </a:cubicBezTo>
                  <a:close/>
                  <a:moveTo>
                    <a:pt x="41636" y="78307"/>
                  </a:moveTo>
                  <a:cubicBezTo>
                    <a:pt x="38873" y="73830"/>
                    <a:pt x="40207" y="68020"/>
                    <a:pt x="44588" y="65162"/>
                  </a:cubicBezTo>
                  <a:lnTo>
                    <a:pt x="44588" y="65162"/>
                  </a:lnTo>
                  <a:cubicBezTo>
                    <a:pt x="49065" y="62400"/>
                    <a:pt x="54971" y="63734"/>
                    <a:pt x="57733" y="68210"/>
                  </a:cubicBezTo>
                  <a:lnTo>
                    <a:pt x="57733" y="68210"/>
                  </a:lnTo>
                  <a:cubicBezTo>
                    <a:pt x="60590" y="72592"/>
                    <a:pt x="59257" y="78497"/>
                    <a:pt x="54780" y="81260"/>
                  </a:cubicBezTo>
                  <a:lnTo>
                    <a:pt x="54780" y="81260"/>
                  </a:lnTo>
                  <a:cubicBezTo>
                    <a:pt x="53256" y="82307"/>
                    <a:pt x="51446" y="82784"/>
                    <a:pt x="49732" y="82784"/>
                  </a:cubicBezTo>
                  <a:lnTo>
                    <a:pt x="49732" y="82784"/>
                  </a:lnTo>
                  <a:cubicBezTo>
                    <a:pt x="46589" y="82784"/>
                    <a:pt x="43445" y="81164"/>
                    <a:pt x="41636" y="78307"/>
                  </a:cubicBezTo>
                  <a:close/>
                  <a:moveTo>
                    <a:pt x="21538" y="46493"/>
                  </a:moveTo>
                  <a:cubicBezTo>
                    <a:pt x="18776" y="42017"/>
                    <a:pt x="20109" y="36111"/>
                    <a:pt x="24491" y="33349"/>
                  </a:cubicBezTo>
                  <a:lnTo>
                    <a:pt x="24491" y="33349"/>
                  </a:lnTo>
                  <a:cubicBezTo>
                    <a:pt x="28967" y="30491"/>
                    <a:pt x="34873" y="31825"/>
                    <a:pt x="37635" y="36302"/>
                  </a:cubicBezTo>
                  <a:lnTo>
                    <a:pt x="37635" y="36302"/>
                  </a:lnTo>
                  <a:cubicBezTo>
                    <a:pt x="40493" y="40778"/>
                    <a:pt x="39159" y="46684"/>
                    <a:pt x="34682" y="49446"/>
                  </a:cubicBezTo>
                  <a:lnTo>
                    <a:pt x="34682" y="49446"/>
                  </a:lnTo>
                  <a:cubicBezTo>
                    <a:pt x="33063" y="50399"/>
                    <a:pt x="31349" y="50875"/>
                    <a:pt x="29634" y="50875"/>
                  </a:cubicBezTo>
                  <a:lnTo>
                    <a:pt x="29634" y="50875"/>
                  </a:lnTo>
                  <a:cubicBezTo>
                    <a:pt x="26491" y="50875"/>
                    <a:pt x="23348" y="49351"/>
                    <a:pt x="21538" y="46493"/>
                  </a:cubicBezTo>
                  <a:close/>
                  <a:moveTo>
                    <a:pt x="1440" y="14585"/>
                  </a:moveTo>
                  <a:cubicBezTo>
                    <a:pt x="-1322" y="10108"/>
                    <a:pt x="11" y="4298"/>
                    <a:pt x="4393" y="1440"/>
                  </a:cubicBezTo>
                  <a:lnTo>
                    <a:pt x="4393" y="1440"/>
                  </a:lnTo>
                  <a:cubicBezTo>
                    <a:pt x="8870" y="-1322"/>
                    <a:pt x="14775" y="11"/>
                    <a:pt x="17633" y="4393"/>
                  </a:cubicBezTo>
                  <a:lnTo>
                    <a:pt x="17633" y="4393"/>
                  </a:lnTo>
                  <a:cubicBezTo>
                    <a:pt x="20395" y="8870"/>
                    <a:pt x="19061" y="14775"/>
                    <a:pt x="14585" y="17633"/>
                  </a:cubicBezTo>
                  <a:lnTo>
                    <a:pt x="14585" y="17633"/>
                  </a:lnTo>
                  <a:cubicBezTo>
                    <a:pt x="13061" y="18585"/>
                    <a:pt x="11251" y="19061"/>
                    <a:pt x="9536" y="19061"/>
                  </a:cubicBezTo>
                  <a:lnTo>
                    <a:pt x="9536" y="19061"/>
                  </a:lnTo>
                  <a:cubicBezTo>
                    <a:pt x="6393" y="19061"/>
                    <a:pt x="3250" y="17442"/>
                    <a:pt x="1440" y="1458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496B41F-825D-0160-200F-E07DD6BF3DB1}"/>
                </a:ext>
              </a:extLst>
            </p:cNvPr>
            <p:cNvSpPr/>
            <p:nvPr/>
          </p:nvSpPr>
          <p:spPr>
            <a:xfrm>
              <a:off x="6423610" y="3619694"/>
              <a:ext cx="86912" cy="49429"/>
            </a:xfrm>
            <a:custGeom>
              <a:avLst/>
              <a:gdLst>
                <a:gd name="connsiteX0" fmla="*/ 73487 w 86912"/>
                <a:gd name="connsiteY0" fmla="*/ 48573 h 49429"/>
                <a:gd name="connsiteX1" fmla="*/ 68725 w 86912"/>
                <a:gd name="connsiteY1" fmla="*/ 36000 h 49429"/>
                <a:gd name="connsiteX2" fmla="*/ 68725 w 86912"/>
                <a:gd name="connsiteY2" fmla="*/ 36000 h 49429"/>
                <a:gd name="connsiteX3" fmla="*/ 81298 w 86912"/>
                <a:gd name="connsiteY3" fmla="*/ 31237 h 49429"/>
                <a:gd name="connsiteX4" fmla="*/ 81298 w 86912"/>
                <a:gd name="connsiteY4" fmla="*/ 31237 h 49429"/>
                <a:gd name="connsiteX5" fmla="*/ 86060 w 86912"/>
                <a:gd name="connsiteY5" fmla="*/ 43810 h 49429"/>
                <a:gd name="connsiteX6" fmla="*/ 86060 w 86912"/>
                <a:gd name="connsiteY6" fmla="*/ 43810 h 49429"/>
                <a:gd name="connsiteX7" fmla="*/ 77392 w 86912"/>
                <a:gd name="connsiteY7" fmla="*/ 49430 h 49429"/>
                <a:gd name="connsiteX8" fmla="*/ 77392 w 86912"/>
                <a:gd name="connsiteY8" fmla="*/ 49430 h 49429"/>
                <a:gd name="connsiteX9" fmla="*/ 73487 w 86912"/>
                <a:gd name="connsiteY9" fmla="*/ 48573 h 49429"/>
                <a:gd name="connsiteX10" fmla="*/ 39578 w 86912"/>
                <a:gd name="connsiteY10" fmla="*/ 33428 h 49429"/>
                <a:gd name="connsiteX11" fmla="*/ 34720 w 86912"/>
                <a:gd name="connsiteY11" fmla="*/ 20855 h 49429"/>
                <a:gd name="connsiteX12" fmla="*/ 34720 w 86912"/>
                <a:gd name="connsiteY12" fmla="*/ 20855 h 49429"/>
                <a:gd name="connsiteX13" fmla="*/ 47293 w 86912"/>
                <a:gd name="connsiteY13" fmla="*/ 16092 h 49429"/>
                <a:gd name="connsiteX14" fmla="*/ 47293 w 86912"/>
                <a:gd name="connsiteY14" fmla="*/ 16092 h 49429"/>
                <a:gd name="connsiteX15" fmla="*/ 52151 w 86912"/>
                <a:gd name="connsiteY15" fmla="*/ 28665 h 49429"/>
                <a:gd name="connsiteX16" fmla="*/ 52151 w 86912"/>
                <a:gd name="connsiteY16" fmla="*/ 28665 h 49429"/>
                <a:gd name="connsiteX17" fmla="*/ 43483 w 86912"/>
                <a:gd name="connsiteY17" fmla="*/ 34285 h 49429"/>
                <a:gd name="connsiteX18" fmla="*/ 43483 w 86912"/>
                <a:gd name="connsiteY18" fmla="*/ 34285 h 49429"/>
                <a:gd name="connsiteX19" fmla="*/ 39578 w 86912"/>
                <a:gd name="connsiteY19" fmla="*/ 33428 h 49429"/>
                <a:gd name="connsiteX20" fmla="*/ 5574 w 86912"/>
                <a:gd name="connsiteY20" fmla="*/ 18188 h 49429"/>
                <a:gd name="connsiteX21" fmla="*/ 811 w 86912"/>
                <a:gd name="connsiteY21" fmla="*/ 5615 h 49429"/>
                <a:gd name="connsiteX22" fmla="*/ 811 w 86912"/>
                <a:gd name="connsiteY22" fmla="*/ 5615 h 49429"/>
                <a:gd name="connsiteX23" fmla="*/ 13384 w 86912"/>
                <a:gd name="connsiteY23" fmla="*/ 852 h 49429"/>
                <a:gd name="connsiteX24" fmla="*/ 13384 w 86912"/>
                <a:gd name="connsiteY24" fmla="*/ 852 h 49429"/>
                <a:gd name="connsiteX25" fmla="*/ 18242 w 86912"/>
                <a:gd name="connsiteY25" fmla="*/ 13425 h 49429"/>
                <a:gd name="connsiteX26" fmla="*/ 18242 w 86912"/>
                <a:gd name="connsiteY26" fmla="*/ 13425 h 49429"/>
                <a:gd name="connsiteX27" fmla="*/ 9479 w 86912"/>
                <a:gd name="connsiteY27" fmla="*/ 19045 h 49429"/>
                <a:gd name="connsiteX28" fmla="*/ 9479 w 86912"/>
                <a:gd name="connsiteY28" fmla="*/ 19045 h 49429"/>
                <a:gd name="connsiteX29" fmla="*/ 5574 w 86912"/>
                <a:gd name="connsiteY29" fmla="*/ 18188 h 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6912" h="49429">
                  <a:moveTo>
                    <a:pt x="73487" y="48573"/>
                  </a:moveTo>
                  <a:cubicBezTo>
                    <a:pt x="68725" y="46477"/>
                    <a:pt x="66534" y="40857"/>
                    <a:pt x="68725" y="36000"/>
                  </a:cubicBezTo>
                  <a:lnTo>
                    <a:pt x="68725" y="36000"/>
                  </a:lnTo>
                  <a:cubicBezTo>
                    <a:pt x="70820" y="31237"/>
                    <a:pt x="76440" y="29046"/>
                    <a:pt x="81298" y="31237"/>
                  </a:cubicBezTo>
                  <a:lnTo>
                    <a:pt x="81298" y="31237"/>
                  </a:lnTo>
                  <a:cubicBezTo>
                    <a:pt x="86060" y="33428"/>
                    <a:pt x="88251" y="39048"/>
                    <a:pt x="86060" y="43810"/>
                  </a:cubicBezTo>
                  <a:lnTo>
                    <a:pt x="86060" y="43810"/>
                  </a:lnTo>
                  <a:cubicBezTo>
                    <a:pt x="84441" y="47334"/>
                    <a:pt x="81012" y="49430"/>
                    <a:pt x="77392" y="49430"/>
                  </a:cubicBezTo>
                  <a:lnTo>
                    <a:pt x="77392" y="49430"/>
                  </a:lnTo>
                  <a:cubicBezTo>
                    <a:pt x="76059" y="49430"/>
                    <a:pt x="74725" y="49144"/>
                    <a:pt x="73487" y="48573"/>
                  </a:cubicBezTo>
                  <a:close/>
                  <a:moveTo>
                    <a:pt x="39578" y="33428"/>
                  </a:moveTo>
                  <a:cubicBezTo>
                    <a:pt x="34720" y="31332"/>
                    <a:pt x="32625" y="25617"/>
                    <a:pt x="34720" y="20855"/>
                  </a:cubicBezTo>
                  <a:lnTo>
                    <a:pt x="34720" y="20855"/>
                  </a:lnTo>
                  <a:cubicBezTo>
                    <a:pt x="36911" y="16092"/>
                    <a:pt x="42531" y="13902"/>
                    <a:pt x="47293" y="16092"/>
                  </a:cubicBezTo>
                  <a:lnTo>
                    <a:pt x="47293" y="16092"/>
                  </a:lnTo>
                  <a:cubicBezTo>
                    <a:pt x="52151" y="18188"/>
                    <a:pt x="54247" y="23807"/>
                    <a:pt x="52151" y="28665"/>
                  </a:cubicBezTo>
                  <a:lnTo>
                    <a:pt x="52151" y="28665"/>
                  </a:lnTo>
                  <a:cubicBezTo>
                    <a:pt x="50532" y="32190"/>
                    <a:pt x="47103" y="34285"/>
                    <a:pt x="43483" y="34285"/>
                  </a:cubicBezTo>
                  <a:lnTo>
                    <a:pt x="43483" y="34285"/>
                  </a:lnTo>
                  <a:cubicBezTo>
                    <a:pt x="42150" y="34285"/>
                    <a:pt x="40816" y="33999"/>
                    <a:pt x="39578" y="33428"/>
                  </a:cubicBezTo>
                  <a:close/>
                  <a:moveTo>
                    <a:pt x="5574" y="18188"/>
                  </a:moveTo>
                  <a:cubicBezTo>
                    <a:pt x="811" y="16092"/>
                    <a:pt x="-1284" y="10473"/>
                    <a:pt x="811" y="5615"/>
                  </a:cubicBezTo>
                  <a:lnTo>
                    <a:pt x="811" y="5615"/>
                  </a:lnTo>
                  <a:cubicBezTo>
                    <a:pt x="3002" y="852"/>
                    <a:pt x="8622" y="-1339"/>
                    <a:pt x="13384" y="852"/>
                  </a:cubicBezTo>
                  <a:lnTo>
                    <a:pt x="13384" y="852"/>
                  </a:lnTo>
                  <a:cubicBezTo>
                    <a:pt x="18242" y="3043"/>
                    <a:pt x="20338" y="8663"/>
                    <a:pt x="18242" y="13425"/>
                  </a:cubicBezTo>
                  <a:lnTo>
                    <a:pt x="18242" y="13425"/>
                  </a:lnTo>
                  <a:cubicBezTo>
                    <a:pt x="16623" y="16950"/>
                    <a:pt x="13194" y="19045"/>
                    <a:pt x="9479" y="19045"/>
                  </a:cubicBezTo>
                  <a:lnTo>
                    <a:pt x="9479" y="19045"/>
                  </a:lnTo>
                  <a:cubicBezTo>
                    <a:pt x="8241" y="19045"/>
                    <a:pt x="6907" y="18759"/>
                    <a:pt x="5574" y="181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B196524-7A20-C999-AB86-7DD5266B5C20}"/>
                </a:ext>
              </a:extLst>
            </p:cNvPr>
            <p:cNvSpPr/>
            <p:nvPr/>
          </p:nvSpPr>
          <p:spPr>
            <a:xfrm>
              <a:off x="5695910" y="3124540"/>
              <a:ext cx="372220" cy="50713"/>
            </a:xfrm>
            <a:custGeom>
              <a:avLst/>
              <a:gdLst>
                <a:gd name="connsiteX0" fmla="*/ 39 w 372220"/>
                <a:gd name="connsiteY0" fmla="*/ 42045 h 50713"/>
                <a:gd name="connsiteX1" fmla="*/ 8707 w 372220"/>
                <a:gd name="connsiteY1" fmla="*/ 31758 h 50713"/>
                <a:gd name="connsiteX2" fmla="*/ 8707 w 372220"/>
                <a:gd name="connsiteY2" fmla="*/ 31758 h 50713"/>
                <a:gd name="connsiteX3" fmla="*/ 18994 w 372220"/>
                <a:gd name="connsiteY3" fmla="*/ 40426 h 50713"/>
                <a:gd name="connsiteX4" fmla="*/ 18994 w 372220"/>
                <a:gd name="connsiteY4" fmla="*/ 40426 h 50713"/>
                <a:gd name="connsiteX5" fmla="*/ 10422 w 372220"/>
                <a:gd name="connsiteY5" fmla="*/ 50713 h 50713"/>
                <a:gd name="connsiteX6" fmla="*/ 10422 w 372220"/>
                <a:gd name="connsiteY6" fmla="*/ 50713 h 50713"/>
                <a:gd name="connsiteX7" fmla="*/ 9564 w 372220"/>
                <a:gd name="connsiteY7" fmla="*/ 50713 h 50713"/>
                <a:gd name="connsiteX8" fmla="*/ 9564 w 372220"/>
                <a:gd name="connsiteY8" fmla="*/ 50713 h 50713"/>
                <a:gd name="connsiteX9" fmla="*/ 39 w 372220"/>
                <a:gd name="connsiteY9" fmla="*/ 41950 h 50713"/>
                <a:gd name="connsiteX10" fmla="*/ 39282 w 372220"/>
                <a:gd name="connsiteY10" fmla="*/ 38521 h 50713"/>
                <a:gd name="connsiteX11" fmla="*/ 47950 w 372220"/>
                <a:gd name="connsiteY11" fmla="*/ 28234 h 50713"/>
                <a:gd name="connsiteX12" fmla="*/ 47950 w 372220"/>
                <a:gd name="connsiteY12" fmla="*/ 28234 h 50713"/>
                <a:gd name="connsiteX13" fmla="*/ 58237 w 372220"/>
                <a:gd name="connsiteY13" fmla="*/ 36807 h 50713"/>
                <a:gd name="connsiteX14" fmla="*/ 58237 w 372220"/>
                <a:gd name="connsiteY14" fmla="*/ 36807 h 50713"/>
                <a:gd name="connsiteX15" fmla="*/ 49665 w 372220"/>
                <a:gd name="connsiteY15" fmla="*/ 47189 h 50713"/>
                <a:gd name="connsiteX16" fmla="*/ 48712 w 372220"/>
                <a:gd name="connsiteY16" fmla="*/ 47189 h 50713"/>
                <a:gd name="connsiteX17" fmla="*/ 39282 w 372220"/>
                <a:gd name="connsiteY17" fmla="*/ 38521 h 50713"/>
                <a:gd name="connsiteX18" fmla="*/ 78525 w 372220"/>
                <a:gd name="connsiteY18" fmla="*/ 34997 h 50713"/>
                <a:gd name="connsiteX19" fmla="*/ 87193 w 372220"/>
                <a:gd name="connsiteY19" fmla="*/ 24710 h 50713"/>
                <a:gd name="connsiteX20" fmla="*/ 87193 w 372220"/>
                <a:gd name="connsiteY20" fmla="*/ 24710 h 50713"/>
                <a:gd name="connsiteX21" fmla="*/ 97480 w 372220"/>
                <a:gd name="connsiteY21" fmla="*/ 33378 h 50713"/>
                <a:gd name="connsiteX22" fmla="*/ 97480 w 372220"/>
                <a:gd name="connsiteY22" fmla="*/ 33378 h 50713"/>
                <a:gd name="connsiteX23" fmla="*/ 88908 w 372220"/>
                <a:gd name="connsiteY23" fmla="*/ 43665 h 50713"/>
                <a:gd name="connsiteX24" fmla="*/ 88908 w 372220"/>
                <a:gd name="connsiteY24" fmla="*/ 43665 h 50713"/>
                <a:gd name="connsiteX25" fmla="*/ 87955 w 372220"/>
                <a:gd name="connsiteY25" fmla="*/ 43665 h 50713"/>
                <a:gd name="connsiteX26" fmla="*/ 87955 w 372220"/>
                <a:gd name="connsiteY26" fmla="*/ 43665 h 50713"/>
                <a:gd name="connsiteX27" fmla="*/ 78525 w 372220"/>
                <a:gd name="connsiteY27" fmla="*/ 34902 h 50713"/>
                <a:gd name="connsiteX28" fmla="*/ 117768 w 372220"/>
                <a:gd name="connsiteY28" fmla="*/ 31473 h 50713"/>
                <a:gd name="connsiteX29" fmla="*/ 126436 w 372220"/>
                <a:gd name="connsiteY29" fmla="*/ 21186 h 50713"/>
                <a:gd name="connsiteX30" fmla="*/ 126436 w 372220"/>
                <a:gd name="connsiteY30" fmla="*/ 21186 h 50713"/>
                <a:gd name="connsiteX31" fmla="*/ 136723 w 372220"/>
                <a:gd name="connsiteY31" fmla="*/ 29758 h 50713"/>
                <a:gd name="connsiteX32" fmla="*/ 136723 w 372220"/>
                <a:gd name="connsiteY32" fmla="*/ 29758 h 50713"/>
                <a:gd name="connsiteX33" fmla="*/ 128151 w 372220"/>
                <a:gd name="connsiteY33" fmla="*/ 40140 h 50713"/>
                <a:gd name="connsiteX34" fmla="*/ 127198 w 372220"/>
                <a:gd name="connsiteY34" fmla="*/ 40140 h 50713"/>
                <a:gd name="connsiteX35" fmla="*/ 117768 w 372220"/>
                <a:gd name="connsiteY35" fmla="*/ 31473 h 50713"/>
                <a:gd name="connsiteX36" fmla="*/ 157011 w 372220"/>
                <a:gd name="connsiteY36" fmla="*/ 27948 h 50713"/>
                <a:gd name="connsiteX37" fmla="*/ 165679 w 372220"/>
                <a:gd name="connsiteY37" fmla="*/ 17661 h 50713"/>
                <a:gd name="connsiteX38" fmla="*/ 165679 w 372220"/>
                <a:gd name="connsiteY38" fmla="*/ 17661 h 50713"/>
                <a:gd name="connsiteX39" fmla="*/ 175966 w 372220"/>
                <a:gd name="connsiteY39" fmla="*/ 26329 h 50713"/>
                <a:gd name="connsiteX40" fmla="*/ 175966 w 372220"/>
                <a:gd name="connsiteY40" fmla="*/ 26329 h 50713"/>
                <a:gd name="connsiteX41" fmla="*/ 167394 w 372220"/>
                <a:gd name="connsiteY41" fmla="*/ 36616 h 50713"/>
                <a:gd name="connsiteX42" fmla="*/ 167394 w 372220"/>
                <a:gd name="connsiteY42" fmla="*/ 36616 h 50713"/>
                <a:gd name="connsiteX43" fmla="*/ 166441 w 372220"/>
                <a:gd name="connsiteY43" fmla="*/ 36616 h 50713"/>
                <a:gd name="connsiteX44" fmla="*/ 166441 w 372220"/>
                <a:gd name="connsiteY44" fmla="*/ 36616 h 50713"/>
                <a:gd name="connsiteX45" fmla="*/ 157011 w 372220"/>
                <a:gd name="connsiteY45" fmla="*/ 27853 h 50713"/>
                <a:gd name="connsiteX46" fmla="*/ 196254 w 372220"/>
                <a:gd name="connsiteY46" fmla="*/ 24424 h 50713"/>
                <a:gd name="connsiteX47" fmla="*/ 204922 w 372220"/>
                <a:gd name="connsiteY47" fmla="*/ 14137 h 50713"/>
                <a:gd name="connsiteX48" fmla="*/ 204922 w 372220"/>
                <a:gd name="connsiteY48" fmla="*/ 14137 h 50713"/>
                <a:gd name="connsiteX49" fmla="*/ 215209 w 372220"/>
                <a:gd name="connsiteY49" fmla="*/ 22710 h 50713"/>
                <a:gd name="connsiteX50" fmla="*/ 215209 w 372220"/>
                <a:gd name="connsiteY50" fmla="*/ 22710 h 50713"/>
                <a:gd name="connsiteX51" fmla="*/ 206541 w 372220"/>
                <a:gd name="connsiteY51" fmla="*/ 33092 h 50713"/>
                <a:gd name="connsiteX52" fmla="*/ 205684 w 372220"/>
                <a:gd name="connsiteY52" fmla="*/ 33092 h 50713"/>
                <a:gd name="connsiteX53" fmla="*/ 196254 w 372220"/>
                <a:gd name="connsiteY53" fmla="*/ 24424 h 50713"/>
                <a:gd name="connsiteX54" fmla="*/ 235497 w 372220"/>
                <a:gd name="connsiteY54" fmla="*/ 20900 h 50713"/>
                <a:gd name="connsiteX55" fmla="*/ 244070 w 372220"/>
                <a:gd name="connsiteY55" fmla="*/ 10613 h 50713"/>
                <a:gd name="connsiteX56" fmla="*/ 244070 w 372220"/>
                <a:gd name="connsiteY56" fmla="*/ 10613 h 50713"/>
                <a:gd name="connsiteX57" fmla="*/ 254452 w 372220"/>
                <a:gd name="connsiteY57" fmla="*/ 19281 h 50713"/>
                <a:gd name="connsiteX58" fmla="*/ 254452 w 372220"/>
                <a:gd name="connsiteY58" fmla="*/ 19281 h 50713"/>
                <a:gd name="connsiteX59" fmla="*/ 245784 w 372220"/>
                <a:gd name="connsiteY59" fmla="*/ 29568 h 50713"/>
                <a:gd name="connsiteX60" fmla="*/ 244927 w 372220"/>
                <a:gd name="connsiteY60" fmla="*/ 29568 h 50713"/>
                <a:gd name="connsiteX61" fmla="*/ 235497 w 372220"/>
                <a:gd name="connsiteY61" fmla="*/ 20900 h 50713"/>
                <a:gd name="connsiteX62" fmla="*/ 274740 w 372220"/>
                <a:gd name="connsiteY62" fmla="*/ 17376 h 50713"/>
                <a:gd name="connsiteX63" fmla="*/ 283313 w 372220"/>
                <a:gd name="connsiteY63" fmla="*/ 7089 h 50713"/>
                <a:gd name="connsiteX64" fmla="*/ 283313 w 372220"/>
                <a:gd name="connsiteY64" fmla="*/ 7089 h 50713"/>
                <a:gd name="connsiteX65" fmla="*/ 293695 w 372220"/>
                <a:gd name="connsiteY65" fmla="*/ 15661 h 50713"/>
                <a:gd name="connsiteX66" fmla="*/ 293695 w 372220"/>
                <a:gd name="connsiteY66" fmla="*/ 15661 h 50713"/>
                <a:gd name="connsiteX67" fmla="*/ 285027 w 372220"/>
                <a:gd name="connsiteY67" fmla="*/ 26043 h 50713"/>
                <a:gd name="connsiteX68" fmla="*/ 284170 w 372220"/>
                <a:gd name="connsiteY68" fmla="*/ 26043 h 50713"/>
                <a:gd name="connsiteX69" fmla="*/ 274740 w 372220"/>
                <a:gd name="connsiteY69" fmla="*/ 17376 h 50713"/>
                <a:gd name="connsiteX70" fmla="*/ 313983 w 372220"/>
                <a:gd name="connsiteY70" fmla="*/ 13851 h 50713"/>
                <a:gd name="connsiteX71" fmla="*/ 322556 w 372220"/>
                <a:gd name="connsiteY71" fmla="*/ 3564 h 50713"/>
                <a:gd name="connsiteX72" fmla="*/ 322556 w 372220"/>
                <a:gd name="connsiteY72" fmla="*/ 3564 h 50713"/>
                <a:gd name="connsiteX73" fmla="*/ 332938 w 372220"/>
                <a:gd name="connsiteY73" fmla="*/ 12137 h 50713"/>
                <a:gd name="connsiteX74" fmla="*/ 332938 w 372220"/>
                <a:gd name="connsiteY74" fmla="*/ 12137 h 50713"/>
                <a:gd name="connsiteX75" fmla="*/ 324270 w 372220"/>
                <a:gd name="connsiteY75" fmla="*/ 22519 h 50713"/>
                <a:gd name="connsiteX76" fmla="*/ 323413 w 372220"/>
                <a:gd name="connsiteY76" fmla="*/ 22519 h 50713"/>
                <a:gd name="connsiteX77" fmla="*/ 313983 w 372220"/>
                <a:gd name="connsiteY77" fmla="*/ 13851 h 50713"/>
                <a:gd name="connsiteX78" fmla="*/ 353226 w 372220"/>
                <a:gd name="connsiteY78" fmla="*/ 10327 h 50713"/>
                <a:gd name="connsiteX79" fmla="*/ 361799 w 372220"/>
                <a:gd name="connsiteY79" fmla="*/ 40 h 50713"/>
                <a:gd name="connsiteX80" fmla="*/ 361799 w 372220"/>
                <a:gd name="connsiteY80" fmla="*/ 40 h 50713"/>
                <a:gd name="connsiteX81" fmla="*/ 372181 w 372220"/>
                <a:gd name="connsiteY81" fmla="*/ 8613 h 50713"/>
                <a:gd name="connsiteX82" fmla="*/ 372181 w 372220"/>
                <a:gd name="connsiteY82" fmla="*/ 8613 h 50713"/>
                <a:gd name="connsiteX83" fmla="*/ 363513 w 372220"/>
                <a:gd name="connsiteY83" fmla="*/ 18995 h 50713"/>
                <a:gd name="connsiteX84" fmla="*/ 362656 w 372220"/>
                <a:gd name="connsiteY84" fmla="*/ 18995 h 50713"/>
                <a:gd name="connsiteX85" fmla="*/ 353226 w 372220"/>
                <a:gd name="connsiteY85" fmla="*/ 10327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372220" h="50713">
                  <a:moveTo>
                    <a:pt x="39" y="42045"/>
                  </a:moveTo>
                  <a:cubicBezTo>
                    <a:pt x="-437" y="36807"/>
                    <a:pt x="3468" y="32235"/>
                    <a:pt x="8707" y="31758"/>
                  </a:cubicBezTo>
                  <a:lnTo>
                    <a:pt x="8707" y="31758"/>
                  </a:lnTo>
                  <a:cubicBezTo>
                    <a:pt x="13946" y="31282"/>
                    <a:pt x="18518" y="35092"/>
                    <a:pt x="18994" y="40426"/>
                  </a:cubicBezTo>
                  <a:lnTo>
                    <a:pt x="18994" y="40426"/>
                  </a:lnTo>
                  <a:cubicBezTo>
                    <a:pt x="19470" y="45570"/>
                    <a:pt x="15660" y="50237"/>
                    <a:pt x="10422" y="50713"/>
                  </a:cubicBezTo>
                  <a:lnTo>
                    <a:pt x="10422" y="50713"/>
                  </a:lnTo>
                  <a:cubicBezTo>
                    <a:pt x="10422" y="50713"/>
                    <a:pt x="9850" y="50713"/>
                    <a:pt x="9564" y="50713"/>
                  </a:cubicBezTo>
                  <a:lnTo>
                    <a:pt x="9564" y="50713"/>
                  </a:lnTo>
                  <a:cubicBezTo>
                    <a:pt x="4611" y="50713"/>
                    <a:pt x="516" y="46903"/>
                    <a:pt x="39" y="41950"/>
                  </a:cubicBezTo>
                  <a:close/>
                  <a:moveTo>
                    <a:pt x="39282" y="38521"/>
                  </a:moveTo>
                  <a:cubicBezTo>
                    <a:pt x="38806" y="33378"/>
                    <a:pt x="42711" y="28710"/>
                    <a:pt x="47950" y="28234"/>
                  </a:cubicBezTo>
                  <a:lnTo>
                    <a:pt x="47950" y="28234"/>
                  </a:lnTo>
                  <a:cubicBezTo>
                    <a:pt x="53189" y="27758"/>
                    <a:pt x="57761" y="31663"/>
                    <a:pt x="58237" y="36807"/>
                  </a:cubicBezTo>
                  <a:lnTo>
                    <a:pt x="58237" y="36807"/>
                  </a:lnTo>
                  <a:cubicBezTo>
                    <a:pt x="58713" y="42141"/>
                    <a:pt x="54903" y="46713"/>
                    <a:pt x="49665" y="47189"/>
                  </a:cubicBezTo>
                  <a:lnTo>
                    <a:pt x="48712" y="47189"/>
                  </a:lnTo>
                  <a:cubicBezTo>
                    <a:pt x="43854" y="47189"/>
                    <a:pt x="39759" y="43474"/>
                    <a:pt x="39282" y="38521"/>
                  </a:cubicBezTo>
                  <a:close/>
                  <a:moveTo>
                    <a:pt x="78525" y="34997"/>
                  </a:moveTo>
                  <a:cubicBezTo>
                    <a:pt x="78049" y="29758"/>
                    <a:pt x="81954" y="25186"/>
                    <a:pt x="87193" y="24710"/>
                  </a:cubicBezTo>
                  <a:lnTo>
                    <a:pt x="87193" y="24710"/>
                  </a:lnTo>
                  <a:cubicBezTo>
                    <a:pt x="92432" y="24234"/>
                    <a:pt x="97004" y="28044"/>
                    <a:pt x="97480" y="33378"/>
                  </a:cubicBezTo>
                  <a:lnTo>
                    <a:pt x="97480" y="33378"/>
                  </a:lnTo>
                  <a:cubicBezTo>
                    <a:pt x="97956" y="38521"/>
                    <a:pt x="94051" y="43188"/>
                    <a:pt x="88908" y="43665"/>
                  </a:cubicBezTo>
                  <a:lnTo>
                    <a:pt x="88908" y="43665"/>
                  </a:lnTo>
                  <a:cubicBezTo>
                    <a:pt x="88908" y="43665"/>
                    <a:pt x="88241" y="43665"/>
                    <a:pt x="87955" y="43665"/>
                  </a:cubicBezTo>
                  <a:lnTo>
                    <a:pt x="87955" y="43665"/>
                  </a:lnTo>
                  <a:cubicBezTo>
                    <a:pt x="83097" y="43665"/>
                    <a:pt x="79002" y="39855"/>
                    <a:pt x="78525" y="34902"/>
                  </a:cubicBezTo>
                  <a:close/>
                  <a:moveTo>
                    <a:pt x="117768" y="31473"/>
                  </a:moveTo>
                  <a:cubicBezTo>
                    <a:pt x="117292" y="26329"/>
                    <a:pt x="121197" y="21662"/>
                    <a:pt x="126436" y="21186"/>
                  </a:cubicBezTo>
                  <a:lnTo>
                    <a:pt x="126436" y="21186"/>
                  </a:lnTo>
                  <a:cubicBezTo>
                    <a:pt x="131580" y="20709"/>
                    <a:pt x="136247" y="24615"/>
                    <a:pt x="136723" y="29758"/>
                  </a:cubicBezTo>
                  <a:lnTo>
                    <a:pt x="136723" y="29758"/>
                  </a:lnTo>
                  <a:cubicBezTo>
                    <a:pt x="137199" y="35092"/>
                    <a:pt x="133294" y="39664"/>
                    <a:pt x="128151" y="40140"/>
                  </a:cubicBezTo>
                  <a:lnTo>
                    <a:pt x="127198" y="40140"/>
                  </a:lnTo>
                  <a:cubicBezTo>
                    <a:pt x="122340" y="40140"/>
                    <a:pt x="118245" y="36426"/>
                    <a:pt x="117768" y="31473"/>
                  </a:cubicBezTo>
                  <a:close/>
                  <a:moveTo>
                    <a:pt x="157011" y="27948"/>
                  </a:moveTo>
                  <a:cubicBezTo>
                    <a:pt x="156535" y="22710"/>
                    <a:pt x="160440" y="18138"/>
                    <a:pt x="165679" y="17661"/>
                  </a:cubicBezTo>
                  <a:lnTo>
                    <a:pt x="165679" y="17661"/>
                  </a:lnTo>
                  <a:cubicBezTo>
                    <a:pt x="170823" y="17185"/>
                    <a:pt x="175490" y="20995"/>
                    <a:pt x="175966" y="26329"/>
                  </a:cubicBezTo>
                  <a:lnTo>
                    <a:pt x="175966" y="26329"/>
                  </a:lnTo>
                  <a:cubicBezTo>
                    <a:pt x="176442" y="31473"/>
                    <a:pt x="172537" y="36140"/>
                    <a:pt x="167394" y="36616"/>
                  </a:cubicBezTo>
                  <a:lnTo>
                    <a:pt x="167394" y="36616"/>
                  </a:lnTo>
                  <a:cubicBezTo>
                    <a:pt x="167394" y="36616"/>
                    <a:pt x="166727" y="36616"/>
                    <a:pt x="166441" y="36616"/>
                  </a:cubicBezTo>
                  <a:lnTo>
                    <a:pt x="166441" y="36616"/>
                  </a:lnTo>
                  <a:cubicBezTo>
                    <a:pt x="161583" y="36616"/>
                    <a:pt x="157488" y="32806"/>
                    <a:pt x="157011" y="27853"/>
                  </a:cubicBezTo>
                  <a:close/>
                  <a:moveTo>
                    <a:pt x="196254" y="24424"/>
                  </a:moveTo>
                  <a:cubicBezTo>
                    <a:pt x="195778" y="19281"/>
                    <a:pt x="199588" y="14613"/>
                    <a:pt x="204922" y="14137"/>
                  </a:cubicBezTo>
                  <a:lnTo>
                    <a:pt x="204922" y="14137"/>
                  </a:lnTo>
                  <a:cubicBezTo>
                    <a:pt x="210066" y="13661"/>
                    <a:pt x="214733" y="17566"/>
                    <a:pt x="215209" y="22710"/>
                  </a:cubicBezTo>
                  <a:lnTo>
                    <a:pt x="215209" y="22710"/>
                  </a:lnTo>
                  <a:cubicBezTo>
                    <a:pt x="215685" y="28044"/>
                    <a:pt x="211875" y="32616"/>
                    <a:pt x="206541" y="33092"/>
                  </a:cubicBezTo>
                  <a:lnTo>
                    <a:pt x="205684" y="33092"/>
                  </a:lnTo>
                  <a:cubicBezTo>
                    <a:pt x="200826" y="33092"/>
                    <a:pt x="196731" y="29377"/>
                    <a:pt x="196254" y="24424"/>
                  </a:cubicBezTo>
                  <a:close/>
                  <a:moveTo>
                    <a:pt x="235497" y="20900"/>
                  </a:moveTo>
                  <a:cubicBezTo>
                    <a:pt x="235021" y="15661"/>
                    <a:pt x="238831" y="11089"/>
                    <a:pt x="244070" y="10613"/>
                  </a:cubicBezTo>
                  <a:lnTo>
                    <a:pt x="244070" y="10613"/>
                  </a:lnTo>
                  <a:cubicBezTo>
                    <a:pt x="249309" y="10137"/>
                    <a:pt x="253976" y="13947"/>
                    <a:pt x="254452" y="19281"/>
                  </a:cubicBezTo>
                  <a:lnTo>
                    <a:pt x="254452" y="19281"/>
                  </a:lnTo>
                  <a:cubicBezTo>
                    <a:pt x="254928" y="24424"/>
                    <a:pt x="251023" y="29091"/>
                    <a:pt x="245784" y="29568"/>
                  </a:cubicBezTo>
                  <a:lnTo>
                    <a:pt x="244927" y="29568"/>
                  </a:lnTo>
                  <a:cubicBezTo>
                    <a:pt x="240069" y="29568"/>
                    <a:pt x="235974" y="25853"/>
                    <a:pt x="235497" y="20900"/>
                  </a:cubicBezTo>
                  <a:close/>
                  <a:moveTo>
                    <a:pt x="274740" y="17376"/>
                  </a:moveTo>
                  <a:cubicBezTo>
                    <a:pt x="274264" y="12137"/>
                    <a:pt x="278169" y="7565"/>
                    <a:pt x="283313" y="7089"/>
                  </a:cubicBezTo>
                  <a:lnTo>
                    <a:pt x="283313" y="7089"/>
                  </a:lnTo>
                  <a:cubicBezTo>
                    <a:pt x="288552" y="6612"/>
                    <a:pt x="293219" y="10518"/>
                    <a:pt x="293695" y="15661"/>
                  </a:cubicBezTo>
                  <a:lnTo>
                    <a:pt x="293695" y="15661"/>
                  </a:lnTo>
                  <a:cubicBezTo>
                    <a:pt x="294171" y="20995"/>
                    <a:pt x="290266" y="25567"/>
                    <a:pt x="285027" y="26043"/>
                  </a:cubicBezTo>
                  <a:lnTo>
                    <a:pt x="284170" y="26043"/>
                  </a:lnTo>
                  <a:cubicBezTo>
                    <a:pt x="279312" y="26043"/>
                    <a:pt x="275121" y="22329"/>
                    <a:pt x="274740" y="17376"/>
                  </a:cubicBezTo>
                  <a:close/>
                  <a:moveTo>
                    <a:pt x="313983" y="13851"/>
                  </a:moveTo>
                  <a:cubicBezTo>
                    <a:pt x="313507" y="8613"/>
                    <a:pt x="317412" y="4041"/>
                    <a:pt x="322556" y="3564"/>
                  </a:cubicBezTo>
                  <a:lnTo>
                    <a:pt x="322556" y="3564"/>
                  </a:lnTo>
                  <a:cubicBezTo>
                    <a:pt x="327795" y="3088"/>
                    <a:pt x="332462" y="6898"/>
                    <a:pt x="332938" y="12137"/>
                  </a:cubicBezTo>
                  <a:lnTo>
                    <a:pt x="332938" y="12137"/>
                  </a:lnTo>
                  <a:cubicBezTo>
                    <a:pt x="333414" y="17376"/>
                    <a:pt x="329509" y="22043"/>
                    <a:pt x="324270" y="22519"/>
                  </a:cubicBezTo>
                  <a:lnTo>
                    <a:pt x="323413" y="22519"/>
                  </a:lnTo>
                  <a:cubicBezTo>
                    <a:pt x="318555" y="22519"/>
                    <a:pt x="314364" y="18804"/>
                    <a:pt x="313983" y="13851"/>
                  </a:cubicBezTo>
                  <a:close/>
                  <a:moveTo>
                    <a:pt x="353226" y="10327"/>
                  </a:moveTo>
                  <a:cubicBezTo>
                    <a:pt x="352750" y="5088"/>
                    <a:pt x="356560" y="516"/>
                    <a:pt x="361799" y="40"/>
                  </a:cubicBezTo>
                  <a:lnTo>
                    <a:pt x="361799" y="40"/>
                  </a:lnTo>
                  <a:cubicBezTo>
                    <a:pt x="367038" y="-436"/>
                    <a:pt x="371705" y="3374"/>
                    <a:pt x="372181" y="8613"/>
                  </a:cubicBezTo>
                  <a:lnTo>
                    <a:pt x="372181" y="8613"/>
                  </a:lnTo>
                  <a:cubicBezTo>
                    <a:pt x="372657" y="13947"/>
                    <a:pt x="368752" y="18519"/>
                    <a:pt x="363513" y="18995"/>
                  </a:cubicBezTo>
                  <a:lnTo>
                    <a:pt x="362656" y="18995"/>
                  </a:lnTo>
                  <a:cubicBezTo>
                    <a:pt x="357798" y="18995"/>
                    <a:pt x="353607" y="15280"/>
                    <a:pt x="353226" y="103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E3795E8-20F3-C1A7-3DE4-9BC6E6B0D0BA}"/>
                </a:ext>
              </a:extLst>
            </p:cNvPr>
            <p:cNvSpPr/>
            <p:nvPr/>
          </p:nvSpPr>
          <p:spPr>
            <a:xfrm>
              <a:off x="6127583" y="3124540"/>
              <a:ext cx="372887" cy="50713"/>
            </a:xfrm>
            <a:custGeom>
              <a:avLst/>
              <a:gdLst>
                <a:gd name="connsiteX0" fmla="*/ 362466 w 372887"/>
                <a:gd name="connsiteY0" fmla="*/ 50713 h 50713"/>
                <a:gd name="connsiteX1" fmla="*/ 353893 w 372887"/>
                <a:gd name="connsiteY1" fmla="*/ 40331 h 50713"/>
                <a:gd name="connsiteX2" fmla="*/ 353893 w 372887"/>
                <a:gd name="connsiteY2" fmla="*/ 40331 h 50713"/>
                <a:gd name="connsiteX3" fmla="*/ 364180 w 372887"/>
                <a:gd name="connsiteY3" fmla="*/ 31758 h 50713"/>
                <a:gd name="connsiteX4" fmla="*/ 364180 w 372887"/>
                <a:gd name="connsiteY4" fmla="*/ 31758 h 50713"/>
                <a:gd name="connsiteX5" fmla="*/ 372848 w 372887"/>
                <a:gd name="connsiteY5" fmla="*/ 42141 h 50713"/>
                <a:gd name="connsiteX6" fmla="*/ 372848 w 372887"/>
                <a:gd name="connsiteY6" fmla="*/ 42141 h 50713"/>
                <a:gd name="connsiteX7" fmla="*/ 363323 w 372887"/>
                <a:gd name="connsiteY7" fmla="*/ 50713 h 50713"/>
                <a:gd name="connsiteX8" fmla="*/ 362466 w 372887"/>
                <a:gd name="connsiteY8" fmla="*/ 50713 h 50713"/>
                <a:gd name="connsiteX9" fmla="*/ 323223 w 372887"/>
                <a:gd name="connsiteY9" fmla="*/ 47189 h 50713"/>
                <a:gd name="connsiteX10" fmla="*/ 314555 w 372887"/>
                <a:gd name="connsiteY10" fmla="*/ 36902 h 50713"/>
                <a:gd name="connsiteX11" fmla="*/ 314555 w 372887"/>
                <a:gd name="connsiteY11" fmla="*/ 36902 h 50713"/>
                <a:gd name="connsiteX12" fmla="*/ 324842 w 372887"/>
                <a:gd name="connsiteY12" fmla="*/ 28234 h 50713"/>
                <a:gd name="connsiteX13" fmla="*/ 324842 w 372887"/>
                <a:gd name="connsiteY13" fmla="*/ 28234 h 50713"/>
                <a:gd name="connsiteX14" fmla="*/ 333510 w 372887"/>
                <a:gd name="connsiteY14" fmla="*/ 38521 h 50713"/>
                <a:gd name="connsiteX15" fmla="*/ 333510 w 372887"/>
                <a:gd name="connsiteY15" fmla="*/ 38521 h 50713"/>
                <a:gd name="connsiteX16" fmla="*/ 324080 w 372887"/>
                <a:gd name="connsiteY16" fmla="*/ 47189 h 50713"/>
                <a:gd name="connsiteX17" fmla="*/ 323223 w 372887"/>
                <a:gd name="connsiteY17" fmla="*/ 47189 h 50713"/>
                <a:gd name="connsiteX18" fmla="*/ 283884 w 372887"/>
                <a:gd name="connsiteY18" fmla="*/ 43665 h 50713"/>
                <a:gd name="connsiteX19" fmla="*/ 275217 w 372887"/>
                <a:gd name="connsiteY19" fmla="*/ 33378 h 50713"/>
                <a:gd name="connsiteX20" fmla="*/ 275217 w 372887"/>
                <a:gd name="connsiteY20" fmla="*/ 33378 h 50713"/>
                <a:gd name="connsiteX21" fmla="*/ 285504 w 372887"/>
                <a:gd name="connsiteY21" fmla="*/ 24710 h 50713"/>
                <a:gd name="connsiteX22" fmla="*/ 285504 w 372887"/>
                <a:gd name="connsiteY22" fmla="*/ 24710 h 50713"/>
                <a:gd name="connsiteX23" fmla="*/ 294171 w 372887"/>
                <a:gd name="connsiteY23" fmla="*/ 34997 h 50713"/>
                <a:gd name="connsiteX24" fmla="*/ 294171 w 372887"/>
                <a:gd name="connsiteY24" fmla="*/ 34997 h 50713"/>
                <a:gd name="connsiteX25" fmla="*/ 284742 w 372887"/>
                <a:gd name="connsiteY25" fmla="*/ 43665 h 50713"/>
                <a:gd name="connsiteX26" fmla="*/ 283884 w 372887"/>
                <a:gd name="connsiteY26" fmla="*/ 43665 h 50713"/>
                <a:gd name="connsiteX27" fmla="*/ 244546 w 372887"/>
                <a:gd name="connsiteY27" fmla="*/ 40140 h 50713"/>
                <a:gd name="connsiteX28" fmla="*/ 235878 w 372887"/>
                <a:gd name="connsiteY28" fmla="*/ 29758 h 50713"/>
                <a:gd name="connsiteX29" fmla="*/ 235878 w 372887"/>
                <a:gd name="connsiteY29" fmla="*/ 29758 h 50713"/>
                <a:gd name="connsiteX30" fmla="*/ 246261 w 372887"/>
                <a:gd name="connsiteY30" fmla="*/ 21186 h 50713"/>
                <a:gd name="connsiteX31" fmla="*/ 246261 w 372887"/>
                <a:gd name="connsiteY31" fmla="*/ 21186 h 50713"/>
                <a:gd name="connsiteX32" fmla="*/ 254833 w 372887"/>
                <a:gd name="connsiteY32" fmla="*/ 31473 h 50713"/>
                <a:gd name="connsiteX33" fmla="*/ 254833 w 372887"/>
                <a:gd name="connsiteY33" fmla="*/ 31473 h 50713"/>
                <a:gd name="connsiteX34" fmla="*/ 245403 w 372887"/>
                <a:gd name="connsiteY34" fmla="*/ 40236 h 50713"/>
                <a:gd name="connsiteX35" fmla="*/ 245403 w 372887"/>
                <a:gd name="connsiteY35" fmla="*/ 40236 h 50713"/>
                <a:gd name="connsiteX36" fmla="*/ 244546 w 372887"/>
                <a:gd name="connsiteY36" fmla="*/ 40236 h 50713"/>
                <a:gd name="connsiteX37" fmla="*/ 205208 w 372887"/>
                <a:gd name="connsiteY37" fmla="*/ 36616 h 50713"/>
                <a:gd name="connsiteX38" fmla="*/ 196635 w 372887"/>
                <a:gd name="connsiteY38" fmla="*/ 26234 h 50713"/>
                <a:gd name="connsiteX39" fmla="*/ 196635 w 372887"/>
                <a:gd name="connsiteY39" fmla="*/ 26234 h 50713"/>
                <a:gd name="connsiteX40" fmla="*/ 206922 w 372887"/>
                <a:gd name="connsiteY40" fmla="*/ 17661 h 50713"/>
                <a:gd name="connsiteX41" fmla="*/ 206922 w 372887"/>
                <a:gd name="connsiteY41" fmla="*/ 17661 h 50713"/>
                <a:gd name="connsiteX42" fmla="*/ 215590 w 372887"/>
                <a:gd name="connsiteY42" fmla="*/ 28044 h 50713"/>
                <a:gd name="connsiteX43" fmla="*/ 215590 w 372887"/>
                <a:gd name="connsiteY43" fmla="*/ 28044 h 50713"/>
                <a:gd name="connsiteX44" fmla="*/ 206160 w 372887"/>
                <a:gd name="connsiteY44" fmla="*/ 36616 h 50713"/>
                <a:gd name="connsiteX45" fmla="*/ 205208 w 372887"/>
                <a:gd name="connsiteY45" fmla="*/ 36616 h 50713"/>
                <a:gd name="connsiteX46" fmla="*/ 165870 w 372887"/>
                <a:gd name="connsiteY46" fmla="*/ 33092 h 50713"/>
                <a:gd name="connsiteX47" fmla="*/ 157297 w 372887"/>
                <a:gd name="connsiteY47" fmla="*/ 22805 h 50713"/>
                <a:gd name="connsiteX48" fmla="*/ 157297 w 372887"/>
                <a:gd name="connsiteY48" fmla="*/ 22805 h 50713"/>
                <a:gd name="connsiteX49" fmla="*/ 167584 w 372887"/>
                <a:gd name="connsiteY49" fmla="*/ 14137 h 50713"/>
                <a:gd name="connsiteX50" fmla="*/ 167584 w 372887"/>
                <a:gd name="connsiteY50" fmla="*/ 14137 h 50713"/>
                <a:gd name="connsiteX51" fmla="*/ 176252 w 372887"/>
                <a:gd name="connsiteY51" fmla="*/ 24424 h 50713"/>
                <a:gd name="connsiteX52" fmla="*/ 176252 w 372887"/>
                <a:gd name="connsiteY52" fmla="*/ 24424 h 50713"/>
                <a:gd name="connsiteX53" fmla="*/ 166822 w 372887"/>
                <a:gd name="connsiteY53" fmla="*/ 33092 h 50713"/>
                <a:gd name="connsiteX54" fmla="*/ 165870 w 372887"/>
                <a:gd name="connsiteY54" fmla="*/ 33092 h 50713"/>
                <a:gd name="connsiteX55" fmla="*/ 126627 w 372887"/>
                <a:gd name="connsiteY55" fmla="*/ 29568 h 50713"/>
                <a:gd name="connsiteX56" fmla="*/ 117959 w 372887"/>
                <a:gd name="connsiteY56" fmla="*/ 19281 h 50713"/>
                <a:gd name="connsiteX57" fmla="*/ 117959 w 372887"/>
                <a:gd name="connsiteY57" fmla="*/ 19281 h 50713"/>
                <a:gd name="connsiteX58" fmla="*/ 128341 w 372887"/>
                <a:gd name="connsiteY58" fmla="*/ 10613 h 50713"/>
                <a:gd name="connsiteX59" fmla="*/ 128341 w 372887"/>
                <a:gd name="connsiteY59" fmla="*/ 10613 h 50713"/>
                <a:gd name="connsiteX60" fmla="*/ 136914 w 372887"/>
                <a:gd name="connsiteY60" fmla="*/ 20900 h 50713"/>
                <a:gd name="connsiteX61" fmla="*/ 136914 w 372887"/>
                <a:gd name="connsiteY61" fmla="*/ 20900 h 50713"/>
                <a:gd name="connsiteX62" fmla="*/ 127484 w 372887"/>
                <a:gd name="connsiteY62" fmla="*/ 29568 h 50713"/>
                <a:gd name="connsiteX63" fmla="*/ 126627 w 372887"/>
                <a:gd name="connsiteY63" fmla="*/ 29568 h 50713"/>
                <a:gd name="connsiteX64" fmla="*/ 87288 w 372887"/>
                <a:gd name="connsiteY64" fmla="*/ 26043 h 50713"/>
                <a:gd name="connsiteX65" fmla="*/ 78621 w 372887"/>
                <a:gd name="connsiteY65" fmla="*/ 15661 h 50713"/>
                <a:gd name="connsiteX66" fmla="*/ 78621 w 372887"/>
                <a:gd name="connsiteY66" fmla="*/ 15661 h 50713"/>
                <a:gd name="connsiteX67" fmla="*/ 89003 w 372887"/>
                <a:gd name="connsiteY67" fmla="*/ 7089 h 50713"/>
                <a:gd name="connsiteX68" fmla="*/ 89003 w 372887"/>
                <a:gd name="connsiteY68" fmla="*/ 7089 h 50713"/>
                <a:gd name="connsiteX69" fmla="*/ 97575 w 372887"/>
                <a:gd name="connsiteY69" fmla="*/ 17376 h 50713"/>
                <a:gd name="connsiteX70" fmla="*/ 97575 w 372887"/>
                <a:gd name="connsiteY70" fmla="*/ 17376 h 50713"/>
                <a:gd name="connsiteX71" fmla="*/ 88146 w 372887"/>
                <a:gd name="connsiteY71" fmla="*/ 26043 h 50713"/>
                <a:gd name="connsiteX72" fmla="*/ 87288 w 372887"/>
                <a:gd name="connsiteY72" fmla="*/ 26043 h 50713"/>
                <a:gd name="connsiteX73" fmla="*/ 47950 w 372887"/>
                <a:gd name="connsiteY73" fmla="*/ 22519 h 50713"/>
                <a:gd name="connsiteX74" fmla="*/ 39378 w 372887"/>
                <a:gd name="connsiteY74" fmla="*/ 12137 h 50713"/>
                <a:gd name="connsiteX75" fmla="*/ 39378 w 372887"/>
                <a:gd name="connsiteY75" fmla="*/ 12137 h 50713"/>
                <a:gd name="connsiteX76" fmla="*/ 49665 w 372887"/>
                <a:gd name="connsiteY76" fmla="*/ 3564 h 50713"/>
                <a:gd name="connsiteX77" fmla="*/ 49665 w 372887"/>
                <a:gd name="connsiteY77" fmla="*/ 3564 h 50713"/>
                <a:gd name="connsiteX78" fmla="*/ 58332 w 372887"/>
                <a:gd name="connsiteY78" fmla="*/ 13851 h 50713"/>
                <a:gd name="connsiteX79" fmla="*/ 58332 w 372887"/>
                <a:gd name="connsiteY79" fmla="*/ 13851 h 50713"/>
                <a:gd name="connsiteX80" fmla="*/ 48903 w 372887"/>
                <a:gd name="connsiteY80" fmla="*/ 22519 h 50713"/>
                <a:gd name="connsiteX81" fmla="*/ 47950 w 372887"/>
                <a:gd name="connsiteY81" fmla="*/ 22519 h 50713"/>
                <a:gd name="connsiteX82" fmla="*/ 8707 w 372887"/>
                <a:gd name="connsiteY82" fmla="*/ 18995 h 50713"/>
                <a:gd name="connsiteX83" fmla="*/ 39 w 372887"/>
                <a:gd name="connsiteY83" fmla="*/ 8613 h 50713"/>
                <a:gd name="connsiteX84" fmla="*/ 39 w 372887"/>
                <a:gd name="connsiteY84" fmla="*/ 8613 h 50713"/>
                <a:gd name="connsiteX85" fmla="*/ 10326 w 372887"/>
                <a:gd name="connsiteY85" fmla="*/ 40 h 50713"/>
                <a:gd name="connsiteX86" fmla="*/ 10326 w 372887"/>
                <a:gd name="connsiteY86" fmla="*/ 40 h 50713"/>
                <a:gd name="connsiteX87" fmla="*/ 18994 w 372887"/>
                <a:gd name="connsiteY87" fmla="*/ 10327 h 50713"/>
                <a:gd name="connsiteX88" fmla="*/ 18994 w 372887"/>
                <a:gd name="connsiteY88" fmla="*/ 10327 h 50713"/>
                <a:gd name="connsiteX89" fmla="*/ 9564 w 372887"/>
                <a:gd name="connsiteY89" fmla="*/ 18995 h 50713"/>
                <a:gd name="connsiteX90" fmla="*/ 8707 w 372887"/>
                <a:gd name="connsiteY90" fmla="*/ 18995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72887" h="50713">
                  <a:moveTo>
                    <a:pt x="362466" y="50713"/>
                  </a:moveTo>
                  <a:cubicBezTo>
                    <a:pt x="357227" y="50237"/>
                    <a:pt x="353417" y="45570"/>
                    <a:pt x="353893" y="40331"/>
                  </a:cubicBezTo>
                  <a:lnTo>
                    <a:pt x="353893" y="40331"/>
                  </a:lnTo>
                  <a:cubicBezTo>
                    <a:pt x="354274" y="35187"/>
                    <a:pt x="358941" y="31282"/>
                    <a:pt x="364180" y="31758"/>
                  </a:cubicBezTo>
                  <a:lnTo>
                    <a:pt x="364180" y="31758"/>
                  </a:lnTo>
                  <a:cubicBezTo>
                    <a:pt x="369419" y="32235"/>
                    <a:pt x="373324" y="36902"/>
                    <a:pt x="372848" y="42141"/>
                  </a:cubicBezTo>
                  <a:lnTo>
                    <a:pt x="372848" y="42141"/>
                  </a:lnTo>
                  <a:cubicBezTo>
                    <a:pt x="372372" y="46998"/>
                    <a:pt x="368181" y="50713"/>
                    <a:pt x="363323" y="50713"/>
                  </a:cubicBezTo>
                  <a:lnTo>
                    <a:pt x="362466" y="50713"/>
                  </a:lnTo>
                  <a:close/>
                  <a:moveTo>
                    <a:pt x="323223" y="47189"/>
                  </a:moveTo>
                  <a:cubicBezTo>
                    <a:pt x="317984" y="46713"/>
                    <a:pt x="314079" y="42141"/>
                    <a:pt x="314555" y="36902"/>
                  </a:cubicBezTo>
                  <a:lnTo>
                    <a:pt x="314555" y="36902"/>
                  </a:lnTo>
                  <a:cubicBezTo>
                    <a:pt x="315031" y="31663"/>
                    <a:pt x="319603" y="27758"/>
                    <a:pt x="324842" y="28234"/>
                  </a:cubicBezTo>
                  <a:lnTo>
                    <a:pt x="324842" y="28234"/>
                  </a:lnTo>
                  <a:cubicBezTo>
                    <a:pt x="330081" y="28710"/>
                    <a:pt x="333986" y="33282"/>
                    <a:pt x="333510" y="38521"/>
                  </a:cubicBezTo>
                  <a:lnTo>
                    <a:pt x="333510" y="38521"/>
                  </a:lnTo>
                  <a:cubicBezTo>
                    <a:pt x="333033" y="43474"/>
                    <a:pt x="328938" y="47189"/>
                    <a:pt x="324080" y="47189"/>
                  </a:cubicBezTo>
                  <a:lnTo>
                    <a:pt x="323223" y="47189"/>
                  </a:lnTo>
                  <a:close/>
                  <a:moveTo>
                    <a:pt x="283884" y="43665"/>
                  </a:moveTo>
                  <a:cubicBezTo>
                    <a:pt x="278646" y="43188"/>
                    <a:pt x="274740" y="38616"/>
                    <a:pt x="275217" y="33378"/>
                  </a:cubicBezTo>
                  <a:lnTo>
                    <a:pt x="275217" y="33378"/>
                  </a:lnTo>
                  <a:cubicBezTo>
                    <a:pt x="275693" y="28139"/>
                    <a:pt x="280360" y="24234"/>
                    <a:pt x="285504" y="24710"/>
                  </a:cubicBezTo>
                  <a:lnTo>
                    <a:pt x="285504" y="24710"/>
                  </a:lnTo>
                  <a:cubicBezTo>
                    <a:pt x="290742" y="25186"/>
                    <a:pt x="294648" y="29758"/>
                    <a:pt x="294171" y="34997"/>
                  </a:cubicBezTo>
                  <a:lnTo>
                    <a:pt x="294171" y="34997"/>
                  </a:lnTo>
                  <a:cubicBezTo>
                    <a:pt x="293790" y="39950"/>
                    <a:pt x="289599" y="43665"/>
                    <a:pt x="284742" y="43665"/>
                  </a:cubicBezTo>
                  <a:lnTo>
                    <a:pt x="283884" y="43665"/>
                  </a:lnTo>
                  <a:close/>
                  <a:moveTo>
                    <a:pt x="244546" y="40140"/>
                  </a:moveTo>
                  <a:cubicBezTo>
                    <a:pt x="239307" y="39664"/>
                    <a:pt x="235497" y="34997"/>
                    <a:pt x="235878" y="29758"/>
                  </a:cubicBezTo>
                  <a:lnTo>
                    <a:pt x="235878" y="29758"/>
                  </a:lnTo>
                  <a:cubicBezTo>
                    <a:pt x="236355" y="24519"/>
                    <a:pt x="241022" y="20709"/>
                    <a:pt x="246261" y="21186"/>
                  </a:cubicBezTo>
                  <a:lnTo>
                    <a:pt x="246261" y="21186"/>
                  </a:lnTo>
                  <a:cubicBezTo>
                    <a:pt x="251499" y="21662"/>
                    <a:pt x="255405" y="26234"/>
                    <a:pt x="254833" y="31473"/>
                  </a:cubicBezTo>
                  <a:lnTo>
                    <a:pt x="254833" y="31473"/>
                  </a:lnTo>
                  <a:cubicBezTo>
                    <a:pt x="254452" y="36426"/>
                    <a:pt x="250261" y="40236"/>
                    <a:pt x="245403" y="40236"/>
                  </a:cubicBezTo>
                  <a:lnTo>
                    <a:pt x="245403" y="40236"/>
                  </a:lnTo>
                  <a:cubicBezTo>
                    <a:pt x="245403" y="40236"/>
                    <a:pt x="244832" y="40236"/>
                    <a:pt x="244546" y="40236"/>
                  </a:cubicBezTo>
                  <a:close/>
                  <a:moveTo>
                    <a:pt x="205208" y="36616"/>
                  </a:moveTo>
                  <a:cubicBezTo>
                    <a:pt x="199969" y="36140"/>
                    <a:pt x="196159" y="31473"/>
                    <a:pt x="196635" y="26234"/>
                  </a:cubicBezTo>
                  <a:lnTo>
                    <a:pt x="196635" y="26234"/>
                  </a:lnTo>
                  <a:cubicBezTo>
                    <a:pt x="197016" y="20995"/>
                    <a:pt x="201684" y="17185"/>
                    <a:pt x="206922" y="17661"/>
                  </a:cubicBezTo>
                  <a:lnTo>
                    <a:pt x="206922" y="17661"/>
                  </a:lnTo>
                  <a:cubicBezTo>
                    <a:pt x="212161" y="18138"/>
                    <a:pt x="216066" y="22805"/>
                    <a:pt x="215590" y="28044"/>
                  </a:cubicBezTo>
                  <a:lnTo>
                    <a:pt x="215590" y="28044"/>
                  </a:lnTo>
                  <a:cubicBezTo>
                    <a:pt x="215114" y="32901"/>
                    <a:pt x="211018" y="36616"/>
                    <a:pt x="206160" y="36616"/>
                  </a:cubicBezTo>
                  <a:lnTo>
                    <a:pt x="205208" y="36616"/>
                  </a:lnTo>
                  <a:close/>
                  <a:moveTo>
                    <a:pt x="165870" y="33092"/>
                  </a:moveTo>
                  <a:cubicBezTo>
                    <a:pt x="160631" y="32616"/>
                    <a:pt x="156821" y="28044"/>
                    <a:pt x="157297" y="22805"/>
                  </a:cubicBezTo>
                  <a:lnTo>
                    <a:pt x="157297" y="22805"/>
                  </a:lnTo>
                  <a:cubicBezTo>
                    <a:pt x="157773" y="17566"/>
                    <a:pt x="162345" y="13661"/>
                    <a:pt x="167584" y="14137"/>
                  </a:cubicBezTo>
                  <a:lnTo>
                    <a:pt x="167584" y="14137"/>
                  </a:lnTo>
                  <a:cubicBezTo>
                    <a:pt x="172823" y="14613"/>
                    <a:pt x="176728" y="19185"/>
                    <a:pt x="176252" y="24424"/>
                  </a:cubicBezTo>
                  <a:lnTo>
                    <a:pt x="176252" y="24424"/>
                  </a:lnTo>
                  <a:cubicBezTo>
                    <a:pt x="175776" y="29377"/>
                    <a:pt x="171680" y="33092"/>
                    <a:pt x="166822" y="33092"/>
                  </a:cubicBezTo>
                  <a:lnTo>
                    <a:pt x="165870" y="33092"/>
                  </a:lnTo>
                  <a:close/>
                  <a:moveTo>
                    <a:pt x="126627" y="29568"/>
                  </a:moveTo>
                  <a:cubicBezTo>
                    <a:pt x="121388" y="29091"/>
                    <a:pt x="117483" y="24519"/>
                    <a:pt x="117959" y="19281"/>
                  </a:cubicBezTo>
                  <a:lnTo>
                    <a:pt x="117959" y="19281"/>
                  </a:lnTo>
                  <a:cubicBezTo>
                    <a:pt x="118435" y="14042"/>
                    <a:pt x="123102" y="10137"/>
                    <a:pt x="128341" y="10613"/>
                  </a:cubicBezTo>
                  <a:lnTo>
                    <a:pt x="128341" y="10613"/>
                  </a:lnTo>
                  <a:cubicBezTo>
                    <a:pt x="133485" y="11089"/>
                    <a:pt x="137390" y="15661"/>
                    <a:pt x="136914" y="20900"/>
                  </a:cubicBezTo>
                  <a:lnTo>
                    <a:pt x="136914" y="20900"/>
                  </a:lnTo>
                  <a:cubicBezTo>
                    <a:pt x="136533" y="25853"/>
                    <a:pt x="132342" y="29568"/>
                    <a:pt x="127484" y="29568"/>
                  </a:cubicBezTo>
                  <a:lnTo>
                    <a:pt x="126627" y="29568"/>
                  </a:lnTo>
                  <a:close/>
                  <a:moveTo>
                    <a:pt x="87288" y="26043"/>
                  </a:moveTo>
                  <a:cubicBezTo>
                    <a:pt x="82050" y="25567"/>
                    <a:pt x="78240" y="20900"/>
                    <a:pt x="78621" y="15661"/>
                  </a:cubicBezTo>
                  <a:lnTo>
                    <a:pt x="78621" y="15661"/>
                  </a:lnTo>
                  <a:cubicBezTo>
                    <a:pt x="79097" y="10518"/>
                    <a:pt x="83764" y="6612"/>
                    <a:pt x="89003" y="7089"/>
                  </a:cubicBezTo>
                  <a:lnTo>
                    <a:pt x="89003" y="7089"/>
                  </a:lnTo>
                  <a:cubicBezTo>
                    <a:pt x="94242" y="7565"/>
                    <a:pt x="98147" y="12137"/>
                    <a:pt x="97575" y="17376"/>
                  </a:cubicBezTo>
                  <a:lnTo>
                    <a:pt x="97575" y="17376"/>
                  </a:lnTo>
                  <a:cubicBezTo>
                    <a:pt x="97194" y="22329"/>
                    <a:pt x="93003" y="26043"/>
                    <a:pt x="88146" y="26043"/>
                  </a:cubicBezTo>
                  <a:lnTo>
                    <a:pt x="87288" y="26043"/>
                  </a:lnTo>
                  <a:close/>
                  <a:moveTo>
                    <a:pt x="47950" y="22519"/>
                  </a:moveTo>
                  <a:cubicBezTo>
                    <a:pt x="42711" y="22043"/>
                    <a:pt x="38901" y="17376"/>
                    <a:pt x="39378" y="12137"/>
                  </a:cubicBezTo>
                  <a:lnTo>
                    <a:pt x="39378" y="12137"/>
                  </a:lnTo>
                  <a:cubicBezTo>
                    <a:pt x="39854" y="6898"/>
                    <a:pt x="44426" y="3088"/>
                    <a:pt x="49665" y="3564"/>
                  </a:cubicBezTo>
                  <a:lnTo>
                    <a:pt x="49665" y="3564"/>
                  </a:lnTo>
                  <a:cubicBezTo>
                    <a:pt x="54903" y="4041"/>
                    <a:pt x="58809" y="8613"/>
                    <a:pt x="58332" y="13851"/>
                  </a:cubicBezTo>
                  <a:lnTo>
                    <a:pt x="58332" y="13851"/>
                  </a:lnTo>
                  <a:cubicBezTo>
                    <a:pt x="57856" y="18804"/>
                    <a:pt x="53760" y="22519"/>
                    <a:pt x="48903" y="22519"/>
                  </a:cubicBezTo>
                  <a:lnTo>
                    <a:pt x="47950" y="22519"/>
                  </a:lnTo>
                  <a:close/>
                  <a:moveTo>
                    <a:pt x="8707" y="18995"/>
                  </a:moveTo>
                  <a:cubicBezTo>
                    <a:pt x="3468" y="18519"/>
                    <a:pt x="-437" y="13851"/>
                    <a:pt x="39" y="8613"/>
                  </a:cubicBezTo>
                  <a:lnTo>
                    <a:pt x="39" y="8613"/>
                  </a:lnTo>
                  <a:cubicBezTo>
                    <a:pt x="516" y="3374"/>
                    <a:pt x="5088" y="-436"/>
                    <a:pt x="10326" y="40"/>
                  </a:cubicBezTo>
                  <a:lnTo>
                    <a:pt x="10326" y="40"/>
                  </a:lnTo>
                  <a:cubicBezTo>
                    <a:pt x="15565" y="516"/>
                    <a:pt x="19470" y="5088"/>
                    <a:pt x="18994" y="10327"/>
                  </a:cubicBezTo>
                  <a:lnTo>
                    <a:pt x="18994" y="10327"/>
                  </a:lnTo>
                  <a:cubicBezTo>
                    <a:pt x="18518" y="15280"/>
                    <a:pt x="14422" y="18995"/>
                    <a:pt x="9564" y="18995"/>
                  </a:cubicBezTo>
                  <a:lnTo>
                    <a:pt x="8707" y="189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8D980E5-F4BC-F4DC-D60B-0754C9401317}"/>
                </a:ext>
              </a:extLst>
            </p:cNvPr>
            <p:cNvSpPr/>
            <p:nvPr/>
          </p:nvSpPr>
          <p:spPr>
            <a:xfrm>
              <a:off x="5687906" y="3621891"/>
              <a:ext cx="92996" cy="48852"/>
            </a:xfrm>
            <a:custGeom>
              <a:avLst/>
              <a:gdLst>
                <a:gd name="connsiteX0" fmla="*/ 709 w 92996"/>
                <a:gd name="connsiteY0" fmla="*/ 42852 h 48852"/>
                <a:gd name="connsiteX1" fmla="*/ 5948 w 92996"/>
                <a:gd name="connsiteY1" fmla="*/ 30470 h 48852"/>
                <a:gd name="connsiteX2" fmla="*/ 5948 w 92996"/>
                <a:gd name="connsiteY2" fmla="*/ 30470 h 48852"/>
                <a:gd name="connsiteX3" fmla="*/ 18331 w 92996"/>
                <a:gd name="connsiteY3" fmla="*/ 35708 h 48852"/>
                <a:gd name="connsiteX4" fmla="*/ 18331 w 92996"/>
                <a:gd name="connsiteY4" fmla="*/ 35708 h 48852"/>
                <a:gd name="connsiteX5" fmla="*/ 13092 w 92996"/>
                <a:gd name="connsiteY5" fmla="*/ 48091 h 48852"/>
                <a:gd name="connsiteX6" fmla="*/ 13092 w 92996"/>
                <a:gd name="connsiteY6" fmla="*/ 48091 h 48852"/>
                <a:gd name="connsiteX7" fmla="*/ 9568 w 92996"/>
                <a:gd name="connsiteY7" fmla="*/ 48853 h 48852"/>
                <a:gd name="connsiteX8" fmla="*/ 9568 w 92996"/>
                <a:gd name="connsiteY8" fmla="*/ 48853 h 48852"/>
                <a:gd name="connsiteX9" fmla="*/ 709 w 92996"/>
                <a:gd name="connsiteY9" fmla="*/ 42852 h 48852"/>
                <a:gd name="connsiteX10" fmla="*/ 37666 w 92996"/>
                <a:gd name="connsiteY10" fmla="*/ 27993 h 48852"/>
                <a:gd name="connsiteX11" fmla="*/ 42905 w 92996"/>
                <a:gd name="connsiteY11" fmla="*/ 15611 h 48852"/>
                <a:gd name="connsiteX12" fmla="*/ 42905 w 92996"/>
                <a:gd name="connsiteY12" fmla="*/ 15611 h 48852"/>
                <a:gd name="connsiteX13" fmla="*/ 55383 w 92996"/>
                <a:gd name="connsiteY13" fmla="*/ 20849 h 48852"/>
                <a:gd name="connsiteX14" fmla="*/ 55383 w 92996"/>
                <a:gd name="connsiteY14" fmla="*/ 20849 h 48852"/>
                <a:gd name="connsiteX15" fmla="*/ 50049 w 92996"/>
                <a:gd name="connsiteY15" fmla="*/ 33232 h 48852"/>
                <a:gd name="connsiteX16" fmla="*/ 50049 w 92996"/>
                <a:gd name="connsiteY16" fmla="*/ 33232 h 48852"/>
                <a:gd name="connsiteX17" fmla="*/ 46525 w 92996"/>
                <a:gd name="connsiteY17" fmla="*/ 33899 h 48852"/>
                <a:gd name="connsiteX18" fmla="*/ 46525 w 92996"/>
                <a:gd name="connsiteY18" fmla="*/ 33899 h 48852"/>
                <a:gd name="connsiteX19" fmla="*/ 37666 w 92996"/>
                <a:gd name="connsiteY19" fmla="*/ 27993 h 48852"/>
                <a:gd name="connsiteX20" fmla="*/ 74623 w 92996"/>
                <a:gd name="connsiteY20" fmla="*/ 13134 h 48852"/>
                <a:gd name="connsiteX21" fmla="*/ 79957 w 92996"/>
                <a:gd name="connsiteY21" fmla="*/ 656 h 48852"/>
                <a:gd name="connsiteX22" fmla="*/ 79957 w 92996"/>
                <a:gd name="connsiteY22" fmla="*/ 656 h 48852"/>
                <a:gd name="connsiteX23" fmla="*/ 92340 w 92996"/>
                <a:gd name="connsiteY23" fmla="*/ 5990 h 48852"/>
                <a:gd name="connsiteX24" fmla="*/ 92340 w 92996"/>
                <a:gd name="connsiteY24" fmla="*/ 5990 h 48852"/>
                <a:gd name="connsiteX25" fmla="*/ 87006 w 92996"/>
                <a:gd name="connsiteY25" fmla="*/ 18373 h 48852"/>
                <a:gd name="connsiteX26" fmla="*/ 87006 w 92996"/>
                <a:gd name="connsiteY26" fmla="*/ 18373 h 48852"/>
                <a:gd name="connsiteX27" fmla="*/ 83482 w 92996"/>
                <a:gd name="connsiteY27" fmla="*/ 19040 h 48852"/>
                <a:gd name="connsiteX28" fmla="*/ 83482 w 92996"/>
                <a:gd name="connsiteY28" fmla="*/ 19040 h 48852"/>
                <a:gd name="connsiteX29" fmla="*/ 74623 w 92996"/>
                <a:gd name="connsiteY29" fmla="*/ 13134 h 48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2996" h="48852">
                  <a:moveTo>
                    <a:pt x="709" y="42852"/>
                  </a:moveTo>
                  <a:cubicBezTo>
                    <a:pt x="-1291" y="37994"/>
                    <a:pt x="1090" y="32375"/>
                    <a:pt x="5948" y="30470"/>
                  </a:cubicBezTo>
                  <a:lnTo>
                    <a:pt x="5948" y="30470"/>
                  </a:lnTo>
                  <a:cubicBezTo>
                    <a:pt x="10901" y="28469"/>
                    <a:pt x="16426" y="30851"/>
                    <a:pt x="18331" y="35708"/>
                  </a:cubicBezTo>
                  <a:lnTo>
                    <a:pt x="18331" y="35708"/>
                  </a:lnTo>
                  <a:cubicBezTo>
                    <a:pt x="20331" y="40566"/>
                    <a:pt x="17950" y="46186"/>
                    <a:pt x="13092" y="48091"/>
                  </a:cubicBezTo>
                  <a:lnTo>
                    <a:pt x="13092" y="48091"/>
                  </a:lnTo>
                  <a:cubicBezTo>
                    <a:pt x="11949" y="48567"/>
                    <a:pt x="10711" y="48853"/>
                    <a:pt x="9568" y="48853"/>
                  </a:cubicBezTo>
                  <a:lnTo>
                    <a:pt x="9568" y="48853"/>
                  </a:lnTo>
                  <a:cubicBezTo>
                    <a:pt x="5758" y="48853"/>
                    <a:pt x="2233" y="46567"/>
                    <a:pt x="709" y="42852"/>
                  </a:cubicBezTo>
                  <a:close/>
                  <a:moveTo>
                    <a:pt x="37666" y="27993"/>
                  </a:moveTo>
                  <a:cubicBezTo>
                    <a:pt x="35666" y="23135"/>
                    <a:pt x="38047" y="17516"/>
                    <a:pt x="42905" y="15611"/>
                  </a:cubicBezTo>
                  <a:lnTo>
                    <a:pt x="42905" y="15611"/>
                  </a:lnTo>
                  <a:cubicBezTo>
                    <a:pt x="47858" y="13610"/>
                    <a:pt x="53383" y="15992"/>
                    <a:pt x="55383" y="20849"/>
                  </a:cubicBezTo>
                  <a:lnTo>
                    <a:pt x="55383" y="20849"/>
                  </a:lnTo>
                  <a:cubicBezTo>
                    <a:pt x="57288" y="25707"/>
                    <a:pt x="54907" y="31327"/>
                    <a:pt x="50049" y="33232"/>
                  </a:cubicBezTo>
                  <a:lnTo>
                    <a:pt x="50049" y="33232"/>
                  </a:lnTo>
                  <a:cubicBezTo>
                    <a:pt x="48906" y="33708"/>
                    <a:pt x="47668" y="33899"/>
                    <a:pt x="46525" y="33899"/>
                  </a:cubicBezTo>
                  <a:lnTo>
                    <a:pt x="46525" y="33899"/>
                  </a:lnTo>
                  <a:cubicBezTo>
                    <a:pt x="42715" y="33899"/>
                    <a:pt x="39190" y="31708"/>
                    <a:pt x="37666" y="27993"/>
                  </a:cubicBezTo>
                  <a:close/>
                  <a:moveTo>
                    <a:pt x="74623" y="13134"/>
                  </a:moveTo>
                  <a:cubicBezTo>
                    <a:pt x="72623" y="8181"/>
                    <a:pt x="75004" y="2657"/>
                    <a:pt x="79957" y="656"/>
                  </a:cubicBezTo>
                  <a:lnTo>
                    <a:pt x="79957" y="656"/>
                  </a:lnTo>
                  <a:cubicBezTo>
                    <a:pt x="84815" y="-1249"/>
                    <a:pt x="90340" y="1133"/>
                    <a:pt x="92340" y="5990"/>
                  </a:cubicBezTo>
                  <a:lnTo>
                    <a:pt x="92340" y="5990"/>
                  </a:lnTo>
                  <a:cubicBezTo>
                    <a:pt x="94245" y="10848"/>
                    <a:pt x="91864" y="16373"/>
                    <a:pt x="87006" y="18373"/>
                  </a:cubicBezTo>
                  <a:lnTo>
                    <a:pt x="87006" y="18373"/>
                  </a:lnTo>
                  <a:cubicBezTo>
                    <a:pt x="85863" y="18849"/>
                    <a:pt x="84625" y="19040"/>
                    <a:pt x="83482" y="19040"/>
                  </a:cubicBezTo>
                  <a:lnTo>
                    <a:pt x="83482" y="19040"/>
                  </a:lnTo>
                  <a:cubicBezTo>
                    <a:pt x="79672" y="19040"/>
                    <a:pt x="76147" y="16849"/>
                    <a:pt x="74623" y="1313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C3486DC-CA5F-62BF-83F0-6A126A6E8B18}"/>
                </a:ext>
              </a:extLst>
            </p:cNvPr>
            <p:cNvSpPr/>
            <p:nvPr/>
          </p:nvSpPr>
          <p:spPr>
            <a:xfrm>
              <a:off x="5660653" y="3210727"/>
              <a:ext cx="144686" cy="379339"/>
            </a:xfrm>
            <a:custGeom>
              <a:avLst/>
              <a:gdLst>
                <a:gd name="connsiteX0" fmla="*/ 126165 w 144686"/>
                <a:gd name="connsiteY0" fmla="*/ 372958 h 379339"/>
                <a:gd name="connsiteX1" fmla="*/ 131975 w 144686"/>
                <a:gd name="connsiteY1" fmla="*/ 360861 h 379339"/>
                <a:gd name="connsiteX2" fmla="*/ 131975 w 144686"/>
                <a:gd name="connsiteY2" fmla="*/ 360861 h 379339"/>
                <a:gd name="connsiteX3" fmla="*/ 144167 w 144686"/>
                <a:gd name="connsiteY3" fmla="*/ 366672 h 379339"/>
                <a:gd name="connsiteX4" fmla="*/ 144167 w 144686"/>
                <a:gd name="connsiteY4" fmla="*/ 366672 h 379339"/>
                <a:gd name="connsiteX5" fmla="*/ 138261 w 144686"/>
                <a:gd name="connsiteY5" fmla="*/ 378768 h 379339"/>
                <a:gd name="connsiteX6" fmla="*/ 138261 w 144686"/>
                <a:gd name="connsiteY6" fmla="*/ 378768 h 379339"/>
                <a:gd name="connsiteX7" fmla="*/ 135118 w 144686"/>
                <a:gd name="connsiteY7" fmla="*/ 379340 h 379339"/>
                <a:gd name="connsiteX8" fmla="*/ 135118 w 144686"/>
                <a:gd name="connsiteY8" fmla="*/ 379340 h 379339"/>
                <a:gd name="connsiteX9" fmla="*/ 126165 w 144686"/>
                <a:gd name="connsiteY9" fmla="*/ 372958 h 379339"/>
                <a:gd name="connsiteX10" fmla="*/ 113592 w 144686"/>
                <a:gd name="connsiteY10" fmla="*/ 336954 h 379339"/>
                <a:gd name="connsiteX11" fmla="*/ 119402 w 144686"/>
                <a:gd name="connsiteY11" fmla="*/ 324762 h 379339"/>
                <a:gd name="connsiteX12" fmla="*/ 119402 w 144686"/>
                <a:gd name="connsiteY12" fmla="*/ 324762 h 379339"/>
                <a:gd name="connsiteX13" fmla="*/ 131594 w 144686"/>
                <a:gd name="connsiteY13" fmla="*/ 330667 h 379339"/>
                <a:gd name="connsiteX14" fmla="*/ 131594 w 144686"/>
                <a:gd name="connsiteY14" fmla="*/ 330667 h 379339"/>
                <a:gd name="connsiteX15" fmla="*/ 125688 w 144686"/>
                <a:gd name="connsiteY15" fmla="*/ 342764 h 379339"/>
                <a:gd name="connsiteX16" fmla="*/ 125688 w 144686"/>
                <a:gd name="connsiteY16" fmla="*/ 342764 h 379339"/>
                <a:gd name="connsiteX17" fmla="*/ 122545 w 144686"/>
                <a:gd name="connsiteY17" fmla="*/ 343335 h 379339"/>
                <a:gd name="connsiteX18" fmla="*/ 122545 w 144686"/>
                <a:gd name="connsiteY18" fmla="*/ 343335 h 379339"/>
                <a:gd name="connsiteX19" fmla="*/ 113592 w 144686"/>
                <a:gd name="connsiteY19" fmla="*/ 336954 h 379339"/>
                <a:gd name="connsiteX20" fmla="*/ 101019 w 144686"/>
                <a:gd name="connsiteY20" fmla="*/ 300854 h 379339"/>
                <a:gd name="connsiteX21" fmla="*/ 106924 w 144686"/>
                <a:gd name="connsiteY21" fmla="*/ 288757 h 379339"/>
                <a:gd name="connsiteX22" fmla="*/ 106924 w 144686"/>
                <a:gd name="connsiteY22" fmla="*/ 288757 h 379339"/>
                <a:gd name="connsiteX23" fmla="*/ 119021 w 144686"/>
                <a:gd name="connsiteY23" fmla="*/ 294567 h 379339"/>
                <a:gd name="connsiteX24" fmla="*/ 119021 w 144686"/>
                <a:gd name="connsiteY24" fmla="*/ 294567 h 379339"/>
                <a:gd name="connsiteX25" fmla="*/ 113115 w 144686"/>
                <a:gd name="connsiteY25" fmla="*/ 306759 h 379339"/>
                <a:gd name="connsiteX26" fmla="*/ 113115 w 144686"/>
                <a:gd name="connsiteY26" fmla="*/ 306759 h 379339"/>
                <a:gd name="connsiteX27" fmla="*/ 109972 w 144686"/>
                <a:gd name="connsiteY27" fmla="*/ 307236 h 379339"/>
                <a:gd name="connsiteX28" fmla="*/ 109972 w 144686"/>
                <a:gd name="connsiteY28" fmla="*/ 307236 h 379339"/>
                <a:gd name="connsiteX29" fmla="*/ 101019 w 144686"/>
                <a:gd name="connsiteY29" fmla="*/ 300854 h 379339"/>
                <a:gd name="connsiteX30" fmla="*/ 88446 w 144686"/>
                <a:gd name="connsiteY30" fmla="*/ 264849 h 379339"/>
                <a:gd name="connsiteX31" fmla="*/ 94351 w 144686"/>
                <a:gd name="connsiteY31" fmla="*/ 252753 h 379339"/>
                <a:gd name="connsiteX32" fmla="*/ 94351 w 144686"/>
                <a:gd name="connsiteY32" fmla="*/ 252753 h 379339"/>
                <a:gd name="connsiteX33" fmla="*/ 106448 w 144686"/>
                <a:gd name="connsiteY33" fmla="*/ 258563 h 379339"/>
                <a:gd name="connsiteX34" fmla="*/ 106448 w 144686"/>
                <a:gd name="connsiteY34" fmla="*/ 258563 h 379339"/>
                <a:gd name="connsiteX35" fmla="*/ 100638 w 144686"/>
                <a:gd name="connsiteY35" fmla="*/ 270660 h 379339"/>
                <a:gd name="connsiteX36" fmla="*/ 100638 w 144686"/>
                <a:gd name="connsiteY36" fmla="*/ 270660 h 379339"/>
                <a:gd name="connsiteX37" fmla="*/ 97494 w 144686"/>
                <a:gd name="connsiteY37" fmla="*/ 271231 h 379339"/>
                <a:gd name="connsiteX38" fmla="*/ 97494 w 144686"/>
                <a:gd name="connsiteY38" fmla="*/ 271231 h 379339"/>
                <a:gd name="connsiteX39" fmla="*/ 88446 w 144686"/>
                <a:gd name="connsiteY39" fmla="*/ 264849 h 379339"/>
                <a:gd name="connsiteX40" fmla="*/ 75873 w 144686"/>
                <a:gd name="connsiteY40" fmla="*/ 228845 h 379339"/>
                <a:gd name="connsiteX41" fmla="*/ 81778 w 144686"/>
                <a:gd name="connsiteY41" fmla="*/ 216653 h 379339"/>
                <a:gd name="connsiteX42" fmla="*/ 81778 w 144686"/>
                <a:gd name="connsiteY42" fmla="*/ 216653 h 379339"/>
                <a:gd name="connsiteX43" fmla="*/ 93875 w 144686"/>
                <a:gd name="connsiteY43" fmla="*/ 222558 h 379339"/>
                <a:gd name="connsiteX44" fmla="*/ 93875 w 144686"/>
                <a:gd name="connsiteY44" fmla="*/ 222558 h 379339"/>
                <a:gd name="connsiteX45" fmla="*/ 88065 w 144686"/>
                <a:gd name="connsiteY45" fmla="*/ 234655 h 379339"/>
                <a:gd name="connsiteX46" fmla="*/ 88065 w 144686"/>
                <a:gd name="connsiteY46" fmla="*/ 234655 h 379339"/>
                <a:gd name="connsiteX47" fmla="*/ 84921 w 144686"/>
                <a:gd name="connsiteY47" fmla="*/ 235227 h 379339"/>
                <a:gd name="connsiteX48" fmla="*/ 84921 w 144686"/>
                <a:gd name="connsiteY48" fmla="*/ 235227 h 379339"/>
                <a:gd name="connsiteX49" fmla="*/ 75873 w 144686"/>
                <a:gd name="connsiteY49" fmla="*/ 228845 h 379339"/>
                <a:gd name="connsiteX50" fmla="*/ 63395 w 144686"/>
                <a:gd name="connsiteY50" fmla="*/ 192840 h 379339"/>
                <a:gd name="connsiteX51" fmla="*/ 69205 w 144686"/>
                <a:gd name="connsiteY51" fmla="*/ 180648 h 379339"/>
                <a:gd name="connsiteX52" fmla="*/ 69205 w 144686"/>
                <a:gd name="connsiteY52" fmla="*/ 180648 h 379339"/>
                <a:gd name="connsiteX53" fmla="*/ 81302 w 144686"/>
                <a:gd name="connsiteY53" fmla="*/ 186459 h 379339"/>
                <a:gd name="connsiteX54" fmla="*/ 81302 w 144686"/>
                <a:gd name="connsiteY54" fmla="*/ 186459 h 379339"/>
                <a:gd name="connsiteX55" fmla="*/ 75492 w 144686"/>
                <a:gd name="connsiteY55" fmla="*/ 198651 h 379339"/>
                <a:gd name="connsiteX56" fmla="*/ 75492 w 144686"/>
                <a:gd name="connsiteY56" fmla="*/ 198651 h 379339"/>
                <a:gd name="connsiteX57" fmla="*/ 72348 w 144686"/>
                <a:gd name="connsiteY57" fmla="*/ 199222 h 379339"/>
                <a:gd name="connsiteX58" fmla="*/ 72348 w 144686"/>
                <a:gd name="connsiteY58" fmla="*/ 199222 h 379339"/>
                <a:gd name="connsiteX59" fmla="*/ 63395 w 144686"/>
                <a:gd name="connsiteY59" fmla="*/ 192840 h 379339"/>
                <a:gd name="connsiteX60" fmla="*/ 50822 w 144686"/>
                <a:gd name="connsiteY60" fmla="*/ 156741 h 379339"/>
                <a:gd name="connsiteX61" fmla="*/ 56632 w 144686"/>
                <a:gd name="connsiteY61" fmla="*/ 144644 h 379339"/>
                <a:gd name="connsiteX62" fmla="*/ 56632 w 144686"/>
                <a:gd name="connsiteY62" fmla="*/ 144644 h 379339"/>
                <a:gd name="connsiteX63" fmla="*/ 68729 w 144686"/>
                <a:gd name="connsiteY63" fmla="*/ 150454 h 379339"/>
                <a:gd name="connsiteX64" fmla="*/ 68729 w 144686"/>
                <a:gd name="connsiteY64" fmla="*/ 150454 h 379339"/>
                <a:gd name="connsiteX65" fmla="*/ 62919 w 144686"/>
                <a:gd name="connsiteY65" fmla="*/ 162551 h 379339"/>
                <a:gd name="connsiteX66" fmla="*/ 62919 w 144686"/>
                <a:gd name="connsiteY66" fmla="*/ 162551 h 379339"/>
                <a:gd name="connsiteX67" fmla="*/ 59775 w 144686"/>
                <a:gd name="connsiteY67" fmla="*/ 163122 h 379339"/>
                <a:gd name="connsiteX68" fmla="*/ 59775 w 144686"/>
                <a:gd name="connsiteY68" fmla="*/ 163122 h 379339"/>
                <a:gd name="connsiteX69" fmla="*/ 50822 w 144686"/>
                <a:gd name="connsiteY69" fmla="*/ 156741 h 379339"/>
                <a:gd name="connsiteX70" fmla="*/ 38249 w 144686"/>
                <a:gd name="connsiteY70" fmla="*/ 120736 h 379339"/>
                <a:gd name="connsiteX71" fmla="*/ 44059 w 144686"/>
                <a:gd name="connsiteY71" fmla="*/ 108639 h 379339"/>
                <a:gd name="connsiteX72" fmla="*/ 44059 w 144686"/>
                <a:gd name="connsiteY72" fmla="*/ 108639 h 379339"/>
                <a:gd name="connsiteX73" fmla="*/ 56251 w 144686"/>
                <a:gd name="connsiteY73" fmla="*/ 114450 h 379339"/>
                <a:gd name="connsiteX74" fmla="*/ 56251 w 144686"/>
                <a:gd name="connsiteY74" fmla="*/ 114450 h 379339"/>
                <a:gd name="connsiteX75" fmla="*/ 50346 w 144686"/>
                <a:gd name="connsiteY75" fmla="*/ 126546 h 379339"/>
                <a:gd name="connsiteX76" fmla="*/ 50346 w 144686"/>
                <a:gd name="connsiteY76" fmla="*/ 126546 h 379339"/>
                <a:gd name="connsiteX77" fmla="*/ 47202 w 144686"/>
                <a:gd name="connsiteY77" fmla="*/ 127118 h 379339"/>
                <a:gd name="connsiteX78" fmla="*/ 47202 w 144686"/>
                <a:gd name="connsiteY78" fmla="*/ 127118 h 379339"/>
                <a:gd name="connsiteX79" fmla="*/ 38249 w 144686"/>
                <a:gd name="connsiteY79" fmla="*/ 120736 h 379339"/>
                <a:gd name="connsiteX80" fmla="*/ 25676 w 144686"/>
                <a:gd name="connsiteY80" fmla="*/ 84732 h 379339"/>
                <a:gd name="connsiteX81" fmla="*/ 31486 w 144686"/>
                <a:gd name="connsiteY81" fmla="*/ 72540 h 379339"/>
                <a:gd name="connsiteX82" fmla="*/ 31486 w 144686"/>
                <a:gd name="connsiteY82" fmla="*/ 72540 h 379339"/>
                <a:gd name="connsiteX83" fmla="*/ 43678 w 144686"/>
                <a:gd name="connsiteY83" fmla="*/ 78350 h 379339"/>
                <a:gd name="connsiteX84" fmla="*/ 43678 w 144686"/>
                <a:gd name="connsiteY84" fmla="*/ 78350 h 379339"/>
                <a:gd name="connsiteX85" fmla="*/ 37773 w 144686"/>
                <a:gd name="connsiteY85" fmla="*/ 90542 h 379339"/>
                <a:gd name="connsiteX86" fmla="*/ 37773 w 144686"/>
                <a:gd name="connsiteY86" fmla="*/ 90542 h 379339"/>
                <a:gd name="connsiteX87" fmla="*/ 34629 w 144686"/>
                <a:gd name="connsiteY87" fmla="*/ 91113 h 379339"/>
                <a:gd name="connsiteX88" fmla="*/ 34629 w 144686"/>
                <a:gd name="connsiteY88" fmla="*/ 91113 h 379339"/>
                <a:gd name="connsiteX89" fmla="*/ 25676 w 144686"/>
                <a:gd name="connsiteY89" fmla="*/ 84732 h 379339"/>
                <a:gd name="connsiteX90" fmla="*/ 13103 w 144686"/>
                <a:gd name="connsiteY90" fmla="*/ 48632 h 379339"/>
                <a:gd name="connsiteX91" fmla="*/ 19008 w 144686"/>
                <a:gd name="connsiteY91" fmla="*/ 36535 h 379339"/>
                <a:gd name="connsiteX92" fmla="*/ 19008 w 144686"/>
                <a:gd name="connsiteY92" fmla="*/ 36535 h 379339"/>
                <a:gd name="connsiteX93" fmla="*/ 31105 w 144686"/>
                <a:gd name="connsiteY93" fmla="*/ 42345 h 379339"/>
                <a:gd name="connsiteX94" fmla="*/ 31105 w 144686"/>
                <a:gd name="connsiteY94" fmla="*/ 42345 h 379339"/>
                <a:gd name="connsiteX95" fmla="*/ 25200 w 144686"/>
                <a:gd name="connsiteY95" fmla="*/ 54537 h 379339"/>
                <a:gd name="connsiteX96" fmla="*/ 25200 w 144686"/>
                <a:gd name="connsiteY96" fmla="*/ 54537 h 379339"/>
                <a:gd name="connsiteX97" fmla="*/ 22056 w 144686"/>
                <a:gd name="connsiteY97" fmla="*/ 55014 h 379339"/>
                <a:gd name="connsiteX98" fmla="*/ 22056 w 144686"/>
                <a:gd name="connsiteY98" fmla="*/ 55014 h 379339"/>
                <a:gd name="connsiteX99" fmla="*/ 13103 w 144686"/>
                <a:gd name="connsiteY99" fmla="*/ 48632 h 379339"/>
                <a:gd name="connsiteX100" fmla="*/ 530 w 144686"/>
                <a:gd name="connsiteY100" fmla="*/ 12627 h 379339"/>
                <a:gd name="connsiteX101" fmla="*/ 6435 w 144686"/>
                <a:gd name="connsiteY101" fmla="*/ 531 h 379339"/>
                <a:gd name="connsiteX102" fmla="*/ 6435 w 144686"/>
                <a:gd name="connsiteY102" fmla="*/ 531 h 379339"/>
                <a:gd name="connsiteX103" fmla="*/ 18532 w 144686"/>
                <a:gd name="connsiteY103" fmla="*/ 6341 h 379339"/>
                <a:gd name="connsiteX104" fmla="*/ 18532 w 144686"/>
                <a:gd name="connsiteY104" fmla="*/ 6341 h 379339"/>
                <a:gd name="connsiteX105" fmla="*/ 12722 w 144686"/>
                <a:gd name="connsiteY105" fmla="*/ 18438 h 379339"/>
                <a:gd name="connsiteX106" fmla="*/ 12722 w 144686"/>
                <a:gd name="connsiteY106" fmla="*/ 18438 h 379339"/>
                <a:gd name="connsiteX107" fmla="*/ 9579 w 144686"/>
                <a:gd name="connsiteY107" fmla="*/ 19009 h 379339"/>
                <a:gd name="connsiteX108" fmla="*/ 9579 w 144686"/>
                <a:gd name="connsiteY108" fmla="*/ 19009 h 379339"/>
                <a:gd name="connsiteX109" fmla="*/ 530 w 144686"/>
                <a:gd name="connsiteY109" fmla="*/ 12627 h 37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44686" h="379339">
                  <a:moveTo>
                    <a:pt x="126165" y="372958"/>
                  </a:moveTo>
                  <a:cubicBezTo>
                    <a:pt x="124355" y="368005"/>
                    <a:pt x="127022" y="362576"/>
                    <a:pt x="131975" y="360861"/>
                  </a:cubicBezTo>
                  <a:lnTo>
                    <a:pt x="131975" y="360861"/>
                  </a:lnTo>
                  <a:cubicBezTo>
                    <a:pt x="137023" y="359052"/>
                    <a:pt x="142357" y="361719"/>
                    <a:pt x="144167" y="366672"/>
                  </a:cubicBezTo>
                  <a:lnTo>
                    <a:pt x="144167" y="366672"/>
                  </a:lnTo>
                  <a:cubicBezTo>
                    <a:pt x="145881" y="371625"/>
                    <a:pt x="143214" y="377054"/>
                    <a:pt x="138261" y="378768"/>
                  </a:cubicBezTo>
                  <a:lnTo>
                    <a:pt x="138261" y="378768"/>
                  </a:lnTo>
                  <a:cubicBezTo>
                    <a:pt x="137214" y="379149"/>
                    <a:pt x="136166" y="379340"/>
                    <a:pt x="135118" y="379340"/>
                  </a:cubicBezTo>
                  <a:lnTo>
                    <a:pt x="135118" y="379340"/>
                  </a:lnTo>
                  <a:cubicBezTo>
                    <a:pt x="131213" y="379340"/>
                    <a:pt x="127498" y="376863"/>
                    <a:pt x="126165" y="372958"/>
                  </a:cubicBezTo>
                  <a:close/>
                  <a:moveTo>
                    <a:pt x="113592" y="336954"/>
                  </a:moveTo>
                  <a:cubicBezTo>
                    <a:pt x="111877" y="331905"/>
                    <a:pt x="114449" y="326476"/>
                    <a:pt x="119402" y="324762"/>
                  </a:cubicBezTo>
                  <a:lnTo>
                    <a:pt x="119402" y="324762"/>
                  </a:lnTo>
                  <a:cubicBezTo>
                    <a:pt x="124355" y="323047"/>
                    <a:pt x="129879" y="325619"/>
                    <a:pt x="131594" y="330667"/>
                  </a:cubicBezTo>
                  <a:lnTo>
                    <a:pt x="131594" y="330667"/>
                  </a:lnTo>
                  <a:cubicBezTo>
                    <a:pt x="133308" y="335620"/>
                    <a:pt x="130737" y="341049"/>
                    <a:pt x="125688" y="342764"/>
                  </a:cubicBezTo>
                  <a:lnTo>
                    <a:pt x="125688" y="342764"/>
                  </a:lnTo>
                  <a:cubicBezTo>
                    <a:pt x="124641" y="343145"/>
                    <a:pt x="123593" y="343335"/>
                    <a:pt x="122545" y="343335"/>
                  </a:cubicBezTo>
                  <a:lnTo>
                    <a:pt x="122545" y="343335"/>
                  </a:lnTo>
                  <a:cubicBezTo>
                    <a:pt x="118640" y="343335"/>
                    <a:pt x="114925" y="340859"/>
                    <a:pt x="113592" y="336954"/>
                  </a:cubicBezTo>
                  <a:close/>
                  <a:moveTo>
                    <a:pt x="101019" y="300854"/>
                  </a:moveTo>
                  <a:cubicBezTo>
                    <a:pt x="99304" y="295901"/>
                    <a:pt x="101876" y="290472"/>
                    <a:pt x="106924" y="288757"/>
                  </a:cubicBezTo>
                  <a:lnTo>
                    <a:pt x="106924" y="288757"/>
                  </a:lnTo>
                  <a:cubicBezTo>
                    <a:pt x="111877" y="287043"/>
                    <a:pt x="117306" y="289614"/>
                    <a:pt x="119021" y="294567"/>
                  </a:cubicBezTo>
                  <a:lnTo>
                    <a:pt x="119021" y="294567"/>
                  </a:lnTo>
                  <a:cubicBezTo>
                    <a:pt x="120735" y="299520"/>
                    <a:pt x="118068" y="305045"/>
                    <a:pt x="113115" y="306759"/>
                  </a:cubicBezTo>
                  <a:lnTo>
                    <a:pt x="113115" y="306759"/>
                  </a:lnTo>
                  <a:cubicBezTo>
                    <a:pt x="112068" y="307045"/>
                    <a:pt x="111020" y="307236"/>
                    <a:pt x="109972" y="307236"/>
                  </a:cubicBezTo>
                  <a:lnTo>
                    <a:pt x="109972" y="307236"/>
                  </a:lnTo>
                  <a:cubicBezTo>
                    <a:pt x="106067" y="307236"/>
                    <a:pt x="102352" y="304759"/>
                    <a:pt x="101019" y="300854"/>
                  </a:cubicBezTo>
                  <a:close/>
                  <a:moveTo>
                    <a:pt x="88446" y="264849"/>
                  </a:moveTo>
                  <a:cubicBezTo>
                    <a:pt x="86731" y="259896"/>
                    <a:pt x="89398" y="254467"/>
                    <a:pt x="94351" y="252753"/>
                  </a:cubicBezTo>
                  <a:lnTo>
                    <a:pt x="94351" y="252753"/>
                  </a:lnTo>
                  <a:cubicBezTo>
                    <a:pt x="99304" y="250943"/>
                    <a:pt x="104733" y="253610"/>
                    <a:pt x="106448" y="258563"/>
                  </a:cubicBezTo>
                  <a:lnTo>
                    <a:pt x="106448" y="258563"/>
                  </a:lnTo>
                  <a:cubicBezTo>
                    <a:pt x="108162" y="263516"/>
                    <a:pt x="105591" y="268945"/>
                    <a:pt x="100638" y="270660"/>
                  </a:cubicBezTo>
                  <a:lnTo>
                    <a:pt x="100638" y="270660"/>
                  </a:lnTo>
                  <a:cubicBezTo>
                    <a:pt x="99590" y="271041"/>
                    <a:pt x="98542" y="271231"/>
                    <a:pt x="97494" y="271231"/>
                  </a:cubicBezTo>
                  <a:lnTo>
                    <a:pt x="97494" y="271231"/>
                  </a:lnTo>
                  <a:cubicBezTo>
                    <a:pt x="93494" y="271231"/>
                    <a:pt x="89874" y="268755"/>
                    <a:pt x="88446" y="264849"/>
                  </a:cubicBezTo>
                  <a:close/>
                  <a:moveTo>
                    <a:pt x="75873" y="228845"/>
                  </a:moveTo>
                  <a:cubicBezTo>
                    <a:pt x="74158" y="223892"/>
                    <a:pt x="76825" y="218463"/>
                    <a:pt x="81778" y="216653"/>
                  </a:cubicBezTo>
                  <a:lnTo>
                    <a:pt x="81778" y="216653"/>
                  </a:lnTo>
                  <a:cubicBezTo>
                    <a:pt x="86731" y="214938"/>
                    <a:pt x="92160" y="217605"/>
                    <a:pt x="93875" y="222558"/>
                  </a:cubicBezTo>
                  <a:lnTo>
                    <a:pt x="93875" y="222558"/>
                  </a:lnTo>
                  <a:cubicBezTo>
                    <a:pt x="95685" y="227511"/>
                    <a:pt x="93018" y="232941"/>
                    <a:pt x="88065" y="234655"/>
                  </a:cubicBezTo>
                  <a:lnTo>
                    <a:pt x="88065" y="234655"/>
                  </a:lnTo>
                  <a:cubicBezTo>
                    <a:pt x="87017" y="235036"/>
                    <a:pt x="85969" y="235227"/>
                    <a:pt x="84921" y="235227"/>
                  </a:cubicBezTo>
                  <a:lnTo>
                    <a:pt x="84921" y="235227"/>
                  </a:lnTo>
                  <a:cubicBezTo>
                    <a:pt x="80921" y="235227"/>
                    <a:pt x="77301" y="232750"/>
                    <a:pt x="75873" y="228845"/>
                  </a:cubicBezTo>
                  <a:close/>
                  <a:moveTo>
                    <a:pt x="63395" y="192840"/>
                  </a:moveTo>
                  <a:cubicBezTo>
                    <a:pt x="61585" y="187792"/>
                    <a:pt x="64252" y="182363"/>
                    <a:pt x="69205" y="180648"/>
                  </a:cubicBezTo>
                  <a:lnTo>
                    <a:pt x="69205" y="180648"/>
                  </a:lnTo>
                  <a:cubicBezTo>
                    <a:pt x="74158" y="178934"/>
                    <a:pt x="79587" y="181506"/>
                    <a:pt x="81302" y="186459"/>
                  </a:cubicBezTo>
                  <a:lnTo>
                    <a:pt x="81302" y="186459"/>
                  </a:lnTo>
                  <a:cubicBezTo>
                    <a:pt x="83016" y="191412"/>
                    <a:pt x="80445" y="196936"/>
                    <a:pt x="75492" y="198651"/>
                  </a:cubicBezTo>
                  <a:lnTo>
                    <a:pt x="75492" y="198651"/>
                  </a:lnTo>
                  <a:cubicBezTo>
                    <a:pt x="74444" y="199032"/>
                    <a:pt x="73396" y="199222"/>
                    <a:pt x="72348" y="199222"/>
                  </a:cubicBezTo>
                  <a:lnTo>
                    <a:pt x="72348" y="199222"/>
                  </a:lnTo>
                  <a:cubicBezTo>
                    <a:pt x="68443" y="199222"/>
                    <a:pt x="64728" y="196746"/>
                    <a:pt x="63395" y="192840"/>
                  </a:cubicBezTo>
                  <a:close/>
                  <a:moveTo>
                    <a:pt x="50822" y="156741"/>
                  </a:moveTo>
                  <a:cubicBezTo>
                    <a:pt x="49107" y="151788"/>
                    <a:pt x="51679" y="146358"/>
                    <a:pt x="56632" y="144644"/>
                  </a:cubicBezTo>
                  <a:lnTo>
                    <a:pt x="56632" y="144644"/>
                  </a:lnTo>
                  <a:cubicBezTo>
                    <a:pt x="61585" y="142929"/>
                    <a:pt x="67014" y="145501"/>
                    <a:pt x="68729" y="150454"/>
                  </a:cubicBezTo>
                  <a:lnTo>
                    <a:pt x="68729" y="150454"/>
                  </a:lnTo>
                  <a:cubicBezTo>
                    <a:pt x="70539" y="155407"/>
                    <a:pt x="67872" y="160932"/>
                    <a:pt x="62919" y="162551"/>
                  </a:cubicBezTo>
                  <a:lnTo>
                    <a:pt x="62919" y="162551"/>
                  </a:lnTo>
                  <a:cubicBezTo>
                    <a:pt x="61871" y="162932"/>
                    <a:pt x="60823" y="163122"/>
                    <a:pt x="59775" y="163122"/>
                  </a:cubicBezTo>
                  <a:lnTo>
                    <a:pt x="59775" y="163122"/>
                  </a:lnTo>
                  <a:cubicBezTo>
                    <a:pt x="55870" y="163122"/>
                    <a:pt x="52155" y="160646"/>
                    <a:pt x="50822" y="156741"/>
                  </a:cubicBezTo>
                  <a:close/>
                  <a:moveTo>
                    <a:pt x="38249" y="120736"/>
                  </a:moveTo>
                  <a:cubicBezTo>
                    <a:pt x="36439" y="115783"/>
                    <a:pt x="39106" y="110354"/>
                    <a:pt x="44059" y="108639"/>
                  </a:cubicBezTo>
                  <a:lnTo>
                    <a:pt x="44059" y="108639"/>
                  </a:lnTo>
                  <a:cubicBezTo>
                    <a:pt x="49107" y="106830"/>
                    <a:pt x="54537" y="109497"/>
                    <a:pt x="56251" y="114450"/>
                  </a:cubicBezTo>
                  <a:lnTo>
                    <a:pt x="56251" y="114450"/>
                  </a:lnTo>
                  <a:cubicBezTo>
                    <a:pt x="57966" y="119403"/>
                    <a:pt x="55299" y="124832"/>
                    <a:pt x="50346" y="126546"/>
                  </a:cubicBezTo>
                  <a:lnTo>
                    <a:pt x="50346" y="126546"/>
                  </a:lnTo>
                  <a:cubicBezTo>
                    <a:pt x="49298" y="126927"/>
                    <a:pt x="48250" y="127118"/>
                    <a:pt x="47202" y="127118"/>
                  </a:cubicBezTo>
                  <a:lnTo>
                    <a:pt x="47202" y="127118"/>
                  </a:lnTo>
                  <a:cubicBezTo>
                    <a:pt x="43297" y="127118"/>
                    <a:pt x="39582" y="124641"/>
                    <a:pt x="38249" y="120736"/>
                  </a:cubicBezTo>
                  <a:close/>
                  <a:moveTo>
                    <a:pt x="25676" y="84732"/>
                  </a:moveTo>
                  <a:cubicBezTo>
                    <a:pt x="23961" y="79779"/>
                    <a:pt x="26533" y="74254"/>
                    <a:pt x="31486" y="72540"/>
                  </a:cubicBezTo>
                  <a:lnTo>
                    <a:pt x="31486" y="72540"/>
                  </a:lnTo>
                  <a:cubicBezTo>
                    <a:pt x="36439" y="70825"/>
                    <a:pt x="41868" y="73397"/>
                    <a:pt x="43678" y="78350"/>
                  </a:cubicBezTo>
                  <a:lnTo>
                    <a:pt x="43678" y="78350"/>
                  </a:lnTo>
                  <a:cubicBezTo>
                    <a:pt x="45393" y="83398"/>
                    <a:pt x="42726" y="88827"/>
                    <a:pt x="37773" y="90542"/>
                  </a:cubicBezTo>
                  <a:lnTo>
                    <a:pt x="37773" y="90542"/>
                  </a:lnTo>
                  <a:cubicBezTo>
                    <a:pt x="36725" y="90923"/>
                    <a:pt x="35677" y="91113"/>
                    <a:pt x="34629" y="91113"/>
                  </a:cubicBezTo>
                  <a:lnTo>
                    <a:pt x="34629" y="91113"/>
                  </a:lnTo>
                  <a:cubicBezTo>
                    <a:pt x="30724" y="91113"/>
                    <a:pt x="27009" y="88637"/>
                    <a:pt x="25676" y="84732"/>
                  </a:cubicBezTo>
                  <a:close/>
                  <a:moveTo>
                    <a:pt x="13103" y="48632"/>
                  </a:moveTo>
                  <a:cubicBezTo>
                    <a:pt x="11388" y="43679"/>
                    <a:pt x="13960" y="38250"/>
                    <a:pt x="19008" y="36535"/>
                  </a:cubicBezTo>
                  <a:lnTo>
                    <a:pt x="19008" y="36535"/>
                  </a:lnTo>
                  <a:cubicBezTo>
                    <a:pt x="23961" y="34821"/>
                    <a:pt x="29391" y="37392"/>
                    <a:pt x="31105" y="42345"/>
                  </a:cubicBezTo>
                  <a:lnTo>
                    <a:pt x="31105" y="42345"/>
                  </a:lnTo>
                  <a:cubicBezTo>
                    <a:pt x="32820" y="47298"/>
                    <a:pt x="30248" y="52728"/>
                    <a:pt x="25200" y="54537"/>
                  </a:cubicBezTo>
                  <a:lnTo>
                    <a:pt x="25200" y="54537"/>
                  </a:lnTo>
                  <a:cubicBezTo>
                    <a:pt x="24152" y="54823"/>
                    <a:pt x="23104" y="55014"/>
                    <a:pt x="22056" y="55014"/>
                  </a:cubicBezTo>
                  <a:lnTo>
                    <a:pt x="22056" y="55014"/>
                  </a:lnTo>
                  <a:cubicBezTo>
                    <a:pt x="18151" y="55014"/>
                    <a:pt x="14436" y="52537"/>
                    <a:pt x="13103" y="48632"/>
                  </a:cubicBezTo>
                  <a:close/>
                  <a:moveTo>
                    <a:pt x="530" y="12627"/>
                  </a:moveTo>
                  <a:cubicBezTo>
                    <a:pt x="-1185" y="7674"/>
                    <a:pt x="1387" y="2245"/>
                    <a:pt x="6435" y="531"/>
                  </a:cubicBezTo>
                  <a:lnTo>
                    <a:pt x="6435" y="531"/>
                  </a:lnTo>
                  <a:cubicBezTo>
                    <a:pt x="11388" y="-1184"/>
                    <a:pt x="16818" y="1388"/>
                    <a:pt x="18532" y="6341"/>
                  </a:cubicBezTo>
                  <a:lnTo>
                    <a:pt x="18532" y="6341"/>
                  </a:lnTo>
                  <a:cubicBezTo>
                    <a:pt x="20247" y="11294"/>
                    <a:pt x="17675" y="16723"/>
                    <a:pt x="12722" y="18438"/>
                  </a:cubicBezTo>
                  <a:lnTo>
                    <a:pt x="12722" y="18438"/>
                  </a:lnTo>
                  <a:cubicBezTo>
                    <a:pt x="11674" y="18819"/>
                    <a:pt x="10626" y="19009"/>
                    <a:pt x="9579" y="19009"/>
                  </a:cubicBezTo>
                  <a:lnTo>
                    <a:pt x="9579" y="19009"/>
                  </a:lnTo>
                  <a:cubicBezTo>
                    <a:pt x="5578" y="19009"/>
                    <a:pt x="1959" y="16533"/>
                    <a:pt x="530" y="126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362116D-437D-37D7-FAEA-37F176E0760B}"/>
                </a:ext>
              </a:extLst>
            </p:cNvPr>
            <p:cNvSpPr/>
            <p:nvPr/>
          </p:nvSpPr>
          <p:spPr>
            <a:xfrm>
              <a:off x="5835777" y="3607021"/>
              <a:ext cx="535971" cy="19050"/>
            </a:xfrm>
            <a:custGeom>
              <a:avLst/>
              <a:gdLst>
                <a:gd name="connsiteX0" fmla="*/ 517017 w 535971"/>
                <a:gd name="connsiteY0" fmla="*/ 9525 h 19050"/>
                <a:gd name="connsiteX1" fmla="*/ 526542 w 535971"/>
                <a:gd name="connsiteY1" fmla="*/ 0 h 19050"/>
                <a:gd name="connsiteX2" fmla="*/ 526542 w 535971"/>
                <a:gd name="connsiteY2" fmla="*/ 0 h 19050"/>
                <a:gd name="connsiteX3" fmla="*/ 535972 w 535971"/>
                <a:gd name="connsiteY3" fmla="*/ 9525 h 19050"/>
                <a:gd name="connsiteX4" fmla="*/ 535972 w 535971"/>
                <a:gd name="connsiteY4" fmla="*/ 9525 h 19050"/>
                <a:gd name="connsiteX5" fmla="*/ 526542 w 535971"/>
                <a:gd name="connsiteY5" fmla="*/ 19050 h 19050"/>
                <a:gd name="connsiteX6" fmla="*/ 526542 w 535971"/>
                <a:gd name="connsiteY6" fmla="*/ 19050 h 19050"/>
                <a:gd name="connsiteX7" fmla="*/ 517017 w 535971"/>
                <a:gd name="connsiteY7" fmla="*/ 9525 h 19050"/>
                <a:gd name="connsiteX8" fmla="*/ 480060 w 535971"/>
                <a:gd name="connsiteY8" fmla="*/ 9525 h 19050"/>
                <a:gd name="connsiteX9" fmla="*/ 489585 w 535971"/>
                <a:gd name="connsiteY9" fmla="*/ 0 h 19050"/>
                <a:gd name="connsiteX10" fmla="*/ 489585 w 535971"/>
                <a:gd name="connsiteY10" fmla="*/ 0 h 19050"/>
                <a:gd name="connsiteX11" fmla="*/ 499110 w 535971"/>
                <a:gd name="connsiteY11" fmla="*/ 9525 h 19050"/>
                <a:gd name="connsiteX12" fmla="*/ 499110 w 535971"/>
                <a:gd name="connsiteY12" fmla="*/ 9525 h 19050"/>
                <a:gd name="connsiteX13" fmla="*/ 489585 w 535971"/>
                <a:gd name="connsiteY13" fmla="*/ 19050 h 19050"/>
                <a:gd name="connsiteX14" fmla="*/ 489585 w 535971"/>
                <a:gd name="connsiteY14" fmla="*/ 19050 h 19050"/>
                <a:gd name="connsiteX15" fmla="*/ 480060 w 535971"/>
                <a:gd name="connsiteY15" fmla="*/ 9525 h 19050"/>
                <a:gd name="connsiteX16" fmla="*/ 443103 w 535971"/>
                <a:gd name="connsiteY16" fmla="*/ 9525 h 19050"/>
                <a:gd name="connsiteX17" fmla="*/ 452628 w 535971"/>
                <a:gd name="connsiteY17" fmla="*/ 0 h 19050"/>
                <a:gd name="connsiteX18" fmla="*/ 452628 w 535971"/>
                <a:gd name="connsiteY18" fmla="*/ 0 h 19050"/>
                <a:gd name="connsiteX19" fmla="*/ 462153 w 535971"/>
                <a:gd name="connsiteY19" fmla="*/ 9525 h 19050"/>
                <a:gd name="connsiteX20" fmla="*/ 462153 w 535971"/>
                <a:gd name="connsiteY20" fmla="*/ 9525 h 19050"/>
                <a:gd name="connsiteX21" fmla="*/ 452628 w 535971"/>
                <a:gd name="connsiteY21" fmla="*/ 19050 h 19050"/>
                <a:gd name="connsiteX22" fmla="*/ 452628 w 535971"/>
                <a:gd name="connsiteY22" fmla="*/ 19050 h 19050"/>
                <a:gd name="connsiteX23" fmla="*/ 443103 w 535971"/>
                <a:gd name="connsiteY23" fmla="*/ 9525 h 19050"/>
                <a:gd name="connsiteX24" fmla="*/ 406146 w 535971"/>
                <a:gd name="connsiteY24" fmla="*/ 9525 h 19050"/>
                <a:gd name="connsiteX25" fmla="*/ 415671 w 535971"/>
                <a:gd name="connsiteY25" fmla="*/ 0 h 19050"/>
                <a:gd name="connsiteX26" fmla="*/ 415671 w 535971"/>
                <a:gd name="connsiteY26" fmla="*/ 0 h 19050"/>
                <a:gd name="connsiteX27" fmla="*/ 425291 w 535971"/>
                <a:gd name="connsiteY27" fmla="*/ 9525 h 19050"/>
                <a:gd name="connsiteX28" fmla="*/ 425291 w 535971"/>
                <a:gd name="connsiteY28" fmla="*/ 9525 h 19050"/>
                <a:gd name="connsiteX29" fmla="*/ 415671 w 535971"/>
                <a:gd name="connsiteY29" fmla="*/ 19050 h 19050"/>
                <a:gd name="connsiteX30" fmla="*/ 415671 w 535971"/>
                <a:gd name="connsiteY30" fmla="*/ 19050 h 19050"/>
                <a:gd name="connsiteX31" fmla="*/ 406146 w 535971"/>
                <a:gd name="connsiteY31" fmla="*/ 9525 h 19050"/>
                <a:gd name="connsiteX32" fmla="*/ 369284 w 535971"/>
                <a:gd name="connsiteY32" fmla="*/ 9525 h 19050"/>
                <a:gd name="connsiteX33" fmla="*/ 378809 w 535971"/>
                <a:gd name="connsiteY33" fmla="*/ 0 h 19050"/>
                <a:gd name="connsiteX34" fmla="*/ 378809 w 535971"/>
                <a:gd name="connsiteY34" fmla="*/ 0 h 19050"/>
                <a:gd name="connsiteX35" fmla="*/ 388334 w 535971"/>
                <a:gd name="connsiteY35" fmla="*/ 9525 h 19050"/>
                <a:gd name="connsiteX36" fmla="*/ 388334 w 535971"/>
                <a:gd name="connsiteY36" fmla="*/ 9525 h 19050"/>
                <a:gd name="connsiteX37" fmla="*/ 378809 w 535971"/>
                <a:gd name="connsiteY37" fmla="*/ 19050 h 19050"/>
                <a:gd name="connsiteX38" fmla="*/ 378809 w 535971"/>
                <a:gd name="connsiteY38" fmla="*/ 19050 h 19050"/>
                <a:gd name="connsiteX39" fmla="*/ 369284 w 535971"/>
                <a:gd name="connsiteY39" fmla="*/ 9525 h 19050"/>
                <a:gd name="connsiteX40" fmla="*/ 332327 w 535971"/>
                <a:gd name="connsiteY40" fmla="*/ 9525 h 19050"/>
                <a:gd name="connsiteX41" fmla="*/ 341852 w 535971"/>
                <a:gd name="connsiteY41" fmla="*/ 0 h 19050"/>
                <a:gd name="connsiteX42" fmla="*/ 341852 w 535971"/>
                <a:gd name="connsiteY42" fmla="*/ 0 h 19050"/>
                <a:gd name="connsiteX43" fmla="*/ 351377 w 535971"/>
                <a:gd name="connsiteY43" fmla="*/ 9525 h 19050"/>
                <a:gd name="connsiteX44" fmla="*/ 351377 w 535971"/>
                <a:gd name="connsiteY44" fmla="*/ 9525 h 19050"/>
                <a:gd name="connsiteX45" fmla="*/ 341852 w 535971"/>
                <a:gd name="connsiteY45" fmla="*/ 19050 h 19050"/>
                <a:gd name="connsiteX46" fmla="*/ 341852 w 535971"/>
                <a:gd name="connsiteY46" fmla="*/ 19050 h 19050"/>
                <a:gd name="connsiteX47" fmla="*/ 332327 w 535971"/>
                <a:gd name="connsiteY47" fmla="*/ 9525 h 19050"/>
                <a:gd name="connsiteX48" fmla="*/ 295466 w 535971"/>
                <a:gd name="connsiteY48" fmla="*/ 9525 h 19050"/>
                <a:gd name="connsiteX49" fmla="*/ 304991 w 535971"/>
                <a:gd name="connsiteY49" fmla="*/ 0 h 19050"/>
                <a:gd name="connsiteX50" fmla="*/ 304991 w 535971"/>
                <a:gd name="connsiteY50" fmla="*/ 0 h 19050"/>
                <a:gd name="connsiteX51" fmla="*/ 314420 w 535971"/>
                <a:gd name="connsiteY51" fmla="*/ 9525 h 19050"/>
                <a:gd name="connsiteX52" fmla="*/ 314420 w 535971"/>
                <a:gd name="connsiteY52" fmla="*/ 9525 h 19050"/>
                <a:gd name="connsiteX53" fmla="*/ 304991 w 535971"/>
                <a:gd name="connsiteY53" fmla="*/ 19050 h 19050"/>
                <a:gd name="connsiteX54" fmla="*/ 304991 w 535971"/>
                <a:gd name="connsiteY54" fmla="*/ 19050 h 19050"/>
                <a:gd name="connsiteX55" fmla="*/ 295466 w 535971"/>
                <a:gd name="connsiteY55" fmla="*/ 9525 h 19050"/>
                <a:gd name="connsiteX56" fmla="*/ 258509 w 535971"/>
                <a:gd name="connsiteY56" fmla="*/ 9525 h 19050"/>
                <a:gd name="connsiteX57" fmla="*/ 268034 w 535971"/>
                <a:gd name="connsiteY57" fmla="*/ 0 h 19050"/>
                <a:gd name="connsiteX58" fmla="*/ 268034 w 535971"/>
                <a:gd name="connsiteY58" fmla="*/ 0 h 19050"/>
                <a:gd name="connsiteX59" fmla="*/ 277559 w 535971"/>
                <a:gd name="connsiteY59" fmla="*/ 9525 h 19050"/>
                <a:gd name="connsiteX60" fmla="*/ 277559 w 535971"/>
                <a:gd name="connsiteY60" fmla="*/ 9525 h 19050"/>
                <a:gd name="connsiteX61" fmla="*/ 268034 w 535971"/>
                <a:gd name="connsiteY61" fmla="*/ 19050 h 19050"/>
                <a:gd name="connsiteX62" fmla="*/ 268034 w 535971"/>
                <a:gd name="connsiteY62" fmla="*/ 19050 h 19050"/>
                <a:gd name="connsiteX63" fmla="*/ 258509 w 535971"/>
                <a:gd name="connsiteY63" fmla="*/ 9525 h 19050"/>
                <a:gd name="connsiteX64" fmla="*/ 221551 w 535971"/>
                <a:gd name="connsiteY64" fmla="*/ 9525 h 19050"/>
                <a:gd name="connsiteX65" fmla="*/ 231076 w 535971"/>
                <a:gd name="connsiteY65" fmla="*/ 0 h 19050"/>
                <a:gd name="connsiteX66" fmla="*/ 231076 w 535971"/>
                <a:gd name="connsiteY66" fmla="*/ 0 h 19050"/>
                <a:gd name="connsiteX67" fmla="*/ 240601 w 535971"/>
                <a:gd name="connsiteY67" fmla="*/ 9525 h 19050"/>
                <a:gd name="connsiteX68" fmla="*/ 240601 w 535971"/>
                <a:gd name="connsiteY68" fmla="*/ 9525 h 19050"/>
                <a:gd name="connsiteX69" fmla="*/ 231076 w 535971"/>
                <a:gd name="connsiteY69" fmla="*/ 19050 h 19050"/>
                <a:gd name="connsiteX70" fmla="*/ 231076 w 535971"/>
                <a:gd name="connsiteY70" fmla="*/ 19050 h 19050"/>
                <a:gd name="connsiteX71" fmla="*/ 221551 w 535971"/>
                <a:gd name="connsiteY71" fmla="*/ 9525 h 19050"/>
                <a:gd name="connsiteX72" fmla="*/ 184595 w 535971"/>
                <a:gd name="connsiteY72" fmla="*/ 9525 h 19050"/>
                <a:gd name="connsiteX73" fmla="*/ 194120 w 535971"/>
                <a:gd name="connsiteY73" fmla="*/ 0 h 19050"/>
                <a:gd name="connsiteX74" fmla="*/ 194120 w 535971"/>
                <a:gd name="connsiteY74" fmla="*/ 0 h 19050"/>
                <a:gd name="connsiteX75" fmla="*/ 203645 w 535971"/>
                <a:gd name="connsiteY75" fmla="*/ 9525 h 19050"/>
                <a:gd name="connsiteX76" fmla="*/ 203645 w 535971"/>
                <a:gd name="connsiteY76" fmla="*/ 9525 h 19050"/>
                <a:gd name="connsiteX77" fmla="*/ 194120 w 535971"/>
                <a:gd name="connsiteY77" fmla="*/ 19050 h 19050"/>
                <a:gd name="connsiteX78" fmla="*/ 194120 w 535971"/>
                <a:gd name="connsiteY78" fmla="*/ 19050 h 19050"/>
                <a:gd name="connsiteX79" fmla="*/ 184595 w 535971"/>
                <a:gd name="connsiteY79" fmla="*/ 9525 h 19050"/>
                <a:gd name="connsiteX80" fmla="*/ 147638 w 535971"/>
                <a:gd name="connsiteY80" fmla="*/ 9525 h 19050"/>
                <a:gd name="connsiteX81" fmla="*/ 157258 w 535971"/>
                <a:gd name="connsiteY81" fmla="*/ 0 h 19050"/>
                <a:gd name="connsiteX82" fmla="*/ 157258 w 535971"/>
                <a:gd name="connsiteY82" fmla="*/ 0 h 19050"/>
                <a:gd name="connsiteX83" fmla="*/ 166783 w 535971"/>
                <a:gd name="connsiteY83" fmla="*/ 9525 h 19050"/>
                <a:gd name="connsiteX84" fmla="*/ 166783 w 535971"/>
                <a:gd name="connsiteY84" fmla="*/ 9525 h 19050"/>
                <a:gd name="connsiteX85" fmla="*/ 157258 w 535971"/>
                <a:gd name="connsiteY85" fmla="*/ 19050 h 19050"/>
                <a:gd name="connsiteX86" fmla="*/ 157258 w 535971"/>
                <a:gd name="connsiteY86" fmla="*/ 19050 h 19050"/>
                <a:gd name="connsiteX87" fmla="*/ 147638 w 535971"/>
                <a:gd name="connsiteY87" fmla="*/ 9525 h 19050"/>
                <a:gd name="connsiteX88" fmla="*/ 110776 w 535971"/>
                <a:gd name="connsiteY88" fmla="*/ 9525 h 19050"/>
                <a:gd name="connsiteX89" fmla="*/ 120301 w 535971"/>
                <a:gd name="connsiteY89" fmla="*/ 0 h 19050"/>
                <a:gd name="connsiteX90" fmla="*/ 120301 w 535971"/>
                <a:gd name="connsiteY90" fmla="*/ 0 h 19050"/>
                <a:gd name="connsiteX91" fmla="*/ 129826 w 535971"/>
                <a:gd name="connsiteY91" fmla="*/ 9525 h 19050"/>
                <a:gd name="connsiteX92" fmla="*/ 129826 w 535971"/>
                <a:gd name="connsiteY92" fmla="*/ 9525 h 19050"/>
                <a:gd name="connsiteX93" fmla="*/ 120301 w 535971"/>
                <a:gd name="connsiteY93" fmla="*/ 19050 h 19050"/>
                <a:gd name="connsiteX94" fmla="*/ 120301 w 535971"/>
                <a:gd name="connsiteY94" fmla="*/ 19050 h 19050"/>
                <a:gd name="connsiteX95" fmla="*/ 110776 w 535971"/>
                <a:gd name="connsiteY95" fmla="*/ 9525 h 19050"/>
                <a:gd name="connsiteX96" fmla="*/ 73819 w 535971"/>
                <a:gd name="connsiteY96" fmla="*/ 9525 h 19050"/>
                <a:gd name="connsiteX97" fmla="*/ 83344 w 535971"/>
                <a:gd name="connsiteY97" fmla="*/ 0 h 19050"/>
                <a:gd name="connsiteX98" fmla="*/ 83344 w 535971"/>
                <a:gd name="connsiteY98" fmla="*/ 0 h 19050"/>
                <a:gd name="connsiteX99" fmla="*/ 92869 w 535971"/>
                <a:gd name="connsiteY99" fmla="*/ 9525 h 19050"/>
                <a:gd name="connsiteX100" fmla="*/ 92869 w 535971"/>
                <a:gd name="connsiteY100" fmla="*/ 9525 h 19050"/>
                <a:gd name="connsiteX101" fmla="*/ 83344 w 535971"/>
                <a:gd name="connsiteY101" fmla="*/ 19050 h 19050"/>
                <a:gd name="connsiteX102" fmla="*/ 83344 w 535971"/>
                <a:gd name="connsiteY102" fmla="*/ 19050 h 19050"/>
                <a:gd name="connsiteX103" fmla="*/ 73819 w 535971"/>
                <a:gd name="connsiteY103" fmla="*/ 9525 h 19050"/>
                <a:gd name="connsiteX104" fmla="*/ 36957 w 535971"/>
                <a:gd name="connsiteY104" fmla="*/ 9525 h 19050"/>
                <a:gd name="connsiteX105" fmla="*/ 46482 w 535971"/>
                <a:gd name="connsiteY105" fmla="*/ 0 h 19050"/>
                <a:gd name="connsiteX106" fmla="*/ 46482 w 535971"/>
                <a:gd name="connsiteY106" fmla="*/ 0 h 19050"/>
                <a:gd name="connsiteX107" fmla="*/ 55912 w 535971"/>
                <a:gd name="connsiteY107" fmla="*/ 9525 h 19050"/>
                <a:gd name="connsiteX108" fmla="*/ 55912 w 535971"/>
                <a:gd name="connsiteY108" fmla="*/ 9525 h 19050"/>
                <a:gd name="connsiteX109" fmla="*/ 46482 w 535971"/>
                <a:gd name="connsiteY109" fmla="*/ 19050 h 19050"/>
                <a:gd name="connsiteX110" fmla="*/ 46482 w 535971"/>
                <a:gd name="connsiteY110" fmla="*/ 19050 h 19050"/>
                <a:gd name="connsiteX111" fmla="*/ 36957 w 535971"/>
                <a:gd name="connsiteY111" fmla="*/ 9525 h 19050"/>
                <a:gd name="connsiteX112" fmla="*/ 0 w 535971"/>
                <a:gd name="connsiteY112" fmla="*/ 9525 h 19050"/>
                <a:gd name="connsiteX113" fmla="*/ 9525 w 535971"/>
                <a:gd name="connsiteY113" fmla="*/ 0 h 19050"/>
                <a:gd name="connsiteX114" fmla="*/ 9525 w 535971"/>
                <a:gd name="connsiteY114" fmla="*/ 0 h 19050"/>
                <a:gd name="connsiteX115" fmla="*/ 19050 w 535971"/>
                <a:gd name="connsiteY115" fmla="*/ 9525 h 19050"/>
                <a:gd name="connsiteX116" fmla="*/ 19050 w 535971"/>
                <a:gd name="connsiteY116" fmla="*/ 9525 h 19050"/>
                <a:gd name="connsiteX117" fmla="*/ 9525 w 535971"/>
                <a:gd name="connsiteY117" fmla="*/ 19050 h 19050"/>
                <a:gd name="connsiteX118" fmla="*/ 9525 w 535971"/>
                <a:gd name="connsiteY118" fmla="*/ 19050 h 19050"/>
                <a:gd name="connsiteX119" fmla="*/ 0 w 535971"/>
                <a:gd name="connsiteY119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535971" h="19050">
                  <a:moveTo>
                    <a:pt x="517017" y="9525"/>
                  </a:moveTo>
                  <a:cubicBezTo>
                    <a:pt x="517017" y="4286"/>
                    <a:pt x="521208" y="0"/>
                    <a:pt x="526542" y="0"/>
                  </a:cubicBezTo>
                  <a:lnTo>
                    <a:pt x="526542" y="0"/>
                  </a:lnTo>
                  <a:cubicBezTo>
                    <a:pt x="531781" y="0"/>
                    <a:pt x="535972" y="4286"/>
                    <a:pt x="535972" y="9525"/>
                  </a:cubicBezTo>
                  <a:lnTo>
                    <a:pt x="535972" y="9525"/>
                  </a:lnTo>
                  <a:cubicBezTo>
                    <a:pt x="535972" y="14764"/>
                    <a:pt x="531781" y="19050"/>
                    <a:pt x="526542" y="19050"/>
                  </a:cubicBezTo>
                  <a:lnTo>
                    <a:pt x="526542" y="19050"/>
                  </a:lnTo>
                  <a:cubicBezTo>
                    <a:pt x="521208" y="19050"/>
                    <a:pt x="517017" y="14764"/>
                    <a:pt x="517017" y="9525"/>
                  </a:cubicBezTo>
                  <a:close/>
                  <a:moveTo>
                    <a:pt x="480060" y="9525"/>
                  </a:moveTo>
                  <a:cubicBezTo>
                    <a:pt x="480060" y="4286"/>
                    <a:pt x="484346" y="0"/>
                    <a:pt x="489585" y="0"/>
                  </a:cubicBezTo>
                  <a:lnTo>
                    <a:pt x="489585" y="0"/>
                  </a:lnTo>
                  <a:cubicBezTo>
                    <a:pt x="494824" y="0"/>
                    <a:pt x="499110" y="4286"/>
                    <a:pt x="499110" y="9525"/>
                  </a:cubicBezTo>
                  <a:lnTo>
                    <a:pt x="499110" y="9525"/>
                  </a:lnTo>
                  <a:cubicBezTo>
                    <a:pt x="499110" y="14764"/>
                    <a:pt x="494824" y="19050"/>
                    <a:pt x="489585" y="19050"/>
                  </a:cubicBezTo>
                  <a:lnTo>
                    <a:pt x="489585" y="19050"/>
                  </a:lnTo>
                  <a:cubicBezTo>
                    <a:pt x="484346" y="19050"/>
                    <a:pt x="480060" y="14764"/>
                    <a:pt x="480060" y="9525"/>
                  </a:cubicBezTo>
                  <a:close/>
                  <a:moveTo>
                    <a:pt x="443103" y="9525"/>
                  </a:moveTo>
                  <a:cubicBezTo>
                    <a:pt x="443103" y="4286"/>
                    <a:pt x="447389" y="0"/>
                    <a:pt x="452628" y="0"/>
                  </a:cubicBezTo>
                  <a:lnTo>
                    <a:pt x="452628" y="0"/>
                  </a:lnTo>
                  <a:cubicBezTo>
                    <a:pt x="457867" y="0"/>
                    <a:pt x="462153" y="4286"/>
                    <a:pt x="462153" y="9525"/>
                  </a:cubicBezTo>
                  <a:lnTo>
                    <a:pt x="462153" y="9525"/>
                  </a:lnTo>
                  <a:cubicBezTo>
                    <a:pt x="462153" y="14764"/>
                    <a:pt x="457867" y="19050"/>
                    <a:pt x="452628" y="19050"/>
                  </a:cubicBezTo>
                  <a:lnTo>
                    <a:pt x="452628" y="19050"/>
                  </a:lnTo>
                  <a:cubicBezTo>
                    <a:pt x="447389" y="19050"/>
                    <a:pt x="443103" y="14764"/>
                    <a:pt x="443103" y="9525"/>
                  </a:cubicBezTo>
                  <a:close/>
                  <a:moveTo>
                    <a:pt x="406146" y="9525"/>
                  </a:moveTo>
                  <a:cubicBezTo>
                    <a:pt x="406146" y="4286"/>
                    <a:pt x="410432" y="0"/>
                    <a:pt x="415671" y="0"/>
                  </a:cubicBezTo>
                  <a:lnTo>
                    <a:pt x="415671" y="0"/>
                  </a:lnTo>
                  <a:cubicBezTo>
                    <a:pt x="421005" y="0"/>
                    <a:pt x="425291" y="4286"/>
                    <a:pt x="425291" y="9525"/>
                  </a:cubicBezTo>
                  <a:lnTo>
                    <a:pt x="425291" y="9525"/>
                  </a:lnTo>
                  <a:cubicBezTo>
                    <a:pt x="425291" y="14764"/>
                    <a:pt x="421005" y="19050"/>
                    <a:pt x="415671" y="19050"/>
                  </a:cubicBezTo>
                  <a:lnTo>
                    <a:pt x="415671" y="19050"/>
                  </a:lnTo>
                  <a:cubicBezTo>
                    <a:pt x="410432" y="19050"/>
                    <a:pt x="406146" y="14764"/>
                    <a:pt x="406146" y="9525"/>
                  </a:cubicBezTo>
                  <a:close/>
                  <a:moveTo>
                    <a:pt x="369284" y="9525"/>
                  </a:moveTo>
                  <a:cubicBezTo>
                    <a:pt x="369284" y="4286"/>
                    <a:pt x="373475" y="0"/>
                    <a:pt x="378809" y="0"/>
                  </a:cubicBezTo>
                  <a:lnTo>
                    <a:pt x="378809" y="0"/>
                  </a:lnTo>
                  <a:cubicBezTo>
                    <a:pt x="384048" y="0"/>
                    <a:pt x="388334" y="4286"/>
                    <a:pt x="388334" y="9525"/>
                  </a:cubicBezTo>
                  <a:lnTo>
                    <a:pt x="388334" y="9525"/>
                  </a:lnTo>
                  <a:cubicBezTo>
                    <a:pt x="388334" y="14764"/>
                    <a:pt x="384048" y="19050"/>
                    <a:pt x="378809" y="19050"/>
                  </a:cubicBezTo>
                  <a:lnTo>
                    <a:pt x="378809" y="19050"/>
                  </a:lnTo>
                  <a:cubicBezTo>
                    <a:pt x="373475" y="19050"/>
                    <a:pt x="369284" y="14764"/>
                    <a:pt x="369284" y="9525"/>
                  </a:cubicBezTo>
                  <a:close/>
                  <a:moveTo>
                    <a:pt x="332327" y="9525"/>
                  </a:moveTo>
                  <a:cubicBezTo>
                    <a:pt x="332327" y="4286"/>
                    <a:pt x="336614" y="0"/>
                    <a:pt x="341852" y="0"/>
                  </a:cubicBezTo>
                  <a:lnTo>
                    <a:pt x="341852" y="0"/>
                  </a:lnTo>
                  <a:cubicBezTo>
                    <a:pt x="347091" y="0"/>
                    <a:pt x="351377" y="4286"/>
                    <a:pt x="351377" y="9525"/>
                  </a:cubicBezTo>
                  <a:lnTo>
                    <a:pt x="351377" y="9525"/>
                  </a:lnTo>
                  <a:cubicBezTo>
                    <a:pt x="351377" y="14764"/>
                    <a:pt x="347091" y="19050"/>
                    <a:pt x="341852" y="19050"/>
                  </a:cubicBezTo>
                  <a:lnTo>
                    <a:pt x="341852" y="19050"/>
                  </a:lnTo>
                  <a:cubicBezTo>
                    <a:pt x="336614" y="19050"/>
                    <a:pt x="332327" y="14764"/>
                    <a:pt x="332327" y="9525"/>
                  </a:cubicBezTo>
                  <a:close/>
                  <a:moveTo>
                    <a:pt x="295466" y="9525"/>
                  </a:moveTo>
                  <a:cubicBezTo>
                    <a:pt x="295466" y="4286"/>
                    <a:pt x="299657" y="0"/>
                    <a:pt x="304991" y="0"/>
                  </a:cubicBezTo>
                  <a:lnTo>
                    <a:pt x="304991" y="0"/>
                  </a:lnTo>
                  <a:cubicBezTo>
                    <a:pt x="310229" y="0"/>
                    <a:pt x="314420" y="4286"/>
                    <a:pt x="314420" y="9525"/>
                  </a:cubicBezTo>
                  <a:lnTo>
                    <a:pt x="314420" y="9525"/>
                  </a:lnTo>
                  <a:cubicBezTo>
                    <a:pt x="314420" y="14764"/>
                    <a:pt x="310229" y="19050"/>
                    <a:pt x="304991" y="19050"/>
                  </a:cubicBezTo>
                  <a:lnTo>
                    <a:pt x="304991" y="19050"/>
                  </a:lnTo>
                  <a:cubicBezTo>
                    <a:pt x="299657" y="19050"/>
                    <a:pt x="295466" y="14764"/>
                    <a:pt x="295466" y="9525"/>
                  </a:cubicBezTo>
                  <a:close/>
                  <a:moveTo>
                    <a:pt x="258509" y="9525"/>
                  </a:moveTo>
                  <a:cubicBezTo>
                    <a:pt x="258509" y="4286"/>
                    <a:pt x="262699" y="0"/>
                    <a:pt x="268034" y="0"/>
                  </a:cubicBezTo>
                  <a:lnTo>
                    <a:pt x="268034" y="0"/>
                  </a:lnTo>
                  <a:cubicBezTo>
                    <a:pt x="273272" y="0"/>
                    <a:pt x="277559" y="4286"/>
                    <a:pt x="277559" y="9525"/>
                  </a:cubicBezTo>
                  <a:lnTo>
                    <a:pt x="277559" y="9525"/>
                  </a:lnTo>
                  <a:cubicBezTo>
                    <a:pt x="277559" y="14764"/>
                    <a:pt x="273272" y="19050"/>
                    <a:pt x="268034" y="19050"/>
                  </a:cubicBezTo>
                  <a:lnTo>
                    <a:pt x="268034" y="19050"/>
                  </a:lnTo>
                  <a:cubicBezTo>
                    <a:pt x="262699" y="19050"/>
                    <a:pt x="258509" y="14764"/>
                    <a:pt x="258509" y="9525"/>
                  </a:cubicBezTo>
                  <a:close/>
                  <a:moveTo>
                    <a:pt x="221551" y="9525"/>
                  </a:moveTo>
                  <a:cubicBezTo>
                    <a:pt x="221551" y="4286"/>
                    <a:pt x="225838" y="0"/>
                    <a:pt x="231076" y="0"/>
                  </a:cubicBezTo>
                  <a:lnTo>
                    <a:pt x="231076" y="0"/>
                  </a:lnTo>
                  <a:cubicBezTo>
                    <a:pt x="236315" y="0"/>
                    <a:pt x="240601" y="4286"/>
                    <a:pt x="240601" y="9525"/>
                  </a:cubicBezTo>
                  <a:lnTo>
                    <a:pt x="240601" y="9525"/>
                  </a:lnTo>
                  <a:cubicBezTo>
                    <a:pt x="240601" y="14764"/>
                    <a:pt x="236315" y="19050"/>
                    <a:pt x="231076" y="19050"/>
                  </a:cubicBezTo>
                  <a:lnTo>
                    <a:pt x="231076" y="19050"/>
                  </a:lnTo>
                  <a:cubicBezTo>
                    <a:pt x="225838" y="19050"/>
                    <a:pt x="221551" y="14764"/>
                    <a:pt x="221551" y="9525"/>
                  </a:cubicBezTo>
                  <a:close/>
                  <a:moveTo>
                    <a:pt x="184595" y="9525"/>
                  </a:moveTo>
                  <a:cubicBezTo>
                    <a:pt x="184595" y="4286"/>
                    <a:pt x="188881" y="0"/>
                    <a:pt x="194120" y="0"/>
                  </a:cubicBezTo>
                  <a:lnTo>
                    <a:pt x="194120" y="0"/>
                  </a:lnTo>
                  <a:cubicBezTo>
                    <a:pt x="199453" y="0"/>
                    <a:pt x="203645" y="4286"/>
                    <a:pt x="203645" y="9525"/>
                  </a:cubicBezTo>
                  <a:lnTo>
                    <a:pt x="203645" y="9525"/>
                  </a:lnTo>
                  <a:cubicBezTo>
                    <a:pt x="203645" y="14764"/>
                    <a:pt x="199453" y="19050"/>
                    <a:pt x="194120" y="19050"/>
                  </a:cubicBezTo>
                  <a:lnTo>
                    <a:pt x="194120" y="19050"/>
                  </a:lnTo>
                  <a:cubicBezTo>
                    <a:pt x="188881" y="19050"/>
                    <a:pt x="184595" y="14764"/>
                    <a:pt x="184595" y="9525"/>
                  </a:cubicBezTo>
                  <a:close/>
                  <a:moveTo>
                    <a:pt x="147638" y="9525"/>
                  </a:moveTo>
                  <a:cubicBezTo>
                    <a:pt x="147638" y="4286"/>
                    <a:pt x="151924" y="0"/>
                    <a:pt x="157258" y="0"/>
                  </a:cubicBezTo>
                  <a:lnTo>
                    <a:pt x="157258" y="0"/>
                  </a:lnTo>
                  <a:cubicBezTo>
                    <a:pt x="162497" y="0"/>
                    <a:pt x="166783" y="4286"/>
                    <a:pt x="166783" y="9525"/>
                  </a:cubicBezTo>
                  <a:lnTo>
                    <a:pt x="166783" y="9525"/>
                  </a:lnTo>
                  <a:cubicBezTo>
                    <a:pt x="166783" y="14764"/>
                    <a:pt x="162497" y="19050"/>
                    <a:pt x="157258" y="19050"/>
                  </a:cubicBezTo>
                  <a:lnTo>
                    <a:pt x="157258" y="19050"/>
                  </a:lnTo>
                  <a:cubicBezTo>
                    <a:pt x="151924" y="19050"/>
                    <a:pt x="147638" y="14764"/>
                    <a:pt x="147638" y="9525"/>
                  </a:cubicBezTo>
                  <a:close/>
                  <a:moveTo>
                    <a:pt x="110776" y="9525"/>
                  </a:moveTo>
                  <a:cubicBezTo>
                    <a:pt x="110776" y="4286"/>
                    <a:pt x="114967" y="0"/>
                    <a:pt x="120301" y="0"/>
                  </a:cubicBezTo>
                  <a:lnTo>
                    <a:pt x="120301" y="0"/>
                  </a:lnTo>
                  <a:cubicBezTo>
                    <a:pt x="125540" y="0"/>
                    <a:pt x="129826" y="4286"/>
                    <a:pt x="129826" y="9525"/>
                  </a:cubicBezTo>
                  <a:lnTo>
                    <a:pt x="129826" y="9525"/>
                  </a:lnTo>
                  <a:cubicBezTo>
                    <a:pt x="129826" y="14764"/>
                    <a:pt x="125540" y="19050"/>
                    <a:pt x="120301" y="19050"/>
                  </a:cubicBezTo>
                  <a:lnTo>
                    <a:pt x="120301" y="19050"/>
                  </a:lnTo>
                  <a:cubicBezTo>
                    <a:pt x="114967" y="19050"/>
                    <a:pt x="110776" y="14764"/>
                    <a:pt x="110776" y="9525"/>
                  </a:cubicBezTo>
                  <a:close/>
                  <a:moveTo>
                    <a:pt x="73819" y="9525"/>
                  </a:moveTo>
                  <a:cubicBezTo>
                    <a:pt x="73819" y="4286"/>
                    <a:pt x="78105" y="0"/>
                    <a:pt x="83344" y="0"/>
                  </a:cubicBezTo>
                  <a:lnTo>
                    <a:pt x="83344" y="0"/>
                  </a:lnTo>
                  <a:cubicBezTo>
                    <a:pt x="88582" y="0"/>
                    <a:pt x="92869" y="4286"/>
                    <a:pt x="92869" y="9525"/>
                  </a:cubicBezTo>
                  <a:lnTo>
                    <a:pt x="92869" y="9525"/>
                  </a:lnTo>
                  <a:cubicBezTo>
                    <a:pt x="92869" y="14764"/>
                    <a:pt x="88582" y="19050"/>
                    <a:pt x="83344" y="19050"/>
                  </a:cubicBezTo>
                  <a:lnTo>
                    <a:pt x="83344" y="19050"/>
                  </a:lnTo>
                  <a:cubicBezTo>
                    <a:pt x="78105" y="19050"/>
                    <a:pt x="73819" y="14764"/>
                    <a:pt x="73819" y="9525"/>
                  </a:cubicBezTo>
                  <a:close/>
                  <a:moveTo>
                    <a:pt x="36957" y="9525"/>
                  </a:moveTo>
                  <a:cubicBezTo>
                    <a:pt x="36957" y="4286"/>
                    <a:pt x="41148" y="0"/>
                    <a:pt x="46482" y="0"/>
                  </a:cubicBezTo>
                  <a:lnTo>
                    <a:pt x="46482" y="0"/>
                  </a:lnTo>
                  <a:cubicBezTo>
                    <a:pt x="51721" y="0"/>
                    <a:pt x="55912" y="4286"/>
                    <a:pt x="55912" y="9525"/>
                  </a:cubicBezTo>
                  <a:lnTo>
                    <a:pt x="55912" y="9525"/>
                  </a:lnTo>
                  <a:cubicBezTo>
                    <a:pt x="55912" y="14764"/>
                    <a:pt x="51721" y="19050"/>
                    <a:pt x="46482" y="19050"/>
                  </a:cubicBezTo>
                  <a:lnTo>
                    <a:pt x="46482" y="19050"/>
                  </a:lnTo>
                  <a:cubicBezTo>
                    <a:pt x="41148" y="19050"/>
                    <a:pt x="36957" y="14764"/>
                    <a:pt x="36957" y="9525"/>
                  </a:cubicBezTo>
                  <a:close/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0D69A1-9A27-D9F0-4534-F573B4043A8B}"/>
                </a:ext>
              </a:extLst>
            </p:cNvPr>
            <p:cNvSpPr/>
            <p:nvPr/>
          </p:nvSpPr>
          <p:spPr>
            <a:xfrm>
              <a:off x="6538341" y="341585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23750D4-6A4E-871A-3E1E-9776D1883954}"/>
                </a:ext>
              </a:extLst>
            </p:cNvPr>
            <p:cNvSpPr/>
            <p:nvPr/>
          </p:nvSpPr>
          <p:spPr>
            <a:xfrm>
              <a:off x="6535483" y="361121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CA58500-E768-90D9-CD4D-11D2B8ACDF7B}"/>
                </a:ext>
              </a:extLst>
            </p:cNvPr>
            <p:cNvSpPr/>
            <p:nvPr/>
          </p:nvSpPr>
          <p:spPr>
            <a:xfrm>
              <a:off x="6483381" y="370255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19C3950F-8751-DBDF-0AAC-9849B758F7AF}"/>
                </a:ext>
              </a:extLst>
            </p:cNvPr>
            <p:cNvSpPr/>
            <p:nvPr/>
          </p:nvSpPr>
          <p:spPr>
            <a:xfrm>
              <a:off x="5801296" y="361016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D76C6FF-9411-CA02-10C0-103E199743B3}"/>
                </a:ext>
              </a:extLst>
            </p:cNvPr>
            <p:cNvSpPr/>
            <p:nvPr/>
          </p:nvSpPr>
          <p:spPr>
            <a:xfrm>
              <a:off x="5641943" y="3618547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2D96118-0829-C0DD-7E04-FD176C3B0748}"/>
                </a:ext>
              </a:extLst>
            </p:cNvPr>
            <p:cNvSpPr/>
            <p:nvPr/>
          </p:nvSpPr>
          <p:spPr>
            <a:xfrm>
              <a:off x="5639180" y="3454526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15319A3-04D1-9046-F9AA-8FBAC401DAF7}"/>
                </a:ext>
              </a:extLst>
            </p:cNvPr>
            <p:cNvSpPr/>
            <p:nvPr/>
          </p:nvSpPr>
          <p:spPr>
            <a:xfrm>
              <a:off x="5640038" y="322630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06328B8-08B8-D37A-4E70-86E42DB4636B}"/>
                </a:ext>
              </a:extLst>
            </p:cNvPr>
            <p:cNvSpPr/>
            <p:nvPr/>
          </p:nvSpPr>
          <p:spPr>
            <a:xfrm>
              <a:off x="5696902" y="312753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BE856E7-DA0A-8BCA-6EB2-861978E862F2}"/>
                </a:ext>
              </a:extLst>
            </p:cNvPr>
            <p:cNvSpPr/>
            <p:nvPr/>
          </p:nvSpPr>
          <p:spPr>
            <a:xfrm>
              <a:off x="6036087" y="293646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9CFF73F-D34A-9251-9278-936473B93201}"/>
                </a:ext>
              </a:extLst>
            </p:cNvPr>
            <p:cNvSpPr/>
            <p:nvPr/>
          </p:nvSpPr>
          <p:spPr>
            <a:xfrm>
              <a:off x="6143243" y="2933699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853C432-B06A-88F8-CC8E-63A4963115C9}"/>
                </a:ext>
              </a:extLst>
            </p:cNvPr>
            <p:cNvSpPr/>
            <p:nvPr/>
          </p:nvSpPr>
          <p:spPr>
            <a:xfrm>
              <a:off x="6088284" y="3122866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25636F9-9964-6E16-8F75-B45131920211}"/>
                </a:ext>
              </a:extLst>
            </p:cNvPr>
            <p:cNvSpPr/>
            <p:nvPr/>
          </p:nvSpPr>
          <p:spPr>
            <a:xfrm>
              <a:off x="6391084" y="3604545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C8E0B9B-12DF-DFEA-544B-46CB02FBC68A}"/>
                </a:ext>
              </a:extLst>
            </p:cNvPr>
            <p:cNvSpPr/>
            <p:nvPr/>
          </p:nvSpPr>
          <p:spPr>
            <a:xfrm>
              <a:off x="6537388" y="322259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18BAC61-3C5A-9DF1-1D1E-8A70395544ED}"/>
                </a:ext>
              </a:extLst>
            </p:cNvPr>
            <p:cNvSpPr/>
            <p:nvPr/>
          </p:nvSpPr>
          <p:spPr>
            <a:xfrm>
              <a:off x="6069901" y="3911250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4405ED0-92C3-1E58-541F-8E577E1FB66B}"/>
                </a:ext>
              </a:extLst>
            </p:cNvPr>
            <p:cNvSpPr/>
            <p:nvPr/>
          </p:nvSpPr>
          <p:spPr>
            <a:xfrm>
              <a:off x="5692235" y="370627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F2F37DA-3AA7-C086-93F5-9DBC14A0EB9B}"/>
                </a:ext>
              </a:extLst>
            </p:cNvPr>
            <p:cNvSpPr/>
            <p:nvPr/>
          </p:nvSpPr>
          <p:spPr>
            <a:xfrm>
              <a:off x="6033611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D9D8BC7-AAC9-DFCD-0C58-CEED2E86F905}"/>
                </a:ext>
              </a:extLst>
            </p:cNvPr>
            <p:cNvSpPr/>
            <p:nvPr/>
          </p:nvSpPr>
          <p:spPr>
            <a:xfrm>
              <a:off x="6149149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07FFB4F-1574-4BDC-1EB2-B742597DB32C}"/>
                </a:ext>
              </a:extLst>
            </p:cNvPr>
            <p:cNvSpPr/>
            <p:nvPr/>
          </p:nvSpPr>
          <p:spPr>
            <a:xfrm>
              <a:off x="6121812" y="391258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576152D-44B2-5BE5-EE72-780EDB7F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9475" y="1152939"/>
            <a:ext cx="5709407" cy="1074795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ECE2721A-EAC4-8148-18E2-6BB327FBE1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59475" y="2495550"/>
            <a:ext cx="5710238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volutpat</a:t>
            </a:r>
            <a:r>
              <a:rPr lang="en-GB" dirty="0"/>
              <a:t>. Ut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</a:t>
            </a:r>
            <a:r>
              <a:rPr lang="en-GB" dirty="0"/>
              <a:t> </a:t>
            </a:r>
            <a:r>
              <a:rPr lang="en-GB" dirty="0" err="1"/>
              <a:t>tation</a:t>
            </a:r>
            <a:r>
              <a:rPr lang="en-GB" dirty="0"/>
              <a:t> </a:t>
            </a:r>
            <a:r>
              <a:rPr lang="en-GB" dirty="0" err="1"/>
              <a:t>ullamcorper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</a:t>
            </a:r>
            <a:r>
              <a:rPr lang="en-GB" dirty="0" err="1"/>
              <a:t>nisl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aliquip</a:t>
            </a:r>
            <a:r>
              <a:rPr lang="en-GB" dirty="0"/>
              <a:t> ex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commodo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. </a:t>
            </a:r>
          </a:p>
          <a:p>
            <a:pPr lvl="0"/>
            <a:r>
              <a:rPr lang="en-GB" dirty="0"/>
              <a:t>Duis autem </a:t>
            </a:r>
            <a:r>
              <a:rPr lang="en-GB" dirty="0" err="1"/>
              <a:t>vel</a:t>
            </a:r>
            <a:r>
              <a:rPr lang="en-GB" dirty="0"/>
              <a:t>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iriure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in </a:t>
            </a:r>
            <a:r>
              <a:rPr lang="en-GB" dirty="0" err="1"/>
              <a:t>hendrerit</a:t>
            </a:r>
            <a:r>
              <a:rPr lang="en-GB" dirty="0"/>
              <a:t> in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esse</a:t>
            </a:r>
            <a:r>
              <a:rPr lang="en-GB" dirty="0"/>
              <a:t> </a:t>
            </a:r>
            <a:r>
              <a:rPr lang="en-GB" dirty="0" err="1"/>
              <a:t>molestie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, </a:t>
            </a:r>
            <a:r>
              <a:rPr lang="en-GB" dirty="0" err="1"/>
              <a:t>vel</a:t>
            </a:r>
            <a:r>
              <a:rPr lang="en-GB" dirty="0"/>
              <a:t> illum dolore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at </a:t>
            </a:r>
            <a:r>
              <a:rPr lang="en-GB" dirty="0" err="1"/>
              <a:t>vero</a:t>
            </a:r>
            <a:r>
              <a:rPr lang="en-GB" dirty="0"/>
              <a:t> eros et </a:t>
            </a:r>
            <a:r>
              <a:rPr lang="en-GB" dirty="0" err="1"/>
              <a:t>accumsan</a:t>
            </a:r>
            <a:r>
              <a:rPr lang="en-GB" dirty="0"/>
              <a:t> et </a:t>
            </a:r>
            <a:r>
              <a:rPr lang="en-GB" dirty="0" err="1"/>
              <a:t>iusto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dignissim</a:t>
            </a:r>
            <a:r>
              <a:rPr lang="en-GB" dirty="0"/>
              <a:t> qui </a:t>
            </a:r>
            <a:r>
              <a:rPr lang="en-GB" dirty="0" err="1"/>
              <a:t>blandit</a:t>
            </a:r>
            <a:r>
              <a:rPr lang="en-GB" dirty="0"/>
              <a:t> </a:t>
            </a: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luptatum</a:t>
            </a:r>
            <a:r>
              <a:rPr lang="en-GB" dirty="0"/>
              <a:t> </a:t>
            </a:r>
            <a:r>
              <a:rPr lang="en-GB" dirty="0" err="1"/>
              <a:t>zzril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augue</a:t>
            </a:r>
            <a:r>
              <a:rPr lang="en-GB" dirty="0"/>
              <a:t> </a:t>
            </a:r>
            <a:r>
              <a:rPr lang="en-GB" dirty="0" err="1"/>
              <a:t>duis</a:t>
            </a:r>
            <a:r>
              <a:rPr lang="en-GB" dirty="0"/>
              <a:t> dolore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nulla</a:t>
            </a:r>
            <a:r>
              <a:rPr lang="en-GB" dirty="0"/>
              <a:t> </a:t>
            </a:r>
            <a:r>
              <a:rPr lang="en-GB" dirty="0" err="1"/>
              <a:t>facilisi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5862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66">
            <a:extLst>
              <a:ext uri="{FF2B5EF4-FFF2-40B4-BE49-F238E27FC236}">
                <a16:creationId xmlns:a16="http://schemas.microsoft.com/office/drawing/2014/main" id="{D384C6F4-E4B4-6680-8463-C1AA99DF9303}"/>
              </a:ext>
            </a:extLst>
          </p:cNvPr>
          <p:cNvSpPr/>
          <p:nvPr userDrawn="1"/>
        </p:nvSpPr>
        <p:spPr>
          <a:xfrm rot="1214966">
            <a:off x="10753726" y="3065387"/>
            <a:ext cx="1004286" cy="897137"/>
          </a:xfrm>
          <a:custGeom>
            <a:avLst/>
            <a:gdLst>
              <a:gd name="connsiteX0" fmla="*/ 501937 w 1004286"/>
              <a:gd name="connsiteY0" fmla="*/ 897138 h 897137"/>
              <a:gd name="connsiteX1" fmla="*/ 95791 w 1004286"/>
              <a:gd name="connsiteY1" fmla="*/ 897138 h 897137"/>
              <a:gd name="connsiteX2" fmla="*/ 29497 w 1004286"/>
              <a:gd name="connsiteY2" fmla="*/ 873802 h 897137"/>
              <a:gd name="connsiteX3" fmla="*/ 13971 w 1004286"/>
              <a:gd name="connsiteY3" fmla="*/ 757216 h 897137"/>
              <a:gd name="connsiteX4" fmla="*/ 127509 w 1004286"/>
              <a:gd name="connsiteY4" fmla="*/ 560143 h 897137"/>
              <a:gd name="connsiteX5" fmla="*/ 422594 w 1004286"/>
              <a:gd name="connsiteY5" fmla="*/ 46936 h 897137"/>
              <a:gd name="connsiteX6" fmla="*/ 582233 w 1004286"/>
              <a:gd name="connsiteY6" fmla="*/ 46746 h 897137"/>
              <a:gd name="connsiteX7" fmla="*/ 719107 w 1004286"/>
              <a:gd name="connsiteY7" fmla="*/ 285538 h 897137"/>
              <a:gd name="connsiteX8" fmla="*/ 990855 w 1004286"/>
              <a:gd name="connsiteY8" fmla="*/ 758168 h 897137"/>
              <a:gd name="connsiteX9" fmla="*/ 968852 w 1004286"/>
              <a:gd name="connsiteY9" fmla="*/ 879326 h 897137"/>
              <a:gd name="connsiteX10" fmla="*/ 909035 w 1004286"/>
              <a:gd name="connsiteY10" fmla="*/ 897138 h 897137"/>
              <a:gd name="connsiteX11" fmla="*/ 501842 w 1004286"/>
              <a:gd name="connsiteY11" fmla="*/ 897138 h 89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4286" h="897137">
                <a:moveTo>
                  <a:pt x="501937" y="897138"/>
                </a:moveTo>
                <a:cubicBezTo>
                  <a:pt x="366587" y="897138"/>
                  <a:pt x="231236" y="897138"/>
                  <a:pt x="95791" y="897138"/>
                </a:cubicBezTo>
                <a:cubicBezTo>
                  <a:pt x="70835" y="897138"/>
                  <a:pt x="48356" y="890756"/>
                  <a:pt x="29497" y="873802"/>
                </a:cubicBezTo>
                <a:cubicBezTo>
                  <a:pt x="-2983" y="844465"/>
                  <a:pt x="-9365" y="797887"/>
                  <a:pt x="13971" y="757216"/>
                </a:cubicBezTo>
                <a:cubicBezTo>
                  <a:pt x="51690" y="691398"/>
                  <a:pt x="89695" y="625866"/>
                  <a:pt x="127509" y="560143"/>
                </a:cubicBezTo>
                <a:cubicBezTo>
                  <a:pt x="226093" y="389170"/>
                  <a:pt x="325820" y="218958"/>
                  <a:pt x="422594" y="46936"/>
                </a:cubicBezTo>
                <a:cubicBezTo>
                  <a:pt x="456598" y="-13547"/>
                  <a:pt x="546038" y="-17643"/>
                  <a:pt x="582233" y="46746"/>
                </a:cubicBezTo>
                <a:cubicBezTo>
                  <a:pt x="627191" y="126661"/>
                  <a:pt x="673387" y="206004"/>
                  <a:pt x="719107" y="285538"/>
                </a:cubicBezTo>
                <a:cubicBezTo>
                  <a:pt x="809594" y="443176"/>
                  <a:pt x="899701" y="601006"/>
                  <a:pt x="990855" y="758168"/>
                </a:cubicBezTo>
                <a:cubicBezTo>
                  <a:pt x="1017049" y="803412"/>
                  <a:pt x="1002380" y="853228"/>
                  <a:pt x="968852" y="879326"/>
                </a:cubicBezTo>
                <a:cubicBezTo>
                  <a:pt x="951326" y="893042"/>
                  <a:pt x="930848" y="897138"/>
                  <a:pt x="909035" y="897138"/>
                </a:cubicBezTo>
                <a:cubicBezTo>
                  <a:pt x="773304" y="897138"/>
                  <a:pt x="637573" y="897138"/>
                  <a:pt x="501842" y="897138"/>
                </a:cubicBezTo>
                <a:close/>
              </a:path>
            </a:pathLst>
          </a:custGeom>
          <a:noFill/>
          <a:ln w="28575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Graphic 3">
            <a:extLst>
              <a:ext uri="{FF2B5EF4-FFF2-40B4-BE49-F238E27FC236}">
                <a16:creationId xmlns:a16="http://schemas.microsoft.com/office/drawing/2014/main" id="{B67E675F-A95D-456D-3B9E-8AC9ECF92A01}"/>
              </a:ext>
            </a:extLst>
          </p:cNvPr>
          <p:cNvSpPr/>
          <p:nvPr userDrawn="1"/>
        </p:nvSpPr>
        <p:spPr>
          <a:xfrm rot="572195">
            <a:off x="2852912" y="5854258"/>
            <a:ext cx="2327482" cy="2548551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EE2DE99C-845F-1A5B-1503-59D5052C0B08}"/>
              </a:ext>
            </a:extLst>
          </p:cNvPr>
          <p:cNvSpPr/>
          <p:nvPr userDrawn="1"/>
        </p:nvSpPr>
        <p:spPr>
          <a:xfrm>
            <a:off x="1155969" y="2203191"/>
            <a:ext cx="3078088" cy="343293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15821C-791E-427D-08AB-E7D30FC7C0E7}"/>
              </a:ext>
            </a:extLst>
          </p:cNvPr>
          <p:cNvSpPr/>
          <p:nvPr userDrawn="1"/>
        </p:nvSpPr>
        <p:spPr>
          <a:xfrm>
            <a:off x="1156546" y="2155190"/>
            <a:ext cx="3087272" cy="564263"/>
          </a:xfrm>
          <a:prstGeom prst="rect">
            <a:avLst/>
          </a:prstGeom>
          <a:solidFill>
            <a:srgbClr val="212D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13" name="Rounded Rectangle 10">
            <a:extLst>
              <a:ext uri="{FF2B5EF4-FFF2-40B4-BE49-F238E27FC236}">
                <a16:creationId xmlns:a16="http://schemas.microsoft.com/office/drawing/2014/main" id="{D1B193AC-A29B-12C6-2942-BE001659E0A6}"/>
              </a:ext>
            </a:extLst>
          </p:cNvPr>
          <p:cNvSpPr/>
          <p:nvPr userDrawn="1"/>
        </p:nvSpPr>
        <p:spPr>
          <a:xfrm>
            <a:off x="4562948" y="2155190"/>
            <a:ext cx="3082459" cy="352387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932DF3-0712-838B-E201-27BBE314B4D2}"/>
              </a:ext>
            </a:extLst>
          </p:cNvPr>
          <p:cNvSpPr/>
          <p:nvPr userDrawn="1"/>
        </p:nvSpPr>
        <p:spPr>
          <a:xfrm>
            <a:off x="4558712" y="2155190"/>
            <a:ext cx="3087272" cy="564263"/>
          </a:xfrm>
          <a:prstGeom prst="rect">
            <a:avLst/>
          </a:prstGeom>
          <a:solidFill>
            <a:srgbClr val="212D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3E51A038-93D3-496D-C26F-2FB553E5075A}"/>
              </a:ext>
            </a:extLst>
          </p:cNvPr>
          <p:cNvSpPr/>
          <p:nvPr userDrawn="1"/>
        </p:nvSpPr>
        <p:spPr>
          <a:xfrm>
            <a:off x="7982182" y="2155190"/>
            <a:ext cx="3087272" cy="352387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5582EE-8099-56BF-7B55-7110C5B9EEF6}"/>
              </a:ext>
            </a:extLst>
          </p:cNvPr>
          <p:cNvSpPr/>
          <p:nvPr userDrawn="1"/>
        </p:nvSpPr>
        <p:spPr>
          <a:xfrm>
            <a:off x="7982759" y="2155190"/>
            <a:ext cx="3087272" cy="564263"/>
          </a:xfrm>
          <a:prstGeom prst="rect">
            <a:avLst/>
          </a:prstGeom>
          <a:solidFill>
            <a:srgbClr val="212D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B4A53F8-B617-094B-622C-3DE7D15AADD2}"/>
              </a:ext>
            </a:extLst>
          </p:cNvPr>
          <p:cNvGrpSpPr/>
          <p:nvPr userDrawn="1"/>
        </p:nvGrpSpPr>
        <p:grpSpPr>
          <a:xfrm>
            <a:off x="2157203" y="5911289"/>
            <a:ext cx="1001346" cy="1108087"/>
            <a:chOff x="5638800" y="2919409"/>
            <a:chExt cx="918591" cy="1016510"/>
          </a:xfrm>
          <a:solidFill>
            <a:srgbClr val="3CAB68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747E522-8C24-653B-DB85-090BF0BED610}"/>
                </a:ext>
              </a:extLst>
            </p:cNvPr>
            <p:cNvSpPr/>
            <p:nvPr/>
          </p:nvSpPr>
          <p:spPr>
            <a:xfrm>
              <a:off x="6537674" y="3456241"/>
              <a:ext cx="19050" cy="136302"/>
            </a:xfrm>
            <a:custGeom>
              <a:avLst/>
              <a:gdLst>
                <a:gd name="connsiteX0" fmla="*/ 0 w 19050"/>
                <a:gd name="connsiteY0" fmla="*/ 126778 h 136302"/>
                <a:gd name="connsiteX1" fmla="*/ 9430 w 19050"/>
                <a:gd name="connsiteY1" fmla="*/ 117253 h 136302"/>
                <a:gd name="connsiteX2" fmla="*/ 9430 w 19050"/>
                <a:gd name="connsiteY2" fmla="*/ 117253 h 136302"/>
                <a:gd name="connsiteX3" fmla="*/ 19050 w 19050"/>
                <a:gd name="connsiteY3" fmla="*/ 126778 h 136302"/>
                <a:gd name="connsiteX4" fmla="*/ 19050 w 19050"/>
                <a:gd name="connsiteY4" fmla="*/ 126778 h 136302"/>
                <a:gd name="connsiteX5" fmla="*/ 9525 w 19050"/>
                <a:gd name="connsiteY5" fmla="*/ 136303 h 136302"/>
                <a:gd name="connsiteX6" fmla="*/ 9525 w 19050"/>
                <a:gd name="connsiteY6" fmla="*/ 136303 h 136302"/>
                <a:gd name="connsiteX7" fmla="*/ 95 w 19050"/>
                <a:gd name="connsiteY7" fmla="*/ 126778 h 136302"/>
                <a:gd name="connsiteX8" fmla="*/ 0 w 19050"/>
                <a:gd name="connsiteY8" fmla="*/ 87725 h 136302"/>
                <a:gd name="connsiteX9" fmla="*/ 9525 w 19050"/>
                <a:gd name="connsiteY9" fmla="*/ 78200 h 136302"/>
                <a:gd name="connsiteX10" fmla="*/ 9525 w 19050"/>
                <a:gd name="connsiteY10" fmla="*/ 78200 h 136302"/>
                <a:gd name="connsiteX11" fmla="*/ 19050 w 19050"/>
                <a:gd name="connsiteY11" fmla="*/ 87725 h 136302"/>
                <a:gd name="connsiteX12" fmla="*/ 19050 w 19050"/>
                <a:gd name="connsiteY12" fmla="*/ 87725 h 136302"/>
                <a:gd name="connsiteX13" fmla="*/ 9525 w 19050"/>
                <a:gd name="connsiteY13" fmla="*/ 97250 h 136302"/>
                <a:gd name="connsiteX14" fmla="*/ 9525 w 19050"/>
                <a:gd name="connsiteY14" fmla="*/ 97250 h 136302"/>
                <a:gd name="connsiteX15" fmla="*/ 0 w 19050"/>
                <a:gd name="connsiteY15" fmla="*/ 87725 h 136302"/>
                <a:gd name="connsiteX16" fmla="*/ 0 w 19050"/>
                <a:gd name="connsiteY16" fmla="*/ 48577 h 136302"/>
                <a:gd name="connsiteX17" fmla="*/ 9525 w 19050"/>
                <a:gd name="connsiteY17" fmla="*/ 39052 h 136302"/>
                <a:gd name="connsiteX18" fmla="*/ 9525 w 19050"/>
                <a:gd name="connsiteY18" fmla="*/ 39052 h 136302"/>
                <a:gd name="connsiteX19" fmla="*/ 19050 w 19050"/>
                <a:gd name="connsiteY19" fmla="*/ 48673 h 136302"/>
                <a:gd name="connsiteX20" fmla="*/ 19050 w 19050"/>
                <a:gd name="connsiteY20" fmla="*/ 48673 h 136302"/>
                <a:gd name="connsiteX21" fmla="*/ 9525 w 19050"/>
                <a:gd name="connsiteY21" fmla="*/ 58102 h 136302"/>
                <a:gd name="connsiteX22" fmla="*/ 9525 w 19050"/>
                <a:gd name="connsiteY22" fmla="*/ 58102 h 136302"/>
                <a:gd name="connsiteX23" fmla="*/ 0 w 19050"/>
                <a:gd name="connsiteY23" fmla="*/ 48577 h 136302"/>
                <a:gd name="connsiteX24" fmla="*/ 0 w 19050"/>
                <a:gd name="connsiteY24" fmla="*/ 9525 h 136302"/>
                <a:gd name="connsiteX25" fmla="*/ 0 w 19050"/>
                <a:gd name="connsiteY25" fmla="*/ 9525 h 136302"/>
                <a:gd name="connsiteX26" fmla="*/ 9525 w 19050"/>
                <a:gd name="connsiteY26" fmla="*/ 0 h 136302"/>
                <a:gd name="connsiteX27" fmla="*/ 9525 w 19050"/>
                <a:gd name="connsiteY27" fmla="*/ 0 h 136302"/>
                <a:gd name="connsiteX28" fmla="*/ 19050 w 19050"/>
                <a:gd name="connsiteY28" fmla="*/ 9525 h 136302"/>
                <a:gd name="connsiteX29" fmla="*/ 19050 w 19050"/>
                <a:gd name="connsiteY29" fmla="*/ 9525 h 136302"/>
                <a:gd name="connsiteX30" fmla="*/ 9525 w 19050"/>
                <a:gd name="connsiteY30" fmla="*/ 19050 h 136302"/>
                <a:gd name="connsiteX31" fmla="*/ 9525 w 19050"/>
                <a:gd name="connsiteY31" fmla="*/ 19050 h 136302"/>
                <a:gd name="connsiteX32" fmla="*/ 0 w 19050"/>
                <a:gd name="connsiteY32" fmla="*/ 9525 h 1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9050" h="136302">
                  <a:moveTo>
                    <a:pt x="0" y="126778"/>
                  </a:moveTo>
                  <a:cubicBezTo>
                    <a:pt x="0" y="121539"/>
                    <a:pt x="4191" y="117253"/>
                    <a:pt x="9430" y="117253"/>
                  </a:cubicBezTo>
                  <a:lnTo>
                    <a:pt x="9430" y="117253"/>
                  </a:lnTo>
                  <a:cubicBezTo>
                    <a:pt x="14669" y="117253"/>
                    <a:pt x="18955" y="121444"/>
                    <a:pt x="19050" y="126778"/>
                  </a:cubicBezTo>
                  <a:lnTo>
                    <a:pt x="19050" y="126778"/>
                  </a:lnTo>
                  <a:cubicBezTo>
                    <a:pt x="19050" y="132017"/>
                    <a:pt x="14764" y="136303"/>
                    <a:pt x="9525" y="136303"/>
                  </a:cubicBezTo>
                  <a:lnTo>
                    <a:pt x="9525" y="136303"/>
                  </a:lnTo>
                  <a:cubicBezTo>
                    <a:pt x="4286" y="136303"/>
                    <a:pt x="95" y="132017"/>
                    <a:pt x="95" y="126778"/>
                  </a:cubicBezTo>
                  <a:close/>
                  <a:moveTo>
                    <a:pt x="0" y="87725"/>
                  </a:moveTo>
                  <a:cubicBezTo>
                    <a:pt x="0" y="82391"/>
                    <a:pt x="4286" y="78200"/>
                    <a:pt x="9525" y="78200"/>
                  </a:cubicBezTo>
                  <a:lnTo>
                    <a:pt x="9525" y="78200"/>
                  </a:lnTo>
                  <a:cubicBezTo>
                    <a:pt x="14764" y="78200"/>
                    <a:pt x="19050" y="82391"/>
                    <a:pt x="19050" y="87725"/>
                  </a:cubicBezTo>
                  <a:lnTo>
                    <a:pt x="19050" y="87725"/>
                  </a:lnTo>
                  <a:cubicBezTo>
                    <a:pt x="19050" y="92964"/>
                    <a:pt x="14764" y="97250"/>
                    <a:pt x="9525" y="97250"/>
                  </a:cubicBezTo>
                  <a:lnTo>
                    <a:pt x="9525" y="97250"/>
                  </a:lnTo>
                  <a:cubicBezTo>
                    <a:pt x="4286" y="97250"/>
                    <a:pt x="0" y="92964"/>
                    <a:pt x="0" y="87725"/>
                  </a:cubicBezTo>
                  <a:close/>
                  <a:moveTo>
                    <a:pt x="0" y="48577"/>
                  </a:moveTo>
                  <a:cubicBezTo>
                    <a:pt x="0" y="43339"/>
                    <a:pt x="4286" y="39052"/>
                    <a:pt x="9525" y="39052"/>
                  </a:cubicBezTo>
                  <a:lnTo>
                    <a:pt x="9525" y="39052"/>
                  </a:lnTo>
                  <a:cubicBezTo>
                    <a:pt x="14859" y="39052"/>
                    <a:pt x="19050" y="43339"/>
                    <a:pt x="19050" y="48673"/>
                  </a:cubicBezTo>
                  <a:lnTo>
                    <a:pt x="19050" y="48673"/>
                  </a:lnTo>
                  <a:cubicBezTo>
                    <a:pt x="19050" y="53912"/>
                    <a:pt x="14764" y="58102"/>
                    <a:pt x="9525" y="58102"/>
                  </a:cubicBezTo>
                  <a:lnTo>
                    <a:pt x="9525" y="58102"/>
                  </a:lnTo>
                  <a:cubicBezTo>
                    <a:pt x="4286" y="58102"/>
                    <a:pt x="0" y="53816"/>
                    <a:pt x="0" y="48577"/>
                  </a:cubicBezTo>
                  <a:close/>
                  <a:moveTo>
                    <a:pt x="0" y="9525"/>
                  </a:moveTo>
                  <a:lnTo>
                    <a:pt x="0" y="9525"/>
                  </a:ln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7DA3760-9051-3A1A-1599-2023DAC8081C}"/>
                </a:ext>
              </a:extLst>
            </p:cNvPr>
            <p:cNvSpPr/>
            <p:nvPr/>
          </p:nvSpPr>
          <p:spPr>
            <a:xfrm>
              <a:off x="6513778" y="3649374"/>
              <a:ext cx="37702" cy="51087"/>
            </a:xfrm>
            <a:custGeom>
              <a:avLst/>
              <a:gdLst>
                <a:gd name="connsiteX0" fmla="*/ 3131 w 37702"/>
                <a:gd name="connsiteY0" fmla="*/ 48706 h 51087"/>
                <a:gd name="connsiteX1" fmla="*/ 2464 w 37702"/>
                <a:gd name="connsiteY1" fmla="*/ 35181 h 51087"/>
                <a:gd name="connsiteX2" fmla="*/ 2464 w 37702"/>
                <a:gd name="connsiteY2" fmla="*/ 35181 h 51087"/>
                <a:gd name="connsiteX3" fmla="*/ 15894 w 37702"/>
                <a:gd name="connsiteY3" fmla="*/ 34514 h 51087"/>
                <a:gd name="connsiteX4" fmla="*/ 15894 w 37702"/>
                <a:gd name="connsiteY4" fmla="*/ 34514 h 51087"/>
                <a:gd name="connsiteX5" fmla="*/ 16656 w 37702"/>
                <a:gd name="connsiteY5" fmla="*/ 47944 h 51087"/>
                <a:gd name="connsiteX6" fmla="*/ 16656 w 37702"/>
                <a:gd name="connsiteY6" fmla="*/ 47944 h 51087"/>
                <a:gd name="connsiteX7" fmla="*/ 9513 w 37702"/>
                <a:gd name="connsiteY7" fmla="*/ 51088 h 51087"/>
                <a:gd name="connsiteX8" fmla="*/ 9513 w 37702"/>
                <a:gd name="connsiteY8" fmla="*/ 51088 h 51087"/>
                <a:gd name="connsiteX9" fmla="*/ 3131 w 37702"/>
                <a:gd name="connsiteY9" fmla="*/ 48706 h 51087"/>
                <a:gd name="connsiteX10" fmla="*/ 25134 w 37702"/>
                <a:gd name="connsiteY10" fmla="*/ 18512 h 51087"/>
                <a:gd name="connsiteX11" fmla="*/ 19133 w 37702"/>
                <a:gd name="connsiteY11" fmla="*/ 6511 h 51087"/>
                <a:gd name="connsiteX12" fmla="*/ 19133 w 37702"/>
                <a:gd name="connsiteY12" fmla="*/ 6511 h 51087"/>
                <a:gd name="connsiteX13" fmla="*/ 31134 w 37702"/>
                <a:gd name="connsiteY13" fmla="*/ 510 h 51087"/>
                <a:gd name="connsiteX14" fmla="*/ 31134 w 37702"/>
                <a:gd name="connsiteY14" fmla="*/ 510 h 51087"/>
                <a:gd name="connsiteX15" fmla="*/ 37230 w 37702"/>
                <a:gd name="connsiteY15" fmla="*/ 12511 h 51087"/>
                <a:gd name="connsiteX16" fmla="*/ 37230 w 37702"/>
                <a:gd name="connsiteY16" fmla="*/ 12511 h 51087"/>
                <a:gd name="connsiteX17" fmla="*/ 28182 w 37702"/>
                <a:gd name="connsiteY17" fmla="*/ 19084 h 51087"/>
                <a:gd name="connsiteX18" fmla="*/ 28182 w 37702"/>
                <a:gd name="connsiteY18" fmla="*/ 19084 h 51087"/>
                <a:gd name="connsiteX19" fmla="*/ 25134 w 37702"/>
                <a:gd name="connsiteY19" fmla="*/ 18512 h 51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702" h="51087">
                  <a:moveTo>
                    <a:pt x="3131" y="48706"/>
                  </a:moveTo>
                  <a:cubicBezTo>
                    <a:pt x="-774" y="45182"/>
                    <a:pt x="-1060" y="39181"/>
                    <a:pt x="2464" y="35181"/>
                  </a:cubicBezTo>
                  <a:lnTo>
                    <a:pt x="2464" y="35181"/>
                  </a:lnTo>
                  <a:cubicBezTo>
                    <a:pt x="5988" y="31276"/>
                    <a:pt x="11989" y="30990"/>
                    <a:pt x="15894" y="34514"/>
                  </a:cubicBezTo>
                  <a:lnTo>
                    <a:pt x="15894" y="34514"/>
                  </a:lnTo>
                  <a:cubicBezTo>
                    <a:pt x="19800" y="37943"/>
                    <a:pt x="20181" y="44039"/>
                    <a:pt x="16656" y="47944"/>
                  </a:cubicBezTo>
                  <a:lnTo>
                    <a:pt x="16656" y="47944"/>
                  </a:lnTo>
                  <a:cubicBezTo>
                    <a:pt x="14751" y="50040"/>
                    <a:pt x="12180" y="51088"/>
                    <a:pt x="9513" y="51088"/>
                  </a:cubicBezTo>
                  <a:lnTo>
                    <a:pt x="9513" y="51088"/>
                  </a:lnTo>
                  <a:cubicBezTo>
                    <a:pt x="7227" y="51088"/>
                    <a:pt x="4941" y="50326"/>
                    <a:pt x="3131" y="48706"/>
                  </a:cubicBezTo>
                  <a:close/>
                  <a:moveTo>
                    <a:pt x="25134" y="18512"/>
                  </a:moveTo>
                  <a:cubicBezTo>
                    <a:pt x="20181" y="16893"/>
                    <a:pt x="17514" y="11464"/>
                    <a:pt x="19133" y="6511"/>
                  </a:cubicBezTo>
                  <a:lnTo>
                    <a:pt x="19133" y="6511"/>
                  </a:lnTo>
                  <a:cubicBezTo>
                    <a:pt x="20847" y="1558"/>
                    <a:pt x="26181" y="-1205"/>
                    <a:pt x="31134" y="510"/>
                  </a:cubicBezTo>
                  <a:lnTo>
                    <a:pt x="31134" y="510"/>
                  </a:lnTo>
                  <a:cubicBezTo>
                    <a:pt x="36183" y="2129"/>
                    <a:pt x="38850" y="7558"/>
                    <a:pt x="37230" y="12511"/>
                  </a:cubicBezTo>
                  <a:lnTo>
                    <a:pt x="37230" y="12511"/>
                  </a:lnTo>
                  <a:cubicBezTo>
                    <a:pt x="35897" y="16512"/>
                    <a:pt x="32182" y="19084"/>
                    <a:pt x="28182" y="19084"/>
                  </a:cubicBezTo>
                  <a:lnTo>
                    <a:pt x="28182" y="19084"/>
                  </a:lnTo>
                  <a:cubicBezTo>
                    <a:pt x="27134" y="19084"/>
                    <a:pt x="26181" y="18893"/>
                    <a:pt x="25134" y="185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B04E1F5-58AE-E543-C6A2-98A49F713832}"/>
                </a:ext>
              </a:extLst>
            </p:cNvPr>
            <p:cNvSpPr/>
            <p:nvPr/>
          </p:nvSpPr>
          <p:spPr>
            <a:xfrm>
              <a:off x="6177576" y="3724034"/>
              <a:ext cx="291906" cy="176071"/>
            </a:xfrm>
            <a:custGeom>
              <a:avLst/>
              <a:gdLst>
                <a:gd name="connsiteX0" fmla="*/ 1291 w 291906"/>
                <a:gd name="connsiteY0" fmla="*/ 171309 h 176071"/>
                <a:gd name="connsiteX1" fmla="*/ 4720 w 291906"/>
                <a:gd name="connsiteY1" fmla="*/ 158260 h 176071"/>
                <a:gd name="connsiteX2" fmla="*/ 4720 w 291906"/>
                <a:gd name="connsiteY2" fmla="*/ 158260 h 176071"/>
                <a:gd name="connsiteX3" fmla="*/ 17770 w 291906"/>
                <a:gd name="connsiteY3" fmla="*/ 161784 h 176071"/>
                <a:gd name="connsiteX4" fmla="*/ 17770 w 291906"/>
                <a:gd name="connsiteY4" fmla="*/ 161784 h 176071"/>
                <a:gd name="connsiteX5" fmla="*/ 14245 w 291906"/>
                <a:gd name="connsiteY5" fmla="*/ 174738 h 176071"/>
                <a:gd name="connsiteX6" fmla="*/ 14245 w 291906"/>
                <a:gd name="connsiteY6" fmla="*/ 174738 h 176071"/>
                <a:gd name="connsiteX7" fmla="*/ 9483 w 291906"/>
                <a:gd name="connsiteY7" fmla="*/ 176072 h 176071"/>
                <a:gd name="connsiteX8" fmla="*/ 9483 w 291906"/>
                <a:gd name="connsiteY8" fmla="*/ 176072 h 176071"/>
                <a:gd name="connsiteX9" fmla="*/ 1291 w 291906"/>
                <a:gd name="connsiteY9" fmla="*/ 171309 h 176071"/>
                <a:gd name="connsiteX10" fmla="*/ 35391 w 291906"/>
                <a:gd name="connsiteY10" fmla="*/ 151592 h 176071"/>
                <a:gd name="connsiteX11" fmla="*/ 38820 w 291906"/>
                <a:gd name="connsiteY11" fmla="*/ 138638 h 176071"/>
                <a:gd name="connsiteX12" fmla="*/ 38820 w 291906"/>
                <a:gd name="connsiteY12" fmla="*/ 138638 h 176071"/>
                <a:gd name="connsiteX13" fmla="*/ 51869 w 291906"/>
                <a:gd name="connsiteY13" fmla="*/ 142067 h 176071"/>
                <a:gd name="connsiteX14" fmla="*/ 51869 w 291906"/>
                <a:gd name="connsiteY14" fmla="*/ 142067 h 176071"/>
                <a:gd name="connsiteX15" fmla="*/ 48345 w 291906"/>
                <a:gd name="connsiteY15" fmla="*/ 155117 h 176071"/>
                <a:gd name="connsiteX16" fmla="*/ 48345 w 291906"/>
                <a:gd name="connsiteY16" fmla="*/ 155117 h 176071"/>
                <a:gd name="connsiteX17" fmla="*/ 43582 w 291906"/>
                <a:gd name="connsiteY17" fmla="*/ 156355 h 176071"/>
                <a:gd name="connsiteX18" fmla="*/ 43582 w 291906"/>
                <a:gd name="connsiteY18" fmla="*/ 156355 h 176071"/>
                <a:gd name="connsiteX19" fmla="*/ 35391 w 291906"/>
                <a:gd name="connsiteY19" fmla="*/ 151592 h 176071"/>
                <a:gd name="connsiteX20" fmla="*/ 69395 w 291906"/>
                <a:gd name="connsiteY20" fmla="*/ 131971 h 176071"/>
                <a:gd name="connsiteX21" fmla="*/ 72919 w 291906"/>
                <a:gd name="connsiteY21" fmla="*/ 118922 h 176071"/>
                <a:gd name="connsiteX22" fmla="*/ 72919 w 291906"/>
                <a:gd name="connsiteY22" fmla="*/ 118922 h 176071"/>
                <a:gd name="connsiteX23" fmla="*/ 85969 w 291906"/>
                <a:gd name="connsiteY23" fmla="*/ 122446 h 176071"/>
                <a:gd name="connsiteX24" fmla="*/ 85969 w 291906"/>
                <a:gd name="connsiteY24" fmla="*/ 122446 h 176071"/>
                <a:gd name="connsiteX25" fmla="*/ 82444 w 291906"/>
                <a:gd name="connsiteY25" fmla="*/ 135400 h 176071"/>
                <a:gd name="connsiteX26" fmla="*/ 82444 w 291906"/>
                <a:gd name="connsiteY26" fmla="*/ 135400 h 176071"/>
                <a:gd name="connsiteX27" fmla="*/ 77682 w 291906"/>
                <a:gd name="connsiteY27" fmla="*/ 136734 h 176071"/>
                <a:gd name="connsiteX28" fmla="*/ 77682 w 291906"/>
                <a:gd name="connsiteY28" fmla="*/ 136734 h 176071"/>
                <a:gd name="connsiteX29" fmla="*/ 69395 w 291906"/>
                <a:gd name="connsiteY29" fmla="*/ 131971 h 176071"/>
                <a:gd name="connsiteX30" fmla="*/ 103495 w 291906"/>
                <a:gd name="connsiteY30" fmla="*/ 112254 h 176071"/>
                <a:gd name="connsiteX31" fmla="*/ 107019 w 291906"/>
                <a:gd name="connsiteY31" fmla="*/ 99300 h 176071"/>
                <a:gd name="connsiteX32" fmla="*/ 107019 w 291906"/>
                <a:gd name="connsiteY32" fmla="*/ 99300 h 176071"/>
                <a:gd name="connsiteX33" fmla="*/ 120068 w 291906"/>
                <a:gd name="connsiteY33" fmla="*/ 102824 h 176071"/>
                <a:gd name="connsiteX34" fmla="*/ 120068 w 291906"/>
                <a:gd name="connsiteY34" fmla="*/ 102824 h 176071"/>
                <a:gd name="connsiteX35" fmla="*/ 116544 w 291906"/>
                <a:gd name="connsiteY35" fmla="*/ 115778 h 176071"/>
                <a:gd name="connsiteX36" fmla="*/ 116544 w 291906"/>
                <a:gd name="connsiteY36" fmla="*/ 115778 h 176071"/>
                <a:gd name="connsiteX37" fmla="*/ 111781 w 291906"/>
                <a:gd name="connsiteY37" fmla="*/ 117112 h 176071"/>
                <a:gd name="connsiteX38" fmla="*/ 111781 w 291906"/>
                <a:gd name="connsiteY38" fmla="*/ 117112 h 176071"/>
                <a:gd name="connsiteX39" fmla="*/ 103495 w 291906"/>
                <a:gd name="connsiteY39" fmla="*/ 112254 h 176071"/>
                <a:gd name="connsiteX40" fmla="*/ 137594 w 291906"/>
                <a:gd name="connsiteY40" fmla="*/ 92633 h 176071"/>
                <a:gd name="connsiteX41" fmla="*/ 141118 w 291906"/>
                <a:gd name="connsiteY41" fmla="*/ 79679 h 176071"/>
                <a:gd name="connsiteX42" fmla="*/ 141118 w 291906"/>
                <a:gd name="connsiteY42" fmla="*/ 79679 h 176071"/>
                <a:gd name="connsiteX43" fmla="*/ 154168 w 291906"/>
                <a:gd name="connsiteY43" fmla="*/ 83203 h 176071"/>
                <a:gd name="connsiteX44" fmla="*/ 154168 w 291906"/>
                <a:gd name="connsiteY44" fmla="*/ 83203 h 176071"/>
                <a:gd name="connsiteX45" fmla="*/ 150643 w 291906"/>
                <a:gd name="connsiteY45" fmla="*/ 96157 h 176071"/>
                <a:gd name="connsiteX46" fmla="*/ 150643 w 291906"/>
                <a:gd name="connsiteY46" fmla="*/ 96157 h 176071"/>
                <a:gd name="connsiteX47" fmla="*/ 145881 w 291906"/>
                <a:gd name="connsiteY47" fmla="*/ 97395 h 176071"/>
                <a:gd name="connsiteX48" fmla="*/ 145881 w 291906"/>
                <a:gd name="connsiteY48" fmla="*/ 97395 h 176071"/>
                <a:gd name="connsiteX49" fmla="*/ 137594 w 291906"/>
                <a:gd name="connsiteY49" fmla="*/ 92633 h 176071"/>
                <a:gd name="connsiteX50" fmla="*/ 171694 w 291906"/>
                <a:gd name="connsiteY50" fmla="*/ 73011 h 176071"/>
                <a:gd name="connsiteX51" fmla="*/ 175218 w 291906"/>
                <a:gd name="connsiteY51" fmla="*/ 60057 h 176071"/>
                <a:gd name="connsiteX52" fmla="*/ 175218 w 291906"/>
                <a:gd name="connsiteY52" fmla="*/ 60057 h 176071"/>
                <a:gd name="connsiteX53" fmla="*/ 188267 w 291906"/>
                <a:gd name="connsiteY53" fmla="*/ 63581 h 176071"/>
                <a:gd name="connsiteX54" fmla="*/ 188267 w 291906"/>
                <a:gd name="connsiteY54" fmla="*/ 63581 h 176071"/>
                <a:gd name="connsiteX55" fmla="*/ 184743 w 291906"/>
                <a:gd name="connsiteY55" fmla="*/ 76536 h 176071"/>
                <a:gd name="connsiteX56" fmla="*/ 184743 w 291906"/>
                <a:gd name="connsiteY56" fmla="*/ 76536 h 176071"/>
                <a:gd name="connsiteX57" fmla="*/ 179980 w 291906"/>
                <a:gd name="connsiteY57" fmla="*/ 77869 h 176071"/>
                <a:gd name="connsiteX58" fmla="*/ 179980 w 291906"/>
                <a:gd name="connsiteY58" fmla="*/ 77869 h 176071"/>
                <a:gd name="connsiteX59" fmla="*/ 171694 w 291906"/>
                <a:gd name="connsiteY59" fmla="*/ 73011 h 176071"/>
                <a:gd name="connsiteX60" fmla="*/ 205888 w 291906"/>
                <a:gd name="connsiteY60" fmla="*/ 53485 h 176071"/>
                <a:gd name="connsiteX61" fmla="*/ 209317 w 291906"/>
                <a:gd name="connsiteY61" fmla="*/ 40436 h 176071"/>
                <a:gd name="connsiteX62" fmla="*/ 209317 w 291906"/>
                <a:gd name="connsiteY62" fmla="*/ 40436 h 176071"/>
                <a:gd name="connsiteX63" fmla="*/ 222367 w 291906"/>
                <a:gd name="connsiteY63" fmla="*/ 43960 h 176071"/>
                <a:gd name="connsiteX64" fmla="*/ 222367 w 291906"/>
                <a:gd name="connsiteY64" fmla="*/ 43960 h 176071"/>
                <a:gd name="connsiteX65" fmla="*/ 218842 w 291906"/>
                <a:gd name="connsiteY65" fmla="*/ 56914 h 176071"/>
                <a:gd name="connsiteX66" fmla="*/ 218842 w 291906"/>
                <a:gd name="connsiteY66" fmla="*/ 56914 h 176071"/>
                <a:gd name="connsiteX67" fmla="*/ 214080 w 291906"/>
                <a:gd name="connsiteY67" fmla="*/ 58247 h 176071"/>
                <a:gd name="connsiteX68" fmla="*/ 214080 w 291906"/>
                <a:gd name="connsiteY68" fmla="*/ 58247 h 176071"/>
                <a:gd name="connsiteX69" fmla="*/ 205888 w 291906"/>
                <a:gd name="connsiteY69" fmla="*/ 53485 h 176071"/>
                <a:gd name="connsiteX70" fmla="*/ 239988 w 291906"/>
                <a:gd name="connsiteY70" fmla="*/ 33863 h 176071"/>
                <a:gd name="connsiteX71" fmla="*/ 243512 w 291906"/>
                <a:gd name="connsiteY71" fmla="*/ 20814 h 176071"/>
                <a:gd name="connsiteX72" fmla="*/ 243512 w 291906"/>
                <a:gd name="connsiteY72" fmla="*/ 20814 h 176071"/>
                <a:gd name="connsiteX73" fmla="*/ 256466 w 291906"/>
                <a:gd name="connsiteY73" fmla="*/ 24338 h 176071"/>
                <a:gd name="connsiteX74" fmla="*/ 256466 w 291906"/>
                <a:gd name="connsiteY74" fmla="*/ 24338 h 176071"/>
                <a:gd name="connsiteX75" fmla="*/ 252942 w 291906"/>
                <a:gd name="connsiteY75" fmla="*/ 37388 h 176071"/>
                <a:gd name="connsiteX76" fmla="*/ 252942 w 291906"/>
                <a:gd name="connsiteY76" fmla="*/ 37388 h 176071"/>
                <a:gd name="connsiteX77" fmla="*/ 248275 w 291906"/>
                <a:gd name="connsiteY77" fmla="*/ 38626 h 176071"/>
                <a:gd name="connsiteX78" fmla="*/ 248275 w 291906"/>
                <a:gd name="connsiteY78" fmla="*/ 38626 h 176071"/>
                <a:gd name="connsiteX79" fmla="*/ 239988 w 291906"/>
                <a:gd name="connsiteY79" fmla="*/ 33863 h 176071"/>
                <a:gd name="connsiteX80" fmla="*/ 274087 w 291906"/>
                <a:gd name="connsiteY80" fmla="*/ 14242 h 176071"/>
                <a:gd name="connsiteX81" fmla="*/ 277612 w 291906"/>
                <a:gd name="connsiteY81" fmla="*/ 1288 h 176071"/>
                <a:gd name="connsiteX82" fmla="*/ 277612 w 291906"/>
                <a:gd name="connsiteY82" fmla="*/ 1288 h 176071"/>
                <a:gd name="connsiteX83" fmla="*/ 290661 w 291906"/>
                <a:gd name="connsiteY83" fmla="*/ 4812 h 176071"/>
                <a:gd name="connsiteX84" fmla="*/ 290661 w 291906"/>
                <a:gd name="connsiteY84" fmla="*/ 4812 h 176071"/>
                <a:gd name="connsiteX85" fmla="*/ 287137 w 291906"/>
                <a:gd name="connsiteY85" fmla="*/ 17766 h 176071"/>
                <a:gd name="connsiteX86" fmla="*/ 287137 w 291906"/>
                <a:gd name="connsiteY86" fmla="*/ 17766 h 176071"/>
                <a:gd name="connsiteX87" fmla="*/ 282374 w 291906"/>
                <a:gd name="connsiteY87" fmla="*/ 19100 h 176071"/>
                <a:gd name="connsiteX88" fmla="*/ 282374 w 291906"/>
                <a:gd name="connsiteY88" fmla="*/ 19100 h 176071"/>
                <a:gd name="connsiteX89" fmla="*/ 274087 w 291906"/>
                <a:gd name="connsiteY89" fmla="*/ 14242 h 17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906" h="176071">
                  <a:moveTo>
                    <a:pt x="1291" y="171309"/>
                  </a:moveTo>
                  <a:cubicBezTo>
                    <a:pt x="-1376" y="166737"/>
                    <a:pt x="244" y="160927"/>
                    <a:pt x="4720" y="158260"/>
                  </a:cubicBezTo>
                  <a:lnTo>
                    <a:pt x="4720" y="158260"/>
                  </a:lnTo>
                  <a:cubicBezTo>
                    <a:pt x="9292" y="155593"/>
                    <a:pt x="15198" y="157212"/>
                    <a:pt x="17770" y="161784"/>
                  </a:cubicBezTo>
                  <a:lnTo>
                    <a:pt x="17770" y="161784"/>
                  </a:lnTo>
                  <a:cubicBezTo>
                    <a:pt x="20437" y="166261"/>
                    <a:pt x="18817" y="172167"/>
                    <a:pt x="14245" y="174738"/>
                  </a:cubicBezTo>
                  <a:lnTo>
                    <a:pt x="14245" y="174738"/>
                  </a:lnTo>
                  <a:cubicBezTo>
                    <a:pt x="12817" y="175596"/>
                    <a:pt x="11102" y="176072"/>
                    <a:pt x="9483" y="176072"/>
                  </a:cubicBezTo>
                  <a:lnTo>
                    <a:pt x="9483" y="176072"/>
                  </a:lnTo>
                  <a:cubicBezTo>
                    <a:pt x="6244" y="176072"/>
                    <a:pt x="3006" y="174357"/>
                    <a:pt x="1291" y="171309"/>
                  </a:cubicBezTo>
                  <a:close/>
                  <a:moveTo>
                    <a:pt x="35391" y="151592"/>
                  </a:moveTo>
                  <a:cubicBezTo>
                    <a:pt x="32724" y="147021"/>
                    <a:pt x="34343" y="141210"/>
                    <a:pt x="38820" y="138638"/>
                  </a:cubicBezTo>
                  <a:lnTo>
                    <a:pt x="38820" y="138638"/>
                  </a:lnTo>
                  <a:cubicBezTo>
                    <a:pt x="43392" y="135971"/>
                    <a:pt x="49202" y="137496"/>
                    <a:pt x="51869" y="142067"/>
                  </a:cubicBezTo>
                  <a:lnTo>
                    <a:pt x="51869" y="142067"/>
                  </a:lnTo>
                  <a:cubicBezTo>
                    <a:pt x="54441" y="146640"/>
                    <a:pt x="52917" y="152450"/>
                    <a:pt x="48345" y="155117"/>
                  </a:cubicBezTo>
                  <a:lnTo>
                    <a:pt x="48345" y="155117"/>
                  </a:lnTo>
                  <a:cubicBezTo>
                    <a:pt x="46916" y="155974"/>
                    <a:pt x="45202" y="156355"/>
                    <a:pt x="43582" y="156355"/>
                  </a:cubicBezTo>
                  <a:lnTo>
                    <a:pt x="43582" y="156355"/>
                  </a:lnTo>
                  <a:cubicBezTo>
                    <a:pt x="40344" y="156355"/>
                    <a:pt x="37105" y="154640"/>
                    <a:pt x="35391" y="151592"/>
                  </a:cubicBezTo>
                  <a:close/>
                  <a:moveTo>
                    <a:pt x="69395" y="131971"/>
                  </a:moveTo>
                  <a:cubicBezTo>
                    <a:pt x="66823" y="127399"/>
                    <a:pt x="68347" y="121589"/>
                    <a:pt x="72919" y="118922"/>
                  </a:cubicBezTo>
                  <a:lnTo>
                    <a:pt x="72919" y="118922"/>
                  </a:lnTo>
                  <a:cubicBezTo>
                    <a:pt x="77491" y="116350"/>
                    <a:pt x="83302" y="117874"/>
                    <a:pt x="85969" y="122446"/>
                  </a:cubicBezTo>
                  <a:lnTo>
                    <a:pt x="85969" y="122446"/>
                  </a:lnTo>
                  <a:cubicBezTo>
                    <a:pt x="88540" y="127018"/>
                    <a:pt x="87016" y="132828"/>
                    <a:pt x="82444" y="135400"/>
                  </a:cubicBezTo>
                  <a:lnTo>
                    <a:pt x="82444" y="135400"/>
                  </a:lnTo>
                  <a:cubicBezTo>
                    <a:pt x="80920" y="136257"/>
                    <a:pt x="79301" y="136734"/>
                    <a:pt x="77682" y="136734"/>
                  </a:cubicBezTo>
                  <a:lnTo>
                    <a:pt x="77682" y="136734"/>
                  </a:lnTo>
                  <a:cubicBezTo>
                    <a:pt x="74443" y="136734"/>
                    <a:pt x="71205" y="135019"/>
                    <a:pt x="69395" y="131971"/>
                  </a:cubicBezTo>
                  <a:close/>
                  <a:moveTo>
                    <a:pt x="103495" y="112254"/>
                  </a:moveTo>
                  <a:cubicBezTo>
                    <a:pt x="100923" y="107682"/>
                    <a:pt x="102447" y="101967"/>
                    <a:pt x="107019" y="99300"/>
                  </a:cubicBezTo>
                  <a:lnTo>
                    <a:pt x="107019" y="99300"/>
                  </a:lnTo>
                  <a:cubicBezTo>
                    <a:pt x="111591" y="96633"/>
                    <a:pt x="117401" y="98252"/>
                    <a:pt x="120068" y="102824"/>
                  </a:cubicBezTo>
                  <a:lnTo>
                    <a:pt x="120068" y="102824"/>
                  </a:lnTo>
                  <a:cubicBezTo>
                    <a:pt x="122640" y="107301"/>
                    <a:pt x="121116" y="113111"/>
                    <a:pt x="116544" y="115778"/>
                  </a:cubicBezTo>
                  <a:lnTo>
                    <a:pt x="116544" y="115778"/>
                  </a:lnTo>
                  <a:cubicBezTo>
                    <a:pt x="115020" y="116636"/>
                    <a:pt x="113401" y="117112"/>
                    <a:pt x="111781" y="117112"/>
                  </a:cubicBezTo>
                  <a:lnTo>
                    <a:pt x="111781" y="117112"/>
                  </a:lnTo>
                  <a:cubicBezTo>
                    <a:pt x="108543" y="117112"/>
                    <a:pt x="105304" y="115397"/>
                    <a:pt x="103495" y="112254"/>
                  </a:cubicBezTo>
                  <a:close/>
                  <a:moveTo>
                    <a:pt x="137594" y="92633"/>
                  </a:moveTo>
                  <a:cubicBezTo>
                    <a:pt x="135022" y="88156"/>
                    <a:pt x="136546" y="82250"/>
                    <a:pt x="141118" y="79679"/>
                  </a:cubicBezTo>
                  <a:lnTo>
                    <a:pt x="141118" y="79679"/>
                  </a:lnTo>
                  <a:cubicBezTo>
                    <a:pt x="145690" y="77012"/>
                    <a:pt x="151501" y="78631"/>
                    <a:pt x="154168" y="83203"/>
                  </a:cubicBezTo>
                  <a:lnTo>
                    <a:pt x="154168" y="83203"/>
                  </a:lnTo>
                  <a:cubicBezTo>
                    <a:pt x="156739" y="87680"/>
                    <a:pt x="155215" y="93585"/>
                    <a:pt x="150643" y="96157"/>
                  </a:cubicBezTo>
                  <a:lnTo>
                    <a:pt x="150643" y="96157"/>
                  </a:lnTo>
                  <a:cubicBezTo>
                    <a:pt x="149119" y="97014"/>
                    <a:pt x="147500" y="97395"/>
                    <a:pt x="145881" y="97395"/>
                  </a:cubicBezTo>
                  <a:lnTo>
                    <a:pt x="145881" y="97395"/>
                  </a:lnTo>
                  <a:cubicBezTo>
                    <a:pt x="142642" y="97395"/>
                    <a:pt x="139404" y="95681"/>
                    <a:pt x="137594" y="92633"/>
                  </a:cubicBezTo>
                  <a:close/>
                  <a:moveTo>
                    <a:pt x="171694" y="73011"/>
                  </a:moveTo>
                  <a:cubicBezTo>
                    <a:pt x="169122" y="68439"/>
                    <a:pt x="170646" y="62629"/>
                    <a:pt x="175218" y="60057"/>
                  </a:cubicBezTo>
                  <a:lnTo>
                    <a:pt x="175218" y="60057"/>
                  </a:lnTo>
                  <a:cubicBezTo>
                    <a:pt x="179790" y="57390"/>
                    <a:pt x="185600" y="59009"/>
                    <a:pt x="188267" y="63581"/>
                  </a:cubicBezTo>
                  <a:lnTo>
                    <a:pt x="188267" y="63581"/>
                  </a:lnTo>
                  <a:cubicBezTo>
                    <a:pt x="190839" y="68153"/>
                    <a:pt x="189315" y="73869"/>
                    <a:pt x="184743" y="76536"/>
                  </a:cubicBezTo>
                  <a:lnTo>
                    <a:pt x="184743" y="76536"/>
                  </a:lnTo>
                  <a:cubicBezTo>
                    <a:pt x="183219" y="77393"/>
                    <a:pt x="181600" y="77869"/>
                    <a:pt x="179980" y="77869"/>
                  </a:cubicBezTo>
                  <a:lnTo>
                    <a:pt x="179980" y="77869"/>
                  </a:lnTo>
                  <a:cubicBezTo>
                    <a:pt x="176647" y="77869"/>
                    <a:pt x="173503" y="76154"/>
                    <a:pt x="171694" y="73011"/>
                  </a:cubicBezTo>
                  <a:close/>
                  <a:moveTo>
                    <a:pt x="205888" y="53485"/>
                  </a:moveTo>
                  <a:cubicBezTo>
                    <a:pt x="203221" y="48818"/>
                    <a:pt x="204841" y="43007"/>
                    <a:pt x="209317" y="40436"/>
                  </a:cubicBezTo>
                  <a:lnTo>
                    <a:pt x="209317" y="40436"/>
                  </a:lnTo>
                  <a:cubicBezTo>
                    <a:pt x="213889" y="37769"/>
                    <a:pt x="219700" y="39388"/>
                    <a:pt x="222367" y="43960"/>
                  </a:cubicBezTo>
                  <a:lnTo>
                    <a:pt x="222367" y="43960"/>
                  </a:lnTo>
                  <a:cubicBezTo>
                    <a:pt x="224938" y="48532"/>
                    <a:pt x="223414" y="54342"/>
                    <a:pt x="218842" y="56914"/>
                  </a:cubicBezTo>
                  <a:lnTo>
                    <a:pt x="218842" y="56914"/>
                  </a:lnTo>
                  <a:cubicBezTo>
                    <a:pt x="217318" y="57771"/>
                    <a:pt x="215699" y="58247"/>
                    <a:pt x="214080" y="58247"/>
                  </a:cubicBezTo>
                  <a:lnTo>
                    <a:pt x="214080" y="58247"/>
                  </a:lnTo>
                  <a:cubicBezTo>
                    <a:pt x="210841" y="58247"/>
                    <a:pt x="207603" y="56533"/>
                    <a:pt x="205888" y="53485"/>
                  </a:cubicBezTo>
                  <a:close/>
                  <a:moveTo>
                    <a:pt x="239988" y="33863"/>
                  </a:moveTo>
                  <a:cubicBezTo>
                    <a:pt x="237321" y="29292"/>
                    <a:pt x="238940" y="23481"/>
                    <a:pt x="243512" y="20814"/>
                  </a:cubicBezTo>
                  <a:lnTo>
                    <a:pt x="243512" y="20814"/>
                  </a:lnTo>
                  <a:cubicBezTo>
                    <a:pt x="248084" y="18242"/>
                    <a:pt x="253894" y="19767"/>
                    <a:pt x="256466" y="24338"/>
                  </a:cubicBezTo>
                  <a:lnTo>
                    <a:pt x="256466" y="24338"/>
                  </a:lnTo>
                  <a:cubicBezTo>
                    <a:pt x="259133" y="28910"/>
                    <a:pt x="257514" y="34721"/>
                    <a:pt x="252942" y="37388"/>
                  </a:cubicBezTo>
                  <a:lnTo>
                    <a:pt x="252942" y="37388"/>
                  </a:lnTo>
                  <a:cubicBezTo>
                    <a:pt x="251513" y="38245"/>
                    <a:pt x="249894" y="38626"/>
                    <a:pt x="248275" y="38626"/>
                  </a:cubicBezTo>
                  <a:lnTo>
                    <a:pt x="248275" y="38626"/>
                  </a:lnTo>
                  <a:cubicBezTo>
                    <a:pt x="244941" y="38626"/>
                    <a:pt x="241702" y="36911"/>
                    <a:pt x="239988" y="33863"/>
                  </a:cubicBezTo>
                  <a:close/>
                  <a:moveTo>
                    <a:pt x="274087" y="14242"/>
                  </a:moveTo>
                  <a:cubicBezTo>
                    <a:pt x="271420" y="9670"/>
                    <a:pt x="273040" y="3860"/>
                    <a:pt x="277612" y="1288"/>
                  </a:cubicBezTo>
                  <a:lnTo>
                    <a:pt x="277612" y="1288"/>
                  </a:lnTo>
                  <a:cubicBezTo>
                    <a:pt x="282184" y="-1379"/>
                    <a:pt x="287994" y="240"/>
                    <a:pt x="290661" y="4812"/>
                  </a:cubicBezTo>
                  <a:lnTo>
                    <a:pt x="290661" y="4812"/>
                  </a:lnTo>
                  <a:cubicBezTo>
                    <a:pt x="293233" y="9384"/>
                    <a:pt x="291709" y="15194"/>
                    <a:pt x="287137" y="17766"/>
                  </a:cubicBezTo>
                  <a:lnTo>
                    <a:pt x="287137" y="17766"/>
                  </a:lnTo>
                  <a:cubicBezTo>
                    <a:pt x="285613" y="18623"/>
                    <a:pt x="283993" y="19100"/>
                    <a:pt x="282374" y="19100"/>
                  </a:cubicBezTo>
                  <a:lnTo>
                    <a:pt x="282374" y="19100"/>
                  </a:lnTo>
                  <a:cubicBezTo>
                    <a:pt x="279040" y="19100"/>
                    <a:pt x="275897" y="17385"/>
                    <a:pt x="274087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560411E-00C6-2DA6-AFD5-136973799ED1}"/>
                </a:ext>
              </a:extLst>
            </p:cNvPr>
            <p:cNvSpPr/>
            <p:nvPr/>
          </p:nvSpPr>
          <p:spPr>
            <a:xfrm>
              <a:off x="5722326" y="3721748"/>
              <a:ext cx="295903" cy="178453"/>
            </a:xfrm>
            <a:custGeom>
              <a:avLst/>
              <a:gdLst>
                <a:gd name="connsiteX0" fmla="*/ 281662 w 295903"/>
                <a:gd name="connsiteY0" fmla="*/ 177120 h 178453"/>
                <a:gd name="connsiteX1" fmla="*/ 281662 w 295903"/>
                <a:gd name="connsiteY1" fmla="*/ 177120 h 178453"/>
                <a:gd name="connsiteX2" fmla="*/ 278137 w 295903"/>
                <a:gd name="connsiteY2" fmla="*/ 164166 h 178453"/>
                <a:gd name="connsiteX3" fmla="*/ 278137 w 295903"/>
                <a:gd name="connsiteY3" fmla="*/ 164166 h 178453"/>
                <a:gd name="connsiteX4" fmla="*/ 291091 w 295903"/>
                <a:gd name="connsiteY4" fmla="*/ 160641 h 178453"/>
                <a:gd name="connsiteX5" fmla="*/ 291091 w 295903"/>
                <a:gd name="connsiteY5" fmla="*/ 160641 h 178453"/>
                <a:gd name="connsiteX6" fmla="*/ 294616 w 295903"/>
                <a:gd name="connsiteY6" fmla="*/ 173691 h 178453"/>
                <a:gd name="connsiteX7" fmla="*/ 294616 w 295903"/>
                <a:gd name="connsiteY7" fmla="*/ 173691 h 178453"/>
                <a:gd name="connsiteX8" fmla="*/ 286329 w 295903"/>
                <a:gd name="connsiteY8" fmla="*/ 178453 h 178453"/>
                <a:gd name="connsiteX9" fmla="*/ 286329 w 295903"/>
                <a:gd name="connsiteY9" fmla="*/ 178453 h 178453"/>
                <a:gd name="connsiteX10" fmla="*/ 281566 w 295903"/>
                <a:gd name="connsiteY10" fmla="*/ 177120 h 178453"/>
                <a:gd name="connsiteX11" fmla="*/ 247086 w 295903"/>
                <a:gd name="connsiteY11" fmla="*/ 157212 h 178453"/>
                <a:gd name="connsiteX12" fmla="*/ 243562 w 295903"/>
                <a:gd name="connsiteY12" fmla="*/ 144163 h 178453"/>
                <a:gd name="connsiteX13" fmla="*/ 243562 w 295903"/>
                <a:gd name="connsiteY13" fmla="*/ 144163 h 178453"/>
                <a:gd name="connsiteX14" fmla="*/ 256611 w 295903"/>
                <a:gd name="connsiteY14" fmla="*/ 140734 h 178453"/>
                <a:gd name="connsiteX15" fmla="*/ 256611 w 295903"/>
                <a:gd name="connsiteY15" fmla="*/ 140734 h 178453"/>
                <a:gd name="connsiteX16" fmla="*/ 260135 w 295903"/>
                <a:gd name="connsiteY16" fmla="*/ 153688 h 178453"/>
                <a:gd name="connsiteX17" fmla="*/ 260135 w 295903"/>
                <a:gd name="connsiteY17" fmla="*/ 153688 h 178453"/>
                <a:gd name="connsiteX18" fmla="*/ 251848 w 295903"/>
                <a:gd name="connsiteY18" fmla="*/ 158451 h 178453"/>
                <a:gd name="connsiteX19" fmla="*/ 251848 w 295903"/>
                <a:gd name="connsiteY19" fmla="*/ 158451 h 178453"/>
                <a:gd name="connsiteX20" fmla="*/ 247086 w 295903"/>
                <a:gd name="connsiteY20" fmla="*/ 157212 h 178453"/>
                <a:gd name="connsiteX21" fmla="*/ 212510 w 295903"/>
                <a:gd name="connsiteY21" fmla="*/ 137305 h 178453"/>
                <a:gd name="connsiteX22" fmla="*/ 208986 w 295903"/>
                <a:gd name="connsiteY22" fmla="*/ 124256 h 178453"/>
                <a:gd name="connsiteX23" fmla="*/ 208986 w 295903"/>
                <a:gd name="connsiteY23" fmla="*/ 124256 h 178453"/>
                <a:gd name="connsiteX24" fmla="*/ 221940 w 295903"/>
                <a:gd name="connsiteY24" fmla="*/ 120732 h 178453"/>
                <a:gd name="connsiteX25" fmla="*/ 221940 w 295903"/>
                <a:gd name="connsiteY25" fmla="*/ 120732 h 178453"/>
                <a:gd name="connsiteX26" fmla="*/ 225464 w 295903"/>
                <a:gd name="connsiteY26" fmla="*/ 133781 h 178453"/>
                <a:gd name="connsiteX27" fmla="*/ 225464 w 295903"/>
                <a:gd name="connsiteY27" fmla="*/ 133781 h 178453"/>
                <a:gd name="connsiteX28" fmla="*/ 217177 w 295903"/>
                <a:gd name="connsiteY28" fmla="*/ 138543 h 178453"/>
                <a:gd name="connsiteX29" fmla="*/ 217177 w 295903"/>
                <a:gd name="connsiteY29" fmla="*/ 138543 h 178453"/>
                <a:gd name="connsiteX30" fmla="*/ 212510 w 295903"/>
                <a:gd name="connsiteY30" fmla="*/ 137305 h 178453"/>
                <a:gd name="connsiteX31" fmla="*/ 177839 w 295903"/>
                <a:gd name="connsiteY31" fmla="*/ 117398 h 178453"/>
                <a:gd name="connsiteX32" fmla="*/ 177839 w 295903"/>
                <a:gd name="connsiteY32" fmla="*/ 117398 h 178453"/>
                <a:gd name="connsiteX33" fmla="*/ 174220 w 295903"/>
                <a:gd name="connsiteY33" fmla="*/ 104349 h 178453"/>
                <a:gd name="connsiteX34" fmla="*/ 174220 w 295903"/>
                <a:gd name="connsiteY34" fmla="*/ 104349 h 178453"/>
                <a:gd name="connsiteX35" fmla="*/ 187269 w 295903"/>
                <a:gd name="connsiteY35" fmla="*/ 100824 h 178453"/>
                <a:gd name="connsiteX36" fmla="*/ 187269 w 295903"/>
                <a:gd name="connsiteY36" fmla="*/ 100824 h 178453"/>
                <a:gd name="connsiteX37" fmla="*/ 190793 w 295903"/>
                <a:gd name="connsiteY37" fmla="*/ 113874 h 178453"/>
                <a:gd name="connsiteX38" fmla="*/ 190793 w 295903"/>
                <a:gd name="connsiteY38" fmla="*/ 113874 h 178453"/>
                <a:gd name="connsiteX39" fmla="*/ 182506 w 295903"/>
                <a:gd name="connsiteY39" fmla="*/ 118636 h 178453"/>
                <a:gd name="connsiteX40" fmla="*/ 182506 w 295903"/>
                <a:gd name="connsiteY40" fmla="*/ 118636 h 178453"/>
                <a:gd name="connsiteX41" fmla="*/ 177744 w 295903"/>
                <a:gd name="connsiteY41" fmla="*/ 117398 h 178453"/>
                <a:gd name="connsiteX42" fmla="*/ 143263 w 295903"/>
                <a:gd name="connsiteY42" fmla="*/ 97491 h 178453"/>
                <a:gd name="connsiteX43" fmla="*/ 139739 w 295903"/>
                <a:gd name="connsiteY43" fmla="*/ 84441 h 178453"/>
                <a:gd name="connsiteX44" fmla="*/ 139739 w 295903"/>
                <a:gd name="connsiteY44" fmla="*/ 84441 h 178453"/>
                <a:gd name="connsiteX45" fmla="*/ 152788 w 295903"/>
                <a:gd name="connsiteY45" fmla="*/ 80917 h 178453"/>
                <a:gd name="connsiteX46" fmla="*/ 152788 w 295903"/>
                <a:gd name="connsiteY46" fmla="*/ 80917 h 178453"/>
                <a:gd name="connsiteX47" fmla="*/ 156217 w 295903"/>
                <a:gd name="connsiteY47" fmla="*/ 93966 h 178453"/>
                <a:gd name="connsiteX48" fmla="*/ 156217 w 295903"/>
                <a:gd name="connsiteY48" fmla="*/ 93966 h 178453"/>
                <a:gd name="connsiteX49" fmla="*/ 147931 w 295903"/>
                <a:gd name="connsiteY49" fmla="*/ 98729 h 178453"/>
                <a:gd name="connsiteX50" fmla="*/ 147931 w 295903"/>
                <a:gd name="connsiteY50" fmla="*/ 98729 h 178453"/>
                <a:gd name="connsiteX51" fmla="*/ 143263 w 295903"/>
                <a:gd name="connsiteY51" fmla="*/ 97491 h 178453"/>
                <a:gd name="connsiteX52" fmla="*/ 108592 w 295903"/>
                <a:gd name="connsiteY52" fmla="*/ 77583 h 178453"/>
                <a:gd name="connsiteX53" fmla="*/ 105068 w 295903"/>
                <a:gd name="connsiteY53" fmla="*/ 64534 h 178453"/>
                <a:gd name="connsiteX54" fmla="*/ 105068 w 295903"/>
                <a:gd name="connsiteY54" fmla="*/ 64534 h 178453"/>
                <a:gd name="connsiteX55" fmla="*/ 118117 w 295903"/>
                <a:gd name="connsiteY55" fmla="*/ 61010 h 178453"/>
                <a:gd name="connsiteX56" fmla="*/ 118117 w 295903"/>
                <a:gd name="connsiteY56" fmla="*/ 61010 h 178453"/>
                <a:gd name="connsiteX57" fmla="*/ 121642 w 295903"/>
                <a:gd name="connsiteY57" fmla="*/ 74059 h 178453"/>
                <a:gd name="connsiteX58" fmla="*/ 121642 w 295903"/>
                <a:gd name="connsiteY58" fmla="*/ 74059 h 178453"/>
                <a:gd name="connsiteX59" fmla="*/ 113355 w 295903"/>
                <a:gd name="connsiteY59" fmla="*/ 78822 h 178453"/>
                <a:gd name="connsiteX60" fmla="*/ 113355 w 295903"/>
                <a:gd name="connsiteY60" fmla="*/ 78822 h 178453"/>
                <a:gd name="connsiteX61" fmla="*/ 108592 w 295903"/>
                <a:gd name="connsiteY61" fmla="*/ 77583 h 178453"/>
                <a:gd name="connsiteX62" fmla="*/ 74017 w 295903"/>
                <a:gd name="connsiteY62" fmla="*/ 57581 h 178453"/>
                <a:gd name="connsiteX63" fmla="*/ 70492 w 295903"/>
                <a:gd name="connsiteY63" fmla="*/ 44627 h 178453"/>
                <a:gd name="connsiteX64" fmla="*/ 70492 w 295903"/>
                <a:gd name="connsiteY64" fmla="*/ 44627 h 178453"/>
                <a:gd name="connsiteX65" fmla="*/ 83542 w 295903"/>
                <a:gd name="connsiteY65" fmla="*/ 41103 h 178453"/>
                <a:gd name="connsiteX66" fmla="*/ 83542 w 295903"/>
                <a:gd name="connsiteY66" fmla="*/ 41103 h 178453"/>
                <a:gd name="connsiteX67" fmla="*/ 86971 w 295903"/>
                <a:gd name="connsiteY67" fmla="*/ 54152 h 178453"/>
                <a:gd name="connsiteX68" fmla="*/ 86971 w 295903"/>
                <a:gd name="connsiteY68" fmla="*/ 54152 h 178453"/>
                <a:gd name="connsiteX69" fmla="*/ 78779 w 295903"/>
                <a:gd name="connsiteY69" fmla="*/ 58914 h 178453"/>
                <a:gd name="connsiteX70" fmla="*/ 78779 w 295903"/>
                <a:gd name="connsiteY70" fmla="*/ 58914 h 178453"/>
                <a:gd name="connsiteX71" fmla="*/ 74017 w 295903"/>
                <a:gd name="connsiteY71" fmla="*/ 57581 h 178453"/>
                <a:gd name="connsiteX72" fmla="*/ 39346 w 295903"/>
                <a:gd name="connsiteY72" fmla="*/ 37674 h 178453"/>
                <a:gd name="connsiteX73" fmla="*/ 35917 w 295903"/>
                <a:gd name="connsiteY73" fmla="*/ 24720 h 178453"/>
                <a:gd name="connsiteX74" fmla="*/ 35917 w 295903"/>
                <a:gd name="connsiteY74" fmla="*/ 24720 h 178453"/>
                <a:gd name="connsiteX75" fmla="*/ 48871 w 295903"/>
                <a:gd name="connsiteY75" fmla="*/ 21195 h 178453"/>
                <a:gd name="connsiteX76" fmla="*/ 48871 w 295903"/>
                <a:gd name="connsiteY76" fmla="*/ 21195 h 178453"/>
                <a:gd name="connsiteX77" fmla="*/ 52395 w 295903"/>
                <a:gd name="connsiteY77" fmla="*/ 34245 h 178453"/>
                <a:gd name="connsiteX78" fmla="*/ 52395 w 295903"/>
                <a:gd name="connsiteY78" fmla="*/ 34245 h 178453"/>
                <a:gd name="connsiteX79" fmla="*/ 44108 w 295903"/>
                <a:gd name="connsiteY79" fmla="*/ 39007 h 178453"/>
                <a:gd name="connsiteX80" fmla="*/ 44108 w 295903"/>
                <a:gd name="connsiteY80" fmla="*/ 39007 h 178453"/>
                <a:gd name="connsiteX81" fmla="*/ 39346 w 295903"/>
                <a:gd name="connsiteY81" fmla="*/ 37674 h 178453"/>
                <a:gd name="connsiteX82" fmla="*/ 4770 w 295903"/>
                <a:gd name="connsiteY82" fmla="*/ 17766 h 178453"/>
                <a:gd name="connsiteX83" fmla="*/ 1246 w 295903"/>
                <a:gd name="connsiteY83" fmla="*/ 4812 h 178453"/>
                <a:gd name="connsiteX84" fmla="*/ 1246 w 295903"/>
                <a:gd name="connsiteY84" fmla="*/ 4812 h 178453"/>
                <a:gd name="connsiteX85" fmla="*/ 14295 w 295903"/>
                <a:gd name="connsiteY85" fmla="*/ 1288 h 178453"/>
                <a:gd name="connsiteX86" fmla="*/ 14295 w 295903"/>
                <a:gd name="connsiteY86" fmla="*/ 1288 h 178453"/>
                <a:gd name="connsiteX87" fmla="*/ 17819 w 295903"/>
                <a:gd name="connsiteY87" fmla="*/ 14242 h 178453"/>
                <a:gd name="connsiteX88" fmla="*/ 17819 w 295903"/>
                <a:gd name="connsiteY88" fmla="*/ 14242 h 178453"/>
                <a:gd name="connsiteX89" fmla="*/ 9532 w 295903"/>
                <a:gd name="connsiteY89" fmla="*/ 19100 h 178453"/>
                <a:gd name="connsiteX90" fmla="*/ 9532 w 295903"/>
                <a:gd name="connsiteY90" fmla="*/ 19100 h 178453"/>
                <a:gd name="connsiteX91" fmla="*/ 4770 w 295903"/>
                <a:gd name="connsiteY91" fmla="*/ 17766 h 178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295903" h="178453">
                  <a:moveTo>
                    <a:pt x="281662" y="177120"/>
                  </a:moveTo>
                  <a:lnTo>
                    <a:pt x="281662" y="177120"/>
                  </a:lnTo>
                  <a:cubicBezTo>
                    <a:pt x="277090" y="174548"/>
                    <a:pt x="275470" y="168642"/>
                    <a:pt x="278137" y="164166"/>
                  </a:cubicBezTo>
                  <a:lnTo>
                    <a:pt x="278137" y="164166"/>
                  </a:lnTo>
                  <a:cubicBezTo>
                    <a:pt x="280709" y="159593"/>
                    <a:pt x="286519" y="157974"/>
                    <a:pt x="291091" y="160641"/>
                  </a:cubicBezTo>
                  <a:lnTo>
                    <a:pt x="291091" y="160641"/>
                  </a:lnTo>
                  <a:cubicBezTo>
                    <a:pt x="295663" y="163308"/>
                    <a:pt x="297283" y="169118"/>
                    <a:pt x="294616" y="173691"/>
                  </a:cubicBezTo>
                  <a:lnTo>
                    <a:pt x="294616" y="173691"/>
                  </a:lnTo>
                  <a:cubicBezTo>
                    <a:pt x="292806" y="176739"/>
                    <a:pt x="289663" y="178453"/>
                    <a:pt x="286329" y="178453"/>
                  </a:cubicBezTo>
                  <a:lnTo>
                    <a:pt x="286329" y="178453"/>
                  </a:lnTo>
                  <a:cubicBezTo>
                    <a:pt x="284710" y="178453"/>
                    <a:pt x="283090" y="177977"/>
                    <a:pt x="281566" y="177120"/>
                  </a:cubicBezTo>
                  <a:close/>
                  <a:moveTo>
                    <a:pt x="247086" y="157212"/>
                  </a:moveTo>
                  <a:cubicBezTo>
                    <a:pt x="242514" y="154545"/>
                    <a:pt x="240990" y="148735"/>
                    <a:pt x="243562" y="144163"/>
                  </a:cubicBezTo>
                  <a:lnTo>
                    <a:pt x="243562" y="144163"/>
                  </a:lnTo>
                  <a:cubicBezTo>
                    <a:pt x="246229" y="139591"/>
                    <a:pt x="252039" y="138067"/>
                    <a:pt x="256611" y="140734"/>
                  </a:cubicBezTo>
                  <a:lnTo>
                    <a:pt x="256611" y="140734"/>
                  </a:lnTo>
                  <a:cubicBezTo>
                    <a:pt x="261183" y="143306"/>
                    <a:pt x="262707" y="149116"/>
                    <a:pt x="260135" y="153688"/>
                  </a:cubicBezTo>
                  <a:lnTo>
                    <a:pt x="260135" y="153688"/>
                  </a:lnTo>
                  <a:cubicBezTo>
                    <a:pt x="258325" y="156736"/>
                    <a:pt x="255087" y="158451"/>
                    <a:pt x="251848" y="158451"/>
                  </a:cubicBezTo>
                  <a:lnTo>
                    <a:pt x="251848" y="158451"/>
                  </a:lnTo>
                  <a:cubicBezTo>
                    <a:pt x="250229" y="158451"/>
                    <a:pt x="248610" y="158070"/>
                    <a:pt x="247086" y="157212"/>
                  </a:cubicBezTo>
                  <a:close/>
                  <a:moveTo>
                    <a:pt x="212510" y="137305"/>
                  </a:moveTo>
                  <a:cubicBezTo>
                    <a:pt x="207938" y="134638"/>
                    <a:pt x="206319" y="128828"/>
                    <a:pt x="208986" y="124256"/>
                  </a:cubicBezTo>
                  <a:lnTo>
                    <a:pt x="208986" y="124256"/>
                  </a:lnTo>
                  <a:cubicBezTo>
                    <a:pt x="211653" y="119684"/>
                    <a:pt x="217463" y="118160"/>
                    <a:pt x="221940" y="120732"/>
                  </a:cubicBezTo>
                  <a:lnTo>
                    <a:pt x="221940" y="120732"/>
                  </a:lnTo>
                  <a:cubicBezTo>
                    <a:pt x="226512" y="123399"/>
                    <a:pt x="228131" y="129209"/>
                    <a:pt x="225464" y="133781"/>
                  </a:cubicBezTo>
                  <a:lnTo>
                    <a:pt x="225464" y="133781"/>
                  </a:lnTo>
                  <a:cubicBezTo>
                    <a:pt x="223750" y="136829"/>
                    <a:pt x="220511" y="138543"/>
                    <a:pt x="217177" y="138543"/>
                  </a:cubicBezTo>
                  <a:lnTo>
                    <a:pt x="217177" y="138543"/>
                  </a:lnTo>
                  <a:cubicBezTo>
                    <a:pt x="215653" y="138543"/>
                    <a:pt x="213939" y="138162"/>
                    <a:pt x="212510" y="137305"/>
                  </a:cubicBezTo>
                  <a:close/>
                  <a:moveTo>
                    <a:pt x="177839" y="117398"/>
                  </a:moveTo>
                  <a:lnTo>
                    <a:pt x="177839" y="117398"/>
                  </a:lnTo>
                  <a:cubicBezTo>
                    <a:pt x="173172" y="114731"/>
                    <a:pt x="171648" y="108920"/>
                    <a:pt x="174220" y="104349"/>
                  </a:cubicBezTo>
                  <a:lnTo>
                    <a:pt x="174220" y="104349"/>
                  </a:lnTo>
                  <a:cubicBezTo>
                    <a:pt x="176887" y="99776"/>
                    <a:pt x="182697" y="98253"/>
                    <a:pt x="187269" y="100824"/>
                  </a:cubicBezTo>
                  <a:lnTo>
                    <a:pt x="187269" y="100824"/>
                  </a:lnTo>
                  <a:cubicBezTo>
                    <a:pt x="191841" y="103491"/>
                    <a:pt x="193365" y="109301"/>
                    <a:pt x="190793" y="113874"/>
                  </a:cubicBezTo>
                  <a:lnTo>
                    <a:pt x="190793" y="113874"/>
                  </a:lnTo>
                  <a:cubicBezTo>
                    <a:pt x="188983" y="116922"/>
                    <a:pt x="185840" y="118636"/>
                    <a:pt x="182506" y="118636"/>
                  </a:cubicBezTo>
                  <a:lnTo>
                    <a:pt x="182506" y="118636"/>
                  </a:lnTo>
                  <a:cubicBezTo>
                    <a:pt x="180887" y="118636"/>
                    <a:pt x="179268" y="118255"/>
                    <a:pt x="177744" y="117398"/>
                  </a:cubicBezTo>
                  <a:close/>
                  <a:moveTo>
                    <a:pt x="143263" y="97491"/>
                  </a:moveTo>
                  <a:cubicBezTo>
                    <a:pt x="138691" y="94824"/>
                    <a:pt x="137072" y="89013"/>
                    <a:pt x="139739" y="84441"/>
                  </a:cubicBezTo>
                  <a:lnTo>
                    <a:pt x="139739" y="84441"/>
                  </a:lnTo>
                  <a:cubicBezTo>
                    <a:pt x="142311" y="79869"/>
                    <a:pt x="148216" y="78345"/>
                    <a:pt x="152788" y="80917"/>
                  </a:cubicBezTo>
                  <a:lnTo>
                    <a:pt x="152788" y="80917"/>
                  </a:lnTo>
                  <a:cubicBezTo>
                    <a:pt x="157360" y="83584"/>
                    <a:pt x="158884" y="89394"/>
                    <a:pt x="156217" y="93966"/>
                  </a:cubicBezTo>
                  <a:lnTo>
                    <a:pt x="156217" y="93966"/>
                  </a:lnTo>
                  <a:cubicBezTo>
                    <a:pt x="154503" y="97014"/>
                    <a:pt x="151264" y="98729"/>
                    <a:pt x="147931" y="98729"/>
                  </a:cubicBezTo>
                  <a:lnTo>
                    <a:pt x="147931" y="98729"/>
                  </a:lnTo>
                  <a:cubicBezTo>
                    <a:pt x="146407" y="98729"/>
                    <a:pt x="144692" y="98348"/>
                    <a:pt x="143263" y="97491"/>
                  </a:cubicBezTo>
                  <a:close/>
                  <a:moveTo>
                    <a:pt x="108592" y="77583"/>
                  </a:moveTo>
                  <a:cubicBezTo>
                    <a:pt x="104020" y="74916"/>
                    <a:pt x="102496" y="69106"/>
                    <a:pt x="105068" y="64534"/>
                  </a:cubicBezTo>
                  <a:lnTo>
                    <a:pt x="105068" y="64534"/>
                  </a:lnTo>
                  <a:cubicBezTo>
                    <a:pt x="107735" y="59962"/>
                    <a:pt x="113545" y="58438"/>
                    <a:pt x="118117" y="61010"/>
                  </a:cubicBezTo>
                  <a:lnTo>
                    <a:pt x="118117" y="61010"/>
                  </a:lnTo>
                  <a:cubicBezTo>
                    <a:pt x="122689" y="63677"/>
                    <a:pt x="124309" y="69487"/>
                    <a:pt x="121642" y="74059"/>
                  </a:cubicBezTo>
                  <a:lnTo>
                    <a:pt x="121642" y="74059"/>
                  </a:lnTo>
                  <a:cubicBezTo>
                    <a:pt x="119832" y="77107"/>
                    <a:pt x="116689" y="78822"/>
                    <a:pt x="113355" y="78822"/>
                  </a:cubicBezTo>
                  <a:lnTo>
                    <a:pt x="113355" y="78822"/>
                  </a:lnTo>
                  <a:cubicBezTo>
                    <a:pt x="111736" y="78822"/>
                    <a:pt x="110116" y="78441"/>
                    <a:pt x="108592" y="77583"/>
                  </a:cubicBezTo>
                  <a:close/>
                  <a:moveTo>
                    <a:pt x="74017" y="57581"/>
                  </a:moveTo>
                  <a:cubicBezTo>
                    <a:pt x="69445" y="55009"/>
                    <a:pt x="67921" y="49199"/>
                    <a:pt x="70492" y="44627"/>
                  </a:cubicBezTo>
                  <a:lnTo>
                    <a:pt x="70492" y="44627"/>
                  </a:lnTo>
                  <a:cubicBezTo>
                    <a:pt x="73159" y="40055"/>
                    <a:pt x="78970" y="38531"/>
                    <a:pt x="83542" y="41103"/>
                  </a:cubicBezTo>
                  <a:lnTo>
                    <a:pt x="83542" y="41103"/>
                  </a:lnTo>
                  <a:cubicBezTo>
                    <a:pt x="88018" y="43770"/>
                    <a:pt x="89638" y="49580"/>
                    <a:pt x="86971" y="54152"/>
                  </a:cubicBezTo>
                  <a:lnTo>
                    <a:pt x="86971" y="54152"/>
                  </a:lnTo>
                  <a:cubicBezTo>
                    <a:pt x="85256" y="57200"/>
                    <a:pt x="82018" y="58914"/>
                    <a:pt x="78779" y="58914"/>
                  </a:cubicBezTo>
                  <a:lnTo>
                    <a:pt x="78779" y="58914"/>
                  </a:lnTo>
                  <a:cubicBezTo>
                    <a:pt x="77160" y="58914"/>
                    <a:pt x="75541" y="58438"/>
                    <a:pt x="74017" y="57581"/>
                  </a:cubicBezTo>
                  <a:close/>
                  <a:moveTo>
                    <a:pt x="39346" y="37674"/>
                  </a:moveTo>
                  <a:cubicBezTo>
                    <a:pt x="34869" y="35102"/>
                    <a:pt x="33250" y="29291"/>
                    <a:pt x="35917" y="24720"/>
                  </a:cubicBezTo>
                  <a:lnTo>
                    <a:pt x="35917" y="24720"/>
                  </a:lnTo>
                  <a:cubicBezTo>
                    <a:pt x="38488" y="20147"/>
                    <a:pt x="44299" y="18528"/>
                    <a:pt x="48871" y="21195"/>
                  </a:cubicBezTo>
                  <a:lnTo>
                    <a:pt x="48871" y="21195"/>
                  </a:lnTo>
                  <a:cubicBezTo>
                    <a:pt x="53443" y="23862"/>
                    <a:pt x="54967" y="29672"/>
                    <a:pt x="52395" y="34245"/>
                  </a:cubicBezTo>
                  <a:lnTo>
                    <a:pt x="52395" y="34245"/>
                  </a:lnTo>
                  <a:cubicBezTo>
                    <a:pt x="50585" y="37293"/>
                    <a:pt x="47442" y="39007"/>
                    <a:pt x="44108" y="39007"/>
                  </a:cubicBezTo>
                  <a:lnTo>
                    <a:pt x="44108" y="39007"/>
                  </a:lnTo>
                  <a:cubicBezTo>
                    <a:pt x="42489" y="39007"/>
                    <a:pt x="40870" y="38626"/>
                    <a:pt x="39346" y="37674"/>
                  </a:cubicBezTo>
                  <a:close/>
                  <a:moveTo>
                    <a:pt x="4770" y="17766"/>
                  </a:moveTo>
                  <a:cubicBezTo>
                    <a:pt x="198" y="15099"/>
                    <a:pt x="-1326" y="9289"/>
                    <a:pt x="1246" y="4812"/>
                  </a:cubicBezTo>
                  <a:lnTo>
                    <a:pt x="1246" y="4812"/>
                  </a:lnTo>
                  <a:cubicBezTo>
                    <a:pt x="3913" y="240"/>
                    <a:pt x="9723" y="-1379"/>
                    <a:pt x="14295" y="1288"/>
                  </a:cubicBezTo>
                  <a:lnTo>
                    <a:pt x="14295" y="1288"/>
                  </a:lnTo>
                  <a:cubicBezTo>
                    <a:pt x="18867" y="3955"/>
                    <a:pt x="20391" y="9765"/>
                    <a:pt x="17819" y="14242"/>
                  </a:cubicBezTo>
                  <a:lnTo>
                    <a:pt x="17819" y="14242"/>
                  </a:lnTo>
                  <a:cubicBezTo>
                    <a:pt x="16009" y="17385"/>
                    <a:pt x="12771" y="19100"/>
                    <a:pt x="9532" y="19100"/>
                  </a:cubicBezTo>
                  <a:lnTo>
                    <a:pt x="9532" y="19100"/>
                  </a:lnTo>
                  <a:cubicBezTo>
                    <a:pt x="7913" y="19100"/>
                    <a:pt x="6294" y="18624"/>
                    <a:pt x="4770" y="1776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BE2730-BFF4-B75D-975C-B771537841EA}"/>
                </a:ext>
              </a:extLst>
            </p:cNvPr>
            <p:cNvSpPr/>
            <p:nvPr/>
          </p:nvSpPr>
          <p:spPr>
            <a:xfrm>
              <a:off x="5645396" y="3655039"/>
              <a:ext cx="36116" cy="46089"/>
            </a:xfrm>
            <a:custGeom>
              <a:avLst/>
              <a:gdLst>
                <a:gd name="connsiteX0" fmla="*/ 19597 w 36116"/>
                <a:gd name="connsiteY0" fmla="*/ 43041 h 46089"/>
                <a:gd name="connsiteX1" fmla="*/ 20073 w 36116"/>
                <a:gd name="connsiteY1" fmla="*/ 29611 h 46089"/>
                <a:gd name="connsiteX2" fmla="*/ 20073 w 36116"/>
                <a:gd name="connsiteY2" fmla="*/ 29611 h 46089"/>
                <a:gd name="connsiteX3" fmla="*/ 33599 w 36116"/>
                <a:gd name="connsiteY3" fmla="*/ 30087 h 46089"/>
                <a:gd name="connsiteX4" fmla="*/ 33599 w 36116"/>
                <a:gd name="connsiteY4" fmla="*/ 30087 h 46089"/>
                <a:gd name="connsiteX5" fmla="*/ 33123 w 36116"/>
                <a:gd name="connsiteY5" fmla="*/ 43518 h 46089"/>
                <a:gd name="connsiteX6" fmla="*/ 33123 w 36116"/>
                <a:gd name="connsiteY6" fmla="*/ 43518 h 46089"/>
                <a:gd name="connsiteX7" fmla="*/ 26646 w 36116"/>
                <a:gd name="connsiteY7" fmla="*/ 46089 h 46089"/>
                <a:gd name="connsiteX8" fmla="*/ 26646 w 36116"/>
                <a:gd name="connsiteY8" fmla="*/ 46089 h 46089"/>
                <a:gd name="connsiteX9" fmla="*/ 19597 w 36116"/>
                <a:gd name="connsiteY9" fmla="*/ 43041 h 46089"/>
                <a:gd name="connsiteX10" fmla="*/ 642 w 36116"/>
                <a:gd name="connsiteY10" fmla="*/ 12942 h 46089"/>
                <a:gd name="connsiteX11" fmla="*/ 6167 w 36116"/>
                <a:gd name="connsiteY11" fmla="*/ 655 h 46089"/>
                <a:gd name="connsiteX12" fmla="*/ 6167 w 36116"/>
                <a:gd name="connsiteY12" fmla="*/ 655 h 46089"/>
                <a:gd name="connsiteX13" fmla="*/ 18454 w 36116"/>
                <a:gd name="connsiteY13" fmla="*/ 6084 h 46089"/>
                <a:gd name="connsiteX14" fmla="*/ 18454 w 36116"/>
                <a:gd name="connsiteY14" fmla="*/ 6084 h 46089"/>
                <a:gd name="connsiteX15" fmla="*/ 12930 w 36116"/>
                <a:gd name="connsiteY15" fmla="*/ 18372 h 46089"/>
                <a:gd name="connsiteX16" fmla="*/ 12930 w 36116"/>
                <a:gd name="connsiteY16" fmla="*/ 18372 h 46089"/>
                <a:gd name="connsiteX17" fmla="*/ 9596 w 36116"/>
                <a:gd name="connsiteY17" fmla="*/ 19038 h 46089"/>
                <a:gd name="connsiteX18" fmla="*/ 9596 w 36116"/>
                <a:gd name="connsiteY18" fmla="*/ 19038 h 46089"/>
                <a:gd name="connsiteX19" fmla="*/ 642 w 36116"/>
                <a:gd name="connsiteY19" fmla="*/ 12942 h 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116" h="46089">
                  <a:moveTo>
                    <a:pt x="19597" y="43041"/>
                  </a:moveTo>
                  <a:cubicBezTo>
                    <a:pt x="16073" y="39231"/>
                    <a:pt x="16263" y="33135"/>
                    <a:pt x="20073" y="29611"/>
                  </a:cubicBezTo>
                  <a:lnTo>
                    <a:pt x="20073" y="29611"/>
                  </a:lnTo>
                  <a:cubicBezTo>
                    <a:pt x="23979" y="25992"/>
                    <a:pt x="29979" y="26182"/>
                    <a:pt x="33599" y="30087"/>
                  </a:cubicBezTo>
                  <a:lnTo>
                    <a:pt x="33599" y="30087"/>
                  </a:lnTo>
                  <a:cubicBezTo>
                    <a:pt x="37123" y="33993"/>
                    <a:pt x="36933" y="39993"/>
                    <a:pt x="33123" y="43518"/>
                  </a:cubicBezTo>
                  <a:lnTo>
                    <a:pt x="33123" y="43518"/>
                  </a:lnTo>
                  <a:cubicBezTo>
                    <a:pt x="31218" y="45232"/>
                    <a:pt x="28932" y="46089"/>
                    <a:pt x="26646" y="46089"/>
                  </a:cubicBezTo>
                  <a:lnTo>
                    <a:pt x="26646" y="46089"/>
                  </a:lnTo>
                  <a:cubicBezTo>
                    <a:pt x="24074" y="46089"/>
                    <a:pt x="21502" y="45042"/>
                    <a:pt x="19597" y="43041"/>
                  </a:cubicBezTo>
                  <a:close/>
                  <a:moveTo>
                    <a:pt x="642" y="12942"/>
                  </a:moveTo>
                  <a:cubicBezTo>
                    <a:pt x="-1263" y="7989"/>
                    <a:pt x="1214" y="2465"/>
                    <a:pt x="6167" y="655"/>
                  </a:cubicBezTo>
                  <a:lnTo>
                    <a:pt x="6167" y="655"/>
                  </a:lnTo>
                  <a:cubicBezTo>
                    <a:pt x="11025" y="-1250"/>
                    <a:pt x="16549" y="1131"/>
                    <a:pt x="18454" y="6084"/>
                  </a:cubicBezTo>
                  <a:lnTo>
                    <a:pt x="18454" y="6084"/>
                  </a:lnTo>
                  <a:cubicBezTo>
                    <a:pt x="20359" y="10942"/>
                    <a:pt x="17883" y="16467"/>
                    <a:pt x="12930" y="18372"/>
                  </a:cubicBezTo>
                  <a:lnTo>
                    <a:pt x="12930" y="18372"/>
                  </a:lnTo>
                  <a:cubicBezTo>
                    <a:pt x="11882" y="18848"/>
                    <a:pt x="10739" y="19038"/>
                    <a:pt x="9596" y="19038"/>
                  </a:cubicBezTo>
                  <a:lnTo>
                    <a:pt x="9596" y="19038"/>
                  </a:lnTo>
                  <a:cubicBezTo>
                    <a:pt x="5691" y="19038"/>
                    <a:pt x="2166" y="16752"/>
                    <a:pt x="642" y="129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2C5B944-E84E-F1D9-14BE-5E5007EC44E7}"/>
                </a:ext>
              </a:extLst>
            </p:cNvPr>
            <p:cNvSpPr/>
            <p:nvPr/>
          </p:nvSpPr>
          <p:spPr>
            <a:xfrm>
              <a:off x="5638800" y="3496722"/>
              <a:ext cx="19240" cy="103631"/>
            </a:xfrm>
            <a:custGeom>
              <a:avLst/>
              <a:gdLst>
                <a:gd name="connsiteX0" fmla="*/ 191 w 19240"/>
                <a:gd name="connsiteY0" fmla="*/ 94107 h 103631"/>
                <a:gd name="connsiteX1" fmla="*/ 9620 w 19240"/>
                <a:gd name="connsiteY1" fmla="*/ 84582 h 103631"/>
                <a:gd name="connsiteX2" fmla="*/ 9620 w 19240"/>
                <a:gd name="connsiteY2" fmla="*/ 84582 h 103631"/>
                <a:gd name="connsiteX3" fmla="*/ 19241 w 19240"/>
                <a:gd name="connsiteY3" fmla="*/ 94012 h 103631"/>
                <a:gd name="connsiteX4" fmla="*/ 19241 w 19240"/>
                <a:gd name="connsiteY4" fmla="*/ 94012 h 103631"/>
                <a:gd name="connsiteX5" fmla="*/ 9811 w 19240"/>
                <a:gd name="connsiteY5" fmla="*/ 103632 h 103631"/>
                <a:gd name="connsiteX6" fmla="*/ 9811 w 19240"/>
                <a:gd name="connsiteY6" fmla="*/ 103632 h 103631"/>
                <a:gd name="connsiteX7" fmla="*/ 286 w 19240"/>
                <a:gd name="connsiteY7" fmla="*/ 94107 h 103631"/>
                <a:gd name="connsiteX8" fmla="*/ 0 w 19240"/>
                <a:gd name="connsiteY8" fmla="*/ 51816 h 103631"/>
                <a:gd name="connsiteX9" fmla="*/ 9525 w 19240"/>
                <a:gd name="connsiteY9" fmla="*/ 42291 h 103631"/>
                <a:gd name="connsiteX10" fmla="*/ 9525 w 19240"/>
                <a:gd name="connsiteY10" fmla="*/ 42291 h 103631"/>
                <a:gd name="connsiteX11" fmla="*/ 19050 w 19240"/>
                <a:gd name="connsiteY11" fmla="*/ 51816 h 103631"/>
                <a:gd name="connsiteX12" fmla="*/ 19050 w 19240"/>
                <a:gd name="connsiteY12" fmla="*/ 51816 h 103631"/>
                <a:gd name="connsiteX13" fmla="*/ 9525 w 19240"/>
                <a:gd name="connsiteY13" fmla="*/ 61341 h 103631"/>
                <a:gd name="connsiteX14" fmla="*/ 9525 w 19240"/>
                <a:gd name="connsiteY14" fmla="*/ 61341 h 103631"/>
                <a:gd name="connsiteX15" fmla="*/ 0 w 19240"/>
                <a:gd name="connsiteY15" fmla="*/ 51816 h 103631"/>
                <a:gd name="connsiteX16" fmla="*/ 0 w 19240"/>
                <a:gd name="connsiteY16" fmla="*/ 9525 h 103631"/>
                <a:gd name="connsiteX17" fmla="*/ 9620 w 19240"/>
                <a:gd name="connsiteY17" fmla="*/ 0 h 103631"/>
                <a:gd name="connsiteX18" fmla="*/ 9620 w 19240"/>
                <a:gd name="connsiteY18" fmla="*/ 0 h 103631"/>
                <a:gd name="connsiteX19" fmla="*/ 19050 w 19240"/>
                <a:gd name="connsiteY19" fmla="*/ 9525 h 103631"/>
                <a:gd name="connsiteX20" fmla="*/ 19050 w 19240"/>
                <a:gd name="connsiteY20" fmla="*/ 9525 h 103631"/>
                <a:gd name="connsiteX21" fmla="*/ 9525 w 19240"/>
                <a:gd name="connsiteY21" fmla="*/ 19050 h 103631"/>
                <a:gd name="connsiteX22" fmla="*/ 9525 w 19240"/>
                <a:gd name="connsiteY22" fmla="*/ 19050 h 103631"/>
                <a:gd name="connsiteX23" fmla="*/ 0 w 19240"/>
                <a:gd name="connsiteY23" fmla="*/ 9525 h 103631"/>
                <a:gd name="connsiteX24" fmla="*/ 19050 w 19240"/>
                <a:gd name="connsiteY24" fmla="*/ 9525 h 103631"/>
                <a:gd name="connsiteX25" fmla="*/ 19050 w 19240"/>
                <a:gd name="connsiteY25" fmla="*/ 9525 h 103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40" h="103631">
                  <a:moveTo>
                    <a:pt x="191" y="94107"/>
                  </a:moveTo>
                  <a:cubicBezTo>
                    <a:pt x="191" y="88868"/>
                    <a:pt x="4382" y="84582"/>
                    <a:pt x="9620" y="84582"/>
                  </a:cubicBezTo>
                  <a:lnTo>
                    <a:pt x="9620" y="84582"/>
                  </a:lnTo>
                  <a:cubicBezTo>
                    <a:pt x="14954" y="84487"/>
                    <a:pt x="19145" y="88773"/>
                    <a:pt x="19241" y="94012"/>
                  </a:cubicBezTo>
                  <a:lnTo>
                    <a:pt x="19241" y="94012"/>
                  </a:lnTo>
                  <a:cubicBezTo>
                    <a:pt x="19241" y="99250"/>
                    <a:pt x="15050" y="103537"/>
                    <a:pt x="9811" y="103632"/>
                  </a:cubicBezTo>
                  <a:lnTo>
                    <a:pt x="9811" y="103632"/>
                  </a:lnTo>
                  <a:cubicBezTo>
                    <a:pt x="4572" y="103632"/>
                    <a:pt x="381" y="99346"/>
                    <a:pt x="286" y="94107"/>
                  </a:cubicBezTo>
                  <a:close/>
                  <a:moveTo>
                    <a:pt x="0" y="51816"/>
                  </a:moveTo>
                  <a:cubicBezTo>
                    <a:pt x="0" y="46482"/>
                    <a:pt x="4286" y="42291"/>
                    <a:pt x="9525" y="42291"/>
                  </a:cubicBezTo>
                  <a:lnTo>
                    <a:pt x="9525" y="42291"/>
                  </a:lnTo>
                  <a:cubicBezTo>
                    <a:pt x="14764" y="42291"/>
                    <a:pt x="19050" y="46482"/>
                    <a:pt x="19050" y="51816"/>
                  </a:cubicBezTo>
                  <a:lnTo>
                    <a:pt x="19050" y="51816"/>
                  </a:lnTo>
                  <a:cubicBezTo>
                    <a:pt x="19050" y="57055"/>
                    <a:pt x="14859" y="61341"/>
                    <a:pt x="9525" y="61341"/>
                  </a:cubicBezTo>
                  <a:lnTo>
                    <a:pt x="9525" y="61341"/>
                  </a:lnTo>
                  <a:cubicBezTo>
                    <a:pt x="4286" y="61341"/>
                    <a:pt x="0" y="57055"/>
                    <a:pt x="0" y="51816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145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  <a:moveTo>
                    <a:pt x="19050" y="9525"/>
                  </a:moveTo>
                  <a:lnTo>
                    <a:pt x="19050" y="952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ECB0258-1EF9-FAE3-6F7C-E3647FA2B230}"/>
                </a:ext>
              </a:extLst>
            </p:cNvPr>
            <p:cNvSpPr/>
            <p:nvPr/>
          </p:nvSpPr>
          <p:spPr>
            <a:xfrm>
              <a:off x="5638800" y="3261264"/>
              <a:ext cx="19240" cy="173545"/>
            </a:xfrm>
            <a:custGeom>
              <a:avLst/>
              <a:gdLst>
                <a:gd name="connsiteX0" fmla="*/ 0 w 19240"/>
                <a:gd name="connsiteY0" fmla="*/ 164021 h 173545"/>
                <a:gd name="connsiteX1" fmla="*/ 9525 w 19240"/>
                <a:gd name="connsiteY1" fmla="*/ 154496 h 173545"/>
                <a:gd name="connsiteX2" fmla="*/ 9525 w 19240"/>
                <a:gd name="connsiteY2" fmla="*/ 154496 h 173545"/>
                <a:gd name="connsiteX3" fmla="*/ 19050 w 19240"/>
                <a:gd name="connsiteY3" fmla="*/ 164021 h 173545"/>
                <a:gd name="connsiteX4" fmla="*/ 19050 w 19240"/>
                <a:gd name="connsiteY4" fmla="*/ 164021 h 173545"/>
                <a:gd name="connsiteX5" fmla="*/ 9525 w 19240"/>
                <a:gd name="connsiteY5" fmla="*/ 173546 h 173545"/>
                <a:gd name="connsiteX6" fmla="*/ 9525 w 19240"/>
                <a:gd name="connsiteY6" fmla="*/ 173546 h 173545"/>
                <a:gd name="connsiteX7" fmla="*/ 0 w 19240"/>
                <a:gd name="connsiteY7" fmla="*/ 164021 h 173545"/>
                <a:gd name="connsiteX8" fmla="*/ 0 w 19240"/>
                <a:gd name="connsiteY8" fmla="*/ 125444 h 173545"/>
                <a:gd name="connsiteX9" fmla="*/ 0 w 19240"/>
                <a:gd name="connsiteY9" fmla="*/ 125444 h 173545"/>
                <a:gd name="connsiteX10" fmla="*/ 9620 w 19240"/>
                <a:gd name="connsiteY10" fmla="*/ 115919 h 173545"/>
                <a:gd name="connsiteX11" fmla="*/ 9620 w 19240"/>
                <a:gd name="connsiteY11" fmla="*/ 115919 h 173545"/>
                <a:gd name="connsiteX12" fmla="*/ 19050 w 19240"/>
                <a:gd name="connsiteY12" fmla="*/ 125444 h 173545"/>
                <a:gd name="connsiteX13" fmla="*/ 19050 w 19240"/>
                <a:gd name="connsiteY13" fmla="*/ 125444 h 173545"/>
                <a:gd name="connsiteX14" fmla="*/ 9525 w 19240"/>
                <a:gd name="connsiteY14" fmla="*/ 134969 h 173545"/>
                <a:gd name="connsiteX15" fmla="*/ 9525 w 19240"/>
                <a:gd name="connsiteY15" fmla="*/ 134969 h 173545"/>
                <a:gd name="connsiteX16" fmla="*/ 0 w 19240"/>
                <a:gd name="connsiteY16" fmla="*/ 125444 h 173545"/>
                <a:gd name="connsiteX17" fmla="*/ 0 w 19240"/>
                <a:gd name="connsiteY17" fmla="*/ 86773 h 173545"/>
                <a:gd name="connsiteX18" fmla="*/ 9525 w 19240"/>
                <a:gd name="connsiteY18" fmla="*/ 77248 h 173545"/>
                <a:gd name="connsiteX19" fmla="*/ 9525 w 19240"/>
                <a:gd name="connsiteY19" fmla="*/ 77248 h 173545"/>
                <a:gd name="connsiteX20" fmla="*/ 19050 w 19240"/>
                <a:gd name="connsiteY20" fmla="*/ 86773 h 173545"/>
                <a:gd name="connsiteX21" fmla="*/ 19050 w 19240"/>
                <a:gd name="connsiteY21" fmla="*/ 86773 h 173545"/>
                <a:gd name="connsiteX22" fmla="*/ 9525 w 19240"/>
                <a:gd name="connsiteY22" fmla="*/ 96298 h 173545"/>
                <a:gd name="connsiteX23" fmla="*/ 9525 w 19240"/>
                <a:gd name="connsiteY23" fmla="*/ 96298 h 173545"/>
                <a:gd name="connsiteX24" fmla="*/ 0 w 19240"/>
                <a:gd name="connsiteY24" fmla="*/ 86773 h 173545"/>
                <a:gd name="connsiteX25" fmla="*/ 191 w 19240"/>
                <a:gd name="connsiteY25" fmla="*/ 48101 h 173545"/>
                <a:gd name="connsiteX26" fmla="*/ 9716 w 19240"/>
                <a:gd name="connsiteY26" fmla="*/ 38576 h 173545"/>
                <a:gd name="connsiteX27" fmla="*/ 9716 w 19240"/>
                <a:gd name="connsiteY27" fmla="*/ 38576 h 173545"/>
                <a:gd name="connsiteX28" fmla="*/ 19241 w 19240"/>
                <a:gd name="connsiteY28" fmla="*/ 48101 h 173545"/>
                <a:gd name="connsiteX29" fmla="*/ 19241 w 19240"/>
                <a:gd name="connsiteY29" fmla="*/ 48101 h 173545"/>
                <a:gd name="connsiteX30" fmla="*/ 9716 w 19240"/>
                <a:gd name="connsiteY30" fmla="*/ 57626 h 173545"/>
                <a:gd name="connsiteX31" fmla="*/ 9716 w 19240"/>
                <a:gd name="connsiteY31" fmla="*/ 57626 h 173545"/>
                <a:gd name="connsiteX32" fmla="*/ 191 w 19240"/>
                <a:gd name="connsiteY32" fmla="*/ 48101 h 173545"/>
                <a:gd name="connsiteX33" fmla="*/ 19241 w 19240"/>
                <a:gd name="connsiteY33" fmla="*/ 48101 h 173545"/>
                <a:gd name="connsiteX34" fmla="*/ 19241 w 19240"/>
                <a:gd name="connsiteY34" fmla="*/ 48101 h 173545"/>
                <a:gd name="connsiteX35" fmla="*/ 0 w 19240"/>
                <a:gd name="connsiteY35" fmla="*/ 9525 h 173545"/>
                <a:gd name="connsiteX36" fmla="*/ 9525 w 19240"/>
                <a:gd name="connsiteY36" fmla="*/ 0 h 173545"/>
                <a:gd name="connsiteX37" fmla="*/ 9525 w 19240"/>
                <a:gd name="connsiteY37" fmla="*/ 0 h 173545"/>
                <a:gd name="connsiteX38" fmla="*/ 19050 w 19240"/>
                <a:gd name="connsiteY38" fmla="*/ 9430 h 173545"/>
                <a:gd name="connsiteX39" fmla="*/ 19050 w 19240"/>
                <a:gd name="connsiteY39" fmla="*/ 9430 h 173545"/>
                <a:gd name="connsiteX40" fmla="*/ 9525 w 19240"/>
                <a:gd name="connsiteY40" fmla="*/ 19050 h 173545"/>
                <a:gd name="connsiteX41" fmla="*/ 9525 w 19240"/>
                <a:gd name="connsiteY41" fmla="*/ 19050 h 173545"/>
                <a:gd name="connsiteX42" fmla="*/ 0 w 19240"/>
                <a:gd name="connsiteY42" fmla="*/ 9525 h 173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240" h="173545">
                  <a:moveTo>
                    <a:pt x="0" y="164021"/>
                  </a:moveTo>
                  <a:cubicBezTo>
                    <a:pt x="0" y="158782"/>
                    <a:pt x="4286" y="154496"/>
                    <a:pt x="9525" y="154496"/>
                  </a:cubicBezTo>
                  <a:lnTo>
                    <a:pt x="9525" y="154496"/>
                  </a:lnTo>
                  <a:cubicBezTo>
                    <a:pt x="14764" y="154496"/>
                    <a:pt x="19050" y="158782"/>
                    <a:pt x="19050" y="164021"/>
                  </a:cubicBezTo>
                  <a:lnTo>
                    <a:pt x="19050" y="164021"/>
                  </a:lnTo>
                  <a:cubicBezTo>
                    <a:pt x="19050" y="169259"/>
                    <a:pt x="14764" y="173546"/>
                    <a:pt x="9525" y="173546"/>
                  </a:cubicBezTo>
                  <a:lnTo>
                    <a:pt x="9525" y="173546"/>
                  </a:lnTo>
                  <a:cubicBezTo>
                    <a:pt x="4191" y="173546"/>
                    <a:pt x="0" y="169259"/>
                    <a:pt x="0" y="164021"/>
                  </a:cubicBezTo>
                  <a:close/>
                  <a:moveTo>
                    <a:pt x="0" y="125444"/>
                  </a:moveTo>
                  <a:lnTo>
                    <a:pt x="0" y="125444"/>
                  </a:lnTo>
                  <a:cubicBezTo>
                    <a:pt x="0" y="120110"/>
                    <a:pt x="4286" y="115824"/>
                    <a:pt x="9620" y="115919"/>
                  </a:cubicBezTo>
                  <a:lnTo>
                    <a:pt x="9620" y="115919"/>
                  </a:lnTo>
                  <a:cubicBezTo>
                    <a:pt x="14859" y="115919"/>
                    <a:pt x="19050" y="120205"/>
                    <a:pt x="19050" y="125444"/>
                  </a:cubicBezTo>
                  <a:lnTo>
                    <a:pt x="19050" y="125444"/>
                  </a:lnTo>
                  <a:cubicBezTo>
                    <a:pt x="19050" y="130683"/>
                    <a:pt x="14764" y="134969"/>
                    <a:pt x="9525" y="134969"/>
                  </a:cubicBezTo>
                  <a:lnTo>
                    <a:pt x="9525" y="134969"/>
                  </a:lnTo>
                  <a:cubicBezTo>
                    <a:pt x="4286" y="134969"/>
                    <a:pt x="0" y="130683"/>
                    <a:pt x="0" y="125444"/>
                  </a:cubicBezTo>
                  <a:close/>
                  <a:moveTo>
                    <a:pt x="0" y="86773"/>
                  </a:moveTo>
                  <a:cubicBezTo>
                    <a:pt x="0" y="81534"/>
                    <a:pt x="4286" y="77248"/>
                    <a:pt x="9525" y="77248"/>
                  </a:cubicBezTo>
                  <a:lnTo>
                    <a:pt x="9525" y="77248"/>
                  </a:lnTo>
                  <a:cubicBezTo>
                    <a:pt x="14764" y="77248"/>
                    <a:pt x="19050" y="81534"/>
                    <a:pt x="19050" y="86773"/>
                  </a:cubicBezTo>
                  <a:lnTo>
                    <a:pt x="19050" y="86773"/>
                  </a:lnTo>
                  <a:cubicBezTo>
                    <a:pt x="19050" y="92012"/>
                    <a:pt x="14764" y="96298"/>
                    <a:pt x="9525" y="96298"/>
                  </a:cubicBezTo>
                  <a:lnTo>
                    <a:pt x="9525" y="96298"/>
                  </a:lnTo>
                  <a:cubicBezTo>
                    <a:pt x="4286" y="96298"/>
                    <a:pt x="0" y="92012"/>
                    <a:pt x="0" y="86773"/>
                  </a:cubicBezTo>
                  <a:close/>
                  <a:moveTo>
                    <a:pt x="191" y="48101"/>
                  </a:moveTo>
                  <a:cubicBezTo>
                    <a:pt x="191" y="42863"/>
                    <a:pt x="4477" y="38576"/>
                    <a:pt x="9716" y="38576"/>
                  </a:cubicBezTo>
                  <a:lnTo>
                    <a:pt x="9716" y="38576"/>
                  </a:lnTo>
                  <a:cubicBezTo>
                    <a:pt x="14954" y="38576"/>
                    <a:pt x="19241" y="42863"/>
                    <a:pt x="19241" y="48101"/>
                  </a:cubicBezTo>
                  <a:lnTo>
                    <a:pt x="19241" y="48101"/>
                  </a:lnTo>
                  <a:cubicBezTo>
                    <a:pt x="19241" y="53340"/>
                    <a:pt x="14954" y="57626"/>
                    <a:pt x="9716" y="57626"/>
                  </a:cubicBezTo>
                  <a:lnTo>
                    <a:pt x="9716" y="57626"/>
                  </a:lnTo>
                  <a:cubicBezTo>
                    <a:pt x="4477" y="57626"/>
                    <a:pt x="191" y="53340"/>
                    <a:pt x="191" y="48101"/>
                  </a:cubicBezTo>
                  <a:close/>
                  <a:moveTo>
                    <a:pt x="19241" y="48101"/>
                  </a:moveTo>
                  <a:lnTo>
                    <a:pt x="19241" y="48101"/>
                  </a:lnTo>
                  <a:close/>
                  <a:moveTo>
                    <a:pt x="0" y="9525"/>
                  </a:moveTo>
                  <a:cubicBezTo>
                    <a:pt x="0" y="4191"/>
                    <a:pt x="4191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430"/>
                  </a:cubicBezTo>
                  <a:lnTo>
                    <a:pt x="19050" y="9430"/>
                  </a:lnTo>
                  <a:cubicBezTo>
                    <a:pt x="19050" y="14669"/>
                    <a:pt x="14764" y="18955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12FE129-A098-E5CF-0AD6-C0C2BB124BC8}"/>
                </a:ext>
              </a:extLst>
            </p:cNvPr>
            <p:cNvSpPr/>
            <p:nvPr/>
          </p:nvSpPr>
          <p:spPr>
            <a:xfrm>
              <a:off x="5644232" y="3151072"/>
              <a:ext cx="38464" cy="52375"/>
            </a:xfrm>
            <a:custGeom>
              <a:avLst/>
              <a:gdLst>
                <a:gd name="connsiteX0" fmla="*/ 6569 w 38464"/>
                <a:gd name="connsiteY0" fmla="*/ 51899 h 52375"/>
                <a:gd name="connsiteX1" fmla="*/ 473 w 38464"/>
                <a:gd name="connsiteY1" fmla="*/ 39802 h 52375"/>
                <a:gd name="connsiteX2" fmla="*/ 473 w 38464"/>
                <a:gd name="connsiteY2" fmla="*/ 39802 h 52375"/>
                <a:gd name="connsiteX3" fmla="*/ 12569 w 38464"/>
                <a:gd name="connsiteY3" fmla="*/ 33801 h 52375"/>
                <a:gd name="connsiteX4" fmla="*/ 12569 w 38464"/>
                <a:gd name="connsiteY4" fmla="*/ 33801 h 52375"/>
                <a:gd name="connsiteX5" fmla="*/ 18570 w 38464"/>
                <a:gd name="connsiteY5" fmla="*/ 45803 h 52375"/>
                <a:gd name="connsiteX6" fmla="*/ 18570 w 38464"/>
                <a:gd name="connsiteY6" fmla="*/ 45803 h 52375"/>
                <a:gd name="connsiteX7" fmla="*/ 9521 w 38464"/>
                <a:gd name="connsiteY7" fmla="*/ 52375 h 52375"/>
                <a:gd name="connsiteX8" fmla="*/ 9521 w 38464"/>
                <a:gd name="connsiteY8" fmla="*/ 52375 h 52375"/>
                <a:gd name="connsiteX9" fmla="*/ 6569 w 38464"/>
                <a:gd name="connsiteY9" fmla="*/ 51899 h 52375"/>
                <a:gd name="connsiteX10" fmla="*/ 22571 w 38464"/>
                <a:gd name="connsiteY10" fmla="*/ 16561 h 52375"/>
                <a:gd name="connsiteX11" fmla="*/ 21904 w 38464"/>
                <a:gd name="connsiteY11" fmla="*/ 3131 h 52375"/>
                <a:gd name="connsiteX12" fmla="*/ 21904 w 38464"/>
                <a:gd name="connsiteY12" fmla="*/ 3131 h 52375"/>
                <a:gd name="connsiteX13" fmla="*/ 35334 w 38464"/>
                <a:gd name="connsiteY13" fmla="*/ 2464 h 52375"/>
                <a:gd name="connsiteX14" fmla="*/ 35334 w 38464"/>
                <a:gd name="connsiteY14" fmla="*/ 2464 h 52375"/>
                <a:gd name="connsiteX15" fmla="*/ 36001 w 38464"/>
                <a:gd name="connsiteY15" fmla="*/ 15894 h 52375"/>
                <a:gd name="connsiteX16" fmla="*/ 36001 w 38464"/>
                <a:gd name="connsiteY16" fmla="*/ 15894 h 52375"/>
                <a:gd name="connsiteX17" fmla="*/ 28952 w 38464"/>
                <a:gd name="connsiteY17" fmla="*/ 19038 h 52375"/>
                <a:gd name="connsiteX18" fmla="*/ 28952 w 38464"/>
                <a:gd name="connsiteY18" fmla="*/ 19038 h 52375"/>
                <a:gd name="connsiteX19" fmla="*/ 22571 w 38464"/>
                <a:gd name="connsiteY19" fmla="*/ 16561 h 52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464" h="52375">
                  <a:moveTo>
                    <a:pt x="6569" y="51899"/>
                  </a:moveTo>
                  <a:cubicBezTo>
                    <a:pt x="1520" y="50184"/>
                    <a:pt x="-1147" y="44755"/>
                    <a:pt x="473" y="39802"/>
                  </a:cubicBezTo>
                  <a:lnTo>
                    <a:pt x="473" y="39802"/>
                  </a:lnTo>
                  <a:cubicBezTo>
                    <a:pt x="2187" y="34849"/>
                    <a:pt x="7521" y="32087"/>
                    <a:pt x="12569" y="33801"/>
                  </a:cubicBezTo>
                  <a:lnTo>
                    <a:pt x="12569" y="33801"/>
                  </a:lnTo>
                  <a:cubicBezTo>
                    <a:pt x="17522" y="35421"/>
                    <a:pt x="20189" y="40755"/>
                    <a:pt x="18570" y="45803"/>
                  </a:cubicBezTo>
                  <a:lnTo>
                    <a:pt x="18570" y="45803"/>
                  </a:lnTo>
                  <a:cubicBezTo>
                    <a:pt x="17237" y="49803"/>
                    <a:pt x="13522" y="52375"/>
                    <a:pt x="9521" y="52375"/>
                  </a:cubicBezTo>
                  <a:lnTo>
                    <a:pt x="9521" y="52375"/>
                  </a:lnTo>
                  <a:cubicBezTo>
                    <a:pt x="8569" y="52375"/>
                    <a:pt x="7521" y="52185"/>
                    <a:pt x="6569" y="51899"/>
                  </a:cubicBezTo>
                  <a:close/>
                  <a:moveTo>
                    <a:pt x="22571" y="16561"/>
                  </a:moveTo>
                  <a:cubicBezTo>
                    <a:pt x="18665" y="13037"/>
                    <a:pt x="18380" y="7036"/>
                    <a:pt x="21904" y="3131"/>
                  </a:cubicBezTo>
                  <a:lnTo>
                    <a:pt x="21904" y="3131"/>
                  </a:lnTo>
                  <a:cubicBezTo>
                    <a:pt x="25428" y="-774"/>
                    <a:pt x="31429" y="-1060"/>
                    <a:pt x="35334" y="2464"/>
                  </a:cubicBezTo>
                  <a:lnTo>
                    <a:pt x="35334" y="2464"/>
                  </a:lnTo>
                  <a:cubicBezTo>
                    <a:pt x="39239" y="5988"/>
                    <a:pt x="39525" y="11989"/>
                    <a:pt x="36001" y="15894"/>
                  </a:cubicBezTo>
                  <a:lnTo>
                    <a:pt x="36001" y="15894"/>
                  </a:lnTo>
                  <a:cubicBezTo>
                    <a:pt x="34096" y="17990"/>
                    <a:pt x="31524" y="19038"/>
                    <a:pt x="28952" y="19038"/>
                  </a:cubicBezTo>
                  <a:lnTo>
                    <a:pt x="28952" y="19038"/>
                  </a:lnTo>
                  <a:cubicBezTo>
                    <a:pt x="26666" y="19038"/>
                    <a:pt x="24380" y="18180"/>
                    <a:pt x="22571" y="1656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661CE9B-7157-AE9F-F078-5AEF796B6B49}"/>
                </a:ext>
              </a:extLst>
            </p:cNvPr>
            <p:cNvSpPr/>
            <p:nvPr/>
          </p:nvSpPr>
          <p:spPr>
            <a:xfrm>
              <a:off x="5728235" y="2952795"/>
              <a:ext cx="291614" cy="174166"/>
            </a:xfrm>
            <a:custGeom>
              <a:avLst/>
              <a:gdLst>
                <a:gd name="connsiteX0" fmla="*/ 1242 w 291614"/>
                <a:gd name="connsiteY0" fmla="*/ 169404 h 174166"/>
                <a:gd name="connsiteX1" fmla="*/ 4862 w 291614"/>
                <a:gd name="connsiteY1" fmla="*/ 156355 h 174166"/>
                <a:gd name="connsiteX2" fmla="*/ 4862 w 291614"/>
                <a:gd name="connsiteY2" fmla="*/ 156355 h 174166"/>
                <a:gd name="connsiteX3" fmla="*/ 17816 w 291614"/>
                <a:gd name="connsiteY3" fmla="*/ 159974 h 174166"/>
                <a:gd name="connsiteX4" fmla="*/ 17816 w 291614"/>
                <a:gd name="connsiteY4" fmla="*/ 159974 h 174166"/>
                <a:gd name="connsiteX5" fmla="*/ 14196 w 291614"/>
                <a:gd name="connsiteY5" fmla="*/ 173024 h 174166"/>
                <a:gd name="connsiteX6" fmla="*/ 14196 w 291614"/>
                <a:gd name="connsiteY6" fmla="*/ 173024 h 174166"/>
                <a:gd name="connsiteX7" fmla="*/ 9529 w 291614"/>
                <a:gd name="connsiteY7" fmla="*/ 174167 h 174166"/>
                <a:gd name="connsiteX8" fmla="*/ 9529 w 291614"/>
                <a:gd name="connsiteY8" fmla="*/ 174167 h 174166"/>
                <a:gd name="connsiteX9" fmla="*/ 1242 w 291614"/>
                <a:gd name="connsiteY9" fmla="*/ 169404 h 174166"/>
                <a:gd name="connsiteX10" fmla="*/ 35342 w 291614"/>
                <a:gd name="connsiteY10" fmla="*/ 150068 h 174166"/>
                <a:gd name="connsiteX11" fmla="*/ 38866 w 291614"/>
                <a:gd name="connsiteY11" fmla="*/ 137019 h 174166"/>
                <a:gd name="connsiteX12" fmla="*/ 38866 w 291614"/>
                <a:gd name="connsiteY12" fmla="*/ 137019 h 174166"/>
                <a:gd name="connsiteX13" fmla="*/ 51915 w 291614"/>
                <a:gd name="connsiteY13" fmla="*/ 140639 h 174166"/>
                <a:gd name="connsiteX14" fmla="*/ 51915 w 291614"/>
                <a:gd name="connsiteY14" fmla="*/ 140639 h 174166"/>
                <a:gd name="connsiteX15" fmla="*/ 48296 w 291614"/>
                <a:gd name="connsiteY15" fmla="*/ 153593 h 174166"/>
                <a:gd name="connsiteX16" fmla="*/ 48296 w 291614"/>
                <a:gd name="connsiteY16" fmla="*/ 153593 h 174166"/>
                <a:gd name="connsiteX17" fmla="*/ 43629 w 291614"/>
                <a:gd name="connsiteY17" fmla="*/ 154831 h 174166"/>
                <a:gd name="connsiteX18" fmla="*/ 43629 w 291614"/>
                <a:gd name="connsiteY18" fmla="*/ 154831 h 174166"/>
                <a:gd name="connsiteX19" fmla="*/ 35342 w 291614"/>
                <a:gd name="connsiteY19" fmla="*/ 150068 h 174166"/>
                <a:gd name="connsiteX20" fmla="*/ 69441 w 291614"/>
                <a:gd name="connsiteY20" fmla="*/ 130733 h 174166"/>
                <a:gd name="connsiteX21" fmla="*/ 72966 w 291614"/>
                <a:gd name="connsiteY21" fmla="*/ 117683 h 174166"/>
                <a:gd name="connsiteX22" fmla="*/ 72966 w 291614"/>
                <a:gd name="connsiteY22" fmla="*/ 117683 h 174166"/>
                <a:gd name="connsiteX23" fmla="*/ 85920 w 291614"/>
                <a:gd name="connsiteY23" fmla="*/ 121303 h 174166"/>
                <a:gd name="connsiteX24" fmla="*/ 85920 w 291614"/>
                <a:gd name="connsiteY24" fmla="*/ 121303 h 174166"/>
                <a:gd name="connsiteX25" fmla="*/ 82300 w 291614"/>
                <a:gd name="connsiteY25" fmla="*/ 134257 h 174166"/>
                <a:gd name="connsiteX26" fmla="*/ 82300 w 291614"/>
                <a:gd name="connsiteY26" fmla="*/ 134257 h 174166"/>
                <a:gd name="connsiteX27" fmla="*/ 77633 w 291614"/>
                <a:gd name="connsiteY27" fmla="*/ 135495 h 174166"/>
                <a:gd name="connsiteX28" fmla="*/ 77633 w 291614"/>
                <a:gd name="connsiteY28" fmla="*/ 135495 h 174166"/>
                <a:gd name="connsiteX29" fmla="*/ 69346 w 291614"/>
                <a:gd name="connsiteY29" fmla="*/ 130733 h 174166"/>
                <a:gd name="connsiteX30" fmla="*/ 103541 w 291614"/>
                <a:gd name="connsiteY30" fmla="*/ 111302 h 174166"/>
                <a:gd name="connsiteX31" fmla="*/ 107065 w 291614"/>
                <a:gd name="connsiteY31" fmla="*/ 98348 h 174166"/>
                <a:gd name="connsiteX32" fmla="*/ 107065 w 291614"/>
                <a:gd name="connsiteY32" fmla="*/ 98348 h 174166"/>
                <a:gd name="connsiteX33" fmla="*/ 120114 w 291614"/>
                <a:gd name="connsiteY33" fmla="*/ 101872 h 174166"/>
                <a:gd name="connsiteX34" fmla="*/ 120114 w 291614"/>
                <a:gd name="connsiteY34" fmla="*/ 101872 h 174166"/>
                <a:gd name="connsiteX35" fmla="*/ 116495 w 291614"/>
                <a:gd name="connsiteY35" fmla="*/ 114921 h 174166"/>
                <a:gd name="connsiteX36" fmla="*/ 116495 w 291614"/>
                <a:gd name="connsiteY36" fmla="*/ 114921 h 174166"/>
                <a:gd name="connsiteX37" fmla="*/ 111828 w 291614"/>
                <a:gd name="connsiteY37" fmla="*/ 116159 h 174166"/>
                <a:gd name="connsiteX38" fmla="*/ 111828 w 291614"/>
                <a:gd name="connsiteY38" fmla="*/ 116159 h 174166"/>
                <a:gd name="connsiteX39" fmla="*/ 103541 w 291614"/>
                <a:gd name="connsiteY39" fmla="*/ 111302 h 174166"/>
                <a:gd name="connsiteX40" fmla="*/ 137545 w 291614"/>
                <a:gd name="connsiteY40" fmla="*/ 91966 h 174166"/>
                <a:gd name="connsiteX41" fmla="*/ 141165 w 291614"/>
                <a:gd name="connsiteY41" fmla="*/ 79012 h 174166"/>
                <a:gd name="connsiteX42" fmla="*/ 141165 w 291614"/>
                <a:gd name="connsiteY42" fmla="*/ 79012 h 174166"/>
                <a:gd name="connsiteX43" fmla="*/ 154119 w 291614"/>
                <a:gd name="connsiteY43" fmla="*/ 82536 h 174166"/>
                <a:gd name="connsiteX44" fmla="*/ 154119 w 291614"/>
                <a:gd name="connsiteY44" fmla="*/ 82536 h 174166"/>
                <a:gd name="connsiteX45" fmla="*/ 150594 w 291614"/>
                <a:gd name="connsiteY45" fmla="*/ 95490 h 174166"/>
                <a:gd name="connsiteX46" fmla="*/ 150594 w 291614"/>
                <a:gd name="connsiteY46" fmla="*/ 95490 h 174166"/>
                <a:gd name="connsiteX47" fmla="*/ 145927 w 291614"/>
                <a:gd name="connsiteY47" fmla="*/ 96728 h 174166"/>
                <a:gd name="connsiteX48" fmla="*/ 145927 w 291614"/>
                <a:gd name="connsiteY48" fmla="*/ 96728 h 174166"/>
                <a:gd name="connsiteX49" fmla="*/ 137545 w 291614"/>
                <a:gd name="connsiteY49" fmla="*/ 91966 h 174166"/>
                <a:gd name="connsiteX50" fmla="*/ 171645 w 291614"/>
                <a:gd name="connsiteY50" fmla="*/ 72535 h 174166"/>
                <a:gd name="connsiteX51" fmla="*/ 175264 w 291614"/>
                <a:gd name="connsiteY51" fmla="*/ 59581 h 174166"/>
                <a:gd name="connsiteX52" fmla="*/ 175264 w 291614"/>
                <a:gd name="connsiteY52" fmla="*/ 59581 h 174166"/>
                <a:gd name="connsiteX53" fmla="*/ 188218 w 291614"/>
                <a:gd name="connsiteY53" fmla="*/ 63105 h 174166"/>
                <a:gd name="connsiteX54" fmla="*/ 188218 w 291614"/>
                <a:gd name="connsiteY54" fmla="*/ 63105 h 174166"/>
                <a:gd name="connsiteX55" fmla="*/ 184694 w 291614"/>
                <a:gd name="connsiteY55" fmla="*/ 76059 h 174166"/>
                <a:gd name="connsiteX56" fmla="*/ 184694 w 291614"/>
                <a:gd name="connsiteY56" fmla="*/ 76059 h 174166"/>
                <a:gd name="connsiteX57" fmla="*/ 179931 w 291614"/>
                <a:gd name="connsiteY57" fmla="*/ 77393 h 174166"/>
                <a:gd name="connsiteX58" fmla="*/ 179931 w 291614"/>
                <a:gd name="connsiteY58" fmla="*/ 77393 h 174166"/>
                <a:gd name="connsiteX59" fmla="*/ 171645 w 291614"/>
                <a:gd name="connsiteY59" fmla="*/ 72535 h 174166"/>
                <a:gd name="connsiteX60" fmla="*/ 205744 w 291614"/>
                <a:gd name="connsiteY60" fmla="*/ 53104 h 174166"/>
                <a:gd name="connsiteX61" fmla="*/ 209268 w 291614"/>
                <a:gd name="connsiteY61" fmla="*/ 40150 h 174166"/>
                <a:gd name="connsiteX62" fmla="*/ 209268 w 291614"/>
                <a:gd name="connsiteY62" fmla="*/ 40150 h 174166"/>
                <a:gd name="connsiteX63" fmla="*/ 222222 w 291614"/>
                <a:gd name="connsiteY63" fmla="*/ 43674 h 174166"/>
                <a:gd name="connsiteX64" fmla="*/ 222222 w 291614"/>
                <a:gd name="connsiteY64" fmla="*/ 43674 h 174166"/>
                <a:gd name="connsiteX65" fmla="*/ 218698 w 291614"/>
                <a:gd name="connsiteY65" fmla="*/ 56628 h 174166"/>
                <a:gd name="connsiteX66" fmla="*/ 218698 w 291614"/>
                <a:gd name="connsiteY66" fmla="*/ 56628 h 174166"/>
                <a:gd name="connsiteX67" fmla="*/ 214031 w 291614"/>
                <a:gd name="connsiteY67" fmla="*/ 57962 h 174166"/>
                <a:gd name="connsiteX68" fmla="*/ 214031 w 291614"/>
                <a:gd name="connsiteY68" fmla="*/ 57962 h 174166"/>
                <a:gd name="connsiteX69" fmla="*/ 205744 w 291614"/>
                <a:gd name="connsiteY69" fmla="*/ 53104 h 174166"/>
                <a:gd name="connsiteX70" fmla="*/ 239748 w 291614"/>
                <a:gd name="connsiteY70" fmla="*/ 33673 h 174166"/>
                <a:gd name="connsiteX71" fmla="*/ 243273 w 291614"/>
                <a:gd name="connsiteY71" fmla="*/ 20719 h 174166"/>
                <a:gd name="connsiteX72" fmla="*/ 243273 w 291614"/>
                <a:gd name="connsiteY72" fmla="*/ 20719 h 174166"/>
                <a:gd name="connsiteX73" fmla="*/ 256322 w 291614"/>
                <a:gd name="connsiteY73" fmla="*/ 24243 h 174166"/>
                <a:gd name="connsiteX74" fmla="*/ 256322 w 291614"/>
                <a:gd name="connsiteY74" fmla="*/ 24243 h 174166"/>
                <a:gd name="connsiteX75" fmla="*/ 252798 w 291614"/>
                <a:gd name="connsiteY75" fmla="*/ 37197 h 174166"/>
                <a:gd name="connsiteX76" fmla="*/ 252798 w 291614"/>
                <a:gd name="connsiteY76" fmla="*/ 37197 h 174166"/>
                <a:gd name="connsiteX77" fmla="*/ 248035 w 291614"/>
                <a:gd name="connsiteY77" fmla="*/ 38435 h 174166"/>
                <a:gd name="connsiteX78" fmla="*/ 248035 w 291614"/>
                <a:gd name="connsiteY78" fmla="*/ 38435 h 174166"/>
                <a:gd name="connsiteX79" fmla="*/ 239748 w 291614"/>
                <a:gd name="connsiteY79" fmla="*/ 33673 h 174166"/>
                <a:gd name="connsiteX80" fmla="*/ 273753 w 291614"/>
                <a:gd name="connsiteY80" fmla="*/ 14242 h 174166"/>
                <a:gd name="connsiteX81" fmla="*/ 277372 w 291614"/>
                <a:gd name="connsiteY81" fmla="*/ 1288 h 174166"/>
                <a:gd name="connsiteX82" fmla="*/ 277372 w 291614"/>
                <a:gd name="connsiteY82" fmla="*/ 1288 h 174166"/>
                <a:gd name="connsiteX83" fmla="*/ 290326 w 291614"/>
                <a:gd name="connsiteY83" fmla="*/ 4812 h 174166"/>
                <a:gd name="connsiteX84" fmla="*/ 290326 w 291614"/>
                <a:gd name="connsiteY84" fmla="*/ 4812 h 174166"/>
                <a:gd name="connsiteX85" fmla="*/ 286802 w 291614"/>
                <a:gd name="connsiteY85" fmla="*/ 17766 h 174166"/>
                <a:gd name="connsiteX86" fmla="*/ 286802 w 291614"/>
                <a:gd name="connsiteY86" fmla="*/ 17766 h 174166"/>
                <a:gd name="connsiteX87" fmla="*/ 282039 w 291614"/>
                <a:gd name="connsiteY87" fmla="*/ 19004 h 174166"/>
                <a:gd name="connsiteX88" fmla="*/ 282039 w 291614"/>
                <a:gd name="connsiteY88" fmla="*/ 19004 h 174166"/>
                <a:gd name="connsiteX89" fmla="*/ 273753 w 291614"/>
                <a:gd name="connsiteY89" fmla="*/ 14242 h 174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614" h="174166">
                  <a:moveTo>
                    <a:pt x="1242" y="169404"/>
                  </a:moveTo>
                  <a:cubicBezTo>
                    <a:pt x="-1329" y="164832"/>
                    <a:pt x="195" y="158927"/>
                    <a:pt x="4862" y="156355"/>
                  </a:cubicBezTo>
                  <a:lnTo>
                    <a:pt x="4862" y="156355"/>
                  </a:lnTo>
                  <a:cubicBezTo>
                    <a:pt x="9434" y="153783"/>
                    <a:pt x="15244" y="155402"/>
                    <a:pt x="17816" y="159974"/>
                  </a:cubicBezTo>
                  <a:lnTo>
                    <a:pt x="17816" y="159974"/>
                  </a:lnTo>
                  <a:cubicBezTo>
                    <a:pt x="20388" y="164547"/>
                    <a:pt x="18768" y="170357"/>
                    <a:pt x="14196" y="173024"/>
                  </a:cubicBezTo>
                  <a:lnTo>
                    <a:pt x="14196" y="173024"/>
                  </a:lnTo>
                  <a:cubicBezTo>
                    <a:pt x="12768" y="173786"/>
                    <a:pt x="11148" y="174167"/>
                    <a:pt x="9529" y="174167"/>
                  </a:cubicBezTo>
                  <a:lnTo>
                    <a:pt x="9529" y="174167"/>
                  </a:lnTo>
                  <a:cubicBezTo>
                    <a:pt x="6195" y="174167"/>
                    <a:pt x="2957" y="172452"/>
                    <a:pt x="1242" y="169404"/>
                  </a:cubicBezTo>
                  <a:close/>
                  <a:moveTo>
                    <a:pt x="35342" y="150068"/>
                  </a:moveTo>
                  <a:cubicBezTo>
                    <a:pt x="32770" y="145497"/>
                    <a:pt x="34389" y="139686"/>
                    <a:pt x="38866" y="137019"/>
                  </a:cubicBezTo>
                  <a:lnTo>
                    <a:pt x="38866" y="137019"/>
                  </a:lnTo>
                  <a:cubicBezTo>
                    <a:pt x="43533" y="134448"/>
                    <a:pt x="49344" y="136067"/>
                    <a:pt x="51915" y="140639"/>
                  </a:cubicBezTo>
                  <a:lnTo>
                    <a:pt x="51915" y="140639"/>
                  </a:lnTo>
                  <a:cubicBezTo>
                    <a:pt x="54487" y="145211"/>
                    <a:pt x="52868" y="151021"/>
                    <a:pt x="48296" y="153593"/>
                  </a:cubicBezTo>
                  <a:lnTo>
                    <a:pt x="48296" y="153593"/>
                  </a:lnTo>
                  <a:cubicBezTo>
                    <a:pt x="46867" y="154450"/>
                    <a:pt x="45248" y="154831"/>
                    <a:pt x="43629" y="154831"/>
                  </a:cubicBezTo>
                  <a:lnTo>
                    <a:pt x="43629" y="154831"/>
                  </a:lnTo>
                  <a:cubicBezTo>
                    <a:pt x="40295" y="154831"/>
                    <a:pt x="37056" y="153116"/>
                    <a:pt x="35342" y="150068"/>
                  </a:cubicBezTo>
                  <a:close/>
                  <a:moveTo>
                    <a:pt x="69441" y="130733"/>
                  </a:moveTo>
                  <a:cubicBezTo>
                    <a:pt x="66870" y="126065"/>
                    <a:pt x="68394" y="120350"/>
                    <a:pt x="72966" y="117683"/>
                  </a:cubicBezTo>
                  <a:lnTo>
                    <a:pt x="72966" y="117683"/>
                  </a:lnTo>
                  <a:cubicBezTo>
                    <a:pt x="77538" y="115112"/>
                    <a:pt x="83348" y="116731"/>
                    <a:pt x="85920" y="121303"/>
                  </a:cubicBezTo>
                  <a:lnTo>
                    <a:pt x="85920" y="121303"/>
                  </a:lnTo>
                  <a:cubicBezTo>
                    <a:pt x="88491" y="125875"/>
                    <a:pt x="86872" y="131685"/>
                    <a:pt x="82300" y="134257"/>
                  </a:cubicBezTo>
                  <a:lnTo>
                    <a:pt x="82300" y="134257"/>
                  </a:lnTo>
                  <a:cubicBezTo>
                    <a:pt x="80871" y="135114"/>
                    <a:pt x="79252" y="135495"/>
                    <a:pt x="77633" y="135495"/>
                  </a:cubicBezTo>
                  <a:lnTo>
                    <a:pt x="77633" y="135495"/>
                  </a:lnTo>
                  <a:cubicBezTo>
                    <a:pt x="74299" y="135495"/>
                    <a:pt x="71061" y="133781"/>
                    <a:pt x="69346" y="130733"/>
                  </a:cubicBezTo>
                  <a:close/>
                  <a:moveTo>
                    <a:pt x="103541" y="111302"/>
                  </a:moveTo>
                  <a:cubicBezTo>
                    <a:pt x="100969" y="106730"/>
                    <a:pt x="102493" y="100919"/>
                    <a:pt x="107065" y="98348"/>
                  </a:cubicBezTo>
                  <a:lnTo>
                    <a:pt x="107065" y="98348"/>
                  </a:lnTo>
                  <a:cubicBezTo>
                    <a:pt x="111637" y="95776"/>
                    <a:pt x="117447" y="97395"/>
                    <a:pt x="120114" y="101872"/>
                  </a:cubicBezTo>
                  <a:lnTo>
                    <a:pt x="120114" y="101872"/>
                  </a:lnTo>
                  <a:cubicBezTo>
                    <a:pt x="122686" y="106444"/>
                    <a:pt x="121067" y="112349"/>
                    <a:pt x="116495" y="114921"/>
                  </a:cubicBezTo>
                  <a:lnTo>
                    <a:pt x="116495" y="114921"/>
                  </a:lnTo>
                  <a:cubicBezTo>
                    <a:pt x="115066" y="115778"/>
                    <a:pt x="113447" y="116159"/>
                    <a:pt x="111828" y="116159"/>
                  </a:cubicBezTo>
                  <a:lnTo>
                    <a:pt x="111828" y="116159"/>
                  </a:lnTo>
                  <a:cubicBezTo>
                    <a:pt x="108494" y="116159"/>
                    <a:pt x="105255" y="114445"/>
                    <a:pt x="103541" y="111302"/>
                  </a:cubicBezTo>
                  <a:close/>
                  <a:moveTo>
                    <a:pt x="137545" y="91966"/>
                  </a:moveTo>
                  <a:cubicBezTo>
                    <a:pt x="134973" y="87394"/>
                    <a:pt x="136593" y="81584"/>
                    <a:pt x="141165" y="79012"/>
                  </a:cubicBezTo>
                  <a:lnTo>
                    <a:pt x="141165" y="79012"/>
                  </a:lnTo>
                  <a:cubicBezTo>
                    <a:pt x="145737" y="76345"/>
                    <a:pt x="151547" y="77964"/>
                    <a:pt x="154119" y="82536"/>
                  </a:cubicBezTo>
                  <a:lnTo>
                    <a:pt x="154119" y="82536"/>
                  </a:lnTo>
                  <a:cubicBezTo>
                    <a:pt x="156786" y="87108"/>
                    <a:pt x="155166" y="92918"/>
                    <a:pt x="150594" y="95490"/>
                  </a:cubicBezTo>
                  <a:lnTo>
                    <a:pt x="150594" y="95490"/>
                  </a:lnTo>
                  <a:cubicBezTo>
                    <a:pt x="149070" y="96347"/>
                    <a:pt x="147451" y="96728"/>
                    <a:pt x="145927" y="96728"/>
                  </a:cubicBezTo>
                  <a:lnTo>
                    <a:pt x="145927" y="96728"/>
                  </a:lnTo>
                  <a:cubicBezTo>
                    <a:pt x="142593" y="96728"/>
                    <a:pt x="139355" y="95014"/>
                    <a:pt x="137545" y="91966"/>
                  </a:cubicBezTo>
                  <a:close/>
                  <a:moveTo>
                    <a:pt x="171645" y="72535"/>
                  </a:moveTo>
                  <a:cubicBezTo>
                    <a:pt x="169073" y="67963"/>
                    <a:pt x="170692" y="62153"/>
                    <a:pt x="175264" y="59581"/>
                  </a:cubicBezTo>
                  <a:lnTo>
                    <a:pt x="175264" y="59581"/>
                  </a:lnTo>
                  <a:cubicBezTo>
                    <a:pt x="179836" y="56914"/>
                    <a:pt x="185551" y="58533"/>
                    <a:pt x="188218" y="63105"/>
                  </a:cubicBezTo>
                  <a:lnTo>
                    <a:pt x="188218" y="63105"/>
                  </a:lnTo>
                  <a:cubicBezTo>
                    <a:pt x="190790" y="67677"/>
                    <a:pt x="189171" y="73487"/>
                    <a:pt x="184694" y="76059"/>
                  </a:cubicBezTo>
                  <a:lnTo>
                    <a:pt x="184694" y="76059"/>
                  </a:lnTo>
                  <a:cubicBezTo>
                    <a:pt x="183170" y="76916"/>
                    <a:pt x="181551" y="77393"/>
                    <a:pt x="179931" y="77393"/>
                  </a:cubicBezTo>
                  <a:lnTo>
                    <a:pt x="179931" y="77393"/>
                  </a:lnTo>
                  <a:cubicBezTo>
                    <a:pt x="176598" y="77393"/>
                    <a:pt x="173454" y="75583"/>
                    <a:pt x="171645" y="72535"/>
                  </a:cubicBezTo>
                  <a:close/>
                  <a:moveTo>
                    <a:pt x="205744" y="53104"/>
                  </a:moveTo>
                  <a:cubicBezTo>
                    <a:pt x="203077" y="48532"/>
                    <a:pt x="204696" y="42722"/>
                    <a:pt x="209268" y="40150"/>
                  </a:cubicBezTo>
                  <a:lnTo>
                    <a:pt x="209268" y="40150"/>
                  </a:lnTo>
                  <a:cubicBezTo>
                    <a:pt x="213840" y="37483"/>
                    <a:pt x="219651" y="39102"/>
                    <a:pt x="222222" y="43674"/>
                  </a:cubicBezTo>
                  <a:lnTo>
                    <a:pt x="222222" y="43674"/>
                  </a:lnTo>
                  <a:cubicBezTo>
                    <a:pt x="224889" y="48246"/>
                    <a:pt x="223270" y="54056"/>
                    <a:pt x="218698" y="56628"/>
                  </a:cubicBezTo>
                  <a:lnTo>
                    <a:pt x="218698" y="56628"/>
                  </a:lnTo>
                  <a:cubicBezTo>
                    <a:pt x="217269" y="57485"/>
                    <a:pt x="215650" y="57962"/>
                    <a:pt x="214031" y="57962"/>
                  </a:cubicBezTo>
                  <a:lnTo>
                    <a:pt x="214031" y="57962"/>
                  </a:lnTo>
                  <a:cubicBezTo>
                    <a:pt x="210697" y="57962"/>
                    <a:pt x="207459" y="56152"/>
                    <a:pt x="205744" y="53104"/>
                  </a:cubicBezTo>
                  <a:close/>
                  <a:moveTo>
                    <a:pt x="239748" y="33673"/>
                  </a:moveTo>
                  <a:cubicBezTo>
                    <a:pt x="237177" y="29101"/>
                    <a:pt x="238701" y="23291"/>
                    <a:pt x="243273" y="20719"/>
                  </a:cubicBezTo>
                  <a:lnTo>
                    <a:pt x="243273" y="20719"/>
                  </a:lnTo>
                  <a:cubicBezTo>
                    <a:pt x="247845" y="18052"/>
                    <a:pt x="253655" y="19671"/>
                    <a:pt x="256322" y="24243"/>
                  </a:cubicBezTo>
                  <a:lnTo>
                    <a:pt x="256322" y="24243"/>
                  </a:lnTo>
                  <a:cubicBezTo>
                    <a:pt x="258894" y="28815"/>
                    <a:pt x="257370" y="34625"/>
                    <a:pt x="252798" y="37197"/>
                  </a:cubicBezTo>
                  <a:lnTo>
                    <a:pt x="252798" y="37197"/>
                  </a:lnTo>
                  <a:cubicBezTo>
                    <a:pt x="251274" y="38054"/>
                    <a:pt x="249654" y="38435"/>
                    <a:pt x="248035" y="38435"/>
                  </a:cubicBezTo>
                  <a:lnTo>
                    <a:pt x="248035" y="38435"/>
                  </a:lnTo>
                  <a:cubicBezTo>
                    <a:pt x="244797" y="38435"/>
                    <a:pt x="241558" y="36721"/>
                    <a:pt x="239748" y="33673"/>
                  </a:cubicBezTo>
                  <a:close/>
                  <a:moveTo>
                    <a:pt x="273753" y="14242"/>
                  </a:moveTo>
                  <a:cubicBezTo>
                    <a:pt x="271181" y="9670"/>
                    <a:pt x="272800" y="3860"/>
                    <a:pt x="277372" y="1288"/>
                  </a:cubicBezTo>
                  <a:lnTo>
                    <a:pt x="277372" y="1288"/>
                  </a:lnTo>
                  <a:cubicBezTo>
                    <a:pt x="281944" y="-1379"/>
                    <a:pt x="287754" y="240"/>
                    <a:pt x="290326" y="4812"/>
                  </a:cubicBezTo>
                  <a:lnTo>
                    <a:pt x="290326" y="4812"/>
                  </a:lnTo>
                  <a:cubicBezTo>
                    <a:pt x="292993" y="9289"/>
                    <a:pt x="291374" y="15194"/>
                    <a:pt x="286802" y="17766"/>
                  </a:cubicBezTo>
                  <a:lnTo>
                    <a:pt x="286802" y="17766"/>
                  </a:lnTo>
                  <a:cubicBezTo>
                    <a:pt x="285278" y="18623"/>
                    <a:pt x="283659" y="19004"/>
                    <a:pt x="282039" y="19004"/>
                  </a:cubicBezTo>
                  <a:lnTo>
                    <a:pt x="282039" y="19004"/>
                  </a:lnTo>
                  <a:cubicBezTo>
                    <a:pt x="278801" y="19004"/>
                    <a:pt x="275562" y="17290"/>
                    <a:pt x="273753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38BB1B0-8D35-63C1-2BCD-0D20266BDA35}"/>
                </a:ext>
              </a:extLst>
            </p:cNvPr>
            <p:cNvSpPr/>
            <p:nvPr/>
          </p:nvSpPr>
          <p:spPr>
            <a:xfrm>
              <a:off x="6070562" y="2919409"/>
              <a:ext cx="57253" cy="19052"/>
            </a:xfrm>
            <a:custGeom>
              <a:avLst/>
              <a:gdLst>
                <a:gd name="connsiteX0" fmla="*/ 196 w 57253"/>
                <a:gd name="connsiteY0" fmla="*/ 11432 h 19052"/>
                <a:gd name="connsiteX1" fmla="*/ 7626 w 57253"/>
                <a:gd name="connsiteY1" fmla="*/ 193 h 19052"/>
                <a:gd name="connsiteX2" fmla="*/ 7626 w 57253"/>
                <a:gd name="connsiteY2" fmla="*/ 193 h 19052"/>
                <a:gd name="connsiteX3" fmla="*/ 18770 w 57253"/>
                <a:gd name="connsiteY3" fmla="*/ 7622 h 19052"/>
                <a:gd name="connsiteX4" fmla="*/ 18770 w 57253"/>
                <a:gd name="connsiteY4" fmla="*/ 7622 h 19052"/>
                <a:gd name="connsiteX5" fmla="*/ 11436 w 57253"/>
                <a:gd name="connsiteY5" fmla="*/ 18862 h 19052"/>
                <a:gd name="connsiteX6" fmla="*/ 11436 w 57253"/>
                <a:gd name="connsiteY6" fmla="*/ 18862 h 19052"/>
                <a:gd name="connsiteX7" fmla="*/ 9531 w 57253"/>
                <a:gd name="connsiteY7" fmla="*/ 19052 h 19052"/>
                <a:gd name="connsiteX8" fmla="*/ 9531 w 57253"/>
                <a:gd name="connsiteY8" fmla="*/ 19052 h 19052"/>
                <a:gd name="connsiteX9" fmla="*/ 196 w 57253"/>
                <a:gd name="connsiteY9" fmla="*/ 11432 h 19052"/>
                <a:gd name="connsiteX10" fmla="*/ 45821 w 57253"/>
                <a:gd name="connsiteY10" fmla="*/ 18862 h 19052"/>
                <a:gd name="connsiteX11" fmla="*/ 38392 w 57253"/>
                <a:gd name="connsiteY11" fmla="*/ 7622 h 19052"/>
                <a:gd name="connsiteX12" fmla="*/ 38392 w 57253"/>
                <a:gd name="connsiteY12" fmla="*/ 7622 h 19052"/>
                <a:gd name="connsiteX13" fmla="*/ 49631 w 57253"/>
                <a:gd name="connsiteY13" fmla="*/ 193 h 19052"/>
                <a:gd name="connsiteX14" fmla="*/ 49631 w 57253"/>
                <a:gd name="connsiteY14" fmla="*/ 193 h 19052"/>
                <a:gd name="connsiteX15" fmla="*/ 57061 w 57253"/>
                <a:gd name="connsiteY15" fmla="*/ 11337 h 19052"/>
                <a:gd name="connsiteX16" fmla="*/ 57061 w 57253"/>
                <a:gd name="connsiteY16" fmla="*/ 11337 h 19052"/>
                <a:gd name="connsiteX17" fmla="*/ 47726 w 57253"/>
                <a:gd name="connsiteY17" fmla="*/ 19052 h 19052"/>
                <a:gd name="connsiteX18" fmla="*/ 47726 w 57253"/>
                <a:gd name="connsiteY18" fmla="*/ 19052 h 19052"/>
                <a:gd name="connsiteX19" fmla="*/ 45821 w 57253"/>
                <a:gd name="connsiteY19" fmla="*/ 18862 h 1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253" h="19052">
                  <a:moveTo>
                    <a:pt x="196" y="11432"/>
                  </a:moveTo>
                  <a:cubicBezTo>
                    <a:pt x="-851" y="6289"/>
                    <a:pt x="2387" y="1240"/>
                    <a:pt x="7626" y="193"/>
                  </a:cubicBezTo>
                  <a:lnTo>
                    <a:pt x="7626" y="193"/>
                  </a:lnTo>
                  <a:cubicBezTo>
                    <a:pt x="12769" y="-855"/>
                    <a:pt x="17818" y="2479"/>
                    <a:pt x="18770" y="7622"/>
                  </a:cubicBezTo>
                  <a:lnTo>
                    <a:pt x="18770" y="7622"/>
                  </a:lnTo>
                  <a:cubicBezTo>
                    <a:pt x="19818" y="12766"/>
                    <a:pt x="16579" y="17814"/>
                    <a:pt x="11436" y="18862"/>
                  </a:cubicBezTo>
                  <a:lnTo>
                    <a:pt x="11436" y="18862"/>
                  </a:lnTo>
                  <a:cubicBezTo>
                    <a:pt x="10769" y="19052"/>
                    <a:pt x="10102" y="19052"/>
                    <a:pt x="9531" y="19052"/>
                  </a:cubicBezTo>
                  <a:lnTo>
                    <a:pt x="9531" y="19052"/>
                  </a:lnTo>
                  <a:cubicBezTo>
                    <a:pt x="5054" y="19052"/>
                    <a:pt x="1054" y="16004"/>
                    <a:pt x="196" y="11432"/>
                  </a:cubicBezTo>
                  <a:close/>
                  <a:moveTo>
                    <a:pt x="45821" y="18862"/>
                  </a:moveTo>
                  <a:cubicBezTo>
                    <a:pt x="40678" y="17814"/>
                    <a:pt x="37344" y="12766"/>
                    <a:pt x="38392" y="7622"/>
                  </a:cubicBezTo>
                  <a:lnTo>
                    <a:pt x="38392" y="7622"/>
                  </a:lnTo>
                  <a:cubicBezTo>
                    <a:pt x="39439" y="2479"/>
                    <a:pt x="44488" y="-855"/>
                    <a:pt x="49631" y="193"/>
                  </a:cubicBezTo>
                  <a:lnTo>
                    <a:pt x="49631" y="193"/>
                  </a:lnTo>
                  <a:cubicBezTo>
                    <a:pt x="54775" y="1240"/>
                    <a:pt x="58108" y="6193"/>
                    <a:pt x="57061" y="11337"/>
                  </a:cubicBezTo>
                  <a:lnTo>
                    <a:pt x="57061" y="11337"/>
                  </a:lnTo>
                  <a:cubicBezTo>
                    <a:pt x="56108" y="15909"/>
                    <a:pt x="52203" y="19052"/>
                    <a:pt x="47726" y="19052"/>
                  </a:cubicBezTo>
                  <a:lnTo>
                    <a:pt x="47726" y="19052"/>
                  </a:lnTo>
                  <a:cubicBezTo>
                    <a:pt x="47059" y="19052"/>
                    <a:pt x="46488" y="19052"/>
                    <a:pt x="45821" y="1886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ED5DAC1-FDC5-5D20-F284-D8794B940FF8}"/>
                </a:ext>
              </a:extLst>
            </p:cNvPr>
            <p:cNvSpPr/>
            <p:nvPr/>
          </p:nvSpPr>
          <p:spPr>
            <a:xfrm>
              <a:off x="6178669" y="2953027"/>
              <a:ext cx="293170" cy="176315"/>
            </a:xfrm>
            <a:custGeom>
              <a:avLst/>
              <a:gdLst>
                <a:gd name="connsiteX0" fmla="*/ 278899 w 293170"/>
                <a:gd name="connsiteY0" fmla="*/ 175077 h 176315"/>
                <a:gd name="connsiteX1" fmla="*/ 275375 w 293170"/>
                <a:gd name="connsiteY1" fmla="*/ 162028 h 176315"/>
                <a:gd name="connsiteX2" fmla="*/ 275375 w 293170"/>
                <a:gd name="connsiteY2" fmla="*/ 162028 h 176315"/>
                <a:gd name="connsiteX3" fmla="*/ 288329 w 293170"/>
                <a:gd name="connsiteY3" fmla="*/ 158503 h 176315"/>
                <a:gd name="connsiteX4" fmla="*/ 288329 w 293170"/>
                <a:gd name="connsiteY4" fmla="*/ 158503 h 176315"/>
                <a:gd name="connsiteX5" fmla="*/ 291949 w 293170"/>
                <a:gd name="connsiteY5" fmla="*/ 171553 h 176315"/>
                <a:gd name="connsiteX6" fmla="*/ 291949 w 293170"/>
                <a:gd name="connsiteY6" fmla="*/ 171553 h 176315"/>
                <a:gd name="connsiteX7" fmla="*/ 283662 w 293170"/>
                <a:gd name="connsiteY7" fmla="*/ 176315 h 176315"/>
                <a:gd name="connsiteX8" fmla="*/ 283662 w 293170"/>
                <a:gd name="connsiteY8" fmla="*/ 176315 h 176315"/>
                <a:gd name="connsiteX9" fmla="*/ 278899 w 293170"/>
                <a:gd name="connsiteY9" fmla="*/ 175077 h 176315"/>
                <a:gd name="connsiteX10" fmla="*/ 244609 w 293170"/>
                <a:gd name="connsiteY10" fmla="*/ 155455 h 176315"/>
                <a:gd name="connsiteX11" fmla="*/ 241085 w 293170"/>
                <a:gd name="connsiteY11" fmla="*/ 142406 h 176315"/>
                <a:gd name="connsiteX12" fmla="*/ 241085 w 293170"/>
                <a:gd name="connsiteY12" fmla="*/ 142406 h 176315"/>
                <a:gd name="connsiteX13" fmla="*/ 254039 w 293170"/>
                <a:gd name="connsiteY13" fmla="*/ 138882 h 176315"/>
                <a:gd name="connsiteX14" fmla="*/ 254039 w 293170"/>
                <a:gd name="connsiteY14" fmla="*/ 138882 h 176315"/>
                <a:gd name="connsiteX15" fmla="*/ 257659 w 293170"/>
                <a:gd name="connsiteY15" fmla="*/ 151931 h 176315"/>
                <a:gd name="connsiteX16" fmla="*/ 257659 w 293170"/>
                <a:gd name="connsiteY16" fmla="*/ 151931 h 176315"/>
                <a:gd name="connsiteX17" fmla="*/ 249372 w 293170"/>
                <a:gd name="connsiteY17" fmla="*/ 156694 h 176315"/>
                <a:gd name="connsiteX18" fmla="*/ 249372 w 293170"/>
                <a:gd name="connsiteY18" fmla="*/ 156694 h 176315"/>
                <a:gd name="connsiteX19" fmla="*/ 244609 w 293170"/>
                <a:gd name="connsiteY19" fmla="*/ 155455 h 176315"/>
                <a:gd name="connsiteX20" fmla="*/ 210319 w 293170"/>
                <a:gd name="connsiteY20" fmla="*/ 135739 h 176315"/>
                <a:gd name="connsiteX21" fmla="*/ 210319 w 293170"/>
                <a:gd name="connsiteY21" fmla="*/ 135739 h 176315"/>
                <a:gd name="connsiteX22" fmla="*/ 206795 w 293170"/>
                <a:gd name="connsiteY22" fmla="*/ 122785 h 176315"/>
                <a:gd name="connsiteX23" fmla="*/ 206795 w 293170"/>
                <a:gd name="connsiteY23" fmla="*/ 122785 h 176315"/>
                <a:gd name="connsiteX24" fmla="*/ 219844 w 293170"/>
                <a:gd name="connsiteY24" fmla="*/ 119260 h 176315"/>
                <a:gd name="connsiteX25" fmla="*/ 219844 w 293170"/>
                <a:gd name="connsiteY25" fmla="*/ 119260 h 176315"/>
                <a:gd name="connsiteX26" fmla="*/ 223369 w 293170"/>
                <a:gd name="connsiteY26" fmla="*/ 132214 h 176315"/>
                <a:gd name="connsiteX27" fmla="*/ 223369 w 293170"/>
                <a:gd name="connsiteY27" fmla="*/ 132214 h 176315"/>
                <a:gd name="connsiteX28" fmla="*/ 215082 w 293170"/>
                <a:gd name="connsiteY28" fmla="*/ 137072 h 176315"/>
                <a:gd name="connsiteX29" fmla="*/ 215082 w 293170"/>
                <a:gd name="connsiteY29" fmla="*/ 137072 h 176315"/>
                <a:gd name="connsiteX30" fmla="*/ 210319 w 293170"/>
                <a:gd name="connsiteY30" fmla="*/ 135739 h 176315"/>
                <a:gd name="connsiteX31" fmla="*/ 176125 w 293170"/>
                <a:gd name="connsiteY31" fmla="*/ 116117 h 176315"/>
                <a:gd name="connsiteX32" fmla="*/ 176029 w 293170"/>
                <a:gd name="connsiteY32" fmla="*/ 116117 h 176315"/>
                <a:gd name="connsiteX33" fmla="*/ 172505 w 293170"/>
                <a:gd name="connsiteY33" fmla="*/ 103163 h 176315"/>
                <a:gd name="connsiteX34" fmla="*/ 172505 w 293170"/>
                <a:gd name="connsiteY34" fmla="*/ 103163 h 176315"/>
                <a:gd name="connsiteX35" fmla="*/ 185554 w 293170"/>
                <a:gd name="connsiteY35" fmla="*/ 99544 h 176315"/>
                <a:gd name="connsiteX36" fmla="*/ 185554 w 293170"/>
                <a:gd name="connsiteY36" fmla="*/ 99544 h 176315"/>
                <a:gd name="connsiteX37" fmla="*/ 189079 w 293170"/>
                <a:gd name="connsiteY37" fmla="*/ 112593 h 176315"/>
                <a:gd name="connsiteX38" fmla="*/ 189079 w 293170"/>
                <a:gd name="connsiteY38" fmla="*/ 112593 h 176315"/>
                <a:gd name="connsiteX39" fmla="*/ 180792 w 293170"/>
                <a:gd name="connsiteY39" fmla="*/ 117355 h 176315"/>
                <a:gd name="connsiteX40" fmla="*/ 180792 w 293170"/>
                <a:gd name="connsiteY40" fmla="*/ 117355 h 176315"/>
                <a:gd name="connsiteX41" fmla="*/ 176125 w 293170"/>
                <a:gd name="connsiteY41" fmla="*/ 116117 h 176315"/>
                <a:gd name="connsiteX42" fmla="*/ 141835 w 293170"/>
                <a:gd name="connsiteY42" fmla="*/ 96496 h 176315"/>
                <a:gd name="connsiteX43" fmla="*/ 138310 w 293170"/>
                <a:gd name="connsiteY43" fmla="*/ 83446 h 176315"/>
                <a:gd name="connsiteX44" fmla="*/ 138310 w 293170"/>
                <a:gd name="connsiteY44" fmla="*/ 83446 h 176315"/>
                <a:gd name="connsiteX45" fmla="*/ 151264 w 293170"/>
                <a:gd name="connsiteY45" fmla="*/ 79922 h 176315"/>
                <a:gd name="connsiteX46" fmla="*/ 151264 w 293170"/>
                <a:gd name="connsiteY46" fmla="*/ 79922 h 176315"/>
                <a:gd name="connsiteX47" fmla="*/ 154789 w 293170"/>
                <a:gd name="connsiteY47" fmla="*/ 92971 h 176315"/>
                <a:gd name="connsiteX48" fmla="*/ 154789 w 293170"/>
                <a:gd name="connsiteY48" fmla="*/ 92971 h 176315"/>
                <a:gd name="connsiteX49" fmla="*/ 146502 w 293170"/>
                <a:gd name="connsiteY49" fmla="*/ 97734 h 176315"/>
                <a:gd name="connsiteX50" fmla="*/ 146502 w 293170"/>
                <a:gd name="connsiteY50" fmla="*/ 97734 h 176315"/>
                <a:gd name="connsiteX51" fmla="*/ 141835 w 293170"/>
                <a:gd name="connsiteY51" fmla="*/ 96496 h 176315"/>
                <a:gd name="connsiteX52" fmla="*/ 107545 w 293170"/>
                <a:gd name="connsiteY52" fmla="*/ 76779 h 176315"/>
                <a:gd name="connsiteX53" fmla="*/ 104020 w 293170"/>
                <a:gd name="connsiteY53" fmla="*/ 63825 h 176315"/>
                <a:gd name="connsiteX54" fmla="*/ 104020 w 293170"/>
                <a:gd name="connsiteY54" fmla="*/ 63825 h 176315"/>
                <a:gd name="connsiteX55" fmla="*/ 116974 w 293170"/>
                <a:gd name="connsiteY55" fmla="*/ 60301 h 176315"/>
                <a:gd name="connsiteX56" fmla="*/ 116974 w 293170"/>
                <a:gd name="connsiteY56" fmla="*/ 60301 h 176315"/>
                <a:gd name="connsiteX57" fmla="*/ 120499 w 293170"/>
                <a:gd name="connsiteY57" fmla="*/ 73255 h 176315"/>
                <a:gd name="connsiteX58" fmla="*/ 120499 w 293170"/>
                <a:gd name="connsiteY58" fmla="*/ 73255 h 176315"/>
                <a:gd name="connsiteX59" fmla="*/ 112307 w 293170"/>
                <a:gd name="connsiteY59" fmla="*/ 78112 h 176315"/>
                <a:gd name="connsiteX60" fmla="*/ 112307 w 293170"/>
                <a:gd name="connsiteY60" fmla="*/ 78112 h 176315"/>
                <a:gd name="connsiteX61" fmla="*/ 107545 w 293170"/>
                <a:gd name="connsiteY61" fmla="*/ 76779 h 176315"/>
                <a:gd name="connsiteX62" fmla="*/ 73255 w 293170"/>
                <a:gd name="connsiteY62" fmla="*/ 57157 h 176315"/>
                <a:gd name="connsiteX63" fmla="*/ 69730 w 293170"/>
                <a:gd name="connsiteY63" fmla="*/ 44108 h 176315"/>
                <a:gd name="connsiteX64" fmla="*/ 69730 w 293170"/>
                <a:gd name="connsiteY64" fmla="*/ 44108 h 176315"/>
                <a:gd name="connsiteX65" fmla="*/ 82780 w 293170"/>
                <a:gd name="connsiteY65" fmla="*/ 40679 h 176315"/>
                <a:gd name="connsiteX66" fmla="*/ 82780 w 293170"/>
                <a:gd name="connsiteY66" fmla="*/ 40679 h 176315"/>
                <a:gd name="connsiteX67" fmla="*/ 86304 w 293170"/>
                <a:gd name="connsiteY67" fmla="*/ 53633 h 176315"/>
                <a:gd name="connsiteX68" fmla="*/ 86304 w 293170"/>
                <a:gd name="connsiteY68" fmla="*/ 53633 h 176315"/>
                <a:gd name="connsiteX69" fmla="*/ 78017 w 293170"/>
                <a:gd name="connsiteY69" fmla="*/ 58396 h 176315"/>
                <a:gd name="connsiteX70" fmla="*/ 78017 w 293170"/>
                <a:gd name="connsiteY70" fmla="*/ 58396 h 176315"/>
                <a:gd name="connsiteX71" fmla="*/ 73255 w 293170"/>
                <a:gd name="connsiteY71" fmla="*/ 57157 h 176315"/>
                <a:gd name="connsiteX72" fmla="*/ 39060 w 293170"/>
                <a:gd name="connsiteY72" fmla="*/ 37441 h 176315"/>
                <a:gd name="connsiteX73" fmla="*/ 35536 w 293170"/>
                <a:gd name="connsiteY73" fmla="*/ 24487 h 176315"/>
                <a:gd name="connsiteX74" fmla="*/ 35536 w 293170"/>
                <a:gd name="connsiteY74" fmla="*/ 24487 h 176315"/>
                <a:gd name="connsiteX75" fmla="*/ 48490 w 293170"/>
                <a:gd name="connsiteY75" fmla="*/ 20962 h 176315"/>
                <a:gd name="connsiteX76" fmla="*/ 48490 w 293170"/>
                <a:gd name="connsiteY76" fmla="*/ 20962 h 176315"/>
                <a:gd name="connsiteX77" fmla="*/ 52014 w 293170"/>
                <a:gd name="connsiteY77" fmla="*/ 33916 h 176315"/>
                <a:gd name="connsiteX78" fmla="*/ 52014 w 293170"/>
                <a:gd name="connsiteY78" fmla="*/ 33916 h 176315"/>
                <a:gd name="connsiteX79" fmla="*/ 43727 w 293170"/>
                <a:gd name="connsiteY79" fmla="*/ 38774 h 176315"/>
                <a:gd name="connsiteX80" fmla="*/ 43727 w 293170"/>
                <a:gd name="connsiteY80" fmla="*/ 38774 h 176315"/>
                <a:gd name="connsiteX81" fmla="*/ 39060 w 293170"/>
                <a:gd name="connsiteY81" fmla="*/ 37441 h 176315"/>
                <a:gd name="connsiteX82" fmla="*/ 4770 w 293170"/>
                <a:gd name="connsiteY82" fmla="*/ 17724 h 176315"/>
                <a:gd name="connsiteX83" fmla="*/ 4770 w 293170"/>
                <a:gd name="connsiteY83" fmla="*/ 17724 h 176315"/>
                <a:gd name="connsiteX84" fmla="*/ 1246 w 293170"/>
                <a:gd name="connsiteY84" fmla="*/ 4770 h 176315"/>
                <a:gd name="connsiteX85" fmla="*/ 1246 w 293170"/>
                <a:gd name="connsiteY85" fmla="*/ 4770 h 176315"/>
                <a:gd name="connsiteX86" fmla="*/ 14295 w 293170"/>
                <a:gd name="connsiteY86" fmla="*/ 1246 h 176315"/>
                <a:gd name="connsiteX87" fmla="*/ 14295 w 293170"/>
                <a:gd name="connsiteY87" fmla="*/ 1246 h 176315"/>
                <a:gd name="connsiteX88" fmla="*/ 17819 w 293170"/>
                <a:gd name="connsiteY88" fmla="*/ 14295 h 176315"/>
                <a:gd name="connsiteX89" fmla="*/ 17819 w 293170"/>
                <a:gd name="connsiteY89" fmla="*/ 14295 h 176315"/>
                <a:gd name="connsiteX90" fmla="*/ 9532 w 293170"/>
                <a:gd name="connsiteY90" fmla="*/ 19057 h 176315"/>
                <a:gd name="connsiteX91" fmla="*/ 9532 w 293170"/>
                <a:gd name="connsiteY91" fmla="*/ 19057 h 176315"/>
                <a:gd name="connsiteX92" fmla="*/ 4770 w 293170"/>
                <a:gd name="connsiteY92" fmla="*/ 17724 h 176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93170" h="176315">
                  <a:moveTo>
                    <a:pt x="278899" y="175077"/>
                  </a:moveTo>
                  <a:cubicBezTo>
                    <a:pt x="274327" y="172410"/>
                    <a:pt x="272708" y="166600"/>
                    <a:pt x="275375" y="162028"/>
                  </a:cubicBezTo>
                  <a:lnTo>
                    <a:pt x="275375" y="162028"/>
                  </a:lnTo>
                  <a:cubicBezTo>
                    <a:pt x="277947" y="157456"/>
                    <a:pt x="283757" y="155932"/>
                    <a:pt x="288329" y="158503"/>
                  </a:cubicBezTo>
                  <a:lnTo>
                    <a:pt x="288329" y="158503"/>
                  </a:lnTo>
                  <a:cubicBezTo>
                    <a:pt x="292901" y="161170"/>
                    <a:pt x="294520" y="166981"/>
                    <a:pt x="291949" y="171553"/>
                  </a:cubicBezTo>
                  <a:lnTo>
                    <a:pt x="291949" y="171553"/>
                  </a:lnTo>
                  <a:cubicBezTo>
                    <a:pt x="290139" y="174601"/>
                    <a:pt x="286900" y="176315"/>
                    <a:pt x="283662" y="176315"/>
                  </a:cubicBezTo>
                  <a:lnTo>
                    <a:pt x="283662" y="176315"/>
                  </a:lnTo>
                  <a:cubicBezTo>
                    <a:pt x="282043" y="176315"/>
                    <a:pt x="280423" y="175934"/>
                    <a:pt x="278899" y="175077"/>
                  </a:cubicBezTo>
                  <a:close/>
                  <a:moveTo>
                    <a:pt x="244609" y="155455"/>
                  </a:moveTo>
                  <a:cubicBezTo>
                    <a:pt x="240037" y="152788"/>
                    <a:pt x="238513" y="146978"/>
                    <a:pt x="241085" y="142406"/>
                  </a:cubicBezTo>
                  <a:lnTo>
                    <a:pt x="241085" y="142406"/>
                  </a:lnTo>
                  <a:cubicBezTo>
                    <a:pt x="243752" y="137834"/>
                    <a:pt x="249562" y="136215"/>
                    <a:pt x="254039" y="138882"/>
                  </a:cubicBezTo>
                  <a:lnTo>
                    <a:pt x="254039" y="138882"/>
                  </a:lnTo>
                  <a:cubicBezTo>
                    <a:pt x="258611" y="141454"/>
                    <a:pt x="260230" y="147359"/>
                    <a:pt x="257659" y="151931"/>
                  </a:cubicBezTo>
                  <a:lnTo>
                    <a:pt x="257659" y="151931"/>
                  </a:lnTo>
                  <a:cubicBezTo>
                    <a:pt x="255849" y="154979"/>
                    <a:pt x="252706" y="156694"/>
                    <a:pt x="249372" y="156694"/>
                  </a:cubicBezTo>
                  <a:lnTo>
                    <a:pt x="249372" y="156694"/>
                  </a:lnTo>
                  <a:cubicBezTo>
                    <a:pt x="247753" y="156694"/>
                    <a:pt x="246133" y="156217"/>
                    <a:pt x="244609" y="155455"/>
                  </a:cubicBezTo>
                  <a:close/>
                  <a:moveTo>
                    <a:pt x="210319" y="135739"/>
                  </a:moveTo>
                  <a:lnTo>
                    <a:pt x="210319" y="135739"/>
                  </a:lnTo>
                  <a:cubicBezTo>
                    <a:pt x="205747" y="133167"/>
                    <a:pt x="204223" y="127357"/>
                    <a:pt x="206795" y="122785"/>
                  </a:cubicBezTo>
                  <a:lnTo>
                    <a:pt x="206795" y="122785"/>
                  </a:lnTo>
                  <a:cubicBezTo>
                    <a:pt x="209462" y="118213"/>
                    <a:pt x="215272" y="116593"/>
                    <a:pt x="219844" y="119260"/>
                  </a:cubicBezTo>
                  <a:lnTo>
                    <a:pt x="219844" y="119260"/>
                  </a:lnTo>
                  <a:cubicBezTo>
                    <a:pt x="224416" y="121927"/>
                    <a:pt x="225940" y="127642"/>
                    <a:pt x="223369" y="132214"/>
                  </a:cubicBezTo>
                  <a:lnTo>
                    <a:pt x="223369" y="132214"/>
                  </a:lnTo>
                  <a:cubicBezTo>
                    <a:pt x="221559" y="135358"/>
                    <a:pt x="218416" y="137072"/>
                    <a:pt x="215082" y="137072"/>
                  </a:cubicBezTo>
                  <a:lnTo>
                    <a:pt x="215082" y="137072"/>
                  </a:lnTo>
                  <a:cubicBezTo>
                    <a:pt x="213463" y="137072"/>
                    <a:pt x="211843" y="136596"/>
                    <a:pt x="210319" y="135739"/>
                  </a:cubicBezTo>
                  <a:close/>
                  <a:moveTo>
                    <a:pt x="176125" y="116117"/>
                  </a:moveTo>
                  <a:lnTo>
                    <a:pt x="176029" y="116117"/>
                  </a:lnTo>
                  <a:cubicBezTo>
                    <a:pt x="171457" y="113545"/>
                    <a:pt x="169933" y="107640"/>
                    <a:pt x="172505" y="103163"/>
                  </a:cubicBezTo>
                  <a:lnTo>
                    <a:pt x="172505" y="103163"/>
                  </a:lnTo>
                  <a:cubicBezTo>
                    <a:pt x="175172" y="98591"/>
                    <a:pt x="180982" y="96972"/>
                    <a:pt x="185554" y="99544"/>
                  </a:cubicBezTo>
                  <a:lnTo>
                    <a:pt x="185554" y="99544"/>
                  </a:lnTo>
                  <a:cubicBezTo>
                    <a:pt x="190126" y="102211"/>
                    <a:pt x="191650" y="108021"/>
                    <a:pt x="189079" y="112593"/>
                  </a:cubicBezTo>
                  <a:lnTo>
                    <a:pt x="189079" y="112593"/>
                  </a:lnTo>
                  <a:cubicBezTo>
                    <a:pt x="187269" y="115641"/>
                    <a:pt x="184126" y="117355"/>
                    <a:pt x="180792" y="117355"/>
                  </a:cubicBezTo>
                  <a:lnTo>
                    <a:pt x="180792" y="117355"/>
                  </a:lnTo>
                  <a:cubicBezTo>
                    <a:pt x="179173" y="117355"/>
                    <a:pt x="177553" y="116974"/>
                    <a:pt x="176125" y="116117"/>
                  </a:cubicBezTo>
                  <a:close/>
                  <a:moveTo>
                    <a:pt x="141835" y="96496"/>
                  </a:moveTo>
                  <a:cubicBezTo>
                    <a:pt x="137263" y="93829"/>
                    <a:pt x="135643" y="88018"/>
                    <a:pt x="138310" y="83446"/>
                  </a:cubicBezTo>
                  <a:lnTo>
                    <a:pt x="138310" y="83446"/>
                  </a:lnTo>
                  <a:cubicBezTo>
                    <a:pt x="140882" y="78874"/>
                    <a:pt x="146692" y="77350"/>
                    <a:pt x="151264" y="79922"/>
                  </a:cubicBezTo>
                  <a:lnTo>
                    <a:pt x="151264" y="79922"/>
                  </a:lnTo>
                  <a:cubicBezTo>
                    <a:pt x="155836" y="82589"/>
                    <a:pt x="157456" y="88399"/>
                    <a:pt x="154789" y="92971"/>
                  </a:cubicBezTo>
                  <a:lnTo>
                    <a:pt x="154789" y="92971"/>
                  </a:lnTo>
                  <a:cubicBezTo>
                    <a:pt x="153074" y="96019"/>
                    <a:pt x="149836" y="97734"/>
                    <a:pt x="146502" y="97734"/>
                  </a:cubicBezTo>
                  <a:lnTo>
                    <a:pt x="146502" y="97734"/>
                  </a:lnTo>
                  <a:cubicBezTo>
                    <a:pt x="144883" y="97734"/>
                    <a:pt x="143263" y="97353"/>
                    <a:pt x="141835" y="96496"/>
                  </a:cubicBezTo>
                  <a:close/>
                  <a:moveTo>
                    <a:pt x="107545" y="76779"/>
                  </a:moveTo>
                  <a:cubicBezTo>
                    <a:pt x="102973" y="74207"/>
                    <a:pt x="101449" y="68397"/>
                    <a:pt x="104020" y="63825"/>
                  </a:cubicBezTo>
                  <a:lnTo>
                    <a:pt x="104020" y="63825"/>
                  </a:lnTo>
                  <a:cubicBezTo>
                    <a:pt x="106687" y="59253"/>
                    <a:pt x="112498" y="57634"/>
                    <a:pt x="116974" y="60301"/>
                  </a:cubicBezTo>
                  <a:lnTo>
                    <a:pt x="116974" y="60301"/>
                  </a:lnTo>
                  <a:cubicBezTo>
                    <a:pt x="121546" y="62872"/>
                    <a:pt x="123166" y="68778"/>
                    <a:pt x="120499" y="73255"/>
                  </a:cubicBezTo>
                  <a:lnTo>
                    <a:pt x="120499" y="73255"/>
                  </a:lnTo>
                  <a:cubicBezTo>
                    <a:pt x="118784" y="76398"/>
                    <a:pt x="115546" y="78112"/>
                    <a:pt x="112307" y="78112"/>
                  </a:cubicBezTo>
                  <a:lnTo>
                    <a:pt x="112307" y="78112"/>
                  </a:lnTo>
                  <a:cubicBezTo>
                    <a:pt x="110688" y="78112"/>
                    <a:pt x="109069" y="77636"/>
                    <a:pt x="107545" y="76779"/>
                  </a:cubicBezTo>
                  <a:close/>
                  <a:moveTo>
                    <a:pt x="73255" y="57157"/>
                  </a:moveTo>
                  <a:cubicBezTo>
                    <a:pt x="68683" y="54490"/>
                    <a:pt x="67159" y="48680"/>
                    <a:pt x="69730" y="44108"/>
                  </a:cubicBezTo>
                  <a:lnTo>
                    <a:pt x="69730" y="44108"/>
                  </a:lnTo>
                  <a:cubicBezTo>
                    <a:pt x="72397" y="39536"/>
                    <a:pt x="78208" y="38012"/>
                    <a:pt x="82780" y="40679"/>
                  </a:cubicBezTo>
                  <a:lnTo>
                    <a:pt x="82780" y="40679"/>
                  </a:lnTo>
                  <a:cubicBezTo>
                    <a:pt x="87352" y="43251"/>
                    <a:pt x="88876" y="49061"/>
                    <a:pt x="86304" y="53633"/>
                  </a:cubicBezTo>
                  <a:lnTo>
                    <a:pt x="86304" y="53633"/>
                  </a:lnTo>
                  <a:cubicBezTo>
                    <a:pt x="84494" y="56681"/>
                    <a:pt x="81351" y="58396"/>
                    <a:pt x="78017" y="58396"/>
                  </a:cubicBezTo>
                  <a:lnTo>
                    <a:pt x="78017" y="58396"/>
                  </a:lnTo>
                  <a:cubicBezTo>
                    <a:pt x="76398" y="58396"/>
                    <a:pt x="74779" y="58015"/>
                    <a:pt x="73255" y="57157"/>
                  </a:cubicBezTo>
                  <a:close/>
                  <a:moveTo>
                    <a:pt x="39060" y="37441"/>
                  </a:moveTo>
                  <a:cubicBezTo>
                    <a:pt x="34488" y="34869"/>
                    <a:pt x="32869" y="28963"/>
                    <a:pt x="35536" y="24487"/>
                  </a:cubicBezTo>
                  <a:lnTo>
                    <a:pt x="35536" y="24487"/>
                  </a:lnTo>
                  <a:cubicBezTo>
                    <a:pt x="38203" y="19915"/>
                    <a:pt x="43918" y="18295"/>
                    <a:pt x="48490" y="20962"/>
                  </a:cubicBezTo>
                  <a:lnTo>
                    <a:pt x="48490" y="20962"/>
                  </a:lnTo>
                  <a:cubicBezTo>
                    <a:pt x="53062" y="23534"/>
                    <a:pt x="54681" y="29344"/>
                    <a:pt x="52014" y="33916"/>
                  </a:cubicBezTo>
                  <a:lnTo>
                    <a:pt x="52014" y="33916"/>
                  </a:lnTo>
                  <a:cubicBezTo>
                    <a:pt x="50299" y="36964"/>
                    <a:pt x="47061" y="38774"/>
                    <a:pt x="43727" y="38774"/>
                  </a:cubicBezTo>
                  <a:lnTo>
                    <a:pt x="43727" y="38774"/>
                  </a:lnTo>
                  <a:cubicBezTo>
                    <a:pt x="42108" y="38774"/>
                    <a:pt x="40489" y="38298"/>
                    <a:pt x="39060" y="37441"/>
                  </a:cubicBezTo>
                  <a:close/>
                  <a:moveTo>
                    <a:pt x="4770" y="17724"/>
                  </a:moveTo>
                  <a:lnTo>
                    <a:pt x="4770" y="17724"/>
                  </a:lnTo>
                  <a:cubicBezTo>
                    <a:pt x="198" y="15152"/>
                    <a:pt x="-1326" y="9342"/>
                    <a:pt x="1246" y="4770"/>
                  </a:cubicBezTo>
                  <a:lnTo>
                    <a:pt x="1246" y="4770"/>
                  </a:lnTo>
                  <a:cubicBezTo>
                    <a:pt x="3913" y="198"/>
                    <a:pt x="9723" y="-1326"/>
                    <a:pt x="14295" y="1246"/>
                  </a:cubicBezTo>
                  <a:lnTo>
                    <a:pt x="14295" y="1246"/>
                  </a:lnTo>
                  <a:cubicBezTo>
                    <a:pt x="18867" y="3817"/>
                    <a:pt x="20391" y="9723"/>
                    <a:pt x="17819" y="14295"/>
                  </a:cubicBezTo>
                  <a:lnTo>
                    <a:pt x="17819" y="14295"/>
                  </a:lnTo>
                  <a:cubicBezTo>
                    <a:pt x="16009" y="17343"/>
                    <a:pt x="12866" y="19057"/>
                    <a:pt x="9532" y="19057"/>
                  </a:cubicBezTo>
                  <a:lnTo>
                    <a:pt x="9532" y="19057"/>
                  </a:lnTo>
                  <a:cubicBezTo>
                    <a:pt x="7913" y="19057"/>
                    <a:pt x="6294" y="18581"/>
                    <a:pt x="4770" y="177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A9D1E46-125D-0CFA-F8A2-771B6FE42EA1}"/>
                </a:ext>
              </a:extLst>
            </p:cNvPr>
            <p:cNvSpPr/>
            <p:nvPr/>
          </p:nvSpPr>
          <p:spPr>
            <a:xfrm>
              <a:off x="6514663" y="3151957"/>
              <a:ext cx="36637" cy="49585"/>
            </a:xfrm>
            <a:custGeom>
              <a:avLst/>
              <a:gdLst>
                <a:gd name="connsiteX0" fmla="*/ 18153 w 36637"/>
                <a:gd name="connsiteY0" fmla="*/ 43108 h 49585"/>
                <a:gd name="connsiteX1" fmla="*/ 24058 w 36637"/>
                <a:gd name="connsiteY1" fmla="*/ 31012 h 49585"/>
                <a:gd name="connsiteX2" fmla="*/ 24058 w 36637"/>
                <a:gd name="connsiteY2" fmla="*/ 31012 h 49585"/>
                <a:gd name="connsiteX3" fmla="*/ 36155 w 36637"/>
                <a:gd name="connsiteY3" fmla="*/ 37012 h 49585"/>
                <a:gd name="connsiteX4" fmla="*/ 36155 w 36637"/>
                <a:gd name="connsiteY4" fmla="*/ 37012 h 49585"/>
                <a:gd name="connsiteX5" fmla="*/ 30154 w 36637"/>
                <a:gd name="connsiteY5" fmla="*/ 49014 h 49585"/>
                <a:gd name="connsiteX6" fmla="*/ 30154 w 36637"/>
                <a:gd name="connsiteY6" fmla="*/ 49014 h 49585"/>
                <a:gd name="connsiteX7" fmla="*/ 27106 w 36637"/>
                <a:gd name="connsiteY7" fmla="*/ 49585 h 49585"/>
                <a:gd name="connsiteX8" fmla="*/ 27106 w 36637"/>
                <a:gd name="connsiteY8" fmla="*/ 49585 h 49585"/>
                <a:gd name="connsiteX9" fmla="*/ 18153 w 36637"/>
                <a:gd name="connsiteY9" fmla="*/ 43108 h 49585"/>
                <a:gd name="connsiteX10" fmla="*/ 2341 w 36637"/>
                <a:gd name="connsiteY10" fmla="*/ 15867 h 49585"/>
                <a:gd name="connsiteX11" fmla="*/ 3199 w 36637"/>
                <a:gd name="connsiteY11" fmla="*/ 2341 h 49585"/>
                <a:gd name="connsiteX12" fmla="*/ 3199 w 36637"/>
                <a:gd name="connsiteY12" fmla="*/ 2341 h 49585"/>
                <a:gd name="connsiteX13" fmla="*/ 16629 w 36637"/>
                <a:gd name="connsiteY13" fmla="*/ 3199 h 49585"/>
                <a:gd name="connsiteX14" fmla="*/ 16629 w 36637"/>
                <a:gd name="connsiteY14" fmla="*/ 3199 h 49585"/>
                <a:gd name="connsiteX15" fmla="*/ 15772 w 36637"/>
                <a:gd name="connsiteY15" fmla="*/ 16724 h 49585"/>
                <a:gd name="connsiteX16" fmla="*/ 15772 w 36637"/>
                <a:gd name="connsiteY16" fmla="*/ 16724 h 49585"/>
                <a:gd name="connsiteX17" fmla="*/ 9485 w 36637"/>
                <a:gd name="connsiteY17" fmla="*/ 19010 h 49585"/>
                <a:gd name="connsiteX18" fmla="*/ 9485 w 36637"/>
                <a:gd name="connsiteY18" fmla="*/ 19010 h 49585"/>
                <a:gd name="connsiteX19" fmla="*/ 2341 w 36637"/>
                <a:gd name="connsiteY19" fmla="*/ 15867 h 4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637" h="49585">
                  <a:moveTo>
                    <a:pt x="18153" y="43108"/>
                  </a:moveTo>
                  <a:cubicBezTo>
                    <a:pt x="16438" y="38060"/>
                    <a:pt x="19105" y="32726"/>
                    <a:pt x="24058" y="31012"/>
                  </a:cubicBezTo>
                  <a:lnTo>
                    <a:pt x="24058" y="31012"/>
                  </a:lnTo>
                  <a:cubicBezTo>
                    <a:pt x="29011" y="29297"/>
                    <a:pt x="34536" y="32059"/>
                    <a:pt x="36155" y="37012"/>
                  </a:cubicBezTo>
                  <a:lnTo>
                    <a:pt x="36155" y="37012"/>
                  </a:lnTo>
                  <a:cubicBezTo>
                    <a:pt x="37774" y="41965"/>
                    <a:pt x="35203" y="47395"/>
                    <a:pt x="30154" y="49014"/>
                  </a:cubicBezTo>
                  <a:lnTo>
                    <a:pt x="30154" y="49014"/>
                  </a:lnTo>
                  <a:cubicBezTo>
                    <a:pt x="29202" y="49395"/>
                    <a:pt x="28154" y="49585"/>
                    <a:pt x="27106" y="49585"/>
                  </a:cubicBezTo>
                  <a:lnTo>
                    <a:pt x="27106" y="49585"/>
                  </a:lnTo>
                  <a:cubicBezTo>
                    <a:pt x="23201" y="49585"/>
                    <a:pt x="19486" y="47014"/>
                    <a:pt x="18153" y="43108"/>
                  </a:cubicBezTo>
                  <a:close/>
                  <a:moveTo>
                    <a:pt x="2341" y="15867"/>
                  </a:moveTo>
                  <a:cubicBezTo>
                    <a:pt x="-1088" y="11866"/>
                    <a:pt x="-707" y="5866"/>
                    <a:pt x="3199" y="2341"/>
                  </a:cubicBezTo>
                  <a:lnTo>
                    <a:pt x="3199" y="2341"/>
                  </a:lnTo>
                  <a:cubicBezTo>
                    <a:pt x="7104" y="-1088"/>
                    <a:pt x="13105" y="-707"/>
                    <a:pt x="16629" y="3199"/>
                  </a:cubicBezTo>
                  <a:lnTo>
                    <a:pt x="16629" y="3199"/>
                  </a:lnTo>
                  <a:cubicBezTo>
                    <a:pt x="20153" y="7199"/>
                    <a:pt x="19772" y="13200"/>
                    <a:pt x="15772" y="16724"/>
                  </a:cubicBezTo>
                  <a:lnTo>
                    <a:pt x="15772" y="16724"/>
                  </a:lnTo>
                  <a:cubicBezTo>
                    <a:pt x="13962" y="18248"/>
                    <a:pt x="11771" y="19010"/>
                    <a:pt x="9485" y="19010"/>
                  </a:cubicBezTo>
                  <a:lnTo>
                    <a:pt x="9485" y="19010"/>
                  </a:lnTo>
                  <a:cubicBezTo>
                    <a:pt x="6818" y="19010"/>
                    <a:pt x="4246" y="17962"/>
                    <a:pt x="2341" y="158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A042FB5-DD9D-A07F-A406-EEAE1DB356F6}"/>
                </a:ext>
              </a:extLst>
            </p:cNvPr>
            <p:cNvSpPr/>
            <p:nvPr/>
          </p:nvSpPr>
          <p:spPr>
            <a:xfrm>
              <a:off x="6537674" y="3257358"/>
              <a:ext cx="19145" cy="138874"/>
            </a:xfrm>
            <a:custGeom>
              <a:avLst/>
              <a:gdLst>
                <a:gd name="connsiteX0" fmla="*/ 0 w 19145"/>
                <a:gd name="connsiteY0" fmla="*/ 129350 h 138874"/>
                <a:gd name="connsiteX1" fmla="*/ 9525 w 19145"/>
                <a:gd name="connsiteY1" fmla="*/ 119825 h 138874"/>
                <a:gd name="connsiteX2" fmla="*/ 9525 w 19145"/>
                <a:gd name="connsiteY2" fmla="*/ 119825 h 138874"/>
                <a:gd name="connsiteX3" fmla="*/ 19050 w 19145"/>
                <a:gd name="connsiteY3" fmla="*/ 129350 h 138874"/>
                <a:gd name="connsiteX4" fmla="*/ 19050 w 19145"/>
                <a:gd name="connsiteY4" fmla="*/ 129350 h 138874"/>
                <a:gd name="connsiteX5" fmla="*/ 9525 w 19145"/>
                <a:gd name="connsiteY5" fmla="*/ 138875 h 138874"/>
                <a:gd name="connsiteX6" fmla="*/ 9525 w 19145"/>
                <a:gd name="connsiteY6" fmla="*/ 138875 h 138874"/>
                <a:gd name="connsiteX7" fmla="*/ 0 w 19145"/>
                <a:gd name="connsiteY7" fmla="*/ 129350 h 138874"/>
                <a:gd name="connsiteX8" fmla="*/ 0 w 19145"/>
                <a:gd name="connsiteY8" fmla="*/ 89440 h 138874"/>
                <a:gd name="connsiteX9" fmla="*/ 9620 w 19145"/>
                <a:gd name="connsiteY9" fmla="*/ 79915 h 138874"/>
                <a:gd name="connsiteX10" fmla="*/ 9620 w 19145"/>
                <a:gd name="connsiteY10" fmla="*/ 79915 h 138874"/>
                <a:gd name="connsiteX11" fmla="*/ 19050 w 19145"/>
                <a:gd name="connsiteY11" fmla="*/ 89440 h 138874"/>
                <a:gd name="connsiteX12" fmla="*/ 19050 w 19145"/>
                <a:gd name="connsiteY12" fmla="*/ 89440 h 138874"/>
                <a:gd name="connsiteX13" fmla="*/ 9525 w 19145"/>
                <a:gd name="connsiteY13" fmla="*/ 98965 h 138874"/>
                <a:gd name="connsiteX14" fmla="*/ 9525 w 19145"/>
                <a:gd name="connsiteY14" fmla="*/ 98965 h 138874"/>
                <a:gd name="connsiteX15" fmla="*/ 0 w 19145"/>
                <a:gd name="connsiteY15" fmla="*/ 89440 h 138874"/>
                <a:gd name="connsiteX16" fmla="*/ 0 w 19145"/>
                <a:gd name="connsiteY16" fmla="*/ 89440 h 138874"/>
                <a:gd name="connsiteX17" fmla="*/ 0 w 19145"/>
                <a:gd name="connsiteY17" fmla="*/ 89440 h 138874"/>
                <a:gd name="connsiteX18" fmla="*/ 95 w 19145"/>
                <a:gd name="connsiteY18" fmla="*/ 49435 h 138874"/>
                <a:gd name="connsiteX19" fmla="*/ 9620 w 19145"/>
                <a:gd name="connsiteY19" fmla="*/ 40005 h 138874"/>
                <a:gd name="connsiteX20" fmla="*/ 9620 w 19145"/>
                <a:gd name="connsiteY20" fmla="*/ 40005 h 138874"/>
                <a:gd name="connsiteX21" fmla="*/ 19145 w 19145"/>
                <a:gd name="connsiteY21" fmla="*/ 49435 h 138874"/>
                <a:gd name="connsiteX22" fmla="*/ 19145 w 19145"/>
                <a:gd name="connsiteY22" fmla="*/ 49435 h 138874"/>
                <a:gd name="connsiteX23" fmla="*/ 9620 w 19145"/>
                <a:gd name="connsiteY23" fmla="*/ 59055 h 138874"/>
                <a:gd name="connsiteX24" fmla="*/ 9620 w 19145"/>
                <a:gd name="connsiteY24" fmla="*/ 59055 h 138874"/>
                <a:gd name="connsiteX25" fmla="*/ 95 w 19145"/>
                <a:gd name="connsiteY25" fmla="*/ 49435 h 138874"/>
                <a:gd name="connsiteX26" fmla="*/ 95 w 19145"/>
                <a:gd name="connsiteY26" fmla="*/ 9525 h 138874"/>
                <a:gd name="connsiteX27" fmla="*/ 9620 w 19145"/>
                <a:gd name="connsiteY27" fmla="*/ 0 h 138874"/>
                <a:gd name="connsiteX28" fmla="*/ 9620 w 19145"/>
                <a:gd name="connsiteY28" fmla="*/ 0 h 138874"/>
                <a:gd name="connsiteX29" fmla="*/ 19050 w 19145"/>
                <a:gd name="connsiteY29" fmla="*/ 9525 h 138874"/>
                <a:gd name="connsiteX30" fmla="*/ 19145 w 19145"/>
                <a:gd name="connsiteY30" fmla="*/ 9525 h 138874"/>
                <a:gd name="connsiteX31" fmla="*/ 9620 w 19145"/>
                <a:gd name="connsiteY31" fmla="*/ 19050 h 138874"/>
                <a:gd name="connsiteX32" fmla="*/ 9620 w 19145"/>
                <a:gd name="connsiteY32" fmla="*/ 19050 h 138874"/>
                <a:gd name="connsiteX33" fmla="*/ 95 w 19145"/>
                <a:gd name="connsiteY33" fmla="*/ 9525 h 13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45" h="138874">
                  <a:moveTo>
                    <a:pt x="0" y="129350"/>
                  </a:moveTo>
                  <a:cubicBezTo>
                    <a:pt x="0" y="124111"/>
                    <a:pt x="4286" y="119825"/>
                    <a:pt x="9525" y="119825"/>
                  </a:cubicBezTo>
                  <a:lnTo>
                    <a:pt x="9525" y="119825"/>
                  </a:lnTo>
                  <a:cubicBezTo>
                    <a:pt x="14859" y="119825"/>
                    <a:pt x="19050" y="124111"/>
                    <a:pt x="19050" y="129350"/>
                  </a:cubicBezTo>
                  <a:lnTo>
                    <a:pt x="19050" y="129350"/>
                  </a:lnTo>
                  <a:cubicBezTo>
                    <a:pt x="19050" y="134588"/>
                    <a:pt x="14859" y="138875"/>
                    <a:pt x="9525" y="138875"/>
                  </a:cubicBezTo>
                  <a:lnTo>
                    <a:pt x="9525" y="138875"/>
                  </a:lnTo>
                  <a:cubicBezTo>
                    <a:pt x="4286" y="138875"/>
                    <a:pt x="0" y="134588"/>
                    <a:pt x="0" y="129350"/>
                  </a:cubicBezTo>
                  <a:close/>
                  <a:moveTo>
                    <a:pt x="0" y="89440"/>
                  </a:moveTo>
                  <a:cubicBezTo>
                    <a:pt x="95" y="84106"/>
                    <a:pt x="4286" y="79915"/>
                    <a:pt x="9620" y="79915"/>
                  </a:cubicBezTo>
                  <a:lnTo>
                    <a:pt x="9620" y="79915"/>
                  </a:lnTo>
                  <a:cubicBezTo>
                    <a:pt x="14859" y="79915"/>
                    <a:pt x="19050" y="84201"/>
                    <a:pt x="19050" y="89440"/>
                  </a:cubicBezTo>
                  <a:lnTo>
                    <a:pt x="19050" y="89440"/>
                  </a:lnTo>
                  <a:cubicBezTo>
                    <a:pt x="19050" y="94678"/>
                    <a:pt x="14859" y="98965"/>
                    <a:pt x="9525" y="98965"/>
                  </a:cubicBezTo>
                  <a:lnTo>
                    <a:pt x="9525" y="98965"/>
                  </a:lnTo>
                  <a:cubicBezTo>
                    <a:pt x="4286" y="98965"/>
                    <a:pt x="95" y="94678"/>
                    <a:pt x="0" y="89440"/>
                  </a:cubicBezTo>
                  <a:close/>
                  <a:moveTo>
                    <a:pt x="0" y="89440"/>
                  </a:moveTo>
                  <a:lnTo>
                    <a:pt x="0" y="89440"/>
                  </a:lnTo>
                  <a:close/>
                  <a:moveTo>
                    <a:pt x="95" y="49435"/>
                  </a:moveTo>
                  <a:cubicBezTo>
                    <a:pt x="95" y="44196"/>
                    <a:pt x="4286" y="40005"/>
                    <a:pt x="9620" y="40005"/>
                  </a:cubicBezTo>
                  <a:lnTo>
                    <a:pt x="9620" y="40005"/>
                  </a:lnTo>
                  <a:cubicBezTo>
                    <a:pt x="14859" y="40005"/>
                    <a:pt x="19145" y="44196"/>
                    <a:pt x="19145" y="49435"/>
                  </a:cubicBezTo>
                  <a:lnTo>
                    <a:pt x="19145" y="49435"/>
                  </a:lnTo>
                  <a:cubicBezTo>
                    <a:pt x="19145" y="54769"/>
                    <a:pt x="14859" y="59055"/>
                    <a:pt x="9620" y="59055"/>
                  </a:cubicBezTo>
                  <a:lnTo>
                    <a:pt x="9620" y="59055"/>
                  </a:lnTo>
                  <a:cubicBezTo>
                    <a:pt x="4286" y="59055"/>
                    <a:pt x="95" y="54769"/>
                    <a:pt x="95" y="49435"/>
                  </a:cubicBezTo>
                  <a:close/>
                  <a:moveTo>
                    <a:pt x="95" y="9525"/>
                  </a:moveTo>
                  <a:cubicBezTo>
                    <a:pt x="95" y="4286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145" y="9525"/>
                  </a:lnTo>
                  <a:cubicBezTo>
                    <a:pt x="19145" y="14764"/>
                    <a:pt x="14859" y="19050"/>
                    <a:pt x="9620" y="19050"/>
                  </a:cubicBezTo>
                  <a:lnTo>
                    <a:pt x="9620" y="19050"/>
                  </a:lnTo>
                  <a:cubicBezTo>
                    <a:pt x="4286" y="19050"/>
                    <a:pt x="95" y="14764"/>
                    <a:pt x="95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97A275E-CEBA-E8CD-60D7-94035F44F1F0}"/>
                </a:ext>
              </a:extLst>
            </p:cNvPr>
            <p:cNvSpPr/>
            <p:nvPr/>
          </p:nvSpPr>
          <p:spPr>
            <a:xfrm>
              <a:off x="6088284" y="2959321"/>
              <a:ext cx="19050" cy="144494"/>
            </a:xfrm>
            <a:custGeom>
              <a:avLst/>
              <a:gdLst>
                <a:gd name="connsiteX0" fmla="*/ 0 w 19050"/>
                <a:gd name="connsiteY0" fmla="*/ 134969 h 144494"/>
                <a:gd name="connsiteX1" fmla="*/ 9525 w 19050"/>
                <a:gd name="connsiteY1" fmla="*/ 125444 h 144494"/>
                <a:gd name="connsiteX2" fmla="*/ 9525 w 19050"/>
                <a:gd name="connsiteY2" fmla="*/ 125444 h 144494"/>
                <a:gd name="connsiteX3" fmla="*/ 19050 w 19050"/>
                <a:gd name="connsiteY3" fmla="*/ 134969 h 144494"/>
                <a:gd name="connsiteX4" fmla="*/ 19050 w 19050"/>
                <a:gd name="connsiteY4" fmla="*/ 134969 h 144494"/>
                <a:gd name="connsiteX5" fmla="*/ 9525 w 19050"/>
                <a:gd name="connsiteY5" fmla="*/ 144494 h 144494"/>
                <a:gd name="connsiteX6" fmla="*/ 9525 w 19050"/>
                <a:gd name="connsiteY6" fmla="*/ 144494 h 144494"/>
                <a:gd name="connsiteX7" fmla="*/ 0 w 19050"/>
                <a:gd name="connsiteY7" fmla="*/ 134969 h 144494"/>
                <a:gd name="connsiteX8" fmla="*/ 0 w 19050"/>
                <a:gd name="connsiteY8" fmla="*/ 93155 h 144494"/>
                <a:gd name="connsiteX9" fmla="*/ 9525 w 19050"/>
                <a:gd name="connsiteY9" fmla="*/ 83630 h 144494"/>
                <a:gd name="connsiteX10" fmla="*/ 9525 w 19050"/>
                <a:gd name="connsiteY10" fmla="*/ 83630 h 144494"/>
                <a:gd name="connsiteX11" fmla="*/ 19050 w 19050"/>
                <a:gd name="connsiteY11" fmla="*/ 93155 h 144494"/>
                <a:gd name="connsiteX12" fmla="*/ 19050 w 19050"/>
                <a:gd name="connsiteY12" fmla="*/ 93155 h 144494"/>
                <a:gd name="connsiteX13" fmla="*/ 9525 w 19050"/>
                <a:gd name="connsiteY13" fmla="*/ 102680 h 144494"/>
                <a:gd name="connsiteX14" fmla="*/ 9525 w 19050"/>
                <a:gd name="connsiteY14" fmla="*/ 102680 h 144494"/>
                <a:gd name="connsiteX15" fmla="*/ 0 w 19050"/>
                <a:gd name="connsiteY15" fmla="*/ 93155 h 144494"/>
                <a:gd name="connsiteX16" fmla="*/ 0 w 19050"/>
                <a:gd name="connsiteY16" fmla="*/ 51340 h 144494"/>
                <a:gd name="connsiteX17" fmla="*/ 9525 w 19050"/>
                <a:gd name="connsiteY17" fmla="*/ 41815 h 144494"/>
                <a:gd name="connsiteX18" fmla="*/ 9525 w 19050"/>
                <a:gd name="connsiteY18" fmla="*/ 41815 h 144494"/>
                <a:gd name="connsiteX19" fmla="*/ 19050 w 19050"/>
                <a:gd name="connsiteY19" fmla="*/ 51340 h 144494"/>
                <a:gd name="connsiteX20" fmla="*/ 19050 w 19050"/>
                <a:gd name="connsiteY20" fmla="*/ 51340 h 144494"/>
                <a:gd name="connsiteX21" fmla="*/ 9525 w 19050"/>
                <a:gd name="connsiteY21" fmla="*/ 60865 h 144494"/>
                <a:gd name="connsiteX22" fmla="*/ 9525 w 19050"/>
                <a:gd name="connsiteY22" fmla="*/ 60865 h 144494"/>
                <a:gd name="connsiteX23" fmla="*/ 0 w 19050"/>
                <a:gd name="connsiteY23" fmla="*/ 51340 h 144494"/>
                <a:gd name="connsiteX24" fmla="*/ 0 w 19050"/>
                <a:gd name="connsiteY24" fmla="*/ 9525 h 144494"/>
                <a:gd name="connsiteX25" fmla="*/ 9525 w 19050"/>
                <a:gd name="connsiteY25" fmla="*/ 0 h 144494"/>
                <a:gd name="connsiteX26" fmla="*/ 9525 w 19050"/>
                <a:gd name="connsiteY26" fmla="*/ 0 h 144494"/>
                <a:gd name="connsiteX27" fmla="*/ 19050 w 19050"/>
                <a:gd name="connsiteY27" fmla="*/ 9525 h 144494"/>
                <a:gd name="connsiteX28" fmla="*/ 19050 w 19050"/>
                <a:gd name="connsiteY28" fmla="*/ 9525 h 144494"/>
                <a:gd name="connsiteX29" fmla="*/ 9525 w 19050"/>
                <a:gd name="connsiteY29" fmla="*/ 19050 h 144494"/>
                <a:gd name="connsiteX30" fmla="*/ 9525 w 19050"/>
                <a:gd name="connsiteY30" fmla="*/ 19050 h 144494"/>
                <a:gd name="connsiteX31" fmla="*/ 0 w 19050"/>
                <a:gd name="connsiteY31" fmla="*/ 9525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050" h="144494">
                  <a:moveTo>
                    <a:pt x="0" y="134969"/>
                  </a:moveTo>
                  <a:cubicBezTo>
                    <a:pt x="0" y="129730"/>
                    <a:pt x="4286" y="125444"/>
                    <a:pt x="9525" y="125444"/>
                  </a:cubicBezTo>
                  <a:lnTo>
                    <a:pt x="9525" y="125444"/>
                  </a:lnTo>
                  <a:cubicBezTo>
                    <a:pt x="14764" y="125444"/>
                    <a:pt x="19050" y="129730"/>
                    <a:pt x="19050" y="134969"/>
                  </a:cubicBezTo>
                  <a:lnTo>
                    <a:pt x="19050" y="134969"/>
                  </a:lnTo>
                  <a:cubicBezTo>
                    <a:pt x="19050" y="140208"/>
                    <a:pt x="14764" y="144494"/>
                    <a:pt x="9525" y="144494"/>
                  </a:cubicBezTo>
                  <a:lnTo>
                    <a:pt x="9525" y="144494"/>
                  </a:lnTo>
                  <a:cubicBezTo>
                    <a:pt x="4286" y="144494"/>
                    <a:pt x="0" y="140208"/>
                    <a:pt x="0" y="134969"/>
                  </a:cubicBezTo>
                  <a:close/>
                  <a:moveTo>
                    <a:pt x="0" y="93155"/>
                  </a:moveTo>
                  <a:cubicBezTo>
                    <a:pt x="0" y="87916"/>
                    <a:pt x="4286" y="83630"/>
                    <a:pt x="9525" y="83630"/>
                  </a:cubicBezTo>
                  <a:lnTo>
                    <a:pt x="9525" y="83630"/>
                  </a:lnTo>
                  <a:cubicBezTo>
                    <a:pt x="14764" y="83630"/>
                    <a:pt x="19050" y="87916"/>
                    <a:pt x="19050" y="93155"/>
                  </a:cubicBezTo>
                  <a:lnTo>
                    <a:pt x="19050" y="93155"/>
                  </a:lnTo>
                  <a:cubicBezTo>
                    <a:pt x="19050" y="98393"/>
                    <a:pt x="14764" y="102680"/>
                    <a:pt x="9525" y="102680"/>
                  </a:cubicBezTo>
                  <a:lnTo>
                    <a:pt x="9525" y="102680"/>
                  </a:lnTo>
                  <a:cubicBezTo>
                    <a:pt x="4286" y="102680"/>
                    <a:pt x="0" y="98393"/>
                    <a:pt x="0" y="93155"/>
                  </a:cubicBezTo>
                  <a:close/>
                  <a:moveTo>
                    <a:pt x="0" y="51340"/>
                  </a:moveTo>
                  <a:cubicBezTo>
                    <a:pt x="0" y="46101"/>
                    <a:pt x="4286" y="41815"/>
                    <a:pt x="9525" y="41815"/>
                  </a:cubicBezTo>
                  <a:lnTo>
                    <a:pt x="9525" y="41815"/>
                  </a:lnTo>
                  <a:cubicBezTo>
                    <a:pt x="14764" y="41815"/>
                    <a:pt x="19050" y="46101"/>
                    <a:pt x="19050" y="51340"/>
                  </a:cubicBezTo>
                  <a:lnTo>
                    <a:pt x="19050" y="51340"/>
                  </a:lnTo>
                  <a:cubicBezTo>
                    <a:pt x="19050" y="56579"/>
                    <a:pt x="14764" y="60865"/>
                    <a:pt x="9525" y="60865"/>
                  </a:cubicBezTo>
                  <a:lnTo>
                    <a:pt x="9525" y="60865"/>
                  </a:lnTo>
                  <a:cubicBezTo>
                    <a:pt x="4286" y="60865"/>
                    <a:pt x="0" y="56579"/>
                    <a:pt x="0" y="51340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85472CE-8872-0B43-4F8F-7B6AFAA93B97}"/>
                </a:ext>
              </a:extLst>
            </p:cNvPr>
            <p:cNvSpPr/>
            <p:nvPr/>
          </p:nvSpPr>
          <p:spPr>
            <a:xfrm>
              <a:off x="5819485" y="3158725"/>
              <a:ext cx="268616" cy="436390"/>
            </a:xfrm>
            <a:custGeom>
              <a:avLst/>
              <a:gdLst>
                <a:gd name="connsiteX0" fmla="*/ 4671 w 268616"/>
                <a:gd name="connsiteY0" fmla="*/ 435057 h 436390"/>
                <a:gd name="connsiteX1" fmla="*/ 1337 w 268616"/>
                <a:gd name="connsiteY1" fmla="*/ 422007 h 436390"/>
                <a:gd name="connsiteX2" fmla="*/ 1337 w 268616"/>
                <a:gd name="connsiteY2" fmla="*/ 422007 h 436390"/>
                <a:gd name="connsiteX3" fmla="*/ 14387 w 268616"/>
                <a:gd name="connsiteY3" fmla="*/ 418674 h 436390"/>
                <a:gd name="connsiteX4" fmla="*/ 14387 w 268616"/>
                <a:gd name="connsiteY4" fmla="*/ 418674 h 436390"/>
                <a:gd name="connsiteX5" fmla="*/ 17720 w 268616"/>
                <a:gd name="connsiteY5" fmla="*/ 431723 h 436390"/>
                <a:gd name="connsiteX6" fmla="*/ 17720 w 268616"/>
                <a:gd name="connsiteY6" fmla="*/ 431723 h 436390"/>
                <a:gd name="connsiteX7" fmla="*/ 9529 w 268616"/>
                <a:gd name="connsiteY7" fmla="*/ 436390 h 436390"/>
                <a:gd name="connsiteX8" fmla="*/ 9529 w 268616"/>
                <a:gd name="connsiteY8" fmla="*/ 436390 h 436390"/>
                <a:gd name="connsiteX9" fmla="*/ 4671 w 268616"/>
                <a:gd name="connsiteY9" fmla="*/ 435057 h 436390"/>
                <a:gd name="connsiteX10" fmla="*/ 23912 w 268616"/>
                <a:gd name="connsiteY10" fmla="*/ 402957 h 436390"/>
                <a:gd name="connsiteX11" fmla="*/ 20578 w 268616"/>
                <a:gd name="connsiteY11" fmla="*/ 389813 h 436390"/>
                <a:gd name="connsiteX12" fmla="*/ 20578 w 268616"/>
                <a:gd name="connsiteY12" fmla="*/ 389813 h 436390"/>
                <a:gd name="connsiteX13" fmla="*/ 33627 w 268616"/>
                <a:gd name="connsiteY13" fmla="*/ 386574 h 436390"/>
                <a:gd name="connsiteX14" fmla="*/ 33627 w 268616"/>
                <a:gd name="connsiteY14" fmla="*/ 386574 h 436390"/>
                <a:gd name="connsiteX15" fmla="*/ 36961 w 268616"/>
                <a:gd name="connsiteY15" fmla="*/ 399624 h 436390"/>
                <a:gd name="connsiteX16" fmla="*/ 36961 w 268616"/>
                <a:gd name="connsiteY16" fmla="*/ 399624 h 436390"/>
                <a:gd name="connsiteX17" fmla="*/ 28769 w 268616"/>
                <a:gd name="connsiteY17" fmla="*/ 404291 h 436390"/>
                <a:gd name="connsiteX18" fmla="*/ 28769 w 268616"/>
                <a:gd name="connsiteY18" fmla="*/ 404291 h 436390"/>
                <a:gd name="connsiteX19" fmla="*/ 23912 w 268616"/>
                <a:gd name="connsiteY19" fmla="*/ 402957 h 436390"/>
                <a:gd name="connsiteX20" fmla="*/ 43057 w 268616"/>
                <a:gd name="connsiteY20" fmla="*/ 370858 h 436390"/>
                <a:gd name="connsiteX21" fmla="*/ 39723 w 268616"/>
                <a:gd name="connsiteY21" fmla="*/ 357714 h 436390"/>
                <a:gd name="connsiteX22" fmla="*/ 39723 w 268616"/>
                <a:gd name="connsiteY22" fmla="*/ 357714 h 436390"/>
                <a:gd name="connsiteX23" fmla="*/ 52868 w 268616"/>
                <a:gd name="connsiteY23" fmla="*/ 354475 h 436390"/>
                <a:gd name="connsiteX24" fmla="*/ 52868 w 268616"/>
                <a:gd name="connsiteY24" fmla="*/ 354475 h 436390"/>
                <a:gd name="connsiteX25" fmla="*/ 56106 w 268616"/>
                <a:gd name="connsiteY25" fmla="*/ 367524 h 436390"/>
                <a:gd name="connsiteX26" fmla="*/ 56106 w 268616"/>
                <a:gd name="connsiteY26" fmla="*/ 367524 h 436390"/>
                <a:gd name="connsiteX27" fmla="*/ 47915 w 268616"/>
                <a:gd name="connsiteY27" fmla="*/ 372192 h 436390"/>
                <a:gd name="connsiteX28" fmla="*/ 47915 w 268616"/>
                <a:gd name="connsiteY28" fmla="*/ 372192 h 436390"/>
                <a:gd name="connsiteX29" fmla="*/ 43057 w 268616"/>
                <a:gd name="connsiteY29" fmla="*/ 370858 h 436390"/>
                <a:gd name="connsiteX30" fmla="*/ 62297 w 268616"/>
                <a:gd name="connsiteY30" fmla="*/ 338759 h 436390"/>
                <a:gd name="connsiteX31" fmla="*/ 58964 w 268616"/>
                <a:gd name="connsiteY31" fmla="*/ 325614 h 436390"/>
                <a:gd name="connsiteX32" fmla="*/ 58964 w 268616"/>
                <a:gd name="connsiteY32" fmla="*/ 325614 h 436390"/>
                <a:gd name="connsiteX33" fmla="*/ 72013 w 268616"/>
                <a:gd name="connsiteY33" fmla="*/ 322376 h 436390"/>
                <a:gd name="connsiteX34" fmla="*/ 72013 w 268616"/>
                <a:gd name="connsiteY34" fmla="*/ 322376 h 436390"/>
                <a:gd name="connsiteX35" fmla="*/ 75347 w 268616"/>
                <a:gd name="connsiteY35" fmla="*/ 335425 h 436390"/>
                <a:gd name="connsiteX36" fmla="*/ 75347 w 268616"/>
                <a:gd name="connsiteY36" fmla="*/ 335425 h 436390"/>
                <a:gd name="connsiteX37" fmla="*/ 67155 w 268616"/>
                <a:gd name="connsiteY37" fmla="*/ 340092 h 436390"/>
                <a:gd name="connsiteX38" fmla="*/ 67155 w 268616"/>
                <a:gd name="connsiteY38" fmla="*/ 340092 h 436390"/>
                <a:gd name="connsiteX39" fmla="*/ 62297 w 268616"/>
                <a:gd name="connsiteY39" fmla="*/ 338759 h 436390"/>
                <a:gd name="connsiteX40" fmla="*/ 81443 w 268616"/>
                <a:gd name="connsiteY40" fmla="*/ 306564 h 436390"/>
                <a:gd name="connsiteX41" fmla="*/ 78109 w 268616"/>
                <a:gd name="connsiteY41" fmla="*/ 293515 h 436390"/>
                <a:gd name="connsiteX42" fmla="*/ 78109 w 268616"/>
                <a:gd name="connsiteY42" fmla="*/ 293515 h 436390"/>
                <a:gd name="connsiteX43" fmla="*/ 91253 w 268616"/>
                <a:gd name="connsiteY43" fmla="*/ 290277 h 436390"/>
                <a:gd name="connsiteX44" fmla="*/ 91253 w 268616"/>
                <a:gd name="connsiteY44" fmla="*/ 290277 h 436390"/>
                <a:gd name="connsiteX45" fmla="*/ 94492 w 268616"/>
                <a:gd name="connsiteY45" fmla="*/ 303326 h 436390"/>
                <a:gd name="connsiteX46" fmla="*/ 94492 w 268616"/>
                <a:gd name="connsiteY46" fmla="*/ 303326 h 436390"/>
                <a:gd name="connsiteX47" fmla="*/ 86300 w 268616"/>
                <a:gd name="connsiteY47" fmla="*/ 307993 h 436390"/>
                <a:gd name="connsiteX48" fmla="*/ 86300 w 268616"/>
                <a:gd name="connsiteY48" fmla="*/ 307993 h 436390"/>
                <a:gd name="connsiteX49" fmla="*/ 81443 w 268616"/>
                <a:gd name="connsiteY49" fmla="*/ 306564 h 436390"/>
                <a:gd name="connsiteX50" fmla="*/ 100683 w 268616"/>
                <a:gd name="connsiteY50" fmla="*/ 274465 h 436390"/>
                <a:gd name="connsiteX51" fmla="*/ 97349 w 268616"/>
                <a:gd name="connsiteY51" fmla="*/ 261416 h 436390"/>
                <a:gd name="connsiteX52" fmla="*/ 97349 w 268616"/>
                <a:gd name="connsiteY52" fmla="*/ 261416 h 436390"/>
                <a:gd name="connsiteX53" fmla="*/ 110399 w 268616"/>
                <a:gd name="connsiteY53" fmla="*/ 258177 h 436390"/>
                <a:gd name="connsiteX54" fmla="*/ 110399 w 268616"/>
                <a:gd name="connsiteY54" fmla="*/ 258177 h 436390"/>
                <a:gd name="connsiteX55" fmla="*/ 113732 w 268616"/>
                <a:gd name="connsiteY55" fmla="*/ 271227 h 436390"/>
                <a:gd name="connsiteX56" fmla="*/ 113732 w 268616"/>
                <a:gd name="connsiteY56" fmla="*/ 271227 h 436390"/>
                <a:gd name="connsiteX57" fmla="*/ 105541 w 268616"/>
                <a:gd name="connsiteY57" fmla="*/ 275894 h 436390"/>
                <a:gd name="connsiteX58" fmla="*/ 105541 w 268616"/>
                <a:gd name="connsiteY58" fmla="*/ 275894 h 436390"/>
                <a:gd name="connsiteX59" fmla="*/ 100683 w 268616"/>
                <a:gd name="connsiteY59" fmla="*/ 274465 h 436390"/>
                <a:gd name="connsiteX60" fmla="*/ 119828 w 268616"/>
                <a:gd name="connsiteY60" fmla="*/ 242461 h 436390"/>
                <a:gd name="connsiteX61" fmla="*/ 116590 w 268616"/>
                <a:gd name="connsiteY61" fmla="*/ 229317 h 436390"/>
                <a:gd name="connsiteX62" fmla="*/ 116590 w 268616"/>
                <a:gd name="connsiteY62" fmla="*/ 229317 h 436390"/>
                <a:gd name="connsiteX63" fmla="*/ 129639 w 268616"/>
                <a:gd name="connsiteY63" fmla="*/ 226078 h 436390"/>
                <a:gd name="connsiteX64" fmla="*/ 129639 w 268616"/>
                <a:gd name="connsiteY64" fmla="*/ 226078 h 436390"/>
                <a:gd name="connsiteX65" fmla="*/ 132878 w 268616"/>
                <a:gd name="connsiteY65" fmla="*/ 239127 h 436390"/>
                <a:gd name="connsiteX66" fmla="*/ 132878 w 268616"/>
                <a:gd name="connsiteY66" fmla="*/ 239127 h 436390"/>
                <a:gd name="connsiteX67" fmla="*/ 124686 w 268616"/>
                <a:gd name="connsiteY67" fmla="*/ 243795 h 436390"/>
                <a:gd name="connsiteX68" fmla="*/ 124686 w 268616"/>
                <a:gd name="connsiteY68" fmla="*/ 243795 h 436390"/>
                <a:gd name="connsiteX69" fmla="*/ 119828 w 268616"/>
                <a:gd name="connsiteY69" fmla="*/ 242461 h 436390"/>
                <a:gd name="connsiteX70" fmla="*/ 139069 w 268616"/>
                <a:gd name="connsiteY70" fmla="*/ 210267 h 436390"/>
                <a:gd name="connsiteX71" fmla="*/ 135735 w 268616"/>
                <a:gd name="connsiteY71" fmla="*/ 197217 h 436390"/>
                <a:gd name="connsiteX72" fmla="*/ 135735 w 268616"/>
                <a:gd name="connsiteY72" fmla="*/ 197217 h 436390"/>
                <a:gd name="connsiteX73" fmla="*/ 148784 w 268616"/>
                <a:gd name="connsiteY73" fmla="*/ 193979 h 436390"/>
                <a:gd name="connsiteX74" fmla="*/ 148784 w 268616"/>
                <a:gd name="connsiteY74" fmla="*/ 193979 h 436390"/>
                <a:gd name="connsiteX75" fmla="*/ 152118 w 268616"/>
                <a:gd name="connsiteY75" fmla="*/ 207028 h 436390"/>
                <a:gd name="connsiteX76" fmla="*/ 152118 w 268616"/>
                <a:gd name="connsiteY76" fmla="*/ 207028 h 436390"/>
                <a:gd name="connsiteX77" fmla="*/ 143927 w 268616"/>
                <a:gd name="connsiteY77" fmla="*/ 211600 h 436390"/>
                <a:gd name="connsiteX78" fmla="*/ 143927 w 268616"/>
                <a:gd name="connsiteY78" fmla="*/ 211600 h 436390"/>
                <a:gd name="connsiteX79" fmla="*/ 139069 w 268616"/>
                <a:gd name="connsiteY79" fmla="*/ 210267 h 436390"/>
                <a:gd name="connsiteX80" fmla="*/ 158214 w 268616"/>
                <a:gd name="connsiteY80" fmla="*/ 178167 h 436390"/>
                <a:gd name="connsiteX81" fmla="*/ 154976 w 268616"/>
                <a:gd name="connsiteY81" fmla="*/ 165118 h 436390"/>
                <a:gd name="connsiteX82" fmla="*/ 154976 w 268616"/>
                <a:gd name="connsiteY82" fmla="*/ 165118 h 436390"/>
                <a:gd name="connsiteX83" fmla="*/ 168025 w 268616"/>
                <a:gd name="connsiteY83" fmla="*/ 161880 h 436390"/>
                <a:gd name="connsiteX84" fmla="*/ 168025 w 268616"/>
                <a:gd name="connsiteY84" fmla="*/ 161880 h 436390"/>
                <a:gd name="connsiteX85" fmla="*/ 171263 w 268616"/>
                <a:gd name="connsiteY85" fmla="*/ 174929 h 436390"/>
                <a:gd name="connsiteX86" fmla="*/ 171263 w 268616"/>
                <a:gd name="connsiteY86" fmla="*/ 174929 h 436390"/>
                <a:gd name="connsiteX87" fmla="*/ 163072 w 268616"/>
                <a:gd name="connsiteY87" fmla="*/ 179596 h 436390"/>
                <a:gd name="connsiteX88" fmla="*/ 163072 w 268616"/>
                <a:gd name="connsiteY88" fmla="*/ 179596 h 436390"/>
                <a:gd name="connsiteX89" fmla="*/ 158214 w 268616"/>
                <a:gd name="connsiteY89" fmla="*/ 178167 h 436390"/>
                <a:gd name="connsiteX90" fmla="*/ 177455 w 268616"/>
                <a:gd name="connsiteY90" fmla="*/ 146068 h 436390"/>
                <a:gd name="connsiteX91" fmla="*/ 174121 w 268616"/>
                <a:gd name="connsiteY91" fmla="*/ 133019 h 436390"/>
                <a:gd name="connsiteX92" fmla="*/ 174121 w 268616"/>
                <a:gd name="connsiteY92" fmla="*/ 133019 h 436390"/>
                <a:gd name="connsiteX93" fmla="*/ 187265 w 268616"/>
                <a:gd name="connsiteY93" fmla="*/ 129780 h 436390"/>
                <a:gd name="connsiteX94" fmla="*/ 187265 w 268616"/>
                <a:gd name="connsiteY94" fmla="*/ 129780 h 436390"/>
                <a:gd name="connsiteX95" fmla="*/ 190504 w 268616"/>
                <a:gd name="connsiteY95" fmla="*/ 142830 h 436390"/>
                <a:gd name="connsiteX96" fmla="*/ 190504 w 268616"/>
                <a:gd name="connsiteY96" fmla="*/ 142830 h 436390"/>
                <a:gd name="connsiteX97" fmla="*/ 182312 w 268616"/>
                <a:gd name="connsiteY97" fmla="*/ 147402 h 436390"/>
                <a:gd name="connsiteX98" fmla="*/ 182312 w 268616"/>
                <a:gd name="connsiteY98" fmla="*/ 147402 h 436390"/>
                <a:gd name="connsiteX99" fmla="*/ 177455 w 268616"/>
                <a:gd name="connsiteY99" fmla="*/ 146068 h 436390"/>
                <a:gd name="connsiteX100" fmla="*/ 196600 w 268616"/>
                <a:gd name="connsiteY100" fmla="*/ 113969 h 436390"/>
                <a:gd name="connsiteX101" fmla="*/ 193361 w 268616"/>
                <a:gd name="connsiteY101" fmla="*/ 100920 h 436390"/>
                <a:gd name="connsiteX102" fmla="*/ 193361 w 268616"/>
                <a:gd name="connsiteY102" fmla="*/ 100920 h 436390"/>
                <a:gd name="connsiteX103" fmla="*/ 206411 w 268616"/>
                <a:gd name="connsiteY103" fmla="*/ 97681 h 436390"/>
                <a:gd name="connsiteX104" fmla="*/ 206411 w 268616"/>
                <a:gd name="connsiteY104" fmla="*/ 97681 h 436390"/>
                <a:gd name="connsiteX105" fmla="*/ 209649 w 268616"/>
                <a:gd name="connsiteY105" fmla="*/ 110730 h 436390"/>
                <a:gd name="connsiteX106" fmla="*/ 209649 w 268616"/>
                <a:gd name="connsiteY106" fmla="*/ 110730 h 436390"/>
                <a:gd name="connsiteX107" fmla="*/ 201553 w 268616"/>
                <a:gd name="connsiteY107" fmla="*/ 115302 h 436390"/>
                <a:gd name="connsiteX108" fmla="*/ 201553 w 268616"/>
                <a:gd name="connsiteY108" fmla="*/ 115302 h 436390"/>
                <a:gd name="connsiteX109" fmla="*/ 196600 w 268616"/>
                <a:gd name="connsiteY109" fmla="*/ 113969 h 436390"/>
                <a:gd name="connsiteX110" fmla="*/ 215840 w 268616"/>
                <a:gd name="connsiteY110" fmla="*/ 81870 h 436390"/>
                <a:gd name="connsiteX111" fmla="*/ 212602 w 268616"/>
                <a:gd name="connsiteY111" fmla="*/ 68820 h 436390"/>
                <a:gd name="connsiteX112" fmla="*/ 212602 w 268616"/>
                <a:gd name="connsiteY112" fmla="*/ 68820 h 436390"/>
                <a:gd name="connsiteX113" fmla="*/ 225651 w 268616"/>
                <a:gd name="connsiteY113" fmla="*/ 65487 h 436390"/>
                <a:gd name="connsiteX114" fmla="*/ 225651 w 268616"/>
                <a:gd name="connsiteY114" fmla="*/ 65487 h 436390"/>
                <a:gd name="connsiteX115" fmla="*/ 228890 w 268616"/>
                <a:gd name="connsiteY115" fmla="*/ 78631 h 436390"/>
                <a:gd name="connsiteX116" fmla="*/ 228890 w 268616"/>
                <a:gd name="connsiteY116" fmla="*/ 78631 h 436390"/>
                <a:gd name="connsiteX117" fmla="*/ 220698 w 268616"/>
                <a:gd name="connsiteY117" fmla="*/ 83203 h 436390"/>
                <a:gd name="connsiteX118" fmla="*/ 220698 w 268616"/>
                <a:gd name="connsiteY118" fmla="*/ 83203 h 436390"/>
                <a:gd name="connsiteX119" fmla="*/ 215840 w 268616"/>
                <a:gd name="connsiteY119" fmla="*/ 81870 h 436390"/>
                <a:gd name="connsiteX120" fmla="*/ 234986 w 268616"/>
                <a:gd name="connsiteY120" fmla="*/ 49770 h 436390"/>
                <a:gd name="connsiteX121" fmla="*/ 231747 w 268616"/>
                <a:gd name="connsiteY121" fmla="*/ 36721 h 436390"/>
                <a:gd name="connsiteX122" fmla="*/ 231747 w 268616"/>
                <a:gd name="connsiteY122" fmla="*/ 36721 h 436390"/>
                <a:gd name="connsiteX123" fmla="*/ 244796 w 268616"/>
                <a:gd name="connsiteY123" fmla="*/ 33483 h 436390"/>
                <a:gd name="connsiteX124" fmla="*/ 244796 w 268616"/>
                <a:gd name="connsiteY124" fmla="*/ 33483 h 436390"/>
                <a:gd name="connsiteX125" fmla="*/ 248035 w 268616"/>
                <a:gd name="connsiteY125" fmla="*/ 46532 h 436390"/>
                <a:gd name="connsiteX126" fmla="*/ 248035 w 268616"/>
                <a:gd name="connsiteY126" fmla="*/ 46532 h 436390"/>
                <a:gd name="connsiteX127" fmla="*/ 239939 w 268616"/>
                <a:gd name="connsiteY127" fmla="*/ 51104 h 436390"/>
                <a:gd name="connsiteX128" fmla="*/ 239939 w 268616"/>
                <a:gd name="connsiteY128" fmla="*/ 51104 h 436390"/>
                <a:gd name="connsiteX129" fmla="*/ 234986 w 268616"/>
                <a:gd name="connsiteY129" fmla="*/ 49770 h 436390"/>
                <a:gd name="connsiteX130" fmla="*/ 254226 w 268616"/>
                <a:gd name="connsiteY130" fmla="*/ 17671 h 436390"/>
                <a:gd name="connsiteX131" fmla="*/ 250988 w 268616"/>
                <a:gd name="connsiteY131" fmla="*/ 4622 h 436390"/>
                <a:gd name="connsiteX132" fmla="*/ 250988 w 268616"/>
                <a:gd name="connsiteY132" fmla="*/ 4622 h 436390"/>
                <a:gd name="connsiteX133" fmla="*/ 264037 w 268616"/>
                <a:gd name="connsiteY133" fmla="*/ 1383 h 436390"/>
                <a:gd name="connsiteX134" fmla="*/ 264037 w 268616"/>
                <a:gd name="connsiteY134" fmla="*/ 1383 h 436390"/>
                <a:gd name="connsiteX135" fmla="*/ 267275 w 268616"/>
                <a:gd name="connsiteY135" fmla="*/ 14433 h 436390"/>
                <a:gd name="connsiteX136" fmla="*/ 267275 w 268616"/>
                <a:gd name="connsiteY136" fmla="*/ 14433 h 436390"/>
                <a:gd name="connsiteX137" fmla="*/ 259084 w 268616"/>
                <a:gd name="connsiteY137" fmla="*/ 19005 h 436390"/>
                <a:gd name="connsiteX138" fmla="*/ 259084 w 268616"/>
                <a:gd name="connsiteY138" fmla="*/ 19005 h 436390"/>
                <a:gd name="connsiteX139" fmla="*/ 254226 w 268616"/>
                <a:gd name="connsiteY139" fmla="*/ 17671 h 43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68616" h="436390">
                  <a:moveTo>
                    <a:pt x="4671" y="435057"/>
                  </a:moveTo>
                  <a:cubicBezTo>
                    <a:pt x="99" y="432294"/>
                    <a:pt x="-1330" y="426484"/>
                    <a:pt x="1337" y="422007"/>
                  </a:cubicBezTo>
                  <a:lnTo>
                    <a:pt x="1337" y="422007"/>
                  </a:lnTo>
                  <a:cubicBezTo>
                    <a:pt x="4100" y="417435"/>
                    <a:pt x="9910" y="415911"/>
                    <a:pt x="14387" y="418674"/>
                  </a:cubicBezTo>
                  <a:lnTo>
                    <a:pt x="14387" y="418674"/>
                  </a:lnTo>
                  <a:cubicBezTo>
                    <a:pt x="18959" y="421341"/>
                    <a:pt x="20483" y="427246"/>
                    <a:pt x="17720" y="431723"/>
                  </a:cubicBezTo>
                  <a:lnTo>
                    <a:pt x="17720" y="431723"/>
                  </a:lnTo>
                  <a:cubicBezTo>
                    <a:pt x="15911" y="434771"/>
                    <a:pt x="12767" y="436390"/>
                    <a:pt x="9529" y="436390"/>
                  </a:cubicBezTo>
                  <a:lnTo>
                    <a:pt x="9529" y="436390"/>
                  </a:lnTo>
                  <a:cubicBezTo>
                    <a:pt x="7910" y="436390"/>
                    <a:pt x="6195" y="435914"/>
                    <a:pt x="4671" y="435057"/>
                  </a:cubicBezTo>
                  <a:close/>
                  <a:moveTo>
                    <a:pt x="23912" y="402957"/>
                  </a:moveTo>
                  <a:cubicBezTo>
                    <a:pt x="19340" y="400195"/>
                    <a:pt x="17816" y="394385"/>
                    <a:pt x="20578" y="389813"/>
                  </a:cubicBezTo>
                  <a:lnTo>
                    <a:pt x="20578" y="389813"/>
                  </a:lnTo>
                  <a:cubicBezTo>
                    <a:pt x="23245" y="385336"/>
                    <a:pt x="29150" y="383907"/>
                    <a:pt x="33627" y="386574"/>
                  </a:cubicBezTo>
                  <a:lnTo>
                    <a:pt x="33627" y="386574"/>
                  </a:lnTo>
                  <a:cubicBezTo>
                    <a:pt x="38199" y="389241"/>
                    <a:pt x="39628" y="395147"/>
                    <a:pt x="36961" y="399624"/>
                  </a:cubicBezTo>
                  <a:lnTo>
                    <a:pt x="36961" y="399624"/>
                  </a:lnTo>
                  <a:cubicBezTo>
                    <a:pt x="35151" y="402576"/>
                    <a:pt x="32008" y="404291"/>
                    <a:pt x="28769" y="404291"/>
                  </a:cubicBezTo>
                  <a:lnTo>
                    <a:pt x="28769" y="404291"/>
                  </a:lnTo>
                  <a:cubicBezTo>
                    <a:pt x="27055" y="404291"/>
                    <a:pt x="25436" y="403815"/>
                    <a:pt x="23912" y="402957"/>
                  </a:cubicBezTo>
                  <a:close/>
                  <a:moveTo>
                    <a:pt x="43057" y="370858"/>
                  </a:moveTo>
                  <a:cubicBezTo>
                    <a:pt x="38580" y="368096"/>
                    <a:pt x="37056" y="362286"/>
                    <a:pt x="39723" y="357714"/>
                  </a:cubicBezTo>
                  <a:lnTo>
                    <a:pt x="39723" y="357714"/>
                  </a:lnTo>
                  <a:cubicBezTo>
                    <a:pt x="42485" y="353237"/>
                    <a:pt x="48296" y="351808"/>
                    <a:pt x="52868" y="354475"/>
                  </a:cubicBezTo>
                  <a:lnTo>
                    <a:pt x="52868" y="354475"/>
                  </a:lnTo>
                  <a:cubicBezTo>
                    <a:pt x="57344" y="357142"/>
                    <a:pt x="58868" y="363048"/>
                    <a:pt x="56106" y="367524"/>
                  </a:cubicBezTo>
                  <a:lnTo>
                    <a:pt x="56106" y="367524"/>
                  </a:lnTo>
                  <a:cubicBezTo>
                    <a:pt x="54296" y="370477"/>
                    <a:pt x="51153" y="372192"/>
                    <a:pt x="47915" y="372192"/>
                  </a:cubicBezTo>
                  <a:lnTo>
                    <a:pt x="47915" y="372192"/>
                  </a:lnTo>
                  <a:cubicBezTo>
                    <a:pt x="46295" y="372192"/>
                    <a:pt x="44581" y="371715"/>
                    <a:pt x="43057" y="370858"/>
                  </a:cubicBezTo>
                  <a:close/>
                  <a:moveTo>
                    <a:pt x="62297" y="338759"/>
                  </a:moveTo>
                  <a:cubicBezTo>
                    <a:pt x="57725" y="335997"/>
                    <a:pt x="56297" y="330186"/>
                    <a:pt x="58964" y="325614"/>
                  </a:cubicBezTo>
                  <a:lnTo>
                    <a:pt x="58964" y="325614"/>
                  </a:lnTo>
                  <a:cubicBezTo>
                    <a:pt x="61631" y="321138"/>
                    <a:pt x="67536" y="319614"/>
                    <a:pt x="72013" y="322376"/>
                  </a:cubicBezTo>
                  <a:lnTo>
                    <a:pt x="72013" y="322376"/>
                  </a:lnTo>
                  <a:cubicBezTo>
                    <a:pt x="76585" y="325043"/>
                    <a:pt x="78014" y="330948"/>
                    <a:pt x="75347" y="335425"/>
                  </a:cubicBezTo>
                  <a:lnTo>
                    <a:pt x="75347" y="335425"/>
                  </a:lnTo>
                  <a:cubicBezTo>
                    <a:pt x="73537" y="338378"/>
                    <a:pt x="70394" y="340092"/>
                    <a:pt x="67155" y="340092"/>
                  </a:cubicBezTo>
                  <a:lnTo>
                    <a:pt x="67155" y="340092"/>
                  </a:lnTo>
                  <a:cubicBezTo>
                    <a:pt x="65441" y="340092"/>
                    <a:pt x="63821" y="339616"/>
                    <a:pt x="62297" y="338759"/>
                  </a:cubicBezTo>
                  <a:close/>
                  <a:moveTo>
                    <a:pt x="81443" y="306564"/>
                  </a:moveTo>
                  <a:cubicBezTo>
                    <a:pt x="76966" y="303897"/>
                    <a:pt x="75442" y="298087"/>
                    <a:pt x="78109" y="293515"/>
                  </a:cubicBezTo>
                  <a:lnTo>
                    <a:pt x="78109" y="293515"/>
                  </a:lnTo>
                  <a:cubicBezTo>
                    <a:pt x="80871" y="289038"/>
                    <a:pt x="86681" y="287610"/>
                    <a:pt x="91253" y="290277"/>
                  </a:cubicBezTo>
                  <a:lnTo>
                    <a:pt x="91253" y="290277"/>
                  </a:lnTo>
                  <a:cubicBezTo>
                    <a:pt x="95730" y="292944"/>
                    <a:pt x="97254" y="298754"/>
                    <a:pt x="94492" y="303326"/>
                  </a:cubicBezTo>
                  <a:lnTo>
                    <a:pt x="94492" y="303326"/>
                  </a:lnTo>
                  <a:cubicBezTo>
                    <a:pt x="92682" y="306279"/>
                    <a:pt x="89539" y="307993"/>
                    <a:pt x="86300" y="307993"/>
                  </a:cubicBezTo>
                  <a:lnTo>
                    <a:pt x="86300" y="307993"/>
                  </a:lnTo>
                  <a:cubicBezTo>
                    <a:pt x="84681" y="307993"/>
                    <a:pt x="82967" y="307517"/>
                    <a:pt x="81443" y="306564"/>
                  </a:cubicBezTo>
                  <a:close/>
                  <a:moveTo>
                    <a:pt x="100683" y="274465"/>
                  </a:moveTo>
                  <a:cubicBezTo>
                    <a:pt x="96111" y="271798"/>
                    <a:pt x="94682" y="265988"/>
                    <a:pt x="97349" y="261416"/>
                  </a:cubicBezTo>
                  <a:lnTo>
                    <a:pt x="97349" y="261416"/>
                  </a:lnTo>
                  <a:cubicBezTo>
                    <a:pt x="100016" y="256939"/>
                    <a:pt x="105922" y="255415"/>
                    <a:pt x="110399" y="258177"/>
                  </a:cubicBezTo>
                  <a:lnTo>
                    <a:pt x="110399" y="258177"/>
                  </a:lnTo>
                  <a:cubicBezTo>
                    <a:pt x="114971" y="260844"/>
                    <a:pt x="116399" y="266750"/>
                    <a:pt x="113732" y="271227"/>
                  </a:cubicBezTo>
                  <a:lnTo>
                    <a:pt x="113732" y="271227"/>
                  </a:lnTo>
                  <a:cubicBezTo>
                    <a:pt x="111923" y="274179"/>
                    <a:pt x="108779" y="275894"/>
                    <a:pt x="105541" y="275894"/>
                  </a:cubicBezTo>
                  <a:lnTo>
                    <a:pt x="105541" y="275894"/>
                  </a:lnTo>
                  <a:cubicBezTo>
                    <a:pt x="103922" y="275894"/>
                    <a:pt x="102207" y="275418"/>
                    <a:pt x="100683" y="274465"/>
                  </a:cubicBezTo>
                  <a:close/>
                  <a:moveTo>
                    <a:pt x="119828" y="242461"/>
                  </a:moveTo>
                  <a:cubicBezTo>
                    <a:pt x="115352" y="239699"/>
                    <a:pt x="113828" y="233889"/>
                    <a:pt x="116590" y="229317"/>
                  </a:cubicBezTo>
                  <a:lnTo>
                    <a:pt x="116590" y="229317"/>
                  </a:lnTo>
                  <a:cubicBezTo>
                    <a:pt x="119257" y="224840"/>
                    <a:pt x="125067" y="223316"/>
                    <a:pt x="129639" y="226078"/>
                  </a:cubicBezTo>
                  <a:lnTo>
                    <a:pt x="129639" y="226078"/>
                  </a:lnTo>
                  <a:cubicBezTo>
                    <a:pt x="134116" y="228745"/>
                    <a:pt x="135640" y="234651"/>
                    <a:pt x="132878" y="239127"/>
                  </a:cubicBezTo>
                  <a:lnTo>
                    <a:pt x="132878" y="239127"/>
                  </a:lnTo>
                  <a:cubicBezTo>
                    <a:pt x="131068" y="242080"/>
                    <a:pt x="127925" y="243795"/>
                    <a:pt x="124686" y="243795"/>
                  </a:cubicBezTo>
                  <a:lnTo>
                    <a:pt x="124686" y="243795"/>
                  </a:lnTo>
                  <a:cubicBezTo>
                    <a:pt x="123067" y="243795"/>
                    <a:pt x="121352" y="243318"/>
                    <a:pt x="119828" y="242461"/>
                  </a:cubicBezTo>
                  <a:close/>
                  <a:moveTo>
                    <a:pt x="139069" y="210267"/>
                  </a:moveTo>
                  <a:cubicBezTo>
                    <a:pt x="134497" y="207600"/>
                    <a:pt x="133068" y="201789"/>
                    <a:pt x="135735" y="197217"/>
                  </a:cubicBezTo>
                  <a:lnTo>
                    <a:pt x="135735" y="197217"/>
                  </a:lnTo>
                  <a:cubicBezTo>
                    <a:pt x="138402" y="192741"/>
                    <a:pt x="144308" y="191217"/>
                    <a:pt x="148784" y="193979"/>
                  </a:cubicBezTo>
                  <a:lnTo>
                    <a:pt x="148784" y="193979"/>
                  </a:lnTo>
                  <a:cubicBezTo>
                    <a:pt x="153356" y="196646"/>
                    <a:pt x="154785" y="202456"/>
                    <a:pt x="152118" y="207028"/>
                  </a:cubicBezTo>
                  <a:lnTo>
                    <a:pt x="152118" y="207028"/>
                  </a:lnTo>
                  <a:cubicBezTo>
                    <a:pt x="150308" y="209981"/>
                    <a:pt x="147165" y="211600"/>
                    <a:pt x="143927" y="211600"/>
                  </a:cubicBezTo>
                  <a:lnTo>
                    <a:pt x="143927" y="211600"/>
                  </a:lnTo>
                  <a:cubicBezTo>
                    <a:pt x="142307" y="211600"/>
                    <a:pt x="140593" y="211219"/>
                    <a:pt x="139069" y="210267"/>
                  </a:cubicBezTo>
                  <a:close/>
                  <a:moveTo>
                    <a:pt x="158214" y="178167"/>
                  </a:moveTo>
                  <a:cubicBezTo>
                    <a:pt x="153737" y="175500"/>
                    <a:pt x="152309" y="169595"/>
                    <a:pt x="154976" y="165118"/>
                  </a:cubicBezTo>
                  <a:lnTo>
                    <a:pt x="154976" y="165118"/>
                  </a:lnTo>
                  <a:cubicBezTo>
                    <a:pt x="157643" y="160641"/>
                    <a:pt x="163453" y="159117"/>
                    <a:pt x="168025" y="161880"/>
                  </a:cubicBezTo>
                  <a:lnTo>
                    <a:pt x="168025" y="161880"/>
                  </a:lnTo>
                  <a:cubicBezTo>
                    <a:pt x="172502" y="164547"/>
                    <a:pt x="174026" y="170452"/>
                    <a:pt x="171263" y="174929"/>
                  </a:cubicBezTo>
                  <a:lnTo>
                    <a:pt x="171263" y="174929"/>
                  </a:lnTo>
                  <a:cubicBezTo>
                    <a:pt x="169549" y="177882"/>
                    <a:pt x="166310" y="179596"/>
                    <a:pt x="163072" y="179596"/>
                  </a:cubicBezTo>
                  <a:lnTo>
                    <a:pt x="163072" y="179596"/>
                  </a:lnTo>
                  <a:cubicBezTo>
                    <a:pt x="161453" y="179596"/>
                    <a:pt x="159738" y="179120"/>
                    <a:pt x="158214" y="178167"/>
                  </a:cubicBezTo>
                  <a:close/>
                  <a:moveTo>
                    <a:pt x="177455" y="146068"/>
                  </a:moveTo>
                  <a:cubicBezTo>
                    <a:pt x="172978" y="143401"/>
                    <a:pt x="171454" y="137496"/>
                    <a:pt x="174121" y="133019"/>
                  </a:cubicBezTo>
                  <a:lnTo>
                    <a:pt x="174121" y="133019"/>
                  </a:lnTo>
                  <a:cubicBezTo>
                    <a:pt x="176883" y="128542"/>
                    <a:pt x="182693" y="127018"/>
                    <a:pt x="187265" y="129780"/>
                  </a:cubicBezTo>
                  <a:lnTo>
                    <a:pt x="187265" y="129780"/>
                  </a:lnTo>
                  <a:cubicBezTo>
                    <a:pt x="191742" y="132447"/>
                    <a:pt x="193171" y="138258"/>
                    <a:pt x="190504" y="142830"/>
                  </a:cubicBezTo>
                  <a:lnTo>
                    <a:pt x="190504" y="142830"/>
                  </a:lnTo>
                  <a:cubicBezTo>
                    <a:pt x="188694" y="145782"/>
                    <a:pt x="185551" y="147402"/>
                    <a:pt x="182312" y="147402"/>
                  </a:cubicBezTo>
                  <a:lnTo>
                    <a:pt x="182312" y="147402"/>
                  </a:lnTo>
                  <a:cubicBezTo>
                    <a:pt x="180693" y="147402"/>
                    <a:pt x="178979" y="147021"/>
                    <a:pt x="177455" y="146068"/>
                  </a:cubicBezTo>
                  <a:close/>
                  <a:moveTo>
                    <a:pt x="196600" y="113969"/>
                  </a:moveTo>
                  <a:cubicBezTo>
                    <a:pt x="192123" y="111302"/>
                    <a:pt x="190694" y="105492"/>
                    <a:pt x="193361" y="100920"/>
                  </a:cubicBezTo>
                  <a:lnTo>
                    <a:pt x="193361" y="100920"/>
                  </a:lnTo>
                  <a:cubicBezTo>
                    <a:pt x="196028" y="96443"/>
                    <a:pt x="201839" y="94919"/>
                    <a:pt x="206411" y="97681"/>
                  </a:cubicBezTo>
                  <a:lnTo>
                    <a:pt x="206411" y="97681"/>
                  </a:lnTo>
                  <a:cubicBezTo>
                    <a:pt x="210887" y="100348"/>
                    <a:pt x="212411" y="106158"/>
                    <a:pt x="209649" y="110730"/>
                  </a:cubicBezTo>
                  <a:lnTo>
                    <a:pt x="209649" y="110730"/>
                  </a:lnTo>
                  <a:cubicBezTo>
                    <a:pt x="207935" y="113683"/>
                    <a:pt x="204696" y="115302"/>
                    <a:pt x="201553" y="115302"/>
                  </a:cubicBezTo>
                  <a:lnTo>
                    <a:pt x="201553" y="115302"/>
                  </a:lnTo>
                  <a:cubicBezTo>
                    <a:pt x="199838" y="115302"/>
                    <a:pt x="198124" y="114921"/>
                    <a:pt x="196600" y="113969"/>
                  </a:cubicBezTo>
                  <a:close/>
                  <a:moveTo>
                    <a:pt x="215840" y="81870"/>
                  </a:moveTo>
                  <a:cubicBezTo>
                    <a:pt x="211364" y="79203"/>
                    <a:pt x="209840" y="73297"/>
                    <a:pt x="212602" y="68820"/>
                  </a:cubicBezTo>
                  <a:lnTo>
                    <a:pt x="212602" y="68820"/>
                  </a:lnTo>
                  <a:cubicBezTo>
                    <a:pt x="215269" y="64344"/>
                    <a:pt x="221079" y="62820"/>
                    <a:pt x="225651" y="65487"/>
                  </a:cubicBezTo>
                  <a:lnTo>
                    <a:pt x="225651" y="65487"/>
                  </a:lnTo>
                  <a:cubicBezTo>
                    <a:pt x="230128" y="68249"/>
                    <a:pt x="231557" y="74059"/>
                    <a:pt x="228890" y="78631"/>
                  </a:cubicBezTo>
                  <a:lnTo>
                    <a:pt x="228890" y="78631"/>
                  </a:lnTo>
                  <a:cubicBezTo>
                    <a:pt x="227080" y="81584"/>
                    <a:pt x="223937" y="83203"/>
                    <a:pt x="220698" y="83203"/>
                  </a:cubicBezTo>
                  <a:lnTo>
                    <a:pt x="220698" y="83203"/>
                  </a:lnTo>
                  <a:cubicBezTo>
                    <a:pt x="219079" y="83203"/>
                    <a:pt x="217364" y="82822"/>
                    <a:pt x="215840" y="81870"/>
                  </a:cubicBezTo>
                  <a:close/>
                  <a:moveTo>
                    <a:pt x="234986" y="49770"/>
                  </a:moveTo>
                  <a:cubicBezTo>
                    <a:pt x="230509" y="47103"/>
                    <a:pt x="229080" y="41198"/>
                    <a:pt x="231747" y="36721"/>
                  </a:cubicBezTo>
                  <a:lnTo>
                    <a:pt x="231747" y="36721"/>
                  </a:lnTo>
                  <a:cubicBezTo>
                    <a:pt x="234414" y="32244"/>
                    <a:pt x="240320" y="30720"/>
                    <a:pt x="244796" y="33483"/>
                  </a:cubicBezTo>
                  <a:lnTo>
                    <a:pt x="244796" y="33483"/>
                  </a:lnTo>
                  <a:cubicBezTo>
                    <a:pt x="249273" y="36150"/>
                    <a:pt x="250797" y="41960"/>
                    <a:pt x="248035" y="46532"/>
                  </a:cubicBezTo>
                  <a:lnTo>
                    <a:pt x="248035" y="46532"/>
                  </a:lnTo>
                  <a:cubicBezTo>
                    <a:pt x="246320" y="49485"/>
                    <a:pt x="243177" y="51104"/>
                    <a:pt x="239939" y="51104"/>
                  </a:cubicBezTo>
                  <a:lnTo>
                    <a:pt x="239939" y="51104"/>
                  </a:lnTo>
                  <a:cubicBezTo>
                    <a:pt x="238224" y="51104"/>
                    <a:pt x="236510" y="50723"/>
                    <a:pt x="234986" y="49770"/>
                  </a:cubicBezTo>
                  <a:close/>
                  <a:moveTo>
                    <a:pt x="254226" y="17671"/>
                  </a:moveTo>
                  <a:cubicBezTo>
                    <a:pt x="249749" y="15004"/>
                    <a:pt x="248225" y="9194"/>
                    <a:pt x="250988" y="4622"/>
                  </a:cubicBezTo>
                  <a:lnTo>
                    <a:pt x="250988" y="4622"/>
                  </a:lnTo>
                  <a:cubicBezTo>
                    <a:pt x="253655" y="145"/>
                    <a:pt x="259465" y="-1379"/>
                    <a:pt x="264037" y="1383"/>
                  </a:cubicBezTo>
                  <a:lnTo>
                    <a:pt x="264037" y="1383"/>
                  </a:lnTo>
                  <a:cubicBezTo>
                    <a:pt x="268514" y="4050"/>
                    <a:pt x="269942" y="9861"/>
                    <a:pt x="267275" y="14433"/>
                  </a:cubicBezTo>
                  <a:lnTo>
                    <a:pt x="267275" y="14433"/>
                  </a:lnTo>
                  <a:cubicBezTo>
                    <a:pt x="265466" y="17385"/>
                    <a:pt x="262322" y="19005"/>
                    <a:pt x="259084" y="19005"/>
                  </a:cubicBezTo>
                  <a:lnTo>
                    <a:pt x="259084" y="19005"/>
                  </a:lnTo>
                  <a:cubicBezTo>
                    <a:pt x="257465" y="19005"/>
                    <a:pt x="255750" y="18624"/>
                    <a:pt x="254226" y="176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3A94062-9C94-BC54-4892-3C31FFAE8E23}"/>
                </a:ext>
              </a:extLst>
            </p:cNvPr>
            <p:cNvSpPr/>
            <p:nvPr/>
          </p:nvSpPr>
          <p:spPr>
            <a:xfrm>
              <a:off x="5825597" y="3636237"/>
              <a:ext cx="246830" cy="271583"/>
            </a:xfrm>
            <a:custGeom>
              <a:avLst/>
              <a:gdLst>
                <a:gd name="connsiteX0" fmla="*/ 230207 w 246830"/>
                <a:gd name="connsiteY0" fmla="*/ 268440 h 271583"/>
                <a:gd name="connsiteX1" fmla="*/ 230969 w 246830"/>
                <a:gd name="connsiteY1" fmla="*/ 255010 h 271583"/>
                <a:gd name="connsiteX2" fmla="*/ 230969 w 246830"/>
                <a:gd name="connsiteY2" fmla="*/ 255010 h 271583"/>
                <a:gd name="connsiteX3" fmla="*/ 244399 w 246830"/>
                <a:gd name="connsiteY3" fmla="*/ 255677 h 271583"/>
                <a:gd name="connsiteX4" fmla="*/ 244399 w 246830"/>
                <a:gd name="connsiteY4" fmla="*/ 255677 h 271583"/>
                <a:gd name="connsiteX5" fmla="*/ 243732 w 246830"/>
                <a:gd name="connsiteY5" fmla="*/ 269107 h 271583"/>
                <a:gd name="connsiteX6" fmla="*/ 243732 w 246830"/>
                <a:gd name="connsiteY6" fmla="*/ 269107 h 271583"/>
                <a:gd name="connsiteX7" fmla="*/ 237351 w 246830"/>
                <a:gd name="connsiteY7" fmla="*/ 271583 h 271583"/>
                <a:gd name="connsiteX8" fmla="*/ 237351 w 246830"/>
                <a:gd name="connsiteY8" fmla="*/ 271583 h 271583"/>
                <a:gd name="connsiteX9" fmla="*/ 230207 w 246830"/>
                <a:gd name="connsiteY9" fmla="*/ 268440 h 271583"/>
                <a:gd name="connsiteX10" fmla="*/ 204966 w 246830"/>
                <a:gd name="connsiteY10" fmla="*/ 240341 h 271583"/>
                <a:gd name="connsiteX11" fmla="*/ 205632 w 246830"/>
                <a:gd name="connsiteY11" fmla="*/ 226911 h 271583"/>
                <a:gd name="connsiteX12" fmla="*/ 205632 w 246830"/>
                <a:gd name="connsiteY12" fmla="*/ 226911 h 271583"/>
                <a:gd name="connsiteX13" fmla="*/ 219063 w 246830"/>
                <a:gd name="connsiteY13" fmla="*/ 227578 h 271583"/>
                <a:gd name="connsiteX14" fmla="*/ 219063 w 246830"/>
                <a:gd name="connsiteY14" fmla="*/ 227578 h 271583"/>
                <a:gd name="connsiteX15" fmla="*/ 218396 w 246830"/>
                <a:gd name="connsiteY15" fmla="*/ 241103 h 271583"/>
                <a:gd name="connsiteX16" fmla="*/ 218396 w 246830"/>
                <a:gd name="connsiteY16" fmla="*/ 241103 h 271583"/>
                <a:gd name="connsiteX17" fmla="*/ 212014 w 246830"/>
                <a:gd name="connsiteY17" fmla="*/ 243485 h 271583"/>
                <a:gd name="connsiteX18" fmla="*/ 212014 w 246830"/>
                <a:gd name="connsiteY18" fmla="*/ 243485 h 271583"/>
                <a:gd name="connsiteX19" fmla="*/ 204966 w 246830"/>
                <a:gd name="connsiteY19" fmla="*/ 240341 h 271583"/>
                <a:gd name="connsiteX20" fmla="*/ 179629 w 246830"/>
                <a:gd name="connsiteY20" fmla="*/ 212338 h 271583"/>
                <a:gd name="connsiteX21" fmla="*/ 180296 w 246830"/>
                <a:gd name="connsiteY21" fmla="*/ 198812 h 271583"/>
                <a:gd name="connsiteX22" fmla="*/ 180296 w 246830"/>
                <a:gd name="connsiteY22" fmla="*/ 198812 h 271583"/>
                <a:gd name="connsiteX23" fmla="*/ 193821 w 246830"/>
                <a:gd name="connsiteY23" fmla="*/ 199574 h 271583"/>
                <a:gd name="connsiteX24" fmla="*/ 193821 w 246830"/>
                <a:gd name="connsiteY24" fmla="*/ 199574 h 271583"/>
                <a:gd name="connsiteX25" fmla="*/ 193059 w 246830"/>
                <a:gd name="connsiteY25" fmla="*/ 213005 h 271583"/>
                <a:gd name="connsiteX26" fmla="*/ 193059 w 246830"/>
                <a:gd name="connsiteY26" fmla="*/ 213005 h 271583"/>
                <a:gd name="connsiteX27" fmla="*/ 186678 w 246830"/>
                <a:gd name="connsiteY27" fmla="*/ 215481 h 271583"/>
                <a:gd name="connsiteX28" fmla="*/ 186678 w 246830"/>
                <a:gd name="connsiteY28" fmla="*/ 215481 h 271583"/>
                <a:gd name="connsiteX29" fmla="*/ 179629 w 246830"/>
                <a:gd name="connsiteY29" fmla="*/ 212338 h 271583"/>
                <a:gd name="connsiteX30" fmla="*/ 154293 w 246830"/>
                <a:gd name="connsiteY30" fmla="*/ 184239 h 271583"/>
                <a:gd name="connsiteX31" fmla="*/ 155055 w 246830"/>
                <a:gd name="connsiteY31" fmla="*/ 170809 h 271583"/>
                <a:gd name="connsiteX32" fmla="*/ 155055 w 246830"/>
                <a:gd name="connsiteY32" fmla="*/ 170809 h 271583"/>
                <a:gd name="connsiteX33" fmla="*/ 168485 w 246830"/>
                <a:gd name="connsiteY33" fmla="*/ 171476 h 271583"/>
                <a:gd name="connsiteX34" fmla="*/ 168485 w 246830"/>
                <a:gd name="connsiteY34" fmla="*/ 171476 h 271583"/>
                <a:gd name="connsiteX35" fmla="*/ 167723 w 246830"/>
                <a:gd name="connsiteY35" fmla="*/ 185001 h 271583"/>
                <a:gd name="connsiteX36" fmla="*/ 167723 w 246830"/>
                <a:gd name="connsiteY36" fmla="*/ 185001 h 271583"/>
                <a:gd name="connsiteX37" fmla="*/ 161436 w 246830"/>
                <a:gd name="connsiteY37" fmla="*/ 187382 h 271583"/>
                <a:gd name="connsiteX38" fmla="*/ 161436 w 246830"/>
                <a:gd name="connsiteY38" fmla="*/ 187382 h 271583"/>
                <a:gd name="connsiteX39" fmla="*/ 154293 w 246830"/>
                <a:gd name="connsiteY39" fmla="*/ 184239 h 271583"/>
                <a:gd name="connsiteX40" fmla="*/ 129051 w 246830"/>
                <a:gd name="connsiteY40" fmla="*/ 156236 h 271583"/>
                <a:gd name="connsiteX41" fmla="*/ 129718 w 246830"/>
                <a:gd name="connsiteY41" fmla="*/ 142710 h 271583"/>
                <a:gd name="connsiteX42" fmla="*/ 129718 w 246830"/>
                <a:gd name="connsiteY42" fmla="*/ 142710 h 271583"/>
                <a:gd name="connsiteX43" fmla="*/ 143148 w 246830"/>
                <a:gd name="connsiteY43" fmla="*/ 143472 h 271583"/>
                <a:gd name="connsiteX44" fmla="*/ 143148 w 246830"/>
                <a:gd name="connsiteY44" fmla="*/ 143472 h 271583"/>
                <a:gd name="connsiteX45" fmla="*/ 142482 w 246830"/>
                <a:gd name="connsiteY45" fmla="*/ 156902 h 271583"/>
                <a:gd name="connsiteX46" fmla="*/ 142482 w 246830"/>
                <a:gd name="connsiteY46" fmla="*/ 156902 h 271583"/>
                <a:gd name="connsiteX47" fmla="*/ 136100 w 246830"/>
                <a:gd name="connsiteY47" fmla="*/ 159284 h 271583"/>
                <a:gd name="connsiteX48" fmla="*/ 136100 w 246830"/>
                <a:gd name="connsiteY48" fmla="*/ 159284 h 271583"/>
                <a:gd name="connsiteX49" fmla="*/ 129051 w 246830"/>
                <a:gd name="connsiteY49" fmla="*/ 156236 h 271583"/>
                <a:gd name="connsiteX50" fmla="*/ 103715 w 246830"/>
                <a:gd name="connsiteY50" fmla="*/ 128137 h 271583"/>
                <a:gd name="connsiteX51" fmla="*/ 104382 w 246830"/>
                <a:gd name="connsiteY51" fmla="*/ 114707 h 271583"/>
                <a:gd name="connsiteX52" fmla="*/ 104382 w 246830"/>
                <a:gd name="connsiteY52" fmla="*/ 114707 h 271583"/>
                <a:gd name="connsiteX53" fmla="*/ 117812 w 246830"/>
                <a:gd name="connsiteY53" fmla="*/ 115373 h 271583"/>
                <a:gd name="connsiteX54" fmla="*/ 117812 w 246830"/>
                <a:gd name="connsiteY54" fmla="*/ 115373 h 271583"/>
                <a:gd name="connsiteX55" fmla="*/ 117145 w 246830"/>
                <a:gd name="connsiteY55" fmla="*/ 128804 h 271583"/>
                <a:gd name="connsiteX56" fmla="*/ 117145 w 246830"/>
                <a:gd name="connsiteY56" fmla="*/ 128804 h 271583"/>
                <a:gd name="connsiteX57" fmla="*/ 110763 w 246830"/>
                <a:gd name="connsiteY57" fmla="*/ 131280 h 271583"/>
                <a:gd name="connsiteX58" fmla="*/ 110763 w 246830"/>
                <a:gd name="connsiteY58" fmla="*/ 131280 h 271583"/>
                <a:gd name="connsiteX59" fmla="*/ 103715 w 246830"/>
                <a:gd name="connsiteY59" fmla="*/ 128137 h 271583"/>
                <a:gd name="connsiteX60" fmla="*/ 78378 w 246830"/>
                <a:gd name="connsiteY60" fmla="*/ 100038 h 271583"/>
                <a:gd name="connsiteX61" fmla="*/ 79140 w 246830"/>
                <a:gd name="connsiteY61" fmla="*/ 86608 h 271583"/>
                <a:gd name="connsiteX62" fmla="*/ 79140 w 246830"/>
                <a:gd name="connsiteY62" fmla="*/ 86608 h 271583"/>
                <a:gd name="connsiteX63" fmla="*/ 92571 w 246830"/>
                <a:gd name="connsiteY63" fmla="*/ 87370 h 271583"/>
                <a:gd name="connsiteX64" fmla="*/ 92571 w 246830"/>
                <a:gd name="connsiteY64" fmla="*/ 87370 h 271583"/>
                <a:gd name="connsiteX65" fmla="*/ 91809 w 246830"/>
                <a:gd name="connsiteY65" fmla="*/ 100800 h 271583"/>
                <a:gd name="connsiteX66" fmla="*/ 91809 w 246830"/>
                <a:gd name="connsiteY66" fmla="*/ 100800 h 271583"/>
                <a:gd name="connsiteX67" fmla="*/ 85427 w 246830"/>
                <a:gd name="connsiteY67" fmla="*/ 103181 h 271583"/>
                <a:gd name="connsiteX68" fmla="*/ 85427 w 246830"/>
                <a:gd name="connsiteY68" fmla="*/ 103181 h 271583"/>
                <a:gd name="connsiteX69" fmla="*/ 78378 w 246830"/>
                <a:gd name="connsiteY69" fmla="*/ 100038 h 271583"/>
                <a:gd name="connsiteX70" fmla="*/ 53042 w 246830"/>
                <a:gd name="connsiteY70" fmla="*/ 72035 h 271583"/>
                <a:gd name="connsiteX71" fmla="*/ 53804 w 246830"/>
                <a:gd name="connsiteY71" fmla="*/ 58604 h 271583"/>
                <a:gd name="connsiteX72" fmla="*/ 53804 w 246830"/>
                <a:gd name="connsiteY72" fmla="*/ 58604 h 271583"/>
                <a:gd name="connsiteX73" fmla="*/ 67234 w 246830"/>
                <a:gd name="connsiteY73" fmla="*/ 59271 h 271583"/>
                <a:gd name="connsiteX74" fmla="*/ 67234 w 246830"/>
                <a:gd name="connsiteY74" fmla="*/ 59271 h 271583"/>
                <a:gd name="connsiteX75" fmla="*/ 66472 w 246830"/>
                <a:gd name="connsiteY75" fmla="*/ 72701 h 271583"/>
                <a:gd name="connsiteX76" fmla="*/ 66472 w 246830"/>
                <a:gd name="connsiteY76" fmla="*/ 72701 h 271583"/>
                <a:gd name="connsiteX77" fmla="*/ 60186 w 246830"/>
                <a:gd name="connsiteY77" fmla="*/ 75178 h 271583"/>
                <a:gd name="connsiteX78" fmla="*/ 60186 w 246830"/>
                <a:gd name="connsiteY78" fmla="*/ 75178 h 271583"/>
                <a:gd name="connsiteX79" fmla="*/ 53042 w 246830"/>
                <a:gd name="connsiteY79" fmla="*/ 72035 h 271583"/>
                <a:gd name="connsiteX80" fmla="*/ 27801 w 246830"/>
                <a:gd name="connsiteY80" fmla="*/ 43936 h 271583"/>
                <a:gd name="connsiteX81" fmla="*/ 28467 w 246830"/>
                <a:gd name="connsiteY81" fmla="*/ 30506 h 271583"/>
                <a:gd name="connsiteX82" fmla="*/ 28467 w 246830"/>
                <a:gd name="connsiteY82" fmla="*/ 30506 h 271583"/>
                <a:gd name="connsiteX83" fmla="*/ 41898 w 246830"/>
                <a:gd name="connsiteY83" fmla="*/ 31172 h 271583"/>
                <a:gd name="connsiteX84" fmla="*/ 41898 w 246830"/>
                <a:gd name="connsiteY84" fmla="*/ 31172 h 271583"/>
                <a:gd name="connsiteX85" fmla="*/ 41231 w 246830"/>
                <a:gd name="connsiteY85" fmla="*/ 44603 h 271583"/>
                <a:gd name="connsiteX86" fmla="*/ 41231 w 246830"/>
                <a:gd name="connsiteY86" fmla="*/ 44603 h 271583"/>
                <a:gd name="connsiteX87" fmla="*/ 34849 w 246830"/>
                <a:gd name="connsiteY87" fmla="*/ 47079 h 271583"/>
                <a:gd name="connsiteX88" fmla="*/ 34849 w 246830"/>
                <a:gd name="connsiteY88" fmla="*/ 47079 h 271583"/>
                <a:gd name="connsiteX89" fmla="*/ 27801 w 246830"/>
                <a:gd name="connsiteY89" fmla="*/ 43936 h 271583"/>
                <a:gd name="connsiteX90" fmla="*/ 2464 w 246830"/>
                <a:gd name="connsiteY90" fmla="*/ 15932 h 271583"/>
                <a:gd name="connsiteX91" fmla="*/ 3131 w 246830"/>
                <a:gd name="connsiteY91" fmla="*/ 2502 h 271583"/>
                <a:gd name="connsiteX92" fmla="*/ 3131 w 246830"/>
                <a:gd name="connsiteY92" fmla="*/ 2502 h 271583"/>
                <a:gd name="connsiteX93" fmla="*/ 16561 w 246830"/>
                <a:gd name="connsiteY93" fmla="*/ 3169 h 271583"/>
                <a:gd name="connsiteX94" fmla="*/ 16561 w 246830"/>
                <a:gd name="connsiteY94" fmla="*/ 3169 h 271583"/>
                <a:gd name="connsiteX95" fmla="*/ 15894 w 246830"/>
                <a:gd name="connsiteY95" fmla="*/ 16599 h 271583"/>
                <a:gd name="connsiteX96" fmla="*/ 15894 w 246830"/>
                <a:gd name="connsiteY96" fmla="*/ 16599 h 271583"/>
                <a:gd name="connsiteX97" fmla="*/ 9513 w 246830"/>
                <a:gd name="connsiteY97" fmla="*/ 19076 h 271583"/>
                <a:gd name="connsiteX98" fmla="*/ 9513 w 246830"/>
                <a:gd name="connsiteY98" fmla="*/ 19076 h 271583"/>
                <a:gd name="connsiteX99" fmla="*/ 2464 w 246830"/>
                <a:gd name="connsiteY99" fmla="*/ 15932 h 271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46830" h="271583">
                  <a:moveTo>
                    <a:pt x="230207" y="268440"/>
                  </a:moveTo>
                  <a:cubicBezTo>
                    <a:pt x="226683" y="264535"/>
                    <a:pt x="226968" y="258439"/>
                    <a:pt x="230969" y="255010"/>
                  </a:cubicBezTo>
                  <a:lnTo>
                    <a:pt x="230969" y="255010"/>
                  </a:lnTo>
                  <a:cubicBezTo>
                    <a:pt x="234779" y="251390"/>
                    <a:pt x="240875" y="251771"/>
                    <a:pt x="244399" y="255677"/>
                  </a:cubicBezTo>
                  <a:lnTo>
                    <a:pt x="244399" y="255677"/>
                  </a:lnTo>
                  <a:cubicBezTo>
                    <a:pt x="247923" y="259582"/>
                    <a:pt x="247542" y="265583"/>
                    <a:pt x="243732" y="269107"/>
                  </a:cubicBezTo>
                  <a:lnTo>
                    <a:pt x="243732" y="269107"/>
                  </a:lnTo>
                  <a:cubicBezTo>
                    <a:pt x="241827" y="270726"/>
                    <a:pt x="239541" y="271583"/>
                    <a:pt x="237351" y="271583"/>
                  </a:cubicBezTo>
                  <a:lnTo>
                    <a:pt x="237351" y="271583"/>
                  </a:lnTo>
                  <a:cubicBezTo>
                    <a:pt x="234684" y="271583"/>
                    <a:pt x="232112" y="270536"/>
                    <a:pt x="230207" y="268440"/>
                  </a:cubicBezTo>
                  <a:close/>
                  <a:moveTo>
                    <a:pt x="204966" y="240341"/>
                  </a:moveTo>
                  <a:cubicBezTo>
                    <a:pt x="201346" y="236436"/>
                    <a:pt x="201727" y="230435"/>
                    <a:pt x="205632" y="226911"/>
                  </a:cubicBezTo>
                  <a:lnTo>
                    <a:pt x="205632" y="226911"/>
                  </a:lnTo>
                  <a:cubicBezTo>
                    <a:pt x="209538" y="223387"/>
                    <a:pt x="215538" y="223673"/>
                    <a:pt x="219063" y="227578"/>
                  </a:cubicBezTo>
                  <a:lnTo>
                    <a:pt x="219063" y="227578"/>
                  </a:lnTo>
                  <a:cubicBezTo>
                    <a:pt x="222587" y="231483"/>
                    <a:pt x="222301" y="237484"/>
                    <a:pt x="218396" y="241103"/>
                  </a:cubicBezTo>
                  <a:lnTo>
                    <a:pt x="218396" y="241103"/>
                  </a:lnTo>
                  <a:cubicBezTo>
                    <a:pt x="216586" y="242723"/>
                    <a:pt x="214300" y="243485"/>
                    <a:pt x="212014" y="243485"/>
                  </a:cubicBezTo>
                  <a:lnTo>
                    <a:pt x="212014" y="243485"/>
                  </a:lnTo>
                  <a:cubicBezTo>
                    <a:pt x="209347" y="243485"/>
                    <a:pt x="206775" y="242437"/>
                    <a:pt x="204966" y="240341"/>
                  </a:cubicBezTo>
                  <a:close/>
                  <a:moveTo>
                    <a:pt x="179629" y="212338"/>
                  </a:moveTo>
                  <a:cubicBezTo>
                    <a:pt x="176105" y="208433"/>
                    <a:pt x="176391" y="202337"/>
                    <a:pt x="180296" y="198812"/>
                  </a:cubicBezTo>
                  <a:lnTo>
                    <a:pt x="180296" y="198812"/>
                  </a:lnTo>
                  <a:cubicBezTo>
                    <a:pt x="184201" y="195288"/>
                    <a:pt x="190202" y="195669"/>
                    <a:pt x="193821" y="199574"/>
                  </a:cubicBezTo>
                  <a:lnTo>
                    <a:pt x="193821" y="199574"/>
                  </a:lnTo>
                  <a:cubicBezTo>
                    <a:pt x="197250" y="203480"/>
                    <a:pt x="196965" y="209480"/>
                    <a:pt x="193059" y="213005"/>
                  </a:cubicBezTo>
                  <a:lnTo>
                    <a:pt x="193059" y="213005"/>
                  </a:lnTo>
                  <a:cubicBezTo>
                    <a:pt x="191250" y="214624"/>
                    <a:pt x="188964" y="215481"/>
                    <a:pt x="186678" y="215481"/>
                  </a:cubicBezTo>
                  <a:lnTo>
                    <a:pt x="186678" y="215481"/>
                  </a:lnTo>
                  <a:cubicBezTo>
                    <a:pt x="184106" y="215481"/>
                    <a:pt x="181534" y="214433"/>
                    <a:pt x="179629" y="212338"/>
                  </a:cubicBezTo>
                  <a:close/>
                  <a:moveTo>
                    <a:pt x="154293" y="184239"/>
                  </a:moveTo>
                  <a:cubicBezTo>
                    <a:pt x="150768" y="180334"/>
                    <a:pt x="151054" y="174333"/>
                    <a:pt x="155055" y="170809"/>
                  </a:cubicBezTo>
                  <a:lnTo>
                    <a:pt x="155055" y="170809"/>
                  </a:lnTo>
                  <a:cubicBezTo>
                    <a:pt x="158865" y="167285"/>
                    <a:pt x="164961" y="167570"/>
                    <a:pt x="168485" y="171476"/>
                  </a:cubicBezTo>
                  <a:lnTo>
                    <a:pt x="168485" y="171476"/>
                  </a:lnTo>
                  <a:cubicBezTo>
                    <a:pt x="172009" y="175381"/>
                    <a:pt x="171628" y="181382"/>
                    <a:pt x="167723" y="185001"/>
                  </a:cubicBezTo>
                  <a:lnTo>
                    <a:pt x="167723" y="185001"/>
                  </a:lnTo>
                  <a:cubicBezTo>
                    <a:pt x="165913" y="186620"/>
                    <a:pt x="163627" y="187382"/>
                    <a:pt x="161436" y="187382"/>
                  </a:cubicBezTo>
                  <a:lnTo>
                    <a:pt x="161436" y="187382"/>
                  </a:lnTo>
                  <a:cubicBezTo>
                    <a:pt x="158769" y="187382"/>
                    <a:pt x="156198" y="186335"/>
                    <a:pt x="154293" y="184239"/>
                  </a:cubicBezTo>
                  <a:close/>
                  <a:moveTo>
                    <a:pt x="129051" y="156236"/>
                  </a:moveTo>
                  <a:cubicBezTo>
                    <a:pt x="125432" y="152235"/>
                    <a:pt x="125813" y="146234"/>
                    <a:pt x="129718" y="142710"/>
                  </a:cubicBezTo>
                  <a:lnTo>
                    <a:pt x="129718" y="142710"/>
                  </a:lnTo>
                  <a:cubicBezTo>
                    <a:pt x="133623" y="139186"/>
                    <a:pt x="139624" y="139472"/>
                    <a:pt x="143148" y="143472"/>
                  </a:cubicBezTo>
                  <a:lnTo>
                    <a:pt x="143148" y="143472"/>
                  </a:lnTo>
                  <a:cubicBezTo>
                    <a:pt x="146673" y="147377"/>
                    <a:pt x="146387" y="153378"/>
                    <a:pt x="142482" y="156902"/>
                  </a:cubicBezTo>
                  <a:lnTo>
                    <a:pt x="142482" y="156902"/>
                  </a:lnTo>
                  <a:cubicBezTo>
                    <a:pt x="140672" y="158522"/>
                    <a:pt x="138386" y="159284"/>
                    <a:pt x="136100" y="159284"/>
                  </a:cubicBezTo>
                  <a:lnTo>
                    <a:pt x="136100" y="159284"/>
                  </a:lnTo>
                  <a:cubicBezTo>
                    <a:pt x="133433" y="159284"/>
                    <a:pt x="130861" y="158236"/>
                    <a:pt x="129051" y="156236"/>
                  </a:cubicBezTo>
                  <a:close/>
                  <a:moveTo>
                    <a:pt x="103715" y="128137"/>
                  </a:moveTo>
                  <a:cubicBezTo>
                    <a:pt x="100191" y="124232"/>
                    <a:pt x="100476" y="118231"/>
                    <a:pt x="104382" y="114707"/>
                  </a:cubicBezTo>
                  <a:lnTo>
                    <a:pt x="104382" y="114707"/>
                  </a:lnTo>
                  <a:cubicBezTo>
                    <a:pt x="108287" y="111182"/>
                    <a:pt x="114288" y="111468"/>
                    <a:pt x="117812" y="115373"/>
                  </a:cubicBezTo>
                  <a:lnTo>
                    <a:pt x="117812" y="115373"/>
                  </a:lnTo>
                  <a:cubicBezTo>
                    <a:pt x="121336" y="119279"/>
                    <a:pt x="121050" y="125279"/>
                    <a:pt x="117145" y="128804"/>
                  </a:cubicBezTo>
                  <a:lnTo>
                    <a:pt x="117145" y="128804"/>
                  </a:lnTo>
                  <a:cubicBezTo>
                    <a:pt x="115335" y="130423"/>
                    <a:pt x="113049" y="131280"/>
                    <a:pt x="110763" y="131280"/>
                  </a:cubicBezTo>
                  <a:lnTo>
                    <a:pt x="110763" y="131280"/>
                  </a:lnTo>
                  <a:cubicBezTo>
                    <a:pt x="108192" y="131280"/>
                    <a:pt x="105525" y="130232"/>
                    <a:pt x="103715" y="128137"/>
                  </a:cubicBezTo>
                  <a:close/>
                  <a:moveTo>
                    <a:pt x="78378" y="100038"/>
                  </a:moveTo>
                  <a:cubicBezTo>
                    <a:pt x="74854" y="96133"/>
                    <a:pt x="75140" y="90132"/>
                    <a:pt x="79140" y="86608"/>
                  </a:cubicBezTo>
                  <a:lnTo>
                    <a:pt x="79140" y="86608"/>
                  </a:lnTo>
                  <a:cubicBezTo>
                    <a:pt x="82950" y="83084"/>
                    <a:pt x="89046" y="83369"/>
                    <a:pt x="92571" y="87370"/>
                  </a:cubicBezTo>
                  <a:lnTo>
                    <a:pt x="92571" y="87370"/>
                  </a:lnTo>
                  <a:cubicBezTo>
                    <a:pt x="96095" y="91180"/>
                    <a:pt x="95714" y="97276"/>
                    <a:pt x="91809" y="100800"/>
                  </a:cubicBezTo>
                  <a:lnTo>
                    <a:pt x="91809" y="100800"/>
                  </a:lnTo>
                  <a:cubicBezTo>
                    <a:pt x="89999" y="102419"/>
                    <a:pt x="87713" y="103181"/>
                    <a:pt x="85427" y="103181"/>
                  </a:cubicBezTo>
                  <a:lnTo>
                    <a:pt x="85427" y="103181"/>
                  </a:lnTo>
                  <a:cubicBezTo>
                    <a:pt x="82855" y="103181"/>
                    <a:pt x="80283" y="102134"/>
                    <a:pt x="78378" y="100038"/>
                  </a:cubicBezTo>
                  <a:close/>
                  <a:moveTo>
                    <a:pt x="53042" y="72035"/>
                  </a:moveTo>
                  <a:cubicBezTo>
                    <a:pt x="49518" y="68129"/>
                    <a:pt x="49899" y="62033"/>
                    <a:pt x="53804" y="58604"/>
                  </a:cubicBezTo>
                  <a:lnTo>
                    <a:pt x="53804" y="58604"/>
                  </a:lnTo>
                  <a:cubicBezTo>
                    <a:pt x="57709" y="54985"/>
                    <a:pt x="63710" y="55366"/>
                    <a:pt x="67234" y="59271"/>
                  </a:cubicBezTo>
                  <a:lnTo>
                    <a:pt x="67234" y="59271"/>
                  </a:lnTo>
                  <a:cubicBezTo>
                    <a:pt x="70758" y="63176"/>
                    <a:pt x="70473" y="69177"/>
                    <a:pt x="66472" y="72701"/>
                  </a:cubicBezTo>
                  <a:lnTo>
                    <a:pt x="66472" y="72701"/>
                  </a:lnTo>
                  <a:cubicBezTo>
                    <a:pt x="64758" y="74321"/>
                    <a:pt x="62472" y="75178"/>
                    <a:pt x="60186" y="75178"/>
                  </a:cubicBezTo>
                  <a:lnTo>
                    <a:pt x="60186" y="75178"/>
                  </a:lnTo>
                  <a:cubicBezTo>
                    <a:pt x="57614" y="75178"/>
                    <a:pt x="54947" y="74130"/>
                    <a:pt x="53042" y="72035"/>
                  </a:cubicBezTo>
                  <a:close/>
                  <a:moveTo>
                    <a:pt x="27801" y="43936"/>
                  </a:moveTo>
                  <a:cubicBezTo>
                    <a:pt x="24276" y="40031"/>
                    <a:pt x="24562" y="34030"/>
                    <a:pt x="28467" y="30506"/>
                  </a:cubicBezTo>
                  <a:lnTo>
                    <a:pt x="28467" y="30506"/>
                  </a:lnTo>
                  <a:cubicBezTo>
                    <a:pt x="32373" y="26981"/>
                    <a:pt x="38373" y="27267"/>
                    <a:pt x="41898" y="31172"/>
                  </a:cubicBezTo>
                  <a:lnTo>
                    <a:pt x="41898" y="31172"/>
                  </a:lnTo>
                  <a:cubicBezTo>
                    <a:pt x="45422" y="35078"/>
                    <a:pt x="45136" y="41078"/>
                    <a:pt x="41231" y="44603"/>
                  </a:cubicBezTo>
                  <a:lnTo>
                    <a:pt x="41231" y="44603"/>
                  </a:lnTo>
                  <a:cubicBezTo>
                    <a:pt x="39421" y="46317"/>
                    <a:pt x="37135" y="47079"/>
                    <a:pt x="34849" y="47079"/>
                  </a:cubicBezTo>
                  <a:lnTo>
                    <a:pt x="34849" y="47079"/>
                  </a:lnTo>
                  <a:cubicBezTo>
                    <a:pt x="32277" y="47079"/>
                    <a:pt x="29610" y="46031"/>
                    <a:pt x="27801" y="43936"/>
                  </a:cubicBezTo>
                  <a:close/>
                  <a:moveTo>
                    <a:pt x="2464" y="15932"/>
                  </a:moveTo>
                  <a:cubicBezTo>
                    <a:pt x="-1060" y="12027"/>
                    <a:pt x="-774" y="5931"/>
                    <a:pt x="3131" y="2502"/>
                  </a:cubicBezTo>
                  <a:lnTo>
                    <a:pt x="3131" y="2502"/>
                  </a:lnTo>
                  <a:cubicBezTo>
                    <a:pt x="7131" y="-1117"/>
                    <a:pt x="13132" y="-736"/>
                    <a:pt x="16561" y="3169"/>
                  </a:cubicBezTo>
                  <a:lnTo>
                    <a:pt x="16561" y="3169"/>
                  </a:lnTo>
                  <a:cubicBezTo>
                    <a:pt x="20181" y="7074"/>
                    <a:pt x="19800" y="13075"/>
                    <a:pt x="15894" y="16599"/>
                  </a:cubicBezTo>
                  <a:lnTo>
                    <a:pt x="15894" y="16599"/>
                  </a:lnTo>
                  <a:cubicBezTo>
                    <a:pt x="14085" y="18218"/>
                    <a:pt x="11799" y="19076"/>
                    <a:pt x="9513" y="19076"/>
                  </a:cubicBezTo>
                  <a:lnTo>
                    <a:pt x="9513" y="19076"/>
                  </a:lnTo>
                  <a:cubicBezTo>
                    <a:pt x="6941" y="19076"/>
                    <a:pt x="4369" y="17933"/>
                    <a:pt x="2464" y="1593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76253EC-E54C-474E-8F4F-11001C1F9367}"/>
                </a:ext>
              </a:extLst>
            </p:cNvPr>
            <p:cNvSpPr/>
            <p:nvPr/>
          </p:nvSpPr>
          <p:spPr>
            <a:xfrm>
              <a:off x="6096952" y="3916774"/>
              <a:ext cx="19145" cy="19145"/>
            </a:xfrm>
            <a:custGeom>
              <a:avLst/>
              <a:gdLst>
                <a:gd name="connsiteX0" fmla="*/ 0 w 19145"/>
                <a:gd name="connsiteY0" fmla="*/ 9620 h 19145"/>
                <a:gd name="connsiteX1" fmla="*/ 9525 w 19145"/>
                <a:gd name="connsiteY1" fmla="*/ 0 h 19145"/>
                <a:gd name="connsiteX2" fmla="*/ 9525 w 19145"/>
                <a:gd name="connsiteY2" fmla="*/ 0 h 19145"/>
                <a:gd name="connsiteX3" fmla="*/ 19145 w 19145"/>
                <a:gd name="connsiteY3" fmla="*/ 9620 h 19145"/>
                <a:gd name="connsiteX4" fmla="*/ 19145 w 19145"/>
                <a:gd name="connsiteY4" fmla="*/ 9620 h 19145"/>
                <a:gd name="connsiteX5" fmla="*/ 9525 w 19145"/>
                <a:gd name="connsiteY5" fmla="*/ 19145 h 19145"/>
                <a:gd name="connsiteX6" fmla="*/ 9525 w 19145"/>
                <a:gd name="connsiteY6" fmla="*/ 19145 h 19145"/>
                <a:gd name="connsiteX7" fmla="*/ 0 w 19145"/>
                <a:gd name="connsiteY7" fmla="*/ 9620 h 1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45" h="19145">
                  <a:moveTo>
                    <a:pt x="0" y="9620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145" y="4286"/>
                    <a:pt x="19145" y="9620"/>
                  </a:cubicBezTo>
                  <a:lnTo>
                    <a:pt x="19145" y="9620"/>
                  </a:lnTo>
                  <a:cubicBezTo>
                    <a:pt x="19145" y="14859"/>
                    <a:pt x="14859" y="19145"/>
                    <a:pt x="9525" y="19145"/>
                  </a:cubicBezTo>
                  <a:lnTo>
                    <a:pt x="9525" y="19145"/>
                  </a:lnTo>
                  <a:cubicBezTo>
                    <a:pt x="4286" y="19145"/>
                    <a:pt x="0" y="14859"/>
                    <a:pt x="0" y="96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2AB30E7-2079-F4AD-E153-25185EBFE932}"/>
                </a:ext>
              </a:extLst>
            </p:cNvPr>
            <p:cNvSpPr/>
            <p:nvPr/>
          </p:nvSpPr>
          <p:spPr>
            <a:xfrm>
              <a:off x="6123594" y="3632901"/>
              <a:ext cx="258482" cy="274538"/>
            </a:xfrm>
            <a:custGeom>
              <a:avLst/>
              <a:gdLst>
                <a:gd name="connsiteX0" fmla="*/ 2981 w 258482"/>
                <a:gd name="connsiteY0" fmla="*/ 271967 h 274538"/>
                <a:gd name="connsiteX1" fmla="*/ 2600 w 258482"/>
                <a:gd name="connsiteY1" fmla="*/ 258536 h 274538"/>
                <a:gd name="connsiteX2" fmla="*/ 2600 w 258482"/>
                <a:gd name="connsiteY2" fmla="*/ 258536 h 274538"/>
                <a:gd name="connsiteX3" fmla="*/ 16030 w 258482"/>
                <a:gd name="connsiteY3" fmla="*/ 258060 h 274538"/>
                <a:gd name="connsiteX4" fmla="*/ 16030 w 258482"/>
                <a:gd name="connsiteY4" fmla="*/ 258060 h 274538"/>
                <a:gd name="connsiteX5" fmla="*/ 16506 w 258482"/>
                <a:gd name="connsiteY5" fmla="*/ 271586 h 274538"/>
                <a:gd name="connsiteX6" fmla="*/ 16506 w 258482"/>
                <a:gd name="connsiteY6" fmla="*/ 271586 h 274538"/>
                <a:gd name="connsiteX7" fmla="*/ 9553 w 258482"/>
                <a:gd name="connsiteY7" fmla="*/ 274538 h 274538"/>
                <a:gd name="connsiteX8" fmla="*/ 9553 w 258482"/>
                <a:gd name="connsiteY8" fmla="*/ 274538 h 274538"/>
                <a:gd name="connsiteX9" fmla="*/ 2981 w 258482"/>
                <a:gd name="connsiteY9" fmla="*/ 271967 h 274538"/>
                <a:gd name="connsiteX10" fmla="*/ 29555 w 258482"/>
                <a:gd name="connsiteY10" fmla="*/ 243582 h 274538"/>
                <a:gd name="connsiteX11" fmla="*/ 29174 w 258482"/>
                <a:gd name="connsiteY11" fmla="*/ 230152 h 274538"/>
                <a:gd name="connsiteX12" fmla="*/ 29174 w 258482"/>
                <a:gd name="connsiteY12" fmla="*/ 230152 h 274538"/>
                <a:gd name="connsiteX13" fmla="*/ 42605 w 258482"/>
                <a:gd name="connsiteY13" fmla="*/ 229676 h 274538"/>
                <a:gd name="connsiteX14" fmla="*/ 42605 w 258482"/>
                <a:gd name="connsiteY14" fmla="*/ 229676 h 274538"/>
                <a:gd name="connsiteX15" fmla="*/ 43081 w 258482"/>
                <a:gd name="connsiteY15" fmla="*/ 243201 h 274538"/>
                <a:gd name="connsiteX16" fmla="*/ 43081 w 258482"/>
                <a:gd name="connsiteY16" fmla="*/ 243201 h 274538"/>
                <a:gd name="connsiteX17" fmla="*/ 36128 w 258482"/>
                <a:gd name="connsiteY17" fmla="*/ 246154 h 274538"/>
                <a:gd name="connsiteX18" fmla="*/ 36128 w 258482"/>
                <a:gd name="connsiteY18" fmla="*/ 246154 h 274538"/>
                <a:gd name="connsiteX19" fmla="*/ 29555 w 258482"/>
                <a:gd name="connsiteY19" fmla="*/ 243582 h 274538"/>
                <a:gd name="connsiteX20" fmla="*/ 56225 w 258482"/>
                <a:gd name="connsiteY20" fmla="*/ 215198 h 274538"/>
                <a:gd name="connsiteX21" fmla="*/ 55749 w 258482"/>
                <a:gd name="connsiteY21" fmla="*/ 201767 h 274538"/>
                <a:gd name="connsiteX22" fmla="*/ 55749 w 258482"/>
                <a:gd name="connsiteY22" fmla="*/ 201767 h 274538"/>
                <a:gd name="connsiteX23" fmla="*/ 69275 w 258482"/>
                <a:gd name="connsiteY23" fmla="*/ 201291 h 274538"/>
                <a:gd name="connsiteX24" fmla="*/ 69275 w 258482"/>
                <a:gd name="connsiteY24" fmla="*/ 201291 h 274538"/>
                <a:gd name="connsiteX25" fmla="*/ 69656 w 258482"/>
                <a:gd name="connsiteY25" fmla="*/ 214721 h 274538"/>
                <a:gd name="connsiteX26" fmla="*/ 69656 w 258482"/>
                <a:gd name="connsiteY26" fmla="*/ 214721 h 274538"/>
                <a:gd name="connsiteX27" fmla="*/ 62702 w 258482"/>
                <a:gd name="connsiteY27" fmla="*/ 217769 h 274538"/>
                <a:gd name="connsiteX28" fmla="*/ 62702 w 258482"/>
                <a:gd name="connsiteY28" fmla="*/ 217769 h 274538"/>
                <a:gd name="connsiteX29" fmla="*/ 56225 w 258482"/>
                <a:gd name="connsiteY29" fmla="*/ 215198 h 274538"/>
                <a:gd name="connsiteX30" fmla="*/ 82800 w 258482"/>
                <a:gd name="connsiteY30" fmla="*/ 186813 h 274538"/>
                <a:gd name="connsiteX31" fmla="*/ 82419 w 258482"/>
                <a:gd name="connsiteY31" fmla="*/ 173383 h 274538"/>
                <a:gd name="connsiteX32" fmla="*/ 82419 w 258482"/>
                <a:gd name="connsiteY32" fmla="*/ 173383 h 274538"/>
                <a:gd name="connsiteX33" fmla="*/ 95849 w 258482"/>
                <a:gd name="connsiteY33" fmla="*/ 172907 h 274538"/>
                <a:gd name="connsiteX34" fmla="*/ 95849 w 258482"/>
                <a:gd name="connsiteY34" fmla="*/ 172907 h 274538"/>
                <a:gd name="connsiteX35" fmla="*/ 96326 w 258482"/>
                <a:gd name="connsiteY35" fmla="*/ 186432 h 274538"/>
                <a:gd name="connsiteX36" fmla="*/ 96326 w 258482"/>
                <a:gd name="connsiteY36" fmla="*/ 186432 h 274538"/>
                <a:gd name="connsiteX37" fmla="*/ 89372 w 258482"/>
                <a:gd name="connsiteY37" fmla="*/ 189385 h 274538"/>
                <a:gd name="connsiteX38" fmla="*/ 89372 w 258482"/>
                <a:gd name="connsiteY38" fmla="*/ 189385 h 274538"/>
                <a:gd name="connsiteX39" fmla="*/ 82800 w 258482"/>
                <a:gd name="connsiteY39" fmla="*/ 186813 h 274538"/>
                <a:gd name="connsiteX40" fmla="*/ 109375 w 258482"/>
                <a:gd name="connsiteY40" fmla="*/ 158429 h 274538"/>
                <a:gd name="connsiteX41" fmla="*/ 108994 w 258482"/>
                <a:gd name="connsiteY41" fmla="*/ 144998 h 274538"/>
                <a:gd name="connsiteX42" fmla="*/ 108994 w 258482"/>
                <a:gd name="connsiteY42" fmla="*/ 144998 h 274538"/>
                <a:gd name="connsiteX43" fmla="*/ 122424 w 258482"/>
                <a:gd name="connsiteY43" fmla="*/ 144522 h 274538"/>
                <a:gd name="connsiteX44" fmla="*/ 122424 w 258482"/>
                <a:gd name="connsiteY44" fmla="*/ 144522 h 274538"/>
                <a:gd name="connsiteX45" fmla="*/ 122900 w 258482"/>
                <a:gd name="connsiteY45" fmla="*/ 158048 h 274538"/>
                <a:gd name="connsiteX46" fmla="*/ 122900 w 258482"/>
                <a:gd name="connsiteY46" fmla="*/ 158048 h 274538"/>
                <a:gd name="connsiteX47" fmla="*/ 115947 w 258482"/>
                <a:gd name="connsiteY47" fmla="*/ 161000 h 274538"/>
                <a:gd name="connsiteX48" fmla="*/ 115947 w 258482"/>
                <a:gd name="connsiteY48" fmla="*/ 161000 h 274538"/>
                <a:gd name="connsiteX49" fmla="*/ 109375 w 258482"/>
                <a:gd name="connsiteY49" fmla="*/ 158429 h 274538"/>
                <a:gd name="connsiteX50" fmla="*/ 136045 w 258482"/>
                <a:gd name="connsiteY50" fmla="*/ 130044 h 274538"/>
                <a:gd name="connsiteX51" fmla="*/ 135569 w 258482"/>
                <a:gd name="connsiteY51" fmla="*/ 116614 h 274538"/>
                <a:gd name="connsiteX52" fmla="*/ 135569 w 258482"/>
                <a:gd name="connsiteY52" fmla="*/ 116614 h 274538"/>
                <a:gd name="connsiteX53" fmla="*/ 149094 w 258482"/>
                <a:gd name="connsiteY53" fmla="*/ 116138 h 274538"/>
                <a:gd name="connsiteX54" fmla="*/ 149094 w 258482"/>
                <a:gd name="connsiteY54" fmla="*/ 116138 h 274538"/>
                <a:gd name="connsiteX55" fmla="*/ 149475 w 258482"/>
                <a:gd name="connsiteY55" fmla="*/ 129568 h 274538"/>
                <a:gd name="connsiteX56" fmla="*/ 149475 w 258482"/>
                <a:gd name="connsiteY56" fmla="*/ 129568 h 274538"/>
                <a:gd name="connsiteX57" fmla="*/ 142522 w 258482"/>
                <a:gd name="connsiteY57" fmla="*/ 132616 h 274538"/>
                <a:gd name="connsiteX58" fmla="*/ 142522 w 258482"/>
                <a:gd name="connsiteY58" fmla="*/ 132616 h 274538"/>
                <a:gd name="connsiteX59" fmla="*/ 136045 w 258482"/>
                <a:gd name="connsiteY59" fmla="*/ 130044 h 274538"/>
                <a:gd name="connsiteX60" fmla="*/ 162620 w 258482"/>
                <a:gd name="connsiteY60" fmla="*/ 101660 h 274538"/>
                <a:gd name="connsiteX61" fmla="*/ 162239 w 258482"/>
                <a:gd name="connsiteY61" fmla="*/ 88134 h 274538"/>
                <a:gd name="connsiteX62" fmla="*/ 162239 w 258482"/>
                <a:gd name="connsiteY62" fmla="*/ 88134 h 274538"/>
                <a:gd name="connsiteX63" fmla="*/ 175669 w 258482"/>
                <a:gd name="connsiteY63" fmla="*/ 87753 h 274538"/>
                <a:gd name="connsiteX64" fmla="*/ 175669 w 258482"/>
                <a:gd name="connsiteY64" fmla="*/ 87753 h 274538"/>
                <a:gd name="connsiteX65" fmla="*/ 176145 w 258482"/>
                <a:gd name="connsiteY65" fmla="*/ 101183 h 274538"/>
                <a:gd name="connsiteX66" fmla="*/ 176145 w 258482"/>
                <a:gd name="connsiteY66" fmla="*/ 101183 h 274538"/>
                <a:gd name="connsiteX67" fmla="*/ 169097 w 258482"/>
                <a:gd name="connsiteY67" fmla="*/ 104231 h 274538"/>
                <a:gd name="connsiteX68" fmla="*/ 169097 w 258482"/>
                <a:gd name="connsiteY68" fmla="*/ 104231 h 274538"/>
                <a:gd name="connsiteX69" fmla="*/ 162620 w 258482"/>
                <a:gd name="connsiteY69" fmla="*/ 101660 h 274538"/>
                <a:gd name="connsiteX70" fmla="*/ 189290 w 258482"/>
                <a:gd name="connsiteY70" fmla="*/ 73275 h 274538"/>
                <a:gd name="connsiteX71" fmla="*/ 188813 w 258482"/>
                <a:gd name="connsiteY71" fmla="*/ 59845 h 274538"/>
                <a:gd name="connsiteX72" fmla="*/ 188813 w 258482"/>
                <a:gd name="connsiteY72" fmla="*/ 59845 h 274538"/>
                <a:gd name="connsiteX73" fmla="*/ 202244 w 258482"/>
                <a:gd name="connsiteY73" fmla="*/ 59369 h 274538"/>
                <a:gd name="connsiteX74" fmla="*/ 202244 w 258482"/>
                <a:gd name="connsiteY74" fmla="*/ 59369 h 274538"/>
                <a:gd name="connsiteX75" fmla="*/ 202720 w 258482"/>
                <a:gd name="connsiteY75" fmla="*/ 72799 h 274538"/>
                <a:gd name="connsiteX76" fmla="*/ 202720 w 258482"/>
                <a:gd name="connsiteY76" fmla="*/ 72799 h 274538"/>
                <a:gd name="connsiteX77" fmla="*/ 195767 w 258482"/>
                <a:gd name="connsiteY77" fmla="*/ 75847 h 274538"/>
                <a:gd name="connsiteX78" fmla="*/ 195767 w 258482"/>
                <a:gd name="connsiteY78" fmla="*/ 75847 h 274538"/>
                <a:gd name="connsiteX79" fmla="*/ 189290 w 258482"/>
                <a:gd name="connsiteY79" fmla="*/ 73275 h 274538"/>
                <a:gd name="connsiteX80" fmla="*/ 215864 w 258482"/>
                <a:gd name="connsiteY80" fmla="*/ 44891 h 274538"/>
                <a:gd name="connsiteX81" fmla="*/ 215388 w 258482"/>
                <a:gd name="connsiteY81" fmla="*/ 31365 h 274538"/>
                <a:gd name="connsiteX82" fmla="*/ 215388 w 258482"/>
                <a:gd name="connsiteY82" fmla="*/ 31365 h 274538"/>
                <a:gd name="connsiteX83" fmla="*/ 228914 w 258482"/>
                <a:gd name="connsiteY83" fmla="*/ 30984 h 274538"/>
                <a:gd name="connsiteX84" fmla="*/ 228914 w 258482"/>
                <a:gd name="connsiteY84" fmla="*/ 30984 h 274538"/>
                <a:gd name="connsiteX85" fmla="*/ 229295 w 258482"/>
                <a:gd name="connsiteY85" fmla="*/ 44414 h 274538"/>
                <a:gd name="connsiteX86" fmla="*/ 229295 w 258482"/>
                <a:gd name="connsiteY86" fmla="*/ 44414 h 274538"/>
                <a:gd name="connsiteX87" fmla="*/ 222341 w 258482"/>
                <a:gd name="connsiteY87" fmla="*/ 47462 h 274538"/>
                <a:gd name="connsiteX88" fmla="*/ 222341 w 258482"/>
                <a:gd name="connsiteY88" fmla="*/ 47462 h 274538"/>
                <a:gd name="connsiteX89" fmla="*/ 215864 w 258482"/>
                <a:gd name="connsiteY89" fmla="*/ 44891 h 274538"/>
                <a:gd name="connsiteX90" fmla="*/ 242439 w 258482"/>
                <a:gd name="connsiteY90" fmla="*/ 16506 h 274538"/>
                <a:gd name="connsiteX91" fmla="*/ 242058 w 258482"/>
                <a:gd name="connsiteY91" fmla="*/ 2981 h 274538"/>
                <a:gd name="connsiteX92" fmla="*/ 242058 w 258482"/>
                <a:gd name="connsiteY92" fmla="*/ 2981 h 274538"/>
                <a:gd name="connsiteX93" fmla="*/ 255488 w 258482"/>
                <a:gd name="connsiteY93" fmla="*/ 2600 h 274538"/>
                <a:gd name="connsiteX94" fmla="*/ 255488 w 258482"/>
                <a:gd name="connsiteY94" fmla="*/ 2600 h 274538"/>
                <a:gd name="connsiteX95" fmla="*/ 255965 w 258482"/>
                <a:gd name="connsiteY95" fmla="*/ 16030 h 274538"/>
                <a:gd name="connsiteX96" fmla="*/ 255965 w 258482"/>
                <a:gd name="connsiteY96" fmla="*/ 16030 h 274538"/>
                <a:gd name="connsiteX97" fmla="*/ 249011 w 258482"/>
                <a:gd name="connsiteY97" fmla="*/ 19078 h 274538"/>
                <a:gd name="connsiteX98" fmla="*/ 249011 w 258482"/>
                <a:gd name="connsiteY98" fmla="*/ 19078 h 274538"/>
                <a:gd name="connsiteX99" fmla="*/ 242439 w 258482"/>
                <a:gd name="connsiteY99" fmla="*/ 16506 h 27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58482" h="274538">
                  <a:moveTo>
                    <a:pt x="2981" y="271967"/>
                  </a:moveTo>
                  <a:cubicBezTo>
                    <a:pt x="-829" y="268442"/>
                    <a:pt x="-1020" y="262346"/>
                    <a:pt x="2600" y="258536"/>
                  </a:cubicBezTo>
                  <a:lnTo>
                    <a:pt x="2600" y="258536"/>
                  </a:lnTo>
                  <a:cubicBezTo>
                    <a:pt x="6124" y="254726"/>
                    <a:pt x="12220" y="254536"/>
                    <a:pt x="16030" y="258060"/>
                  </a:cubicBezTo>
                  <a:lnTo>
                    <a:pt x="16030" y="258060"/>
                  </a:lnTo>
                  <a:cubicBezTo>
                    <a:pt x="19840" y="261680"/>
                    <a:pt x="20030" y="267776"/>
                    <a:pt x="16506" y="271586"/>
                  </a:cubicBezTo>
                  <a:lnTo>
                    <a:pt x="16506" y="271586"/>
                  </a:lnTo>
                  <a:cubicBezTo>
                    <a:pt x="14601" y="273586"/>
                    <a:pt x="12029" y="274538"/>
                    <a:pt x="9553" y="274538"/>
                  </a:cubicBezTo>
                  <a:lnTo>
                    <a:pt x="9553" y="274538"/>
                  </a:lnTo>
                  <a:cubicBezTo>
                    <a:pt x="7172" y="274538"/>
                    <a:pt x="4886" y="273681"/>
                    <a:pt x="2981" y="271967"/>
                  </a:cubicBezTo>
                  <a:close/>
                  <a:moveTo>
                    <a:pt x="29555" y="243582"/>
                  </a:moveTo>
                  <a:cubicBezTo>
                    <a:pt x="25745" y="239963"/>
                    <a:pt x="25555" y="233962"/>
                    <a:pt x="29174" y="230152"/>
                  </a:cubicBezTo>
                  <a:lnTo>
                    <a:pt x="29174" y="230152"/>
                  </a:lnTo>
                  <a:cubicBezTo>
                    <a:pt x="32794" y="226342"/>
                    <a:pt x="38795" y="226056"/>
                    <a:pt x="42605" y="229676"/>
                  </a:cubicBezTo>
                  <a:lnTo>
                    <a:pt x="42605" y="229676"/>
                  </a:lnTo>
                  <a:cubicBezTo>
                    <a:pt x="46415" y="233295"/>
                    <a:pt x="46700" y="239296"/>
                    <a:pt x="43081" y="243201"/>
                  </a:cubicBezTo>
                  <a:lnTo>
                    <a:pt x="43081" y="243201"/>
                  </a:lnTo>
                  <a:cubicBezTo>
                    <a:pt x="41176" y="245201"/>
                    <a:pt x="38699" y="246154"/>
                    <a:pt x="36128" y="246154"/>
                  </a:cubicBezTo>
                  <a:lnTo>
                    <a:pt x="36128" y="246154"/>
                  </a:lnTo>
                  <a:cubicBezTo>
                    <a:pt x="33746" y="246154"/>
                    <a:pt x="31460" y="245297"/>
                    <a:pt x="29555" y="243582"/>
                  </a:cubicBezTo>
                  <a:close/>
                  <a:moveTo>
                    <a:pt x="56225" y="215198"/>
                  </a:moveTo>
                  <a:cubicBezTo>
                    <a:pt x="52320" y="211673"/>
                    <a:pt x="52225" y="205577"/>
                    <a:pt x="55749" y="201767"/>
                  </a:cubicBezTo>
                  <a:lnTo>
                    <a:pt x="55749" y="201767"/>
                  </a:lnTo>
                  <a:cubicBezTo>
                    <a:pt x="59369" y="197862"/>
                    <a:pt x="65369" y="197767"/>
                    <a:pt x="69275" y="201291"/>
                  </a:cubicBezTo>
                  <a:lnTo>
                    <a:pt x="69275" y="201291"/>
                  </a:lnTo>
                  <a:cubicBezTo>
                    <a:pt x="73085" y="204911"/>
                    <a:pt x="73275" y="210911"/>
                    <a:pt x="69656" y="214721"/>
                  </a:cubicBezTo>
                  <a:lnTo>
                    <a:pt x="69656" y="214721"/>
                  </a:lnTo>
                  <a:cubicBezTo>
                    <a:pt x="67751" y="216817"/>
                    <a:pt x="65274" y="217769"/>
                    <a:pt x="62702" y="217769"/>
                  </a:cubicBezTo>
                  <a:lnTo>
                    <a:pt x="62702" y="217769"/>
                  </a:lnTo>
                  <a:cubicBezTo>
                    <a:pt x="60416" y="217769"/>
                    <a:pt x="58035" y="216912"/>
                    <a:pt x="56225" y="215198"/>
                  </a:cubicBezTo>
                  <a:close/>
                  <a:moveTo>
                    <a:pt x="82800" y="186813"/>
                  </a:moveTo>
                  <a:cubicBezTo>
                    <a:pt x="78990" y="183194"/>
                    <a:pt x="78800" y="177193"/>
                    <a:pt x="82419" y="173383"/>
                  </a:cubicBezTo>
                  <a:lnTo>
                    <a:pt x="82419" y="173383"/>
                  </a:lnTo>
                  <a:cubicBezTo>
                    <a:pt x="85943" y="169573"/>
                    <a:pt x="92039" y="169382"/>
                    <a:pt x="95849" y="172907"/>
                  </a:cubicBezTo>
                  <a:lnTo>
                    <a:pt x="95849" y="172907"/>
                  </a:lnTo>
                  <a:cubicBezTo>
                    <a:pt x="99659" y="176526"/>
                    <a:pt x="99850" y="182527"/>
                    <a:pt x="96326" y="186432"/>
                  </a:cubicBezTo>
                  <a:lnTo>
                    <a:pt x="96326" y="186432"/>
                  </a:lnTo>
                  <a:cubicBezTo>
                    <a:pt x="94421" y="188337"/>
                    <a:pt x="91849" y="189385"/>
                    <a:pt x="89372" y="189385"/>
                  </a:cubicBezTo>
                  <a:lnTo>
                    <a:pt x="89372" y="189385"/>
                  </a:lnTo>
                  <a:cubicBezTo>
                    <a:pt x="86991" y="189385"/>
                    <a:pt x="84705" y="188528"/>
                    <a:pt x="82800" y="186813"/>
                  </a:cubicBezTo>
                  <a:close/>
                  <a:moveTo>
                    <a:pt x="109375" y="158429"/>
                  </a:moveTo>
                  <a:cubicBezTo>
                    <a:pt x="105565" y="154809"/>
                    <a:pt x="105374" y="148808"/>
                    <a:pt x="108994" y="144998"/>
                  </a:cubicBezTo>
                  <a:lnTo>
                    <a:pt x="108994" y="144998"/>
                  </a:lnTo>
                  <a:cubicBezTo>
                    <a:pt x="112613" y="141093"/>
                    <a:pt x="118614" y="140903"/>
                    <a:pt x="122424" y="144522"/>
                  </a:cubicBezTo>
                  <a:lnTo>
                    <a:pt x="122424" y="144522"/>
                  </a:lnTo>
                  <a:cubicBezTo>
                    <a:pt x="126234" y="148142"/>
                    <a:pt x="126520" y="154142"/>
                    <a:pt x="122900" y="158048"/>
                  </a:cubicBezTo>
                  <a:lnTo>
                    <a:pt x="122900" y="158048"/>
                  </a:lnTo>
                  <a:cubicBezTo>
                    <a:pt x="120995" y="159953"/>
                    <a:pt x="118519" y="161000"/>
                    <a:pt x="115947" y="161000"/>
                  </a:cubicBezTo>
                  <a:lnTo>
                    <a:pt x="115947" y="161000"/>
                  </a:lnTo>
                  <a:cubicBezTo>
                    <a:pt x="113566" y="161000"/>
                    <a:pt x="111280" y="160143"/>
                    <a:pt x="109375" y="158429"/>
                  </a:cubicBezTo>
                  <a:close/>
                  <a:moveTo>
                    <a:pt x="136045" y="130044"/>
                  </a:moveTo>
                  <a:cubicBezTo>
                    <a:pt x="132235" y="126425"/>
                    <a:pt x="132044" y="120424"/>
                    <a:pt x="135569" y="116614"/>
                  </a:cubicBezTo>
                  <a:lnTo>
                    <a:pt x="135569" y="116614"/>
                  </a:lnTo>
                  <a:cubicBezTo>
                    <a:pt x="139188" y="112709"/>
                    <a:pt x="145189" y="112518"/>
                    <a:pt x="149094" y="116138"/>
                  </a:cubicBezTo>
                  <a:lnTo>
                    <a:pt x="149094" y="116138"/>
                  </a:lnTo>
                  <a:cubicBezTo>
                    <a:pt x="152904" y="119757"/>
                    <a:pt x="153095" y="125758"/>
                    <a:pt x="149475" y="129568"/>
                  </a:cubicBezTo>
                  <a:lnTo>
                    <a:pt x="149475" y="129568"/>
                  </a:lnTo>
                  <a:cubicBezTo>
                    <a:pt x="147665" y="131663"/>
                    <a:pt x="145094" y="132616"/>
                    <a:pt x="142522" y="132616"/>
                  </a:cubicBezTo>
                  <a:lnTo>
                    <a:pt x="142522" y="132616"/>
                  </a:lnTo>
                  <a:cubicBezTo>
                    <a:pt x="140236" y="132616"/>
                    <a:pt x="137855" y="131759"/>
                    <a:pt x="136045" y="130044"/>
                  </a:cubicBezTo>
                  <a:close/>
                  <a:moveTo>
                    <a:pt x="162620" y="101660"/>
                  </a:moveTo>
                  <a:cubicBezTo>
                    <a:pt x="158810" y="98040"/>
                    <a:pt x="158619" y="92039"/>
                    <a:pt x="162239" y="88134"/>
                  </a:cubicBezTo>
                  <a:lnTo>
                    <a:pt x="162239" y="88134"/>
                  </a:lnTo>
                  <a:cubicBezTo>
                    <a:pt x="165763" y="84419"/>
                    <a:pt x="171859" y="84134"/>
                    <a:pt x="175669" y="87753"/>
                  </a:cubicBezTo>
                  <a:lnTo>
                    <a:pt x="175669" y="87753"/>
                  </a:lnTo>
                  <a:cubicBezTo>
                    <a:pt x="179479" y="91373"/>
                    <a:pt x="179669" y="97373"/>
                    <a:pt x="176145" y="101183"/>
                  </a:cubicBezTo>
                  <a:lnTo>
                    <a:pt x="176145" y="101183"/>
                  </a:lnTo>
                  <a:cubicBezTo>
                    <a:pt x="174240" y="103184"/>
                    <a:pt x="171668" y="104231"/>
                    <a:pt x="169097" y="104231"/>
                  </a:cubicBezTo>
                  <a:lnTo>
                    <a:pt x="169097" y="104231"/>
                  </a:lnTo>
                  <a:cubicBezTo>
                    <a:pt x="166811" y="104231"/>
                    <a:pt x="164525" y="103374"/>
                    <a:pt x="162620" y="101660"/>
                  </a:cubicBezTo>
                  <a:close/>
                  <a:moveTo>
                    <a:pt x="189290" y="73275"/>
                  </a:moveTo>
                  <a:cubicBezTo>
                    <a:pt x="185384" y="69656"/>
                    <a:pt x="185194" y="63655"/>
                    <a:pt x="188813" y="59845"/>
                  </a:cubicBezTo>
                  <a:lnTo>
                    <a:pt x="188813" y="59845"/>
                  </a:lnTo>
                  <a:cubicBezTo>
                    <a:pt x="192433" y="55940"/>
                    <a:pt x="198434" y="55749"/>
                    <a:pt x="202244" y="59369"/>
                  </a:cubicBezTo>
                  <a:lnTo>
                    <a:pt x="202244" y="59369"/>
                  </a:lnTo>
                  <a:cubicBezTo>
                    <a:pt x="206149" y="62988"/>
                    <a:pt x="206339" y="68989"/>
                    <a:pt x="202720" y="72799"/>
                  </a:cubicBezTo>
                  <a:lnTo>
                    <a:pt x="202720" y="72799"/>
                  </a:lnTo>
                  <a:cubicBezTo>
                    <a:pt x="200815" y="74799"/>
                    <a:pt x="198338" y="75847"/>
                    <a:pt x="195767" y="75847"/>
                  </a:cubicBezTo>
                  <a:lnTo>
                    <a:pt x="195767" y="75847"/>
                  </a:lnTo>
                  <a:cubicBezTo>
                    <a:pt x="193385" y="75847"/>
                    <a:pt x="191099" y="74990"/>
                    <a:pt x="189290" y="73275"/>
                  </a:cubicBezTo>
                  <a:close/>
                  <a:moveTo>
                    <a:pt x="215864" y="44891"/>
                  </a:moveTo>
                  <a:cubicBezTo>
                    <a:pt x="212054" y="41271"/>
                    <a:pt x="211864" y="35270"/>
                    <a:pt x="215388" y="31365"/>
                  </a:cubicBezTo>
                  <a:lnTo>
                    <a:pt x="215388" y="31365"/>
                  </a:lnTo>
                  <a:cubicBezTo>
                    <a:pt x="219008" y="27555"/>
                    <a:pt x="225008" y="27365"/>
                    <a:pt x="228914" y="30984"/>
                  </a:cubicBezTo>
                  <a:lnTo>
                    <a:pt x="228914" y="30984"/>
                  </a:lnTo>
                  <a:cubicBezTo>
                    <a:pt x="232724" y="34604"/>
                    <a:pt x="232914" y="40604"/>
                    <a:pt x="229295" y="44414"/>
                  </a:cubicBezTo>
                  <a:lnTo>
                    <a:pt x="229295" y="44414"/>
                  </a:lnTo>
                  <a:cubicBezTo>
                    <a:pt x="227485" y="46415"/>
                    <a:pt x="224913" y="47462"/>
                    <a:pt x="222341" y="47462"/>
                  </a:cubicBezTo>
                  <a:lnTo>
                    <a:pt x="222341" y="47462"/>
                  </a:lnTo>
                  <a:cubicBezTo>
                    <a:pt x="220055" y="47462"/>
                    <a:pt x="217674" y="46605"/>
                    <a:pt x="215864" y="44891"/>
                  </a:cubicBezTo>
                  <a:close/>
                  <a:moveTo>
                    <a:pt x="242439" y="16506"/>
                  </a:moveTo>
                  <a:cubicBezTo>
                    <a:pt x="238629" y="12887"/>
                    <a:pt x="238439" y="6886"/>
                    <a:pt x="242058" y="2981"/>
                  </a:cubicBezTo>
                  <a:lnTo>
                    <a:pt x="242058" y="2981"/>
                  </a:lnTo>
                  <a:cubicBezTo>
                    <a:pt x="245678" y="-829"/>
                    <a:pt x="251678" y="-1020"/>
                    <a:pt x="255488" y="2600"/>
                  </a:cubicBezTo>
                  <a:lnTo>
                    <a:pt x="255488" y="2600"/>
                  </a:lnTo>
                  <a:cubicBezTo>
                    <a:pt x="259298" y="6124"/>
                    <a:pt x="259489" y="12220"/>
                    <a:pt x="255965" y="16030"/>
                  </a:cubicBezTo>
                  <a:lnTo>
                    <a:pt x="255965" y="16030"/>
                  </a:lnTo>
                  <a:cubicBezTo>
                    <a:pt x="254060" y="18030"/>
                    <a:pt x="251488" y="19078"/>
                    <a:pt x="249011" y="19078"/>
                  </a:cubicBezTo>
                  <a:lnTo>
                    <a:pt x="249011" y="19078"/>
                  </a:lnTo>
                  <a:cubicBezTo>
                    <a:pt x="246630" y="19078"/>
                    <a:pt x="244344" y="18221"/>
                    <a:pt x="242439" y="1650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4909774-BE99-2203-5FF0-22A2452B506D}"/>
                </a:ext>
              </a:extLst>
            </p:cNvPr>
            <p:cNvSpPr/>
            <p:nvPr/>
          </p:nvSpPr>
          <p:spPr>
            <a:xfrm>
              <a:off x="6401469" y="3213927"/>
              <a:ext cx="136581" cy="374138"/>
            </a:xfrm>
            <a:custGeom>
              <a:avLst/>
              <a:gdLst>
                <a:gd name="connsiteX0" fmla="*/ 6474 w 136581"/>
                <a:gd name="connsiteY0" fmla="*/ 373663 h 374138"/>
                <a:gd name="connsiteX1" fmla="*/ 473 w 136581"/>
                <a:gd name="connsiteY1" fmla="*/ 361661 h 374138"/>
                <a:gd name="connsiteX2" fmla="*/ 473 w 136581"/>
                <a:gd name="connsiteY2" fmla="*/ 361661 h 374138"/>
                <a:gd name="connsiteX3" fmla="*/ 12475 w 136581"/>
                <a:gd name="connsiteY3" fmla="*/ 355565 h 374138"/>
                <a:gd name="connsiteX4" fmla="*/ 12475 w 136581"/>
                <a:gd name="connsiteY4" fmla="*/ 355565 h 374138"/>
                <a:gd name="connsiteX5" fmla="*/ 18571 w 136581"/>
                <a:gd name="connsiteY5" fmla="*/ 367662 h 374138"/>
                <a:gd name="connsiteX6" fmla="*/ 18571 w 136581"/>
                <a:gd name="connsiteY6" fmla="*/ 367662 h 374138"/>
                <a:gd name="connsiteX7" fmla="*/ 9522 w 136581"/>
                <a:gd name="connsiteY7" fmla="*/ 374139 h 374138"/>
                <a:gd name="connsiteX8" fmla="*/ 9522 w 136581"/>
                <a:gd name="connsiteY8" fmla="*/ 374139 h 374138"/>
                <a:gd name="connsiteX9" fmla="*/ 6474 w 136581"/>
                <a:gd name="connsiteY9" fmla="*/ 373663 h 374138"/>
                <a:gd name="connsiteX10" fmla="*/ 18190 w 136581"/>
                <a:gd name="connsiteY10" fmla="*/ 338135 h 374138"/>
                <a:gd name="connsiteX11" fmla="*/ 12189 w 136581"/>
                <a:gd name="connsiteY11" fmla="*/ 326133 h 374138"/>
                <a:gd name="connsiteX12" fmla="*/ 12189 w 136581"/>
                <a:gd name="connsiteY12" fmla="*/ 326133 h 374138"/>
                <a:gd name="connsiteX13" fmla="*/ 24190 w 136581"/>
                <a:gd name="connsiteY13" fmla="*/ 320037 h 374138"/>
                <a:gd name="connsiteX14" fmla="*/ 24190 w 136581"/>
                <a:gd name="connsiteY14" fmla="*/ 320037 h 374138"/>
                <a:gd name="connsiteX15" fmla="*/ 30286 w 136581"/>
                <a:gd name="connsiteY15" fmla="*/ 332134 h 374138"/>
                <a:gd name="connsiteX16" fmla="*/ 30286 w 136581"/>
                <a:gd name="connsiteY16" fmla="*/ 332134 h 374138"/>
                <a:gd name="connsiteX17" fmla="*/ 21238 w 136581"/>
                <a:gd name="connsiteY17" fmla="*/ 338611 h 374138"/>
                <a:gd name="connsiteX18" fmla="*/ 21238 w 136581"/>
                <a:gd name="connsiteY18" fmla="*/ 338611 h 374138"/>
                <a:gd name="connsiteX19" fmla="*/ 18190 w 136581"/>
                <a:gd name="connsiteY19" fmla="*/ 338135 h 374138"/>
                <a:gd name="connsiteX20" fmla="*/ 30001 w 136581"/>
                <a:gd name="connsiteY20" fmla="*/ 302606 h 374138"/>
                <a:gd name="connsiteX21" fmla="*/ 24000 w 136581"/>
                <a:gd name="connsiteY21" fmla="*/ 290605 h 374138"/>
                <a:gd name="connsiteX22" fmla="*/ 24000 w 136581"/>
                <a:gd name="connsiteY22" fmla="*/ 290605 h 374138"/>
                <a:gd name="connsiteX23" fmla="*/ 36001 w 136581"/>
                <a:gd name="connsiteY23" fmla="*/ 284509 h 374138"/>
                <a:gd name="connsiteX24" fmla="*/ 36001 w 136581"/>
                <a:gd name="connsiteY24" fmla="*/ 284509 h 374138"/>
                <a:gd name="connsiteX25" fmla="*/ 42002 w 136581"/>
                <a:gd name="connsiteY25" fmla="*/ 296606 h 374138"/>
                <a:gd name="connsiteX26" fmla="*/ 42002 w 136581"/>
                <a:gd name="connsiteY26" fmla="*/ 296606 h 374138"/>
                <a:gd name="connsiteX27" fmla="*/ 32953 w 136581"/>
                <a:gd name="connsiteY27" fmla="*/ 303083 h 374138"/>
                <a:gd name="connsiteX28" fmla="*/ 32953 w 136581"/>
                <a:gd name="connsiteY28" fmla="*/ 303083 h 374138"/>
                <a:gd name="connsiteX29" fmla="*/ 30001 w 136581"/>
                <a:gd name="connsiteY29" fmla="*/ 302606 h 374138"/>
                <a:gd name="connsiteX30" fmla="*/ 41812 w 136581"/>
                <a:gd name="connsiteY30" fmla="*/ 267173 h 374138"/>
                <a:gd name="connsiteX31" fmla="*/ 35716 w 136581"/>
                <a:gd name="connsiteY31" fmla="*/ 255077 h 374138"/>
                <a:gd name="connsiteX32" fmla="*/ 35716 w 136581"/>
                <a:gd name="connsiteY32" fmla="*/ 255077 h 374138"/>
                <a:gd name="connsiteX33" fmla="*/ 47717 w 136581"/>
                <a:gd name="connsiteY33" fmla="*/ 248981 h 374138"/>
                <a:gd name="connsiteX34" fmla="*/ 47717 w 136581"/>
                <a:gd name="connsiteY34" fmla="*/ 248981 h 374138"/>
                <a:gd name="connsiteX35" fmla="*/ 53813 w 136581"/>
                <a:gd name="connsiteY35" fmla="*/ 261077 h 374138"/>
                <a:gd name="connsiteX36" fmla="*/ 53813 w 136581"/>
                <a:gd name="connsiteY36" fmla="*/ 261077 h 374138"/>
                <a:gd name="connsiteX37" fmla="*/ 44764 w 136581"/>
                <a:gd name="connsiteY37" fmla="*/ 267650 h 374138"/>
                <a:gd name="connsiteX38" fmla="*/ 44764 w 136581"/>
                <a:gd name="connsiteY38" fmla="*/ 267650 h 374138"/>
                <a:gd name="connsiteX39" fmla="*/ 41812 w 136581"/>
                <a:gd name="connsiteY39" fmla="*/ 267173 h 374138"/>
                <a:gd name="connsiteX40" fmla="*/ 53528 w 136581"/>
                <a:gd name="connsiteY40" fmla="*/ 231645 h 374138"/>
                <a:gd name="connsiteX41" fmla="*/ 47432 w 136581"/>
                <a:gd name="connsiteY41" fmla="*/ 219548 h 374138"/>
                <a:gd name="connsiteX42" fmla="*/ 47432 w 136581"/>
                <a:gd name="connsiteY42" fmla="*/ 219548 h 374138"/>
                <a:gd name="connsiteX43" fmla="*/ 59528 w 136581"/>
                <a:gd name="connsiteY43" fmla="*/ 213548 h 374138"/>
                <a:gd name="connsiteX44" fmla="*/ 59528 w 136581"/>
                <a:gd name="connsiteY44" fmla="*/ 213548 h 374138"/>
                <a:gd name="connsiteX45" fmla="*/ 65529 w 136581"/>
                <a:gd name="connsiteY45" fmla="*/ 225549 h 374138"/>
                <a:gd name="connsiteX46" fmla="*/ 65529 w 136581"/>
                <a:gd name="connsiteY46" fmla="*/ 225549 h 374138"/>
                <a:gd name="connsiteX47" fmla="*/ 56480 w 136581"/>
                <a:gd name="connsiteY47" fmla="*/ 232121 h 374138"/>
                <a:gd name="connsiteX48" fmla="*/ 56480 w 136581"/>
                <a:gd name="connsiteY48" fmla="*/ 232121 h 374138"/>
                <a:gd name="connsiteX49" fmla="*/ 53528 w 136581"/>
                <a:gd name="connsiteY49" fmla="*/ 231645 h 374138"/>
                <a:gd name="connsiteX50" fmla="*/ 65243 w 136581"/>
                <a:gd name="connsiteY50" fmla="*/ 196117 h 374138"/>
                <a:gd name="connsiteX51" fmla="*/ 59243 w 136581"/>
                <a:gd name="connsiteY51" fmla="*/ 184020 h 374138"/>
                <a:gd name="connsiteX52" fmla="*/ 59243 w 136581"/>
                <a:gd name="connsiteY52" fmla="*/ 184020 h 374138"/>
                <a:gd name="connsiteX53" fmla="*/ 71244 w 136581"/>
                <a:gd name="connsiteY53" fmla="*/ 178019 h 374138"/>
                <a:gd name="connsiteX54" fmla="*/ 71244 w 136581"/>
                <a:gd name="connsiteY54" fmla="*/ 178019 h 374138"/>
                <a:gd name="connsiteX55" fmla="*/ 77340 w 136581"/>
                <a:gd name="connsiteY55" fmla="*/ 190021 h 374138"/>
                <a:gd name="connsiteX56" fmla="*/ 77340 w 136581"/>
                <a:gd name="connsiteY56" fmla="*/ 190021 h 374138"/>
                <a:gd name="connsiteX57" fmla="*/ 68291 w 136581"/>
                <a:gd name="connsiteY57" fmla="*/ 196593 h 374138"/>
                <a:gd name="connsiteX58" fmla="*/ 68291 w 136581"/>
                <a:gd name="connsiteY58" fmla="*/ 196593 h 374138"/>
                <a:gd name="connsiteX59" fmla="*/ 65243 w 136581"/>
                <a:gd name="connsiteY59" fmla="*/ 196117 h 374138"/>
                <a:gd name="connsiteX60" fmla="*/ 77054 w 136581"/>
                <a:gd name="connsiteY60" fmla="*/ 160588 h 374138"/>
                <a:gd name="connsiteX61" fmla="*/ 70958 w 136581"/>
                <a:gd name="connsiteY61" fmla="*/ 148587 h 374138"/>
                <a:gd name="connsiteX62" fmla="*/ 70958 w 136581"/>
                <a:gd name="connsiteY62" fmla="*/ 148587 h 374138"/>
                <a:gd name="connsiteX63" fmla="*/ 83055 w 136581"/>
                <a:gd name="connsiteY63" fmla="*/ 142491 h 374138"/>
                <a:gd name="connsiteX64" fmla="*/ 83055 w 136581"/>
                <a:gd name="connsiteY64" fmla="*/ 142491 h 374138"/>
                <a:gd name="connsiteX65" fmla="*/ 89056 w 136581"/>
                <a:gd name="connsiteY65" fmla="*/ 154588 h 374138"/>
                <a:gd name="connsiteX66" fmla="*/ 89056 w 136581"/>
                <a:gd name="connsiteY66" fmla="*/ 154588 h 374138"/>
                <a:gd name="connsiteX67" fmla="*/ 80007 w 136581"/>
                <a:gd name="connsiteY67" fmla="*/ 161065 h 374138"/>
                <a:gd name="connsiteX68" fmla="*/ 80007 w 136581"/>
                <a:gd name="connsiteY68" fmla="*/ 161065 h 374138"/>
                <a:gd name="connsiteX69" fmla="*/ 77054 w 136581"/>
                <a:gd name="connsiteY69" fmla="*/ 160588 h 374138"/>
                <a:gd name="connsiteX70" fmla="*/ 88770 w 136581"/>
                <a:gd name="connsiteY70" fmla="*/ 125156 h 374138"/>
                <a:gd name="connsiteX71" fmla="*/ 82769 w 136581"/>
                <a:gd name="connsiteY71" fmla="*/ 113059 h 374138"/>
                <a:gd name="connsiteX72" fmla="*/ 82769 w 136581"/>
                <a:gd name="connsiteY72" fmla="*/ 113059 h 374138"/>
                <a:gd name="connsiteX73" fmla="*/ 94771 w 136581"/>
                <a:gd name="connsiteY73" fmla="*/ 106963 h 374138"/>
                <a:gd name="connsiteX74" fmla="*/ 94771 w 136581"/>
                <a:gd name="connsiteY74" fmla="*/ 106963 h 374138"/>
                <a:gd name="connsiteX75" fmla="*/ 100867 w 136581"/>
                <a:gd name="connsiteY75" fmla="*/ 119059 h 374138"/>
                <a:gd name="connsiteX76" fmla="*/ 100867 w 136581"/>
                <a:gd name="connsiteY76" fmla="*/ 119059 h 374138"/>
                <a:gd name="connsiteX77" fmla="*/ 91723 w 136581"/>
                <a:gd name="connsiteY77" fmla="*/ 125536 h 374138"/>
                <a:gd name="connsiteX78" fmla="*/ 91723 w 136581"/>
                <a:gd name="connsiteY78" fmla="*/ 125536 h 374138"/>
                <a:gd name="connsiteX79" fmla="*/ 88770 w 136581"/>
                <a:gd name="connsiteY79" fmla="*/ 125156 h 374138"/>
                <a:gd name="connsiteX80" fmla="*/ 100581 w 136581"/>
                <a:gd name="connsiteY80" fmla="*/ 89627 h 374138"/>
                <a:gd name="connsiteX81" fmla="*/ 94485 w 136581"/>
                <a:gd name="connsiteY81" fmla="*/ 77531 h 374138"/>
                <a:gd name="connsiteX82" fmla="*/ 94485 w 136581"/>
                <a:gd name="connsiteY82" fmla="*/ 77531 h 374138"/>
                <a:gd name="connsiteX83" fmla="*/ 106486 w 136581"/>
                <a:gd name="connsiteY83" fmla="*/ 71434 h 374138"/>
                <a:gd name="connsiteX84" fmla="*/ 106486 w 136581"/>
                <a:gd name="connsiteY84" fmla="*/ 71434 h 374138"/>
                <a:gd name="connsiteX85" fmla="*/ 112582 w 136581"/>
                <a:gd name="connsiteY85" fmla="*/ 83531 h 374138"/>
                <a:gd name="connsiteX86" fmla="*/ 112582 w 136581"/>
                <a:gd name="connsiteY86" fmla="*/ 83531 h 374138"/>
                <a:gd name="connsiteX87" fmla="*/ 103534 w 136581"/>
                <a:gd name="connsiteY87" fmla="*/ 90104 h 374138"/>
                <a:gd name="connsiteX88" fmla="*/ 103534 w 136581"/>
                <a:gd name="connsiteY88" fmla="*/ 90104 h 374138"/>
                <a:gd name="connsiteX89" fmla="*/ 100581 w 136581"/>
                <a:gd name="connsiteY89" fmla="*/ 89627 h 374138"/>
                <a:gd name="connsiteX90" fmla="*/ 112297 w 136581"/>
                <a:gd name="connsiteY90" fmla="*/ 54099 h 374138"/>
                <a:gd name="connsiteX91" fmla="*/ 106296 w 136581"/>
                <a:gd name="connsiteY91" fmla="*/ 42002 h 374138"/>
                <a:gd name="connsiteX92" fmla="*/ 106296 w 136581"/>
                <a:gd name="connsiteY92" fmla="*/ 42002 h 374138"/>
                <a:gd name="connsiteX93" fmla="*/ 118297 w 136581"/>
                <a:gd name="connsiteY93" fmla="*/ 36002 h 374138"/>
                <a:gd name="connsiteX94" fmla="*/ 118297 w 136581"/>
                <a:gd name="connsiteY94" fmla="*/ 36002 h 374138"/>
                <a:gd name="connsiteX95" fmla="*/ 124298 w 136581"/>
                <a:gd name="connsiteY95" fmla="*/ 48003 h 374138"/>
                <a:gd name="connsiteX96" fmla="*/ 124298 w 136581"/>
                <a:gd name="connsiteY96" fmla="*/ 48003 h 374138"/>
                <a:gd name="connsiteX97" fmla="*/ 115345 w 136581"/>
                <a:gd name="connsiteY97" fmla="*/ 54575 h 374138"/>
                <a:gd name="connsiteX98" fmla="*/ 115345 w 136581"/>
                <a:gd name="connsiteY98" fmla="*/ 54575 h 374138"/>
                <a:gd name="connsiteX99" fmla="*/ 112297 w 136581"/>
                <a:gd name="connsiteY99" fmla="*/ 54099 h 374138"/>
                <a:gd name="connsiteX100" fmla="*/ 124108 w 136581"/>
                <a:gd name="connsiteY100" fmla="*/ 18571 h 374138"/>
                <a:gd name="connsiteX101" fmla="*/ 118012 w 136581"/>
                <a:gd name="connsiteY101" fmla="*/ 6474 h 374138"/>
                <a:gd name="connsiteX102" fmla="*/ 118012 w 136581"/>
                <a:gd name="connsiteY102" fmla="*/ 6474 h 374138"/>
                <a:gd name="connsiteX103" fmla="*/ 130013 w 136581"/>
                <a:gd name="connsiteY103" fmla="*/ 473 h 374138"/>
                <a:gd name="connsiteX104" fmla="*/ 130013 w 136581"/>
                <a:gd name="connsiteY104" fmla="*/ 473 h 374138"/>
                <a:gd name="connsiteX105" fmla="*/ 136109 w 136581"/>
                <a:gd name="connsiteY105" fmla="*/ 12475 h 374138"/>
                <a:gd name="connsiteX106" fmla="*/ 136109 w 136581"/>
                <a:gd name="connsiteY106" fmla="*/ 12475 h 374138"/>
                <a:gd name="connsiteX107" fmla="*/ 127061 w 136581"/>
                <a:gd name="connsiteY107" fmla="*/ 19047 h 374138"/>
                <a:gd name="connsiteX108" fmla="*/ 127061 w 136581"/>
                <a:gd name="connsiteY108" fmla="*/ 19047 h 374138"/>
                <a:gd name="connsiteX109" fmla="*/ 124108 w 136581"/>
                <a:gd name="connsiteY109" fmla="*/ 18571 h 37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36581" h="374138">
                  <a:moveTo>
                    <a:pt x="6474" y="373663"/>
                  </a:moveTo>
                  <a:cubicBezTo>
                    <a:pt x="1521" y="372044"/>
                    <a:pt x="-1146" y="366614"/>
                    <a:pt x="473" y="361661"/>
                  </a:cubicBezTo>
                  <a:lnTo>
                    <a:pt x="473" y="361661"/>
                  </a:lnTo>
                  <a:cubicBezTo>
                    <a:pt x="2093" y="356613"/>
                    <a:pt x="7522" y="353946"/>
                    <a:pt x="12475" y="355565"/>
                  </a:cubicBezTo>
                  <a:lnTo>
                    <a:pt x="12475" y="355565"/>
                  </a:lnTo>
                  <a:cubicBezTo>
                    <a:pt x="17523" y="357185"/>
                    <a:pt x="20190" y="362614"/>
                    <a:pt x="18571" y="367662"/>
                  </a:cubicBezTo>
                  <a:lnTo>
                    <a:pt x="18571" y="367662"/>
                  </a:lnTo>
                  <a:cubicBezTo>
                    <a:pt x="17237" y="371567"/>
                    <a:pt x="13522" y="374139"/>
                    <a:pt x="9522" y="374139"/>
                  </a:cubicBezTo>
                  <a:lnTo>
                    <a:pt x="9522" y="374139"/>
                  </a:lnTo>
                  <a:cubicBezTo>
                    <a:pt x="8474" y="374139"/>
                    <a:pt x="7522" y="373949"/>
                    <a:pt x="6474" y="373663"/>
                  </a:cubicBezTo>
                  <a:close/>
                  <a:moveTo>
                    <a:pt x="18190" y="338135"/>
                  </a:moveTo>
                  <a:cubicBezTo>
                    <a:pt x="13237" y="336515"/>
                    <a:pt x="10570" y="331086"/>
                    <a:pt x="12189" y="326133"/>
                  </a:cubicBezTo>
                  <a:lnTo>
                    <a:pt x="12189" y="326133"/>
                  </a:lnTo>
                  <a:cubicBezTo>
                    <a:pt x="13808" y="321085"/>
                    <a:pt x="19237" y="318418"/>
                    <a:pt x="24190" y="320037"/>
                  </a:cubicBezTo>
                  <a:lnTo>
                    <a:pt x="24190" y="320037"/>
                  </a:lnTo>
                  <a:cubicBezTo>
                    <a:pt x="29239" y="321656"/>
                    <a:pt x="31906" y="327086"/>
                    <a:pt x="30286" y="332134"/>
                  </a:cubicBezTo>
                  <a:lnTo>
                    <a:pt x="30286" y="332134"/>
                  </a:lnTo>
                  <a:cubicBezTo>
                    <a:pt x="28953" y="336134"/>
                    <a:pt x="25238" y="338611"/>
                    <a:pt x="21238" y="338611"/>
                  </a:cubicBezTo>
                  <a:lnTo>
                    <a:pt x="21238" y="338611"/>
                  </a:lnTo>
                  <a:cubicBezTo>
                    <a:pt x="20285" y="338611"/>
                    <a:pt x="19237" y="338420"/>
                    <a:pt x="18190" y="338135"/>
                  </a:cubicBezTo>
                  <a:close/>
                  <a:moveTo>
                    <a:pt x="30001" y="302606"/>
                  </a:moveTo>
                  <a:cubicBezTo>
                    <a:pt x="25048" y="300987"/>
                    <a:pt x="22286" y="295653"/>
                    <a:pt x="24000" y="290605"/>
                  </a:cubicBezTo>
                  <a:lnTo>
                    <a:pt x="24000" y="290605"/>
                  </a:lnTo>
                  <a:cubicBezTo>
                    <a:pt x="25619" y="285652"/>
                    <a:pt x="30953" y="282890"/>
                    <a:pt x="36001" y="284509"/>
                  </a:cubicBezTo>
                  <a:lnTo>
                    <a:pt x="36001" y="284509"/>
                  </a:lnTo>
                  <a:cubicBezTo>
                    <a:pt x="40955" y="286223"/>
                    <a:pt x="43717" y="291557"/>
                    <a:pt x="42002" y="296606"/>
                  </a:cubicBezTo>
                  <a:lnTo>
                    <a:pt x="42002" y="296606"/>
                  </a:lnTo>
                  <a:cubicBezTo>
                    <a:pt x="40669" y="300606"/>
                    <a:pt x="36954" y="303083"/>
                    <a:pt x="32953" y="303083"/>
                  </a:cubicBezTo>
                  <a:lnTo>
                    <a:pt x="32953" y="303083"/>
                  </a:lnTo>
                  <a:cubicBezTo>
                    <a:pt x="32001" y="303083"/>
                    <a:pt x="31049" y="302987"/>
                    <a:pt x="30001" y="302606"/>
                  </a:cubicBezTo>
                  <a:close/>
                  <a:moveTo>
                    <a:pt x="41812" y="267173"/>
                  </a:moveTo>
                  <a:cubicBezTo>
                    <a:pt x="36763" y="265459"/>
                    <a:pt x="34097" y="260125"/>
                    <a:pt x="35716" y="255077"/>
                  </a:cubicBezTo>
                  <a:lnTo>
                    <a:pt x="35716" y="255077"/>
                  </a:lnTo>
                  <a:cubicBezTo>
                    <a:pt x="37335" y="250124"/>
                    <a:pt x="42764" y="247361"/>
                    <a:pt x="47717" y="248981"/>
                  </a:cubicBezTo>
                  <a:lnTo>
                    <a:pt x="47717" y="248981"/>
                  </a:lnTo>
                  <a:cubicBezTo>
                    <a:pt x="52765" y="250695"/>
                    <a:pt x="55432" y="256029"/>
                    <a:pt x="53813" y="261077"/>
                  </a:cubicBezTo>
                  <a:lnTo>
                    <a:pt x="53813" y="261077"/>
                  </a:lnTo>
                  <a:cubicBezTo>
                    <a:pt x="52480" y="265078"/>
                    <a:pt x="48765" y="267650"/>
                    <a:pt x="44764" y="267650"/>
                  </a:cubicBezTo>
                  <a:lnTo>
                    <a:pt x="44764" y="267650"/>
                  </a:lnTo>
                  <a:cubicBezTo>
                    <a:pt x="43717" y="267650"/>
                    <a:pt x="42764" y="267459"/>
                    <a:pt x="41812" y="267173"/>
                  </a:cubicBezTo>
                  <a:close/>
                  <a:moveTo>
                    <a:pt x="53528" y="231645"/>
                  </a:moveTo>
                  <a:cubicBezTo>
                    <a:pt x="48479" y="229931"/>
                    <a:pt x="45812" y="224597"/>
                    <a:pt x="47432" y="219548"/>
                  </a:cubicBezTo>
                  <a:lnTo>
                    <a:pt x="47432" y="219548"/>
                  </a:lnTo>
                  <a:cubicBezTo>
                    <a:pt x="49146" y="214595"/>
                    <a:pt x="54480" y="211928"/>
                    <a:pt x="59528" y="213548"/>
                  </a:cubicBezTo>
                  <a:lnTo>
                    <a:pt x="59528" y="213548"/>
                  </a:lnTo>
                  <a:cubicBezTo>
                    <a:pt x="64481" y="215167"/>
                    <a:pt x="67243" y="220596"/>
                    <a:pt x="65529" y="225549"/>
                  </a:cubicBezTo>
                  <a:lnTo>
                    <a:pt x="65529" y="225549"/>
                  </a:lnTo>
                  <a:cubicBezTo>
                    <a:pt x="64195" y="229550"/>
                    <a:pt x="60481" y="232121"/>
                    <a:pt x="56480" y="232121"/>
                  </a:cubicBezTo>
                  <a:lnTo>
                    <a:pt x="56480" y="232121"/>
                  </a:lnTo>
                  <a:cubicBezTo>
                    <a:pt x="55528" y="232121"/>
                    <a:pt x="54480" y="231931"/>
                    <a:pt x="53528" y="231645"/>
                  </a:cubicBezTo>
                  <a:close/>
                  <a:moveTo>
                    <a:pt x="65243" y="196117"/>
                  </a:moveTo>
                  <a:cubicBezTo>
                    <a:pt x="60290" y="194498"/>
                    <a:pt x="57528" y="189068"/>
                    <a:pt x="59243" y="184020"/>
                  </a:cubicBezTo>
                  <a:lnTo>
                    <a:pt x="59243" y="184020"/>
                  </a:lnTo>
                  <a:cubicBezTo>
                    <a:pt x="60862" y="179067"/>
                    <a:pt x="66291" y="176400"/>
                    <a:pt x="71244" y="178019"/>
                  </a:cubicBezTo>
                  <a:lnTo>
                    <a:pt x="71244" y="178019"/>
                  </a:lnTo>
                  <a:cubicBezTo>
                    <a:pt x="76197" y="179638"/>
                    <a:pt x="78959" y="185068"/>
                    <a:pt x="77340" y="190021"/>
                  </a:cubicBezTo>
                  <a:lnTo>
                    <a:pt x="77340" y="190021"/>
                  </a:lnTo>
                  <a:cubicBezTo>
                    <a:pt x="76007" y="194021"/>
                    <a:pt x="72292" y="196593"/>
                    <a:pt x="68291" y="196593"/>
                  </a:cubicBezTo>
                  <a:lnTo>
                    <a:pt x="68291" y="196593"/>
                  </a:lnTo>
                  <a:cubicBezTo>
                    <a:pt x="67243" y="196593"/>
                    <a:pt x="66291" y="196403"/>
                    <a:pt x="65243" y="196117"/>
                  </a:cubicBezTo>
                  <a:close/>
                  <a:moveTo>
                    <a:pt x="77054" y="160588"/>
                  </a:moveTo>
                  <a:cubicBezTo>
                    <a:pt x="72006" y="158969"/>
                    <a:pt x="69339" y="153540"/>
                    <a:pt x="70958" y="148587"/>
                  </a:cubicBezTo>
                  <a:lnTo>
                    <a:pt x="70958" y="148587"/>
                  </a:lnTo>
                  <a:cubicBezTo>
                    <a:pt x="72673" y="143539"/>
                    <a:pt x="78007" y="140872"/>
                    <a:pt x="83055" y="142491"/>
                  </a:cubicBezTo>
                  <a:lnTo>
                    <a:pt x="83055" y="142491"/>
                  </a:lnTo>
                  <a:cubicBezTo>
                    <a:pt x="88008" y="144206"/>
                    <a:pt x="90675" y="149540"/>
                    <a:pt x="89056" y="154588"/>
                  </a:cubicBezTo>
                  <a:lnTo>
                    <a:pt x="89056" y="154588"/>
                  </a:lnTo>
                  <a:cubicBezTo>
                    <a:pt x="87722" y="158588"/>
                    <a:pt x="84007" y="161065"/>
                    <a:pt x="80007" y="161065"/>
                  </a:cubicBezTo>
                  <a:lnTo>
                    <a:pt x="80007" y="161065"/>
                  </a:lnTo>
                  <a:cubicBezTo>
                    <a:pt x="79055" y="161065"/>
                    <a:pt x="78007" y="160874"/>
                    <a:pt x="77054" y="160588"/>
                  </a:cubicBezTo>
                  <a:close/>
                  <a:moveTo>
                    <a:pt x="88770" y="125156"/>
                  </a:moveTo>
                  <a:cubicBezTo>
                    <a:pt x="83817" y="123441"/>
                    <a:pt x="81055" y="118107"/>
                    <a:pt x="82769" y="113059"/>
                  </a:cubicBezTo>
                  <a:lnTo>
                    <a:pt x="82769" y="113059"/>
                  </a:lnTo>
                  <a:cubicBezTo>
                    <a:pt x="84388" y="108106"/>
                    <a:pt x="89818" y="105344"/>
                    <a:pt x="94771" y="106963"/>
                  </a:cubicBezTo>
                  <a:lnTo>
                    <a:pt x="94771" y="106963"/>
                  </a:lnTo>
                  <a:cubicBezTo>
                    <a:pt x="99819" y="108677"/>
                    <a:pt x="102486" y="114011"/>
                    <a:pt x="100867" y="119059"/>
                  </a:cubicBezTo>
                  <a:lnTo>
                    <a:pt x="100867" y="119059"/>
                  </a:lnTo>
                  <a:cubicBezTo>
                    <a:pt x="99533" y="123060"/>
                    <a:pt x="95818" y="125536"/>
                    <a:pt x="91723" y="125536"/>
                  </a:cubicBezTo>
                  <a:lnTo>
                    <a:pt x="91723" y="125536"/>
                  </a:lnTo>
                  <a:cubicBezTo>
                    <a:pt x="90770" y="125536"/>
                    <a:pt x="89722" y="125536"/>
                    <a:pt x="88770" y="125156"/>
                  </a:cubicBezTo>
                  <a:close/>
                  <a:moveTo>
                    <a:pt x="100581" y="89627"/>
                  </a:moveTo>
                  <a:cubicBezTo>
                    <a:pt x="95533" y="87913"/>
                    <a:pt x="92866" y="82579"/>
                    <a:pt x="94485" y="77531"/>
                  </a:cubicBezTo>
                  <a:lnTo>
                    <a:pt x="94485" y="77531"/>
                  </a:lnTo>
                  <a:cubicBezTo>
                    <a:pt x="96199" y="72578"/>
                    <a:pt x="101534" y="69815"/>
                    <a:pt x="106486" y="71434"/>
                  </a:cubicBezTo>
                  <a:lnTo>
                    <a:pt x="106486" y="71434"/>
                  </a:lnTo>
                  <a:cubicBezTo>
                    <a:pt x="111535" y="73149"/>
                    <a:pt x="114202" y="78483"/>
                    <a:pt x="112582" y="83531"/>
                  </a:cubicBezTo>
                  <a:lnTo>
                    <a:pt x="112582" y="83531"/>
                  </a:lnTo>
                  <a:cubicBezTo>
                    <a:pt x="111249" y="87532"/>
                    <a:pt x="107534" y="90104"/>
                    <a:pt x="103534" y="90104"/>
                  </a:cubicBezTo>
                  <a:lnTo>
                    <a:pt x="103534" y="90104"/>
                  </a:lnTo>
                  <a:cubicBezTo>
                    <a:pt x="102581" y="90104"/>
                    <a:pt x="101534" y="89913"/>
                    <a:pt x="100581" y="89627"/>
                  </a:cubicBezTo>
                  <a:close/>
                  <a:moveTo>
                    <a:pt x="112297" y="54099"/>
                  </a:moveTo>
                  <a:cubicBezTo>
                    <a:pt x="107249" y="52480"/>
                    <a:pt x="104582" y="47051"/>
                    <a:pt x="106296" y="42002"/>
                  </a:cubicBezTo>
                  <a:lnTo>
                    <a:pt x="106296" y="42002"/>
                  </a:lnTo>
                  <a:cubicBezTo>
                    <a:pt x="107915" y="37049"/>
                    <a:pt x="113249" y="34382"/>
                    <a:pt x="118297" y="36002"/>
                  </a:cubicBezTo>
                  <a:lnTo>
                    <a:pt x="118297" y="36002"/>
                  </a:lnTo>
                  <a:cubicBezTo>
                    <a:pt x="123251" y="37621"/>
                    <a:pt x="126013" y="43050"/>
                    <a:pt x="124298" y="48003"/>
                  </a:cubicBezTo>
                  <a:lnTo>
                    <a:pt x="124298" y="48003"/>
                  </a:lnTo>
                  <a:cubicBezTo>
                    <a:pt x="122965" y="52004"/>
                    <a:pt x="119250" y="54575"/>
                    <a:pt x="115345" y="54575"/>
                  </a:cubicBezTo>
                  <a:lnTo>
                    <a:pt x="115345" y="54575"/>
                  </a:lnTo>
                  <a:cubicBezTo>
                    <a:pt x="114297" y="54575"/>
                    <a:pt x="113345" y="54385"/>
                    <a:pt x="112297" y="54099"/>
                  </a:cubicBezTo>
                  <a:close/>
                  <a:moveTo>
                    <a:pt x="124108" y="18571"/>
                  </a:moveTo>
                  <a:cubicBezTo>
                    <a:pt x="119059" y="16952"/>
                    <a:pt x="116393" y="11522"/>
                    <a:pt x="118012" y="6474"/>
                  </a:cubicBezTo>
                  <a:lnTo>
                    <a:pt x="118012" y="6474"/>
                  </a:lnTo>
                  <a:cubicBezTo>
                    <a:pt x="119631" y="1521"/>
                    <a:pt x="125060" y="-1146"/>
                    <a:pt x="130013" y="473"/>
                  </a:cubicBezTo>
                  <a:lnTo>
                    <a:pt x="130013" y="473"/>
                  </a:lnTo>
                  <a:cubicBezTo>
                    <a:pt x="135061" y="2092"/>
                    <a:pt x="137728" y="7522"/>
                    <a:pt x="136109" y="12475"/>
                  </a:cubicBezTo>
                  <a:lnTo>
                    <a:pt x="136109" y="12475"/>
                  </a:lnTo>
                  <a:cubicBezTo>
                    <a:pt x="134776" y="16475"/>
                    <a:pt x="131061" y="19047"/>
                    <a:pt x="127061" y="19047"/>
                  </a:cubicBezTo>
                  <a:lnTo>
                    <a:pt x="127061" y="19047"/>
                  </a:lnTo>
                  <a:cubicBezTo>
                    <a:pt x="126013" y="19047"/>
                    <a:pt x="125060" y="18857"/>
                    <a:pt x="124108" y="185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E9DC0AF-C735-DC2F-E711-9D3733C7399A}"/>
                </a:ext>
              </a:extLst>
            </p:cNvPr>
            <p:cNvSpPr/>
            <p:nvPr/>
          </p:nvSpPr>
          <p:spPr>
            <a:xfrm>
              <a:off x="6108371" y="3158478"/>
              <a:ext cx="280248" cy="433303"/>
            </a:xfrm>
            <a:custGeom>
              <a:avLst/>
              <a:gdLst>
                <a:gd name="connsiteX0" fmla="*/ 262711 w 280248"/>
                <a:gd name="connsiteY0" fmla="*/ 428827 h 433303"/>
                <a:gd name="connsiteX1" fmla="*/ 265664 w 280248"/>
                <a:gd name="connsiteY1" fmla="*/ 415682 h 433303"/>
                <a:gd name="connsiteX2" fmla="*/ 265664 w 280248"/>
                <a:gd name="connsiteY2" fmla="*/ 415682 h 433303"/>
                <a:gd name="connsiteX3" fmla="*/ 278808 w 280248"/>
                <a:gd name="connsiteY3" fmla="*/ 418635 h 433303"/>
                <a:gd name="connsiteX4" fmla="*/ 278808 w 280248"/>
                <a:gd name="connsiteY4" fmla="*/ 418635 h 433303"/>
                <a:gd name="connsiteX5" fmla="*/ 275855 w 280248"/>
                <a:gd name="connsiteY5" fmla="*/ 431780 h 433303"/>
                <a:gd name="connsiteX6" fmla="*/ 275855 w 280248"/>
                <a:gd name="connsiteY6" fmla="*/ 431780 h 433303"/>
                <a:gd name="connsiteX7" fmla="*/ 270807 w 280248"/>
                <a:gd name="connsiteY7" fmla="*/ 433304 h 433303"/>
                <a:gd name="connsiteX8" fmla="*/ 270807 w 280248"/>
                <a:gd name="connsiteY8" fmla="*/ 433304 h 433303"/>
                <a:gd name="connsiteX9" fmla="*/ 262711 w 280248"/>
                <a:gd name="connsiteY9" fmla="*/ 428827 h 433303"/>
                <a:gd name="connsiteX10" fmla="*/ 242613 w 280248"/>
                <a:gd name="connsiteY10" fmla="*/ 396918 h 433303"/>
                <a:gd name="connsiteX11" fmla="*/ 245566 w 280248"/>
                <a:gd name="connsiteY11" fmla="*/ 383869 h 433303"/>
                <a:gd name="connsiteX12" fmla="*/ 245566 w 280248"/>
                <a:gd name="connsiteY12" fmla="*/ 383869 h 433303"/>
                <a:gd name="connsiteX13" fmla="*/ 258710 w 280248"/>
                <a:gd name="connsiteY13" fmla="*/ 386822 h 433303"/>
                <a:gd name="connsiteX14" fmla="*/ 258710 w 280248"/>
                <a:gd name="connsiteY14" fmla="*/ 386822 h 433303"/>
                <a:gd name="connsiteX15" fmla="*/ 255758 w 280248"/>
                <a:gd name="connsiteY15" fmla="*/ 399966 h 433303"/>
                <a:gd name="connsiteX16" fmla="*/ 255758 w 280248"/>
                <a:gd name="connsiteY16" fmla="*/ 399966 h 433303"/>
                <a:gd name="connsiteX17" fmla="*/ 250709 w 280248"/>
                <a:gd name="connsiteY17" fmla="*/ 401395 h 433303"/>
                <a:gd name="connsiteX18" fmla="*/ 250709 w 280248"/>
                <a:gd name="connsiteY18" fmla="*/ 401395 h 433303"/>
                <a:gd name="connsiteX19" fmla="*/ 242613 w 280248"/>
                <a:gd name="connsiteY19" fmla="*/ 396918 h 433303"/>
                <a:gd name="connsiteX20" fmla="*/ 222516 w 280248"/>
                <a:gd name="connsiteY20" fmla="*/ 365105 h 433303"/>
                <a:gd name="connsiteX21" fmla="*/ 225468 w 280248"/>
                <a:gd name="connsiteY21" fmla="*/ 351960 h 433303"/>
                <a:gd name="connsiteX22" fmla="*/ 225468 w 280248"/>
                <a:gd name="connsiteY22" fmla="*/ 351960 h 433303"/>
                <a:gd name="connsiteX23" fmla="*/ 238613 w 280248"/>
                <a:gd name="connsiteY23" fmla="*/ 354913 h 433303"/>
                <a:gd name="connsiteX24" fmla="*/ 238613 w 280248"/>
                <a:gd name="connsiteY24" fmla="*/ 354913 h 433303"/>
                <a:gd name="connsiteX25" fmla="*/ 235660 w 280248"/>
                <a:gd name="connsiteY25" fmla="*/ 368057 h 433303"/>
                <a:gd name="connsiteX26" fmla="*/ 235660 w 280248"/>
                <a:gd name="connsiteY26" fmla="*/ 368057 h 433303"/>
                <a:gd name="connsiteX27" fmla="*/ 230612 w 280248"/>
                <a:gd name="connsiteY27" fmla="*/ 369581 h 433303"/>
                <a:gd name="connsiteX28" fmla="*/ 230612 w 280248"/>
                <a:gd name="connsiteY28" fmla="*/ 369581 h 433303"/>
                <a:gd name="connsiteX29" fmla="*/ 222516 w 280248"/>
                <a:gd name="connsiteY29" fmla="*/ 365105 h 433303"/>
                <a:gd name="connsiteX30" fmla="*/ 202418 w 280248"/>
                <a:gd name="connsiteY30" fmla="*/ 333291 h 433303"/>
                <a:gd name="connsiteX31" fmla="*/ 205370 w 280248"/>
                <a:gd name="connsiteY31" fmla="*/ 320051 h 433303"/>
                <a:gd name="connsiteX32" fmla="*/ 205370 w 280248"/>
                <a:gd name="connsiteY32" fmla="*/ 320051 h 433303"/>
                <a:gd name="connsiteX33" fmla="*/ 218515 w 280248"/>
                <a:gd name="connsiteY33" fmla="*/ 323099 h 433303"/>
                <a:gd name="connsiteX34" fmla="*/ 218515 w 280248"/>
                <a:gd name="connsiteY34" fmla="*/ 323099 h 433303"/>
                <a:gd name="connsiteX35" fmla="*/ 215562 w 280248"/>
                <a:gd name="connsiteY35" fmla="*/ 336244 h 433303"/>
                <a:gd name="connsiteX36" fmla="*/ 215562 w 280248"/>
                <a:gd name="connsiteY36" fmla="*/ 336244 h 433303"/>
                <a:gd name="connsiteX37" fmla="*/ 210514 w 280248"/>
                <a:gd name="connsiteY37" fmla="*/ 337673 h 433303"/>
                <a:gd name="connsiteX38" fmla="*/ 210514 w 280248"/>
                <a:gd name="connsiteY38" fmla="*/ 337673 h 433303"/>
                <a:gd name="connsiteX39" fmla="*/ 202418 w 280248"/>
                <a:gd name="connsiteY39" fmla="*/ 333291 h 433303"/>
                <a:gd name="connsiteX40" fmla="*/ 182320 w 280248"/>
                <a:gd name="connsiteY40" fmla="*/ 301382 h 433303"/>
                <a:gd name="connsiteX41" fmla="*/ 185273 w 280248"/>
                <a:gd name="connsiteY41" fmla="*/ 288238 h 433303"/>
                <a:gd name="connsiteX42" fmla="*/ 185273 w 280248"/>
                <a:gd name="connsiteY42" fmla="*/ 288238 h 433303"/>
                <a:gd name="connsiteX43" fmla="*/ 198417 w 280248"/>
                <a:gd name="connsiteY43" fmla="*/ 291191 h 433303"/>
                <a:gd name="connsiteX44" fmla="*/ 198417 w 280248"/>
                <a:gd name="connsiteY44" fmla="*/ 291191 h 433303"/>
                <a:gd name="connsiteX45" fmla="*/ 195464 w 280248"/>
                <a:gd name="connsiteY45" fmla="*/ 304335 h 433303"/>
                <a:gd name="connsiteX46" fmla="*/ 195464 w 280248"/>
                <a:gd name="connsiteY46" fmla="*/ 304335 h 433303"/>
                <a:gd name="connsiteX47" fmla="*/ 190416 w 280248"/>
                <a:gd name="connsiteY47" fmla="*/ 305859 h 433303"/>
                <a:gd name="connsiteX48" fmla="*/ 190416 w 280248"/>
                <a:gd name="connsiteY48" fmla="*/ 305859 h 433303"/>
                <a:gd name="connsiteX49" fmla="*/ 182320 w 280248"/>
                <a:gd name="connsiteY49" fmla="*/ 301382 h 433303"/>
                <a:gd name="connsiteX50" fmla="*/ 162222 w 280248"/>
                <a:gd name="connsiteY50" fmla="*/ 269474 h 433303"/>
                <a:gd name="connsiteX51" fmla="*/ 165175 w 280248"/>
                <a:gd name="connsiteY51" fmla="*/ 256329 h 433303"/>
                <a:gd name="connsiteX52" fmla="*/ 165175 w 280248"/>
                <a:gd name="connsiteY52" fmla="*/ 256329 h 433303"/>
                <a:gd name="connsiteX53" fmla="*/ 178319 w 280248"/>
                <a:gd name="connsiteY53" fmla="*/ 259377 h 433303"/>
                <a:gd name="connsiteX54" fmla="*/ 178319 w 280248"/>
                <a:gd name="connsiteY54" fmla="*/ 259377 h 433303"/>
                <a:gd name="connsiteX55" fmla="*/ 175367 w 280248"/>
                <a:gd name="connsiteY55" fmla="*/ 272522 h 433303"/>
                <a:gd name="connsiteX56" fmla="*/ 175367 w 280248"/>
                <a:gd name="connsiteY56" fmla="*/ 272522 h 433303"/>
                <a:gd name="connsiteX57" fmla="*/ 170318 w 280248"/>
                <a:gd name="connsiteY57" fmla="*/ 273950 h 433303"/>
                <a:gd name="connsiteX58" fmla="*/ 170318 w 280248"/>
                <a:gd name="connsiteY58" fmla="*/ 273950 h 433303"/>
                <a:gd name="connsiteX59" fmla="*/ 162222 w 280248"/>
                <a:gd name="connsiteY59" fmla="*/ 269474 h 433303"/>
                <a:gd name="connsiteX60" fmla="*/ 142124 w 280248"/>
                <a:gd name="connsiteY60" fmla="*/ 237660 h 433303"/>
                <a:gd name="connsiteX61" fmla="*/ 145077 w 280248"/>
                <a:gd name="connsiteY61" fmla="*/ 224516 h 433303"/>
                <a:gd name="connsiteX62" fmla="*/ 145077 w 280248"/>
                <a:gd name="connsiteY62" fmla="*/ 224516 h 433303"/>
                <a:gd name="connsiteX63" fmla="*/ 158222 w 280248"/>
                <a:gd name="connsiteY63" fmla="*/ 227468 h 433303"/>
                <a:gd name="connsiteX64" fmla="*/ 158222 w 280248"/>
                <a:gd name="connsiteY64" fmla="*/ 227468 h 433303"/>
                <a:gd name="connsiteX65" fmla="*/ 155269 w 280248"/>
                <a:gd name="connsiteY65" fmla="*/ 240613 h 433303"/>
                <a:gd name="connsiteX66" fmla="*/ 155269 w 280248"/>
                <a:gd name="connsiteY66" fmla="*/ 240613 h 433303"/>
                <a:gd name="connsiteX67" fmla="*/ 150221 w 280248"/>
                <a:gd name="connsiteY67" fmla="*/ 242137 h 433303"/>
                <a:gd name="connsiteX68" fmla="*/ 150221 w 280248"/>
                <a:gd name="connsiteY68" fmla="*/ 242137 h 433303"/>
                <a:gd name="connsiteX69" fmla="*/ 142124 w 280248"/>
                <a:gd name="connsiteY69" fmla="*/ 237660 h 433303"/>
                <a:gd name="connsiteX70" fmla="*/ 122027 w 280248"/>
                <a:gd name="connsiteY70" fmla="*/ 205751 h 433303"/>
                <a:gd name="connsiteX71" fmla="*/ 124979 w 280248"/>
                <a:gd name="connsiteY71" fmla="*/ 192607 h 433303"/>
                <a:gd name="connsiteX72" fmla="*/ 124979 w 280248"/>
                <a:gd name="connsiteY72" fmla="*/ 192607 h 433303"/>
                <a:gd name="connsiteX73" fmla="*/ 138124 w 280248"/>
                <a:gd name="connsiteY73" fmla="*/ 195655 h 433303"/>
                <a:gd name="connsiteX74" fmla="*/ 138124 w 280248"/>
                <a:gd name="connsiteY74" fmla="*/ 195655 h 433303"/>
                <a:gd name="connsiteX75" fmla="*/ 135171 w 280248"/>
                <a:gd name="connsiteY75" fmla="*/ 208799 h 433303"/>
                <a:gd name="connsiteX76" fmla="*/ 135171 w 280248"/>
                <a:gd name="connsiteY76" fmla="*/ 208799 h 433303"/>
                <a:gd name="connsiteX77" fmla="*/ 130123 w 280248"/>
                <a:gd name="connsiteY77" fmla="*/ 210228 h 433303"/>
                <a:gd name="connsiteX78" fmla="*/ 130123 w 280248"/>
                <a:gd name="connsiteY78" fmla="*/ 210228 h 433303"/>
                <a:gd name="connsiteX79" fmla="*/ 122027 w 280248"/>
                <a:gd name="connsiteY79" fmla="*/ 205751 h 433303"/>
                <a:gd name="connsiteX80" fmla="*/ 101929 w 280248"/>
                <a:gd name="connsiteY80" fmla="*/ 173938 h 433303"/>
                <a:gd name="connsiteX81" fmla="*/ 104882 w 280248"/>
                <a:gd name="connsiteY81" fmla="*/ 160793 h 433303"/>
                <a:gd name="connsiteX82" fmla="*/ 104882 w 280248"/>
                <a:gd name="connsiteY82" fmla="*/ 160793 h 433303"/>
                <a:gd name="connsiteX83" fmla="*/ 118026 w 280248"/>
                <a:gd name="connsiteY83" fmla="*/ 163746 h 433303"/>
                <a:gd name="connsiteX84" fmla="*/ 118026 w 280248"/>
                <a:gd name="connsiteY84" fmla="*/ 163746 h 433303"/>
                <a:gd name="connsiteX85" fmla="*/ 115073 w 280248"/>
                <a:gd name="connsiteY85" fmla="*/ 176891 h 433303"/>
                <a:gd name="connsiteX86" fmla="*/ 115073 w 280248"/>
                <a:gd name="connsiteY86" fmla="*/ 176891 h 433303"/>
                <a:gd name="connsiteX87" fmla="*/ 110025 w 280248"/>
                <a:gd name="connsiteY87" fmla="*/ 178319 h 433303"/>
                <a:gd name="connsiteX88" fmla="*/ 110025 w 280248"/>
                <a:gd name="connsiteY88" fmla="*/ 178319 h 433303"/>
                <a:gd name="connsiteX89" fmla="*/ 101929 w 280248"/>
                <a:gd name="connsiteY89" fmla="*/ 173938 h 433303"/>
                <a:gd name="connsiteX90" fmla="*/ 81831 w 280248"/>
                <a:gd name="connsiteY90" fmla="*/ 142029 h 433303"/>
                <a:gd name="connsiteX91" fmla="*/ 84784 w 280248"/>
                <a:gd name="connsiteY91" fmla="*/ 128885 h 433303"/>
                <a:gd name="connsiteX92" fmla="*/ 84784 w 280248"/>
                <a:gd name="connsiteY92" fmla="*/ 128885 h 433303"/>
                <a:gd name="connsiteX93" fmla="*/ 97928 w 280248"/>
                <a:gd name="connsiteY93" fmla="*/ 131837 h 433303"/>
                <a:gd name="connsiteX94" fmla="*/ 97928 w 280248"/>
                <a:gd name="connsiteY94" fmla="*/ 131837 h 433303"/>
                <a:gd name="connsiteX95" fmla="*/ 94976 w 280248"/>
                <a:gd name="connsiteY95" fmla="*/ 145077 h 433303"/>
                <a:gd name="connsiteX96" fmla="*/ 94976 w 280248"/>
                <a:gd name="connsiteY96" fmla="*/ 145077 h 433303"/>
                <a:gd name="connsiteX97" fmla="*/ 89927 w 280248"/>
                <a:gd name="connsiteY97" fmla="*/ 146506 h 433303"/>
                <a:gd name="connsiteX98" fmla="*/ 89927 w 280248"/>
                <a:gd name="connsiteY98" fmla="*/ 146506 h 433303"/>
                <a:gd name="connsiteX99" fmla="*/ 81831 w 280248"/>
                <a:gd name="connsiteY99" fmla="*/ 142029 h 433303"/>
                <a:gd name="connsiteX100" fmla="*/ 61733 w 280248"/>
                <a:gd name="connsiteY100" fmla="*/ 110216 h 433303"/>
                <a:gd name="connsiteX101" fmla="*/ 64686 w 280248"/>
                <a:gd name="connsiteY101" fmla="*/ 97071 h 433303"/>
                <a:gd name="connsiteX102" fmla="*/ 64686 w 280248"/>
                <a:gd name="connsiteY102" fmla="*/ 97071 h 433303"/>
                <a:gd name="connsiteX103" fmla="*/ 77831 w 280248"/>
                <a:gd name="connsiteY103" fmla="*/ 100024 h 433303"/>
                <a:gd name="connsiteX104" fmla="*/ 77831 w 280248"/>
                <a:gd name="connsiteY104" fmla="*/ 100024 h 433303"/>
                <a:gd name="connsiteX105" fmla="*/ 74878 w 280248"/>
                <a:gd name="connsiteY105" fmla="*/ 113168 h 433303"/>
                <a:gd name="connsiteX106" fmla="*/ 74878 w 280248"/>
                <a:gd name="connsiteY106" fmla="*/ 113168 h 433303"/>
                <a:gd name="connsiteX107" fmla="*/ 69830 w 280248"/>
                <a:gd name="connsiteY107" fmla="*/ 114597 h 433303"/>
                <a:gd name="connsiteX108" fmla="*/ 69830 w 280248"/>
                <a:gd name="connsiteY108" fmla="*/ 114597 h 433303"/>
                <a:gd name="connsiteX109" fmla="*/ 61733 w 280248"/>
                <a:gd name="connsiteY109" fmla="*/ 110216 h 433303"/>
                <a:gd name="connsiteX110" fmla="*/ 41636 w 280248"/>
                <a:gd name="connsiteY110" fmla="*/ 78307 h 433303"/>
                <a:gd name="connsiteX111" fmla="*/ 44588 w 280248"/>
                <a:gd name="connsiteY111" fmla="*/ 65162 h 433303"/>
                <a:gd name="connsiteX112" fmla="*/ 44588 w 280248"/>
                <a:gd name="connsiteY112" fmla="*/ 65162 h 433303"/>
                <a:gd name="connsiteX113" fmla="*/ 57733 w 280248"/>
                <a:gd name="connsiteY113" fmla="*/ 68210 h 433303"/>
                <a:gd name="connsiteX114" fmla="*/ 57733 w 280248"/>
                <a:gd name="connsiteY114" fmla="*/ 68210 h 433303"/>
                <a:gd name="connsiteX115" fmla="*/ 54780 w 280248"/>
                <a:gd name="connsiteY115" fmla="*/ 81260 h 433303"/>
                <a:gd name="connsiteX116" fmla="*/ 54780 w 280248"/>
                <a:gd name="connsiteY116" fmla="*/ 81260 h 433303"/>
                <a:gd name="connsiteX117" fmla="*/ 49732 w 280248"/>
                <a:gd name="connsiteY117" fmla="*/ 82784 h 433303"/>
                <a:gd name="connsiteX118" fmla="*/ 49732 w 280248"/>
                <a:gd name="connsiteY118" fmla="*/ 82784 h 433303"/>
                <a:gd name="connsiteX119" fmla="*/ 41636 w 280248"/>
                <a:gd name="connsiteY119" fmla="*/ 78307 h 433303"/>
                <a:gd name="connsiteX120" fmla="*/ 21538 w 280248"/>
                <a:gd name="connsiteY120" fmla="*/ 46493 h 433303"/>
                <a:gd name="connsiteX121" fmla="*/ 24491 w 280248"/>
                <a:gd name="connsiteY121" fmla="*/ 33349 h 433303"/>
                <a:gd name="connsiteX122" fmla="*/ 24491 w 280248"/>
                <a:gd name="connsiteY122" fmla="*/ 33349 h 433303"/>
                <a:gd name="connsiteX123" fmla="*/ 37635 w 280248"/>
                <a:gd name="connsiteY123" fmla="*/ 36302 h 433303"/>
                <a:gd name="connsiteX124" fmla="*/ 37635 w 280248"/>
                <a:gd name="connsiteY124" fmla="*/ 36302 h 433303"/>
                <a:gd name="connsiteX125" fmla="*/ 34682 w 280248"/>
                <a:gd name="connsiteY125" fmla="*/ 49446 h 433303"/>
                <a:gd name="connsiteX126" fmla="*/ 34682 w 280248"/>
                <a:gd name="connsiteY126" fmla="*/ 49446 h 433303"/>
                <a:gd name="connsiteX127" fmla="*/ 29634 w 280248"/>
                <a:gd name="connsiteY127" fmla="*/ 50875 h 433303"/>
                <a:gd name="connsiteX128" fmla="*/ 29634 w 280248"/>
                <a:gd name="connsiteY128" fmla="*/ 50875 h 433303"/>
                <a:gd name="connsiteX129" fmla="*/ 21538 w 280248"/>
                <a:gd name="connsiteY129" fmla="*/ 46493 h 433303"/>
                <a:gd name="connsiteX130" fmla="*/ 1440 w 280248"/>
                <a:gd name="connsiteY130" fmla="*/ 14585 h 433303"/>
                <a:gd name="connsiteX131" fmla="*/ 4393 w 280248"/>
                <a:gd name="connsiteY131" fmla="*/ 1440 h 433303"/>
                <a:gd name="connsiteX132" fmla="*/ 4393 w 280248"/>
                <a:gd name="connsiteY132" fmla="*/ 1440 h 433303"/>
                <a:gd name="connsiteX133" fmla="*/ 17633 w 280248"/>
                <a:gd name="connsiteY133" fmla="*/ 4393 h 433303"/>
                <a:gd name="connsiteX134" fmla="*/ 17633 w 280248"/>
                <a:gd name="connsiteY134" fmla="*/ 4393 h 433303"/>
                <a:gd name="connsiteX135" fmla="*/ 14585 w 280248"/>
                <a:gd name="connsiteY135" fmla="*/ 17633 h 433303"/>
                <a:gd name="connsiteX136" fmla="*/ 14585 w 280248"/>
                <a:gd name="connsiteY136" fmla="*/ 17633 h 433303"/>
                <a:gd name="connsiteX137" fmla="*/ 9536 w 280248"/>
                <a:gd name="connsiteY137" fmla="*/ 19061 h 433303"/>
                <a:gd name="connsiteX138" fmla="*/ 9536 w 280248"/>
                <a:gd name="connsiteY138" fmla="*/ 19061 h 433303"/>
                <a:gd name="connsiteX139" fmla="*/ 1440 w 280248"/>
                <a:gd name="connsiteY139" fmla="*/ 14585 h 433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80248" h="433303">
                  <a:moveTo>
                    <a:pt x="262711" y="428827"/>
                  </a:moveTo>
                  <a:cubicBezTo>
                    <a:pt x="259853" y="424350"/>
                    <a:pt x="261187" y="418445"/>
                    <a:pt x="265664" y="415682"/>
                  </a:cubicBezTo>
                  <a:lnTo>
                    <a:pt x="265664" y="415682"/>
                  </a:lnTo>
                  <a:cubicBezTo>
                    <a:pt x="270141" y="412920"/>
                    <a:pt x="276046" y="414254"/>
                    <a:pt x="278808" y="418635"/>
                  </a:cubicBezTo>
                  <a:lnTo>
                    <a:pt x="278808" y="418635"/>
                  </a:lnTo>
                  <a:cubicBezTo>
                    <a:pt x="281570" y="423112"/>
                    <a:pt x="280237" y="429017"/>
                    <a:pt x="275855" y="431780"/>
                  </a:cubicBezTo>
                  <a:lnTo>
                    <a:pt x="275855" y="431780"/>
                  </a:lnTo>
                  <a:cubicBezTo>
                    <a:pt x="274236" y="432827"/>
                    <a:pt x="272522" y="433304"/>
                    <a:pt x="270807" y="433304"/>
                  </a:cubicBezTo>
                  <a:lnTo>
                    <a:pt x="270807" y="433304"/>
                  </a:lnTo>
                  <a:cubicBezTo>
                    <a:pt x="267569" y="433304"/>
                    <a:pt x="264521" y="431684"/>
                    <a:pt x="262711" y="428827"/>
                  </a:cubicBezTo>
                  <a:close/>
                  <a:moveTo>
                    <a:pt x="242613" y="396918"/>
                  </a:moveTo>
                  <a:cubicBezTo>
                    <a:pt x="239756" y="392537"/>
                    <a:pt x="241089" y="386631"/>
                    <a:pt x="245566" y="383869"/>
                  </a:cubicBezTo>
                  <a:lnTo>
                    <a:pt x="245566" y="383869"/>
                  </a:lnTo>
                  <a:cubicBezTo>
                    <a:pt x="250043" y="381011"/>
                    <a:pt x="255853" y="382345"/>
                    <a:pt x="258710" y="386822"/>
                  </a:cubicBezTo>
                  <a:lnTo>
                    <a:pt x="258710" y="386822"/>
                  </a:lnTo>
                  <a:cubicBezTo>
                    <a:pt x="261473" y="391298"/>
                    <a:pt x="260234" y="397109"/>
                    <a:pt x="255758" y="399966"/>
                  </a:cubicBezTo>
                  <a:lnTo>
                    <a:pt x="255758" y="399966"/>
                  </a:lnTo>
                  <a:cubicBezTo>
                    <a:pt x="254138" y="400919"/>
                    <a:pt x="252424" y="401395"/>
                    <a:pt x="250709" y="401395"/>
                  </a:cubicBezTo>
                  <a:lnTo>
                    <a:pt x="250709" y="401395"/>
                  </a:lnTo>
                  <a:cubicBezTo>
                    <a:pt x="247471" y="401395"/>
                    <a:pt x="244423" y="399871"/>
                    <a:pt x="242613" y="396918"/>
                  </a:cubicBezTo>
                  <a:close/>
                  <a:moveTo>
                    <a:pt x="222516" y="365105"/>
                  </a:moveTo>
                  <a:cubicBezTo>
                    <a:pt x="219658" y="360628"/>
                    <a:pt x="220991" y="354818"/>
                    <a:pt x="225468" y="351960"/>
                  </a:cubicBezTo>
                  <a:lnTo>
                    <a:pt x="225468" y="351960"/>
                  </a:lnTo>
                  <a:cubicBezTo>
                    <a:pt x="229945" y="349103"/>
                    <a:pt x="235850" y="350436"/>
                    <a:pt x="238613" y="354913"/>
                  </a:cubicBezTo>
                  <a:lnTo>
                    <a:pt x="238613" y="354913"/>
                  </a:lnTo>
                  <a:cubicBezTo>
                    <a:pt x="241470" y="359390"/>
                    <a:pt x="240041" y="365295"/>
                    <a:pt x="235660" y="368057"/>
                  </a:cubicBezTo>
                  <a:lnTo>
                    <a:pt x="235660" y="368057"/>
                  </a:lnTo>
                  <a:cubicBezTo>
                    <a:pt x="234041" y="369105"/>
                    <a:pt x="232326" y="369581"/>
                    <a:pt x="230612" y="369581"/>
                  </a:cubicBezTo>
                  <a:lnTo>
                    <a:pt x="230612" y="369581"/>
                  </a:lnTo>
                  <a:cubicBezTo>
                    <a:pt x="227373" y="369581"/>
                    <a:pt x="224325" y="367962"/>
                    <a:pt x="222516" y="365105"/>
                  </a:cubicBezTo>
                  <a:close/>
                  <a:moveTo>
                    <a:pt x="202418" y="333291"/>
                  </a:moveTo>
                  <a:cubicBezTo>
                    <a:pt x="199560" y="328719"/>
                    <a:pt x="200894" y="322909"/>
                    <a:pt x="205370" y="320051"/>
                  </a:cubicBezTo>
                  <a:lnTo>
                    <a:pt x="205370" y="320051"/>
                  </a:lnTo>
                  <a:cubicBezTo>
                    <a:pt x="209847" y="317289"/>
                    <a:pt x="215657" y="318623"/>
                    <a:pt x="218515" y="323099"/>
                  </a:cubicBezTo>
                  <a:lnTo>
                    <a:pt x="218515" y="323099"/>
                  </a:lnTo>
                  <a:cubicBezTo>
                    <a:pt x="221277" y="327481"/>
                    <a:pt x="220039" y="333386"/>
                    <a:pt x="215562" y="336244"/>
                  </a:cubicBezTo>
                  <a:lnTo>
                    <a:pt x="215562" y="336244"/>
                  </a:lnTo>
                  <a:cubicBezTo>
                    <a:pt x="213943" y="337196"/>
                    <a:pt x="212228" y="337673"/>
                    <a:pt x="210514" y="337673"/>
                  </a:cubicBezTo>
                  <a:lnTo>
                    <a:pt x="210514" y="337673"/>
                  </a:lnTo>
                  <a:cubicBezTo>
                    <a:pt x="207275" y="337673"/>
                    <a:pt x="204227" y="336149"/>
                    <a:pt x="202418" y="333291"/>
                  </a:cubicBezTo>
                  <a:close/>
                  <a:moveTo>
                    <a:pt x="182320" y="301382"/>
                  </a:moveTo>
                  <a:cubicBezTo>
                    <a:pt x="179558" y="296906"/>
                    <a:pt x="180891" y="291000"/>
                    <a:pt x="185273" y="288238"/>
                  </a:cubicBezTo>
                  <a:lnTo>
                    <a:pt x="185273" y="288238"/>
                  </a:lnTo>
                  <a:cubicBezTo>
                    <a:pt x="189749" y="285476"/>
                    <a:pt x="195655" y="286809"/>
                    <a:pt x="198417" y="291191"/>
                  </a:cubicBezTo>
                  <a:lnTo>
                    <a:pt x="198417" y="291191"/>
                  </a:lnTo>
                  <a:cubicBezTo>
                    <a:pt x="201275" y="295667"/>
                    <a:pt x="199846" y="301573"/>
                    <a:pt x="195464" y="304335"/>
                  </a:cubicBezTo>
                  <a:lnTo>
                    <a:pt x="195464" y="304335"/>
                  </a:lnTo>
                  <a:cubicBezTo>
                    <a:pt x="193845" y="305383"/>
                    <a:pt x="192131" y="305859"/>
                    <a:pt x="190416" y="305859"/>
                  </a:cubicBezTo>
                  <a:lnTo>
                    <a:pt x="190416" y="305859"/>
                  </a:lnTo>
                  <a:cubicBezTo>
                    <a:pt x="187273" y="305859"/>
                    <a:pt x="184130" y="304240"/>
                    <a:pt x="182320" y="301382"/>
                  </a:cubicBezTo>
                  <a:close/>
                  <a:moveTo>
                    <a:pt x="162222" y="269474"/>
                  </a:moveTo>
                  <a:cubicBezTo>
                    <a:pt x="159365" y="265092"/>
                    <a:pt x="160698" y="259187"/>
                    <a:pt x="165175" y="256329"/>
                  </a:cubicBezTo>
                  <a:lnTo>
                    <a:pt x="165175" y="256329"/>
                  </a:lnTo>
                  <a:cubicBezTo>
                    <a:pt x="169652" y="253567"/>
                    <a:pt x="175557" y="254900"/>
                    <a:pt x="178319" y="259377"/>
                  </a:cubicBezTo>
                  <a:lnTo>
                    <a:pt x="178319" y="259377"/>
                  </a:lnTo>
                  <a:cubicBezTo>
                    <a:pt x="181082" y="263759"/>
                    <a:pt x="179843" y="269664"/>
                    <a:pt x="175367" y="272522"/>
                  </a:cubicBezTo>
                  <a:lnTo>
                    <a:pt x="175367" y="272522"/>
                  </a:lnTo>
                  <a:cubicBezTo>
                    <a:pt x="173747" y="273474"/>
                    <a:pt x="172033" y="273950"/>
                    <a:pt x="170318" y="273950"/>
                  </a:cubicBezTo>
                  <a:lnTo>
                    <a:pt x="170318" y="273950"/>
                  </a:lnTo>
                  <a:cubicBezTo>
                    <a:pt x="167080" y="273950"/>
                    <a:pt x="164032" y="272426"/>
                    <a:pt x="162222" y="269474"/>
                  </a:cubicBezTo>
                  <a:close/>
                  <a:moveTo>
                    <a:pt x="142124" y="237660"/>
                  </a:moveTo>
                  <a:cubicBezTo>
                    <a:pt x="139362" y="233183"/>
                    <a:pt x="140600" y="227278"/>
                    <a:pt x="145077" y="224516"/>
                  </a:cubicBezTo>
                  <a:lnTo>
                    <a:pt x="145077" y="224516"/>
                  </a:lnTo>
                  <a:cubicBezTo>
                    <a:pt x="149554" y="221658"/>
                    <a:pt x="155459" y="222992"/>
                    <a:pt x="158222" y="227468"/>
                  </a:cubicBezTo>
                  <a:lnTo>
                    <a:pt x="158222" y="227468"/>
                  </a:lnTo>
                  <a:cubicBezTo>
                    <a:pt x="161079" y="231945"/>
                    <a:pt x="159650" y="237755"/>
                    <a:pt x="155269" y="240613"/>
                  </a:cubicBezTo>
                  <a:lnTo>
                    <a:pt x="155269" y="240613"/>
                  </a:lnTo>
                  <a:cubicBezTo>
                    <a:pt x="153650" y="241661"/>
                    <a:pt x="151935" y="242137"/>
                    <a:pt x="150221" y="242137"/>
                  </a:cubicBezTo>
                  <a:lnTo>
                    <a:pt x="150221" y="242137"/>
                  </a:lnTo>
                  <a:cubicBezTo>
                    <a:pt x="147077" y="242137"/>
                    <a:pt x="143934" y="240518"/>
                    <a:pt x="142124" y="237660"/>
                  </a:cubicBezTo>
                  <a:close/>
                  <a:moveTo>
                    <a:pt x="122027" y="205751"/>
                  </a:moveTo>
                  <a:cubicBezTo>
                    <a:pt x="119169" y="201275"/>
                    <a:pt x="120598" y="195464"/>
                    <a:pt x="124979" y="192607"/>
                  </a:cubicBezTo>
                  <a:lnTo>
                    <a:pt x="124979" y="192607"/>
                  </a:lnTo>
                  <a:cubicBezTo>
                    <a:pt x="129456" y="189845"/>
                    <a:pt x="135362" y="191178"/>
                    <a:pt x="138124" y="195655"/>
                  </a:cubicBezTo>
                  <a:lnTo>
                    <a:pt x="138124" y="195655"/>
                  </a:lnTo>
                  <a:cubicBezTo>
                    <a:pt x="140886" y="200036"/>
                    <a:pt x="139648" y="205942"/>
                    <a:pt x="135171" y="208799"/>
                  </a:cubicBezTo>
                  <a:lnTo>
                    <a:pt x="135171" y="208799"/>
                  </a:lnTo>
                  <a:cubicBezTo>
                    <a:pt x="133552" y="209752"/>
                    <a:pt x="131837" y="210228"/>
                    <a:pt x="130123" y="210228"/>
                  </a:cubicBezTo>
                  <a:lnTo>
                    <a:pt x="130123" y="210228"/>
                  </a:lnTo>
                  <a:cubicBezTo>
                    <a:pt x="126980" y="210228"/>
                    <a:pt x="123836" y="208609"/>
                    <a:pt x="122027" y="205751"/>
                  </a:cubicBezTo>
                  <a:close/>
                  <a:moveTo>
                    <a:pt x="101929" y="173938"/>
                  </a:moveTo>
                  <a:cubicBezTo>
                    <a:pt x="99167" y="169461"/>
                    <a:pt x="100405" y="163556"/>
                    <a:pt x="104882" y="160793"/>
                  </a:cubicBezTo>
                  <a:lnTo>
                    <a:pt x="104882" y="160793"/>
                  </a:lnTo>
                  <a:cubicBezTo>
                    <a:pt x="109358" y="157936"/>
                    <a:pt x="115264" y="159269"/>
                    <a:pt x="118026" y="163746"/>
                  </a:cubicBezTo>
                  <a:lnTo>
                    <a:pt x="118026" y="163746"/>
                  </a:lnTo>
                  <a:cubicBezTo>
                    <a:pt x="120884" y="168223"/>
                    <a:pt x="119550" y="174128"/>
                    <a:pt x="115073" y="176891"/>
                  </a:cubicBezTo>
                  <a:lnTo>
                    <a:pt x="115073" y="176891"/>
                  </a:lnTo>
                  <a:cubicBezTo>
                    <a:pt x="113454" y="177843"/>
                    <a:pt x="111740" y="178319"/>
                    <a:pt x="110025" y="178319"/>
                  </a:cubicBezTo>
                  <a:lnTo>
                    <a:pt x="110025" y="178319"/>
                  </a:lnTo>
                  <a:cubicBezTo>
                    <a:pt x="106882" y="178319"/>
                    <a:pt x="103739" y="176795"/>
                    <a:pt x="101929" y="173938"/>
                  </a:cubicBezTo>
                  <a:close/>
                  <a:moveTo>
                    <a:pt x="81831" y="142029"/>
                  </a:moveTo>
                  <a:cubicBezTo>
                    <a:pt x="78974" y="137648"/>
                    <a:pt x="80402" y="131742"/>
                    <a:pt x="84784" y="128885"/>
                  </a:cubicBezTo>
                  <a:lnTo>
                    <a:pt x="84784" y="128885"/>
                  </a:lnTo>
                  <a:cubicBezTo>
                    <a:pt x="89261" y="126122"/>
                    <a:pt x="95166" y="127456"/>
                    <a:pt x="97928" y="131837"/>
                  </a:cubicBezTo>
                  <a:lnTo>
                    <a:pt x="97928" y="131837"/>
                  </a:lnTo>
                  <a:cubicBezTo>
                    <a:pt x="100786" y="136314"/>
                    <a:pt x="99452" y="142220"/>
                    <a:pt x="94976" y="145077"/>
                  </a:cubicBezTo>
                  <a:lnTo>
                    <a:pt x="94976" y="145077"/>
                  </a:lnTo>
                  <a:cubicBezTo>
                    <a:pt x="93452" y="146030"/>
                    <a:pt x="91642" y="146506"/>
                    <a:pt x="89927" y="146506"/>
                  </a:cubicBezTo>
                  <a:lnTo>
                    <a:pt x="89927" y="146506"/>
                  </a:lnTo>
                  <a:cubicBezTo>
                    <a:pt x="86784" y="146506"/>
                    <a:pt x="83641" y="144887"/>
                    <a:pt x="81831" y="142029"/>
                  </a:cubicBezTo>
                  <a:close/>
                  <a:moveTo>
                    <a:pt x="61733" y="110216"/>
                  </a:moveTo>
                  <a:cubicBezTo>
                    <a:pt x="58971" y="105739"/>
                    <a:pt x="60305" y="99833"/>
                    <a:pt x="64686" y="97071"/>
                  </a:cubicBezTo>
                  <a:lnTo>
                    <a:pt x="64686" y="97071"/>
                  </a:lnTo>
                  <a:cubicBezTo>
                    <a:pt x="69163" y="94214"/>
                    <a:pt x="75068" y="95547"/>
                    <a:pt x="77831" y="100024"/>
                  </a:cubicBezTo>
                  <a:lnTo>
                    <a:pt x="77831" y="100024"/>
                  </a:lnTo>
                  <a:cubicBezTo>
                    <a:pt x="80688" y="104501"/>
                    <a:pt x="79355" y="110311"/>
                    <a:pt x="74878" y="113168"/>
                  </a:cubicBezTo>
                  <a:lnTo>
                    <a:pt x="74878" y="113168"/>
                  </a:lnTo>
                  <a:cubicBezTo>
                    <a:pt x="73259" y="114121"/>
                    <a:pt x="71544" y="114597"/>
                    <a:pt x="69830" y="114597"/>
                  </a:cubicBezTo>
                  <a:lnTo>
                    <a:pt x="69830" y="114597"/>
                  </a:lnTo>
                  <a:cubicBezTo>
                    <a:pt x="66591" y="114597"/>
                    <a:pt x="63543" y="113073"/>
                    <a:pt x="61733" y="110216"/>
                  </a:cubicBezTo>
                  <a:close/>
                  <a:moveTo>
                    <a:pt x="41636" y="78307"/>
                  </a:moveTo>
                  <a:cubicBezTo>
                    <a:pt x="38873" y="73830"/>
                    <a:pt x="40207" y="68020"/>
                    <a:pt x="44588" y="65162"/>
                  </a:cubicBezTo>
                  <a:lnTo>
                    <a:pt x="44588" y="65162"/>
                  </a:lnTo>
                  <a:cubicBezTo>
                    <a:pt x="49065" y="62400"/>
                    <a:pt x="54971" y="63734"/>
                    <a:pt x="57733" y="68210"/>
                  </a:cubicBezTo>
                  <a:lnTo>
                    <a:pt x="57733" y="68210"/>
                  </a:lnTo>
                  <a:cubicBezTo>
                    <a:pt x="60590" y="72592"/>
                    <a:pt x="59257" y="78497"/>
                    <a:pt x="54780" y="81260"/>
                  </a:cubicBezTo>
                  <a:lnTo>
                    <a:pt x="54780" y="81260"/>
                  </a:lnTo>
                  <a:cubicBezTo>
                    <a:pt x="53256" y="82307"/>
                    <a:pt x="51446" y="82784"/>
                    <a:pt x="49732" y="82784"/>
                  </a:cubicBezTo>
                  <a:lnTo>
                    <a:pt x="49732" y="82784"/>
                  </a:lnTo>
                  <a:cubicBezTo>
                    <a:pt x="46589" y="82784"/>
                    <a:pt x="43445" y="81164"/>
                    <a:pt x="41636" y="78307"/>
                  </a:cubicBezTo>
                  <a:close/>
                  <a:moveTo>
                    <a:pt x="21538" y="46493"/>
                  </a:moveTo>
                  <a:cubicBezTo>
                    <a:pt x="18776" y="42017"/>
                    <a:pt x="20109" y="36111"/>
                    <a:pt x="24491" y="33349"/>
                  </a:cubicBezTo>
                  <a:lnTo>
                    <a:pt x="24491" y="33349"/>
                  </a:lnTo>
                  <a:cubicBezTo>
                    <a:pt x="28967" y="30491"/>
                    <a:pt x="34873" y="31825"/>
                    <a:pt x="37635" y="36302"/>
                  </a:cubicBezTo>
                  <a:lnTo>
                    <a:pt x="37635" y="36302"/>
                  </a:lnTo>
                  <a:cubicBezTo>
                    <a:pt x="40493" y="40778"/>
                    <a:pt x="39159" y="46684"/>
                    <a:pt x="34682" y="49446"/>
                  </a:cubicBezTo>
                  <a:lnTo>
                    <a:pt x="34682" y="49446"/>
                  </a:lnTo>
                  <a:cubicBezTo>
                    <a:pt x="33063" y="50399"/>
                    <a:pt x="31349" y="50875"/>
                    <a:pt x="29634" y="50875"/>
                  </a:cubicBezTo>
                  <a:lnTo>
                    <a:pt x="29634" y="50875"/>
                  </a:lnTo>
                  <a:cubicBezTo>
                    <a:pt x="26491" y="50875"/>
                    <a:pt x="23348" y="49351"/>
                    <a:pt x="21538" y="46493"/>
                  </a:cubicBezTo>
                  <a:close/>
                  <a:moveTo>
                    <a:pt x="1440" y="14585"/>
                  </a:moveTo>
                  <a:cubicBezTo>
                    <a:pt x="-1322" y="10108"/>
                    <a:pt x="11" y="4298"/>
                    <a:pt x="4393" y="1440"/>
                  </a:cubicBezTo>
                  <a:lnTo>
                    <a:pt x="4393" y="1440"/>
                  </a:lnTo>
                  <a:cubicBezTo>
                    <a:pt x="8870" y="-1322"/>
                    <a:pt x="14775" y="11"/>
                    <a:pt x="17633" y="4393"/>
                  </a:cubicBezTo>
                  <a:lnTo>
                    <a:pt x="17633" y="4393"/>
                  </a:lnTo>
                  <a:cubicBezTo>
                    <a:pt x="20395" y="8870"/>
                    <a:pt x="19061" y="14775"/>
                    <a:pt x="14585" y="17633"/>
                  </a:cubicBezTo>
                  <a:lnTo>
                    <a:pt x="14585" y="17633"/>
                  </a:lnTo>
                  <a:cubicBezTo>
                    <a:pt x="13061" y="18585"/>
                    <a:pt x="11251" y="19061"/>
                    <a:pt x="9536" y="19061"/>
                  </a:cubicBezTo>
                  <a:lnTo>
                    <a:pt x="9536" y="19061"/>
                  </a:lnTo>
                  <a:cubicBezTo>
                    <a:pt x="6393" y="19061"/>
                    <a:pt x="3250" y="17442"/>
                    <a:pt x="1440" y="1458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1F0D6D1-0B9B-6A6B-C8BB-B26C958EC56E}"/>
                </a:ext>
              </a:extLst>
            </p:cNvPr>
            <p:cNvSpPr/>
            <p:nvPr/>
          </p:nvSpPr>
          <p:spPr>
            <a:xfrm>
              <a:off x="6423610" y="3619694"/>
              <a:ext cx="86912" cy="49429"/>
            </a:xfrm>
            <a:custGeom>
              <a:avLst/>
              <a:gdLst>
                <a:gd name="connsiteX0" fmla="*/ 73487 w 86912"/>
                <a:gd name="connsiteY0" fmla="*/ 48573 h 49429"/>
                <a:gd name="connsiteX1" fmla="*/ 68725 w 86912"/>
                <a:gd name="connsiteY1" fmla="*/ 36000 h 49429"/>
                <a:gd name="connsiteX2" fmla="*/ 68725 w 86912"/>
                <a:gd name="connsiteY2" fmla="*/ 36000 h 49429"/>
                <a:gd name="connsiteX3" fmla="*/ 81298 w 86912"/>
                <a:gd name="connsiteY3" fmla="*/ 31237 h 49429"/>
                <a:gd name="connsiteX4" fmla="*/ 81298 w 86912"/>
                <a:gd name="connsiteY4" fmla="*/ 31237 h 49429"/>
                <a:gd name="connsiteX5" fmla="*/ 86060 w 86912"/>
                <a:gd name="connsiteY5" fmla="*/ 43810 h 49429"/>
                <a:gd name="connsiteX6" fmla="*/ 86060 w 86912"/>
                <a:gd name="connsiteY6" fmla="*/ 43810 h 49429"/>
                <a:gd name="connsiteX7" fmla="*/ 77392 w 86912"/>
                <a:gd name="connsiteY7" fmla="*/ 49430 h 49429"/>
                <a:gd name="connsiteX8" fmla="*/ 77392 w 86912"/>
                <a:gd name="connsiteY8" fmla="*/ 49430 h 49429"/>
                <a:gd name="connsiteX9" fmla="*/ 73487 w 86912"/>
                <a:gd name="connsiteY9" fmla="*/ 48573 h 49429"/>
                <a:gd name="connsiteX10" fmla="*/ 39578 w 86912"/>
                <a:gd name="connsiteY10" fmla="*/ 33428 h 49429"/>
                <a:gd name="connsiteX11" fmla="*/ 34720 w 86912"/>
                <a:gd name="connsiteY11" fmla="*/ 20855 h 49429"/>
                <a:gd name="connsiteX12" fmla="*/ 34720 w 86912"/>
                <a:gd name="connsiteY12" fmla="*/ 20855 h 49429"/>
                <a:gd name="connsiteX13" fmla="*/ 47293 w 86912"/>
                <a:gd name="connsiteY13" fmla="*/ 16092 h 49429"/>
                <a:gd name="connsiteX14" fmla="*/ 47293 w 86912"/>
                <a:gd name="connsiteY14" fmla="*/ 16092 h 49429"/>
                <a:gd name="connsiteX15" fmla="*/ 52151 w 86912"/>
                <a:gd name="connsiteY15" fmla="*/ 28665 h 49429"/>
                <a:gd name="connsiteX16" fmla="*/ 52151 w 86912"/>
                <a:gd name="connsiteY16" fmla="*/ 28665 h 49429"/>
                <a:gd name="connsiteX17" fmla="*/ 43483 w 86912"/>
                <a:gd name="connsiteY17" fmla="*/ 34285 h 49429"/>
                <a:gd name="connsiteX18" fmla="*/ 43483 w 86912"/>
                <a:gd name="connsiteY18" fmla="*/ 34285 h 49429"/>
                <a:gd name="connsiteX19" fmla="*/ 39578 w 86912"/>
                <a:gd name="connsiteY19" fmla="*/ 33428 h 49429"/>
                <a:gd name="connsiteX20" fmla="*/ 5574 w 86912"/>
                <a:gd name="connsiteY20" fmla="*/ 18188 h 49429"/>
                <a:gd name="connsiteX21" fmla="*/ 811 w 86912"/>
                <a:gd name="connsiteY21" fmla="*/ 5615 h 49429"/>
                <a:gd name="connsiteX22" fmla="*/ 811 w 86912"/>
                <a:gd name="connsiteY22" fmla="*/ 5615 h 49429"/>
                <a:gd name="connsiteX23" fmla="*/ 13384 w 86912"/>
                <a:gd name="connsiteY23" fmla="*/ 852 h 49429"/>
                <a:gd name="connsiteX24" fmla="*/ 13384 w 86912"/>
                <a:gd name="connsiteY24" fmla="*/ 852 h 49429"/>
                <a:gd name="connsiteX25" fmla="*/ 18242 w 86912"/>
                <a:gd name="connsiteY25" fmla="*/ 13425 h 49429"/>
                <a:gd name="connsiteX26" fmla="*/ 18242 w 86912"/>
                <a:gd name="connsiteY26" fmla="*/ 13425 h 49429"/>
                <a:gd name="connsiteX27" fmla="*/ 9479 w 86912"/>
                <a:gd name="connsiteY27" fmla="*/ 19045 h 49429"/>
                <a:gd name="connsiteX28" fmla="*/ 9479 w 86912"/>
                <a:gd name="connsiteY28" fmla="*/ 19045 h 49429"/>
                <a:gd name="connsiteX29" fmla="*/ 5574 w 86912"/>
                <a:gd name="connsiteY29" fmla="*/ 18188 h 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6912" h="49429">
                  <a:moveTo>
                    <a:pt x="73487" y="48573"/>
                  </a:moveTo>
                  <a:cubicBezTo>
                    <a:pt x="68725" y="46477"/>
                    <a:pt x="66534" y="40857"/>
                    <a:pt x="68725" y="36000"/>
                  </a:cubicBezTo>
                  <a:lnTo>
                    <a:pt x="68725" y="36000"/>
                  </a:lnTo>
                  <a:cubicBezTo>
                    <a:pt x="70820" y="31237"/>
                    <a:pt x="76440" y="29046"/>
                    <a:pt x="81298" y="31237"/>
                  </a:cubicBezTo>
                  <a:lnTo>
                    <a:pt x="81298" y="31237"/>
                  </a:lnTo>
                  <a:cubicBezTo>
                    <a:pt x="86060" y="33428"/>
                    <a:pt x="88251" y="39048"/>
                    <a:pt x="86060" y="43810"/>
                  </a:cubicBezTo>
                  <a:lnTo>
                    <a:pt x="86060" y="43810"/>
                  </a:lnTo>
                  <a:cubicBezTo>
                    <a:pt x="84441" y="47334"/>
                    <a:pt x="81012" y="49430"/>
                    <a:pt x="77392" y="49430"/>
                  </a:cubicBezTo>
                  <a:lnTo>
                    <a:pt x="77392" y="49430"/>
                  </a:lnTo>
                  <a:cubicBezTo>
                    <a:pt x="76059" y="49430"/>
                    <a:pt x="74725" y="49144"/>
                    <a:pt x="73487" y="48573"/>
                  </a:cubicBezTo>
                  <a:close/>
                  <a:moveTo>
                    <a:pt x="39578" y="33428"/>
                  </a:moveTo>
                  <a:cubicBezTo>
                    <a:pt x="34720" y="31332"/>
                    <a:pt x="32625" y="25617"/>
                    <a:pt x="34720" y="20855"/>
                  </a:cubicBezTo>
                  <a:lnTo>
                    <a:pt x="34720" y="20855"/>
                  </a:lnTo>
                  <a:cubicBezTo>
                    <a:pt x="36911" y="16092"/>
                    <a:pt x="42531" y="13902"/>
                    <a:pt x="47293" y="16092"/>
                  </a:cubicBezTo>
                  <a:lnTo>
                    <a:pt x="47293" y="16092"/>
                  </a:lnTo>
                  <a:cubicBezTo>
                    <a:pt x="52151" y="18188"/>
                    <a:pt x="54247" y="23807"/>
                    <a:pt x="52151" y="28665"/>
                  </a:cubicBezTo>
                  <a:lnTo>
                    <a:pt x="52151" y="28665"/>
                  </a:lnTo>
                  <a:cubicBezTo>
                    <a:pt x="50532" y="32190"/>
                    <a:pt x="47103" y="34285"/>
                    <a:pt x="43483" y="34285"/>
                  </a:cubicBezTo>
                  <a:lnTo>
                    <a:pt x="43483" y="34285"/>
                  </a:lnTo>
                  <a:cubicBezTo>
                    <a:pt x="42150" y="34285"/>
                    <a:pt x="40816" y="33999"/>
                    <a:pt x="39578" y="33428"/>
                  </a:cubicBezTo>
                  <a:close/>
                  <a:moveTo>
                    <a:pt x="5574" y="18188"/>
                  </a:moveTo>
                  <a:cubicBezTo>
                    <a:pt x="811" y="16092"/>
                    <a:pt x="-1284" y="10473"/>
                    <a:pt x="811" y="5615"/>
                  </a:cubicBezTo>
                  <a:lnTo>
                    <a:pt x="811" y="5615"/>
                  </a:lnTo>
                  <a:cubicBezTo>
                    <a:pt x="3002" y="852"/>
                    <a:pt x="8622" y="-1339"/>
                    <a:pt x="13384" y="852"/>
                  </a:cubicBezTo>
                  <a:lnTo>
                    <a:pt x="13384" y="852"/>
                  </a:lnTo>
                  <a:cubicBezTo>
                    <a:pt x="18242" y="3043"/>
                    <a:pt x="20338" y="8663"/>
                    <a:pt x="18242" y="13425"/>
                  </a:cubicBezTo>
                  <a:lnTo>
                    <a:pt x="18242" y="13425"/>
                  </a:lnTo>
                  <a:cubicBezTo>
                    <a:pt x="16623" y="16950"/>
                    <a:pt x="13194" y="19045"/>
                    <a:pt x="9479" y="19045"/>
                  </a:cubicBezTo>
                  <a:lnTo>
                    <a:pt x="9479" y="19045"/>
                  </a:lnTo>
                  <a:cubicBezTo>
                    <a:pt x="8241" y="19045"/>
                    <a:pt x="6907" y="18759"/>
                    <a:pt x="5574" y="181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AFA5AEE-AE5D-FB68-3FEF-B8FB055B1E52}"/>
                </a:ext>
              </a:extLst>
            </p:cNvPr>
            <p:cNvSpPr/>
            <p:nvPr/>
          </p:nvSpPr>
          <p:spPr>
            <a:xfrm>
              <a:off x="5695910" y="3124540"/>
              <a:ext cx="372220" cy="50713"/>
            </a:xfrm>
            <a:custGeom>
              <a:avLst/>
              <a:gdLst>
                <a:gd name="connsiteX0" fmla="*/ 39 w 372220"/>
                <a:gd name="connsiteY0" fmla="*/ 42045 h 50713"/>
                <a:gd name="connsiteX1" fmla="*/ 8707 w 372220"/>
                <a:gd name="connsiteY1" fmla="*/ 31758 h 50713"/>
                <a:gd name="connsiteX2" fmla="*/ 8707 w 372220"/>
                <a:gd name="connsiteY2" fmla="*/ 31758 h 50713"/>
                <a:gd name="connsiteX3" fmla="*/ 18994 w 372220"/>
                <a:gd name="connsiteY3" fmla="*/ 40426 h 50713"/>
                <a:gd name="connsiteX4" fmla="*/ 18994 w 372220"/>
                <a:gd name="connsiteY4" fmla="*/ 40426 h 50713"/>
                <a:gd name="connsiteX5" fmla="*/ 10422 w 372220"/>
                <a:gd name="connsiteY5" fmla="*/ 50713 h 50713"/>
                <a:gd name="connsiteX6" fmla="*/ 10422 w 372220"/>
                <a:gd name="connsiteY6" fmla="*/ 50713 h 50713"/>
                <a:gd name="connsiteX7" fmla="*/ 9564 w 372220"/>
                <a:gd name="connsiteY7" fmla="*/ 50713 h 50713"/>
                <a:gd name="connsiteX8" fmla="*/ 9564 w 372220"/>
                <a:gd name="connsiteY8" fmla="*/ 50713 h 50713"/>
                <a:gd name="connsiteX9" fmla="*/ 39 w 372220"/>
                <a:gd name="connsiteY9" fmla="*/ 41950 h 50713"/>
                <a:gd name="connsiteX10" fmla="*/ 39282 w 372220"/>
                <a:gd name="connsiteY10" fmla="*/ 38521 h 50713"/>
                <a:gd name="connsiteX11" fmla="*/ 47950 w 372220"/>
                <a:gd name="connsiteY11" fmla="*/ 28234 h 50713"/>
                <a:gd name="connsiteX12" fmla="*/ 47950 w 372220"/>
                <a:gd name="connsiteY12" fmla="*/ 28234 h 50713"/>
                <a:gd name="connsiteX13" fmla="*/ 58237 w 372220"/>
                <a:gd name="connsiteY13" fmla="*/ 36807 h 50713"/>
                <a:gd name="connsiteX14" fmla="*/ 58237 w 372220"/>
                <a:gd name="connsiteY14" fmla="*/ 36807 h 50713"/>
                <a:gd name="connsiteX15" fmla="*/ 49665 w 372220"/>
                <a:gd name="connsiteY15" fmla="*/ 47189 h 50713"/>
                <a:gd name="connsiteX16" fmla="*/ 48712 w 372220"/>
                <a:gd name="connsiteY16" fmla="*/ 47189 h 50713"/>
                <a:gd name="connsiteX17" fmla="*/ 39282 w 372220"/>
                <a:gd name="connsiteY17" fmla="*/ 38521 h 50713"/>
                <a:gd name="connsiteX18" fmla="*/ 78525 w 372220"/>
                <a:gd name="connsiteY18" fmla="*/ 34997 h 50713"/>
                <a:gd name="connsiteX19" fmla="*/ 87193 w 372220"/>
                <a:gd name="connsiteY19" fmla="*/ 24710 h 50713"/>
                <a:gd name="connsiteX20" fmla="*/ 87193 w 372220"/>
                <a:gd name="connsiteY20" fmla="*/ 24710 h 50713"/>
                <a:gd name="connsiteX21" fmla="*/ 97480 w 372220"/>
                <a:gd name="connsiteY21" fmla="*/ 33378 h 50713"/>
                <a:gd name="connsiteX22" fmla="*/ 97480 w 372220"/>
                <a:gd name="connsiteY22" fmla="*/ 33378 h 50713"/>
                <a:gd name="connsiteX23" fmla="*/ 88908 w 372220"/>
                <a:gd name="connsiteY23" fmla="*/ 43665 h 50713"/>
                <a:gd name="connsiteX24" fmla="*/ 88908 w 372220"/>
                <a:gd name="connsiteY24" fmla="*/ 43665 h 50713"/>
                <a:gd name="connsiteX25" fmla="*/ 87955 w 372220"/>
                <a:gd name="connsiteY25" fmla="*/ 43665 h 50713"/>
                <a:gd name="connsiteX26" fmla="*/ 87955 w 372220"/>
                <a:gd name="connsiteY26" fmla="*/ 43665 h 50713"/>
                <a:gd name="connsiteX27" fmla="*/ 78525 w 372220"/>
                <a:gd name="connsiteY27" fmla="*/ 34902 h 50713"/>
                <a:gd name="connsiteX28" fmla="*/ 117768 w 372220"/>
                <a:gd name="connsiteY28" fmla="*/ 31473 h 50713"/>
                <a:gd name="connsiteX29" fmla="*/ 126436 w 372220"/>
                <a:gd name="connsiteY29" fmla="*/ 21186 h 50713"/>
                <a:gd name="connsiteX30" fmla="*/ 126436 w 372220"/>
                <a:gd name="connsiteY30" fmla="*/ 21186 h 50713"/>
                <a:gd name="connsiteX31" fmla="*/ 136723 w 372220"/>
                <a:gd name="connsiteY31" fmla="*/ 29758 h 50713"/>
                <a:gd name="connsiteX32" fmla="*/ 136723 w 372220"/>
                <a:gd name="connsiteY32" fmla="*/ 29758 h 50713"/>
                <a:gd name="connsiteX33" fmla="*/ 128151 w 372220"/>
                <a:gd name="connsiteY33" fmla="*/ 40140 h 50713"/>
                <a:gd name="connsiteX34" fmla="*/ 127198 w 372220"/>
                <a:gd name="connsiteY34" fmla="*/ 40140 h 50713"/>
                <a:gd name="connsiteX35" fmla="*/ 117768 w 372220"/>
                <a:gd name="connsiteY35" fmla="*/ 31473 h 50713"/>
                <a:gd name="connsiteX36" fmla="*/ 157011 w 372220"/>
                <a:gd name="connsiteY36" fmla="*/ 27948 h 50713"/>
                <a:gd name="connsiteX37" fmla="*/ 165679 w 372220"/>
                <a:gd name="connsiteY37" fmla="*/ 17661 h 50713"/>
                <a:gd name="connsiteX38" fmla="*/ 165679 w 372220"/>
                <a:gd name="connsiteY38" fmla="*/ 17661 h 50713"/>
                <a:gd name="connsiteX39" fmla="*/ 175966 w 372220"/>
                <a:gd name="connsiteY39" fmla="*/ 26329 h 50713"/>
                <a:gd name="connsiteX40" fmla="*/ 175966 w 372220"/>
                <a:gd name="connsiteY40" fmla="*/ 26329 h 50713"/>
                <a:gd name="connsiteX41" fmla="*/ 167394 w 372220"/>
                <a:gd name="connsiteY41" fmla="*/ 36616 h 50713"/>
                <a:gd name="connsiteX42" fmla="*/ 167394 w 372220"/>
                <a:gd name="connsiteY42" fmla="*/ 36616 h 50713"/>
                <a:gd name="connsiteX43" fmla="*/ 166441 w 372220"/>
                <a:gd name="connsiteY43" fmla="*/ 36616 h 50713"/>
                <a:gd name="connsiteX44" fmla="*/ 166441 w 372220"/>
                <a:gd name="connsiteY44" fmla="*/ 36616 h 50713"/>
                <a:gd name="connsiteX45" fmla="*/ 157011 w 372220"/>
                <a:gd name="connsiteY45" fmla="*/ 27853 h 50713"/>
                <a:gd name="connsiteX46" fmla="*/ 196254 w 372220"/>
                <a:gd name="connsiteY46" fmla="*/ 24424 h 50713"/>
                <a:gd name="connsiteX47" fmla="*/ 204922 w 372220"/>
                <a:gd name="connsiteY47" fmla="*/ 14137 h 50713"/>
                <a:gd name="connsiteX48" fmla="*/ 204922 w 372220"/>
                <a:gd name="connsiteY48" fmla="*/ 14137 h 50713"/>
                <a:gd name="connsiteX49" fmla="*/ 215209 w 372220"/>
                <a:gd name="connsiteY49" fmla="*/ 22710 h 50713"/>
                <a:gd name="connsiteX50" fmla="*/ 215209 w 372220"/>
                <a:gd name="connsiteY50" fmla="*/ 22710 h 50713"/>
                <a:gd name="connsiteX51" fmla="*/ 206541 w 372220"/>
                <a:gd name="connsiteY51" fmla="*/ 33092 h 50713"/>
                <a:gd name="connsiteX52" fmla="*/ 205684 w 372220"/>
                <a:gd name="connsiteY52" fmla="*/ 33092 h 50713"/>
                <a:gd name="connsiteX53" fmla="*/ 196254 w 372220"/>
                <a:gd name="connsiteY53" fmla="*/ 24424 h 50713"/>
                <a:gd name="connsiteX54" fmla="*/ 235497 w 372220"/>
                <a:gd name="connsiteY54" fmla="*/ 20900 h 50713"/>
                <a:gd name="connsiteX55" fmla="*/ 244070 w 372220"/>
                <a:gd name="connsiteY55" fmla="*/ 10613 h 50713"/>
                <a:gd name="connsiteX56" fmla="*/ 244070 w 372220"/>
                <a:gd name="connsiteY56" fmla="*/ 10613 h 50713"/>
                <a:gd name="connsiteX57" fmla="*/ 254452 w 372220"/>
                <a:gd name="connsiteY57" fmla="*/ 19281 h 50713"/>
                <a:gd name="connsiteX58" fmla="*/ 254452 w 372220"/>
                <a:gd name="connsiteY58" fmla="*/ 19281 h 50713"/>
                <a:gd name="connsiteX59" fmla="*/ 245784 w 372220"/>
                <a:gd name="connsiteY59" fmla="*/ 29568 h 50713"/>
                <a:gd name="connsiteX60" fmla="*/ 244927 w 372220"/>
                <a:gd name="connsiteY60" fmla="*/ 29568 h 50713"/>
                <a:gd name="connsiteX61" fmla="*/ 235497 w 372220"/>
                <a:gd name="connsiteY61" fmla="*/ 20900 h 50713"/>
                <a:gd name="connsiteX62" fmla="*/ 274740 w 372220"/>
                <a:gd name="connsiteY62" fmla="*/ 17376 h 50713"/>
                <a:gd name="connsiteX63" fmla="*/ 283313 w 372220"/>
                <a:gd name="connsiteY63" fmla="*/ 7089 h 50713"/>
                <a:gd name="connsiteX64" fmla="*/ 283313 w 372220"/>
                <a:gd name="connsiteY64" fmla="*/ 7089 h 50713"/>
                <a:gd name="connsiteX65" fmla="*/ 293695 w 372220"/>
                <a:gd name="connsiteY65" fmla="*/ 15661 h 50713"/>
                <a:gd name="connsiteX66" fmla="*/ 293695 w 372220"/>
                <a:gd name="connsiteY66" fmla="*/ 15661 h 50713"/>
                <a:gd name="connsiteX67" fmla="*/ 285027 w 372220"/>
                <a:gd name="connsiteY67" fmla="*/ 26043 h 50713"/>
                <a:gd name="connsiteX68" fmla="*/ 284170 w 372220"/>
                <a:gd name="connsiteY68" fmla="*/ 26043 h 50713"/>
                <a:gd name="connsiteX69" fmla="*/ 274740 w 372220"/>
                <a:gd name="connsiteY69" fmla="*/ 17376 h 50713"/>
                <a:gd name="connsiteX70" fmla="*/ 313983 w 372220"/>
                <a:gd name="connsiteY70" fmla="*/ 13851 h 50713"/>
                <a:gd name="connsiteX71" fmla="*/ 322556 w 372220"/>
                <a:gd name="connsiteY71" fmla="*/ 3564 h 50713"/>
                <a:gd name="connsiteX72" fmla="*/ 322556 w 372220"/>
                <a:gd name="connsiteY72" fmla="*/ 3564 h 50713"/>
                <a:gd name="connsiteX73" fmla="*/ 332938 w 372220"/>
                <a:gd name="connsiteY73" fmla="*/ 12137 h 50713"/>
                <a:gd name="connsiteX74" fmla="*/ 332938 w 372220"/>
                <a:gd name="connsiteY74" fmla="*/ 12137 h 50713"/>
                <a:gd name="connsiteX75" fmla="*/ 324270 w 372220"/>
                <a:gd name="connsiteY75" fmla="*/ 22519 h 50713"/>
                <a:gd name="connsiteX76" fmla="*/ 323413 w 372220"/>
                <a:gd name="connsiteY76" fmla="*/ 22519 h 50713"/>
                <a:gd name="connsiteX77" fmla="*/ 313983 w 372220"/>
                <a:gd name="connsiteY77" fmla="*/ 13851 h 50713"/>
                <a:gd name="connsiteX78" fmla="*/ 353226 w 372220"/>
                <a:gd name="connsiteY78" fmla="*/ 10327 h 50713"/>
                <a:gd name="connsiteX79" fmla="*/ 361799 w 372220"/>
                <a:gd name="connsiteY79" fmla="*/ 40 h 50713"/>
                <a:gd name="connsiteX80" fmla="*/ 361799 w 372220"/>
                <a:gd name="connsiteY80" fmla="*/ 40 h 50713"/>
                <a:gd name="connsiteX81" fmla="*/ 372181 w 372220"/>
                <a:gd name="connsiteY81" fmla="*/ 8613 h 50713"/>
                <a:gd name="connsiteX82" fmla="*/ 372181 w 372220"/>
                <a:gd name="connsiteY82" fmla="*/ 8613 h 50713"/>
                <a:gd name="connsiteX83" fmla="*/ 363513 w 372220"/>
                <a:gd name="connsiteY83" fmla="*/ 18995 h 50713"/>
                <a:gd name="connsiteX84" fmla="*/ 362656 w 372220"/>
                <a:gd name="connsiteY84" fmla="*/ 18995 h 50713"/>
                <a:gd name="connsiteX85" fmla="*/ 353226 w 372220"/>
                <a:gd name="connsiteY85" fmla="*/ 10327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372220" h="50713">
                  <a:moveTo>
                    <a:pt x="39" y="42045"/>
                  </a:moveTo>
                  <a:cubicBezTo>
                    <a:pt x="-437" y="36807"/>
                    <a:pt x="3468" y="32235"/>
                    <a:pt x="8707" y="31758"/>
                  </a:cubicBezTo>
                  <a:lnTo>
                    <a:pt x="8707" y="31758"/>
                  </a:lnTo>
                  <a:cubicBezTo>
                    <a:pt x="13946" y="31282"/>
                    <a:pt x="18518" y="35092"/>
                    <a:pt x="18994" y="40426"/>
                  </a:cubicBezTo>
                  <a:lnTo>
                    <a:pt x="18994" y="40426"/>
                  </a:lnTo>
                  <a:cubicBezTo>
                    <a:pt x="19470" y="45570"/>
                    <a:pt x="15660" y="50237"/>
                    <a:pt x="10422" y="50713"/>
                  </a:cubicBezTo>
                  <a:lnTo>
                    <a:pt x="10422" y="50713"/>
                  </a:lnTo>
                  <a:cubicBezTo>
                    <a:pt x="10422" y="50713"/>
                    <a:pt x="9850" y="50713"/>
                    <a:pt x="9564" y="50713"/>
                  </a:cubicBezTo>
                  <a:lnTo>
                    <a:pt x="9564" y="50713"/>
                  </a:lnTo>
                  <a:cubicBezTo>
                    <a:pt x="4611" y="50713"/>
                    <a:pt x="516" y="46903"/>
                    <a:pt x="39" y="41950"/>
                  </a:cubicBezTo>
                  <a:close/>
                  <a:moveTo>
                    <a:pt x="39282" y="38521"/>
                  </a:moveTo>
                  <a:cubicBezTo>
                    <a:pt x="38806" y="33378"/>
                    <a:pt x="42711" y="28710"/>
                    <a:pt x="47950" y="28234"/>
                  </a:cubicBezTo>
                  <a:lnTo>
                    <a:pt x="47950" y="28234"/>
                  </a:lnTo>
                  <a:cubicBezTo>
                    <a:pt x="53189" y="27758"/>
                    <a:pt x="57761" y="31663"/>
                    <a:pt x="58237" y="36807"/>
                  </a:cubicBezTo>
                  <a:lnTo>
                    <a:pt x="58237" y="36807"/>
                  </a:lnTo>
                  <a:cubicBezTo>
                    <a:pt x="58713" y="42141"/>
                    <a:pt x="54903" y="46713"/>
                    <a:pt x="49665" y="47189"/>
                  </a:cubicBezTo>
                  <a:lnTo>
                    <a:pt x="48712" y="47189"/>
                  </a:lnTo>
                  <a:cubicBezTo>
                    <a:pt x="43854" y="47189"/>
                    <a:pt x="39759" y="43474"/>
                    <a:pt x="39282" y="38521"/>
                  </a:cubicBezTo>
                  <a:close/>
                  <a:moveTo>
                    <a:pt x="78525" y="34997"/>
                  </a:moveTo>
                  <a:cubicBezTo>
                    <a:pt x="78049" y="29758"/>
                    <a:pt x="81954" y="25186"/>
                    <a:pt x="87193" y="24710"/>
                  </a:cubicBezTo>
                  <a:lnTo>
                    <a:pt x="87193" y="24710"/>
                  </a:lnTo>
                  <a:cubicBezTo>
                    <a:pt x="92432" y="24234"/>
                    <a:pt x="97004" y="28044"/>
                    <a:pt x="97480" y="33378"/>
                  </a:cubicBezTo>
                  <a:lnTo>
                    <a:pt x="97480" y="33378"/>
                  </a:lnTo>
                  <a:cubicBezTo>
                    <a:pt x="97956" y="38521"/>
                    <a:pt x="94051" y="43188"/>
                    <a:pt x="88908" y="43665"/>
                  </a:cubicBezTo>
                  <a:lnTo>
                    <a:pt x="88908" y="43665"/>
                  </a:lnTo>
                  <a:cubicBezTo>
                    <a:pt x="88908" y="43665"/>
                    <a:pt x="88241" y="43665"/>
                    <a:pt x="87955" y="43665"/>
                  </a:cubicBezTo>
                  <a:lnTo>
                    <a:pt x="87955" y="43665"/>
                  </a:lnTo>
                  <a:cubicBezTo>
                    <a:pt x="83097" y="43665"/>
                    <a:pt x="79002" y="39855"/>
                    <a:pt x="78525" y="34902"/>
                  </a:cubicBezTo>
                  <a:close/>
                  <a:moveTo>
                    <a:pt x="117768" y="31473"/>
                  </a:moveTo>
                  <a:cubicBezTo>
                    <a:pt x="117292" y="26329"/>
                    <a:pt x="121197" y="21662"/>
                    <a:pt x="126436" y="21186"/>
                  </a:cubicBezTo>
                  <a:lnTo>
                    <a:pt x="126436" y="21186"/>
                  </a:lnTo>
                  <a:cubicBezTo>
                    <a:pt x="131580" y="20709"/>
                    <a:pt x="136247" y="24615"/>
                    <a:pt x="136723" y="29758"/>
                  </a:cubicBezTo>
                  <a:lnTo>
                    <a:pt x="136723" y="29758"/>
                  </a:lnTo>
                  <a:cubicBezTo>
                    <a:pt x="137199" y="35092"/>
                    <a:pt x="133294" y="39664"/>
                    <a:pt x="128151" y="40140"/>
                  </a:cubicBezTo>
                  <a:lnTo>
                    <a:pt x="127198" y="40140"/>
                  </a:lnTo>
                  <a:cubicBezTo>
                    <a:pt x="122340" y="40140"/>
                    <a:pt x="118245" y="36426"/>
                    <a:pt x="117768" y="31473"/>
                  </a:cubicBezTo>
                  <a:close/>
                  <a:moveTo>
                    <a:pt x="157011" y="27948"/>
                  </a:moveTo>
                  <a:cubicBezTo>
                    <a:pt x="156535" y="22710"/>
                    <a:pt x="160440" y="18138"/>
                    <a:pt x="165679" y="17661"/>
                  </a:cubicBezTo>
                  <a:lnTo>
                    <a:pt x="165679" y="17661"/>
                  </a:lnTo>
                  <a:cubicBezTo>
                    <a:pt x="170823" y="17185"/>
                    <a:pt x="175490" y="20995"/>
                    <a:pt x="175966" y="26329"/>
                  </a:cubicBezTo>
                  <a:lnTo>
                    <a:pt x="175966" y="26329"/>
                  </a:lnTo>
                  <a:cubicBezTo>
                    <a:pt x="176442" y="31473"/>
                    <a:pt x="172537" y="36140"/>
                    <a:pt x="167394" y="36616"/>
                  </a:cubicBezTo>
                  <a:lnTo>
                    <a:pt x="167394" y="36616"/>
                  </a:lnTo>
                  <a:cubicBezTo>
                    <a:pt x="167394" y="36616"/>
                    <a:pt x="166727" y="36616"/>
                    <a:pt x="166441" y="36616"/>
                  </a:cubicBezTo>
                  <a:lnTo>
                    <a:pt x="166441" y="36616"/>
                  </a:lnTo>
                  <a:cubicBezTo>
                    <a:pt x="161583" y="36616"/>
                    <a:pt x="157488" y="32806"/>
                    <a:pt x="157011" y="27853"/>
                  </a:cubicBezTo>
                  <a:close/>
                  <a:moveTo>
                    <a:pt x="196254" y="24424"/>
                  </a:moveTo>
                  <a:cubicBezTo>
                    <a:pt x="195778" y="19281"/>
                    <a:pt x="199588" y="14613"/>
                    <a:pt x="204922" y="14137"/>
                  </a:cubicBezTo>
                  <a:lnTo>
                    <a:pt x="204922" y="14137"/>
                  </a:lnTo>
                  <a:cubicBezTo>
                    <a:pt x="210066" y="13661"/>
                    <a:pt x="214733" y="17566"/>
                    <a:pt x="215209" y="22710"/>
                  </a:cubicBezTo>
                  <a:lnTo>
                    <a:pt x="215209" y="22710"/>
                  </a:lnTo>
                  <a:cubicBezTo>
                    <a:pt x="215685" y="28044"/>
                    <a:pt x="211875" y="32616"/>
                    <a:pt x="206541" y="33092"/>
                  </a:cubicBezTo>
                  <a:lnTo>
                    <a:pt x="205684" y="33092"/>
                  </a:lnTo>
                  <a:cubicBezTo>
                    <a:pt x="200826" y="33092"/>
                    <a:pt x="196731" y="29377"/>
                    <a:pt x="196254" y="24424"/>
                  </a:cubicBezTo>
                  <a:close/>
                  <a:moveTo>
                    <a:pt x="235497" y="20900"/>
                  </a:moveTo>
                  <a:cubicBezTo>
                    <a:pt x="235021" y="15661"/>
                    <a:pt x="238831" y="11089"/>
                    <a:pt x="244070" y="10613"/>
                  </a:cubicBezTo>
                  <a:lnTo>
                    <a:pt x="244070" y="10613"/>
                  </a:lnTo>
                  <a:cubicBezTo>
                    <a:pt x="249309" y="10137"/>
                    <a:pt x="253976" y="13947"/>
                    <a:pt x="254452" y="19281"/>
                  </a:cubicBezTo>
                  <a:lnTo>
                    <a:pt x="254452" y="19281"/>
                  </a:lnTo>
                  <a:cubicBezTo>
                    <a:pt x="254928" y="24424"/>
                    <a:pt x="251023" y="29091"/>
                    <a:pt x="245784" y="29568"/>
                  </a:cubicBezTo>
                  <a:lnTo>
                    <a:pt x="244927" y="29568"/>
                  </a:lnTo>
                  <a:cubicBezTo>
                    <a:pt x="240069" y="29568"/>
                    <a:pt x="235974" y="25853"/>
                    <a:pt x="235497" y="20900"/>
                  </a:cubicBezTo>
                  <a:close/>
                  <a:moveTo>
                    <a:pt x="274740" y="17376"/>
                  </a:moveTo>
                  <a:cubicBezTo>
                    <a:pt x="274264" y="12137"/>
                    <a:pt x="278169" y="7565"/>
                    <a:pt x="283313" y="7089"/>
                  </a:cubicBezTo>
                  <a:lnTo>
                    <a:pt x="283313" y="7089"/>
                  </a:lnTo>
                  <a:cubicBezTo>
                    <a:pt x="288552" y="6612"/>
                    <a:pt x="293219" y="10518"/>
                    <a:pt x="293695" y="15661"/>
                  </a:cubicBezTo>
                  <a:lnTo>
                    <a:pt x="293695" y="15661"/>
                  </a:lnTo>
                  <a:cubicBezTo>
                    <a:pt x="294171" y="20995"/>
                    <a:pt x="290266" y="25567"/>
                    <a:pt x="285027" y="26043"/>
                  </a:cubicBezTo>
                  <a:lnTo>
                    <a:pt x="284170" y="26043"/>
                  </a:lnTo>
                  <a:cubicBezTo>
                    <a:pt x="279312" y="26043"/>
                    <a:pt x="275121" y="22329"/>
                    <a:pt x="274740" y="17376"/>
                  </a:cubicBezTo>
                  <a:close/>
                  <a:moveTo>
                    <a:pt x="313983" y="13851"/>
                  </a:moveTo>
                  <a:cubicBezTo>
                    <a:pt x="313507" y="8613"/>
                    <a:pt x="317412" y="4041"/>
                    <a:pt x="322556" y="3564"/>
                  </a:cubicBezTo>
                  <a:lnTo>
                    <a:pt x="322556" y="3564"/>
                  </a:lnTo>
                  <a:cubicBezTo>
                    <a:pt x="327795" y="3088"/>
                    <a:pt x="332462" y="6898"/>
                    <a:pt x="332938" y="12137"/>
                  </a:cubicBezTo>
                  <a:lnTo>
                    <a:pt x="332938" y="12137"/>
                  </a:lnTo>
                  <a:cubicBezTo>
                    <a:pt x="333414" y="17376"/>
                    <a:pt x="329509" y="22043"/>
                    <a:pt x="324270" y="22519"/>
                  </a:cubicBezTo>
                  <a:lnTo>
                    <a:pt x="323413" y="22519"/>
                  </a:lnTo>
                  <a:cubicBezTo>
                    <a:pt x="318555" y="22519"/>
                    <a:pt x="314364" y="18804"/>
                    <a:pt x="313983" y="13851"/>
                  </a:cubicBezTo>
                  <a:close/>
                  <a:moveTo>
                    <a:pt x="353226" y="10327"/>
                  </a:moveTo>
                  <a:cubicBezTo>
                    <a:pt x="352750" y="5088"/>
                    <a:pt x="356560" y="516"/>
                    <a:pt x="361799" y="40"/>
                  </a:cubicBezTo>
                  <a:lnTo>
                    <a:pt x="361799" y="40"/>
                  </a:lnTo>
                  <a:cubicBezTo>
                    <a:pt x="367038" y="-436"/>
                    <a:pt x="371705" y="3374"/>
                    <a:pt x="372181" y="8613"/>
                  </a:cubicBezTo>
                  <a:lnTo>
                    <a:pt x="372181" y="8613"/>
                  </a:lnTo>
                  <a:cubicBezTo>
                    <a:pt x="372657" y="13947"/>
                    <a:pt x="368752" y="18519"/>
                    <a:pt x="363513" y="18995"/>
                  </a:cubicBezTo>
                  <a:lnTo>
                    <a:pt x="362656" y="18995"/>
                  </a:lnTo>
                  <a:cubicBezTo>
                    <a:pt x="357798" y="18995"/>
                    <a:pt x="353607" y="15280"/>
                    <a:pt x="353226" y="103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FF37990-69B0-1F7B-0DC3-D59354526296}"/>
                </a:ext>
              </a:extLst>
            </p:cNvPr>
            <p:cNvSpPr/>
            <p:nvPr/>
          </p:nvSpPr>
          <p:spPr>
            <a:xfrm>
              <a:off x="6127583" y="3124540"/>
              <a:ext cx="372887" cy="50713"/>
            </a:xfrm>
            <a:custGeom>
              <a:avLst/>
              <a:gdLst>
                <a:gd name="connsiteX0" fmla="*/ 362466 w 372887"/>
                <a:gd name="connsiteY0" fmla="*/ 50713 h 50713"/>
                <a:gd name="connsiteX1" fmla="*/ 353893 w 372887"/>
                <a:gd name="connsiteY1" fmla="*/ 40331 h 50713"/>
                <a:gd name="connsiteX2" fmla="*/ 353893 w 372887"/>
                <a:gd name="connsiteY2" fmla="*/ 40331 h 50713"/>
                <a:gd name="connsiteX3" fmla="*/ 364180 w 372887"/>
                <a:gd name="connsiteY3" fmla="*/ 31758 h 50713"/>
                <a:gd name="connsiteX4" fmla="*/ 364180 w 372887"/>
                <a:gd name="connsiteY4" fmla="*/ 31758 h 50713"/>
                <a:gd name="connsiteX5" fmla="*/ 372848 w 372887"/>
                <a:gd name="connsiteY5" fmla="*/ 42141 h 50713"/>
                <a:gd name="connsiteX6" fmla="*/ 372848 w 372887"/>
                <a:gd name="connsiteY6" fmla="*/ 42141 h 50713"/>
                <a:gd name="connsiteX7" fmla="*/ 363323 w 372887"/>
                <a:gd name="connsiteY7" fmla="*/ 50713 h 50713"/>
                <a:gd name="connsiteX8" fmla="*/ 362466 w 372887"/>
                <a:gd name="connsiteY8" fmla="*/ 50713 h 50713"/>
                <a:gd name="connsiteX9" fmla="*/ 323223 w 372887"/>
                <a:gd name="connsiteY9" fmla="*/ 47189 h 50713"/>
                <a:gd name="connsiteX10" fmla="*/ 314555 w 372887"/>
                <a:gd name="connsiteY10" fmla="*/ 36902 h 50713"/>
                <a:gd name="connsiteX11" fmla="*/ 314555 w 372887"/>
                <a:gd name="connsiteY11" fmla="*/ 36902 h 50713"/>
                <a:gd name="connsiteX12" fmla="*/ 324842 w 372887"/>
                <a:gd name="connsiteY12" fmla="*/ 28234 h 50713"/>
                <a:gd name="connsiteX13" fmla="*/ 324842 w 372887"/>
                <a:gd name="connsiteY13" fmla="*/ 28234 h 50713"/>
                <a:gd name="connsiteX14" fmla="*/ 333510 w 372887"/>
                <a:gd name="connsiteY14" fmla="*/ 38521 h 50713"/>
                <a:gd name="connsiteX15" fmla="*/ 333510 w 372887"/>
                <a:gd name="connsiteY15" fmla="*/ 38521 h 50713"/>
                <a:gd name="connsiteX16" fmla="*/ 324080 w 372887"/>
                <a:gd name="connsiteY16" fmla="*/ 47189 h 50713"/>
                <a:gd name="connsiteX17" fmla="*/ 323223 w 372887"/>
                <a:gd name="connsiteY17" fmla="*/ 47189 h 50713"/>
                <a:gd name="connsiteX18" fmla="*/ 283884 w 372887"/>
                <a:gd name="connsiteY18" fmla="*/ 43665 h 50713"/>
                <a:gd name="connsiteX19" fmla="*/ 275217 w 372887"/>
                <a:gd name="connsiteY19" fmla="*/ 33378 h 50713"/>
                <a:gd name="connsiteX20" fmla="*/ 275217 w 372887"/>
                <a:gd name="connsiteY20" fmla="*/ 33378 h 50713"/>
                <a:gd name="connsiteX21" fmla="*/ 285504 w 372887"/>
                <a:gd name="connsiteY21" fmla="*/ 24710 h 50713"/>
                <a:gd name="connsiteX22" fmla="*/ 285504 w 372887"/>
                <a:gd name="connsiteY22" fmla="*/ 24710 h 50713"/>
                <a:gd name="connsiteX23" fmla="*/ 294171 w 372887"/>
                <a:gd name="connsiteY23" fmla="*/ 34997 h 50713"/>
                <a:gd name="connsiteX24" fmla="*/ 294171 w 372887"/>
                <a:gd name="connsiteY24" fmla="*/ 34997 h 50713"/>
                <a:gd name="connsiteX25" fmla="*/ 284742 w 372887"/>
                <a:gd name="connsiteY25" fmla="*/ 43665 h 50713"/>
                <a:gd name="connsiteX26" fmla="*/ 283884 w 372887"/>
                <a:gd name="connsiteY26" fmla="*/ 43665 h 50713"/>
                <a:gd name="connsiteX27" fmla="*/ 244546 w 372887"/>
                <a:gd name="connsiteY27" fmla="*/ 40140 h 50713"/>
                <a:gd name="connsiteX28" fmla="*/ 235878 w 372887"/>
                <a:gd name="connsiteY28" fmla="*/ 29758 h 50713"/>
                <a:gd name="connsiteX29" fmla="*/ 235878 w 372887"/>
                <a:gd name="connsiteY29" fmla="*/ 29758 h 50713"/>
                <a:gd name="connsiteX30" fmla="*/ 246261 w 372887"/>
                <a:gd name="connsiteY30" fmla="*/ 21186 h 50713"/>
                <a:gd name="connsiteX31" fmla="*/ 246261 w 372887"/>
                <a:gd name="connsiteY31" fmla="*/ 21186 h 50713"/>
                <a:gd name="connsiteX32" fmla="*/ 254833 w 372887"/>
                <a:gd name="connsiteY32" fmla="*/ 31473 h 50713"/>
                <a:gd name="connsiteX33" fmla="*/ 254833 w 372887"/>
                <a:gd name="connsiteY33" fmla="*/ 31473 h 50713"/>
                <a:gd name="connsiteX34" fmla="*/ 245403 w 372887"/>
                <a:gd name="connsiteY34" fmla="*/ 40236 h 50713"/>
                <a:gd name="connsiteX35" fmla="*/ 245403 w 372887"/>
                <a:gd name="connsiteY35" fmla="*/ 40236 h 50713"/>
                <a:gd name="connsiteX36" fmla="*/ 244546 w 372887"/>
                <a:gd name="connsiteY36" fmla="*/ 40236 h 50713"/>
                <a:gd name="connsiteX37" fmla="*/ 205208 w 372887"/>
                <a:gd name="connsiteY37" fmla="*/ 36616 h 50713"/>
                <a:gd name="connsiteX38" fmla="*/ 196635 w 372887"/>
                <a:gd name="connsiteY38" fmla="*/ 26234 h 50713"/>
                <a:gd name="connsiteX39" fmla="*/ 196635 w 372887"/>
                <a:gd name="connsiteY39" fmla="*/ 26234 h 50713"/>
                <a:gd name="connsiteX40" fmla="*/ 206922 w 372887"/>
                <a:gd name="connsiteY40" fmla="*/ 17661 h 50713"/>
                <a:gd name="connsiteX41" fmla="*/ 206922 w 372887"/>
                <a:gd name="connsiteY41" fmla="*/ 17661 h 50713"/>
                <a:gd name="connsiteX42" fmla="*/ 215590 w 372887"/>
                <a:gd name="connsiteY42" fmla="*/ 28044 h 50713"/>
                <a:gd name="connsiteX43" fmla="*/ 215590 w 372887"/>
                <a:gd name="connsiteY43" fmla="*/ 28044 h 50713"/>
                <a:gd name="connsiteX44" fmla="*/ 206160 w 372887"/>
                <a:gd name="connsiteY44" fmla="*/ 36616 h 50713"/>
                <a:gd name="connsiteX45" fmla="*/ 205208 w 372887"/>
                <a:gd name="connsiteY45" fmla="*/ 36616 h 50713"/>
                <a:gd name="connsiteX46" fmla="*/ 165870 w 372887"/>
                <a:gd name="connsiteY46" fmla="*/ 33092 h 50713"/>
                <a:gd name="connsiteX47" fmla="*/ 157297 w 372887"/>
                <a:gd name="connsiteY47" fmla="*/ 22805 h 50713"/>
                <a:gd name="connsiteX48" fmla="*/ 157297 w 372887"/>
                <a:gd name="connsiteY48" fmla="*/ 22805 h 50713"/>
                <a:gd name="connsiteX49" fmla="*/ 167584 w 372887"/>
                <a:gd name="connsiteY49" fmla="*/ 14137 h 50713"/>
                <a:gd name="connsiteX50" fmla="*/ 167584 w 372887"/>
                <a:gd name="connsiteY50" fmla="*/ 14137 h 50713"/>
                <a:gd name="connsiteX51" fmla="*/ 176252 w 372887"/>
                <a:gd name="connsiteY51" fmla="*/ 24424 h 50713"/>
                <a:gd name="connsiteX52" fmla="*/ 176252 w 372887"/>
                <a:gd name="connsiteY52" fmla="*/ 24424 h 50713"/>
                <a:gd name="connsiteX53" fmla="*/ 166822 w 372887"/>
                <a:gd name="connsiteY53" fmla="*/ 33092 h 50713"/>
                <a:gd name="connsiteX54" fmla="*/ 165870 w 372887"/>
                <a:gd name="connsiteY54" fmla="*/ 33092 h 50713"/>
                <a:gd name="connsiteX55" fmla="*/ 126627 w 372887"/>
                <a:gd name="connsiteY55" fmla="*/ 29568 h 50713"/>
                <a:gd name="connsiteX56" fmla="*/ 117959 w 372887"/>
                <a:gd name="connsiteY56" fmla="*/ 19281 h 50713"/>
                <a:gd name="connsiteX57" fmla="*/ 117959 w 372887"/>
                <a:gd name="connsiteY57" fmla="*/ 19281 h 50713"/>
                <a:gd name="connsiteX58" fmla="*/ 128341 w 372887"/>
                <a:gd name="connsiteY58" fmla="*/ 10613 h 50713"/>
                <a:gd name="connsiteX59" fmla="*/ 128341 w 372887"/>
                <a:gd name="connsiteY59" fmla="*/ 10613 h 50713"/>
                <a:gd name="connsiteX60" fmla="*/ 136914 w 372887"/>
                <a:gd name="connsiteY60" fmla="*/ 20900 h 50713"/>
                <a:gd name="connsiteX61" fmla="*/ 136914 w 372887"/>
                <a:gd name="connsiteY61" fmla="*/ 20900 h 50713"/>
                <a:gd name="connsiteX62" fmla="*/ 127484 w 372887"/>
                <a:gd name="connsiteY62" fmla="*/ 29568 h 50713"/>
                <a:gd name="connsiteX63" fmla="*/ 126627 w 372887"/>
                <a:gd name="connsiteY63" fmla="*/ 29568 h 50713"/>
                <a:gd name="connsiteX64" fmla="*/ 87288 w 372887"/>
                <a:gd name="connsiteY64" fmla="*/ 26043 h 50713"/>
                <a:gd name="connsiteX65" fmla="*/ 78621 w 372887"/>
                <a:gd name="connsiteY65" fmla="*/ 15661 h 50713"/>
                <a:gd name="connsiteX66" fmla="*/ 78621 w 372887"/>
                <a:gd name="connsiteY66" fmla="*/ 15661 h 50713"/>
                <a:gd name="connsiteX67" fmla="*/ 89003 w 372887"/>
                <a:gd name="connsiteY67" fmla="*/ 7089 h 50713"/>
                <a:gd name="connsiteX68" fmla="*/ 89003 w 372887"/>
                <a:gd name="connsiteY68" fmla="*/ 7089 h 50713"/>
                <a:gd name="connsiteX69" fmla="*/ 97575 w 372887"/>
                <a:gd name="connsiteY69" fmla="*/ 17376 h 50713"/>
                <a:gd name="connsiteX70" fmla="*/ 97575 w 372887"/>
                <a:gd name="connsiteY70" fmla="*/ 17376 h 50713"/>
                <a:gd name="connsiteX71" fmla="*/ 88146 w 372887"/>
                <a:gd name="connsiteY71" fmla="*/ 26043 h 50713"/>
                <a:gd name="connsiteX72" fmla="*/ 87288 w 372887"/>
                <a:gd name="connsiteY72" fmla="*/ 26043 h 50713"/>
                <a:gd name="connsiteX73" fmla="*/ 47950 w 372887"/>
                <a:gd name="connsiteY73" fmla="*/ 22519 h 50713"/>
                <a:gd name="connsiteX74" fmla="*/ 39378 w 372887"/>
                <a:gd name="connsiteY74" fmla="*/ 12137 h 50713"/>
                <a:gd name="connsiteX75" fmla="*/ 39378 w 372887"/>
                <a:gd name="connsiteY75" fmla="*/ 12137 h 50713"/>
                <a:gd name="connsiteX76" fmla="*/ 49665 w 372887"/>
                <a:gd name="connsiteY76" fmla="*/ 3564 h 50713"/>
                <a:gd name="connsiteX77" fmla="*/ 49665 w 372887"/>
                <a:gd name="connsiteY77" fmla="*/ 3564 h 50713"/>
                <a:gd name="connsiteX78" fmla="*/ 58332 w 372887"/>
                <a:gd name="connsiteY78" fmla="*/ 13851 h 50713"/>
                <a:gd name="connsiteX79" fmla="*/ 58332 w 372887"/>
                <a:gd name="connsiteY79" fmla="*/ 13851 h 50713"/>
                <a:gd name="connsiteX80" fmla="*/ 48903 w 372887"/>
                <a:gd name="connsiteY80" fmla="*/ 22519 h 50713"/>
                <a:gd name="connsiteX81" fmla="*/ 47950 w 372887"/>
                <a:gd name="connsiteY81" fmla="*/ 22519 h 50713"/>
                <a:gd name="connsiteX82" fmla="*/ 8707 w 372887"/>
                <a:gd name="connsiteY82" fmla="*/ 18995 h 50713"/>
                <a:gd name="connsiteX83" fmla="*/ 39 w 372887"/>
                <a:gd name="connsiteY83" fmla="*/ 8613 h 50713"/>
                <a:gd name="connsiteX84" fmla="*/ 39 w 372887"/>
                <a:gd name="connsiteY84" fmla="*/ 8613 h 50713"/>
                <a:gd name="connsiteX85" fmla="*/ 10326 w 372887"/>
                <a:gd name="connsiteY85" fmla="*/ 40 h 50713"/>
                <a:gd name="connsiteX86" fmla="*/ 10326 w 372887"/>
                <a:gd name="connsiteY86" fmla="*/ 40 h 50713"/>
                <a:gd name="connsiteX87" fmla="*/ 18994 w 372887"/>
                <a:gd name="connsiteY87" fmla="*/ 10327 h 50713"/>
                <a:gd name="connsiteX88" fmla="*/ 18994 w 372887"/>
                <a:gd name="connsiteY88" fmla="*/ 10327 h 50713"/>
                <a:gd name="connsiteX89" fmla="*/ 9564 w 372887"/>
                <a:gd name="connsiteY89" fmla="*/ 18995 h 50713"/>
                <a:gd name="connsiteX90" fmla="*/ 8707 w 372887"/>
                <a:gd name="connsiteY90" fmla="*/ 18995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72887" h="50713">
                  <a:moveTo>
                    <a:pt x="362466" y="50713"/>
                  </a:moveTo>
                  <a:cubicBezTo>
                    <a:pt x="357227" y="50237"/>
                    <a:pt x="353417" y="45570"/>
                    <a:pt x="353893" y="40331"/>
                  </a:cubicBezTo>
                  <a:lnTo>
                    <a:pt x="353893" y="40331"/>
                  </a:lnTo>
                  <a:cubicBezTo>
                    <a:pt x="354274" y="35187"/>
                    <a:pt x="358941" y="31282"/>
                    <a:pt x="364180" y="31758"/>
                  </a:cubicBezTo>
                  <a:lnTo>
                    <a:pt x="364180" y="31758"/>
                  </a:lnTo>
                  <a:cubicBezTo>
                    <a:pt x="369419" y="32235"/>
                    <a:pt x="373324" y="36902"/>
                    <a:pt x="372848" y="42141"/>
                  </a:cubicBezTo>
                  <a:lnTo>
                    <a:pt x="372848" y="42141"/>
                  </a:lnTo>
                  <a:cubicBezTo>
                    <a:pt x="372372" y="46998"/>
                    <a:pt x="368181" y="50713"/>
                    <a:pt x="363323" y="50713"/>
                  </a:cubicBezTo>
                  <a:lnTo>
                    <a:pt x="362466" y="50713"/>
                  </a:lnTo>
                  <a:close/>
                  <a:moveTo>
                    <a:pt x="323223" y="47189"/>
                  </a:moveTo>
                  <a:cubicBezTo>
                    <a:pt x="317984" y="46713"/>
                    <a:pt x="314079" y="42141"/>
                    <a:pt x="314555" y="36902"/>
                  </a:cubicBezTo>
                  <a:lnTo>
                    <a:pt x="314555" y="36902"/>
                  </a:lnTo>
                  <a:cubicBezTo>
                    <a:pt x="315031" y="31663"/>
                    <a:pt x="319603" y="27758"/>
                    <a:pt x="324842" y="28234"/>
                  </a:cubicBezTo>
                  <a:lnTo>
                    <a:pt x="324842" y="28234"/>
                  </a:lnTo>
                  <a:cubicBezTo>
                    <a:pt x="330081" y="28710"/>
                    <a:pt x="333986" y="33282"/>
                    <a:pt x="333510" y="38521"/>
                  </a:cubicBezTo>
                  <a:lnTo>
                    <a:pt x="333510" y="38521"/>
                  </a:lnTo>
                  <a:cubicBezTo>
                    <a:pt x="333033" y="43474"/>
                    <a:pt x="328938" y="47189"/>
                    <a:pt x="324080" y="47189"/>
                  </a:cubicBezTo>
                  <a:lnTo>
                    <a:pt x="323223" y="47189"/>
                  </a:lnTo>
                  <a:close/>
                  <a:moveTo>
                    <a:pt x="283884" y="43665"/>
                  </a:moveTo>
                  <a:cubicBezTo>
                    <a:pt x="278646" y="43188"/>
                    <a:pt x="274740" y="38616"/>
                    <a:pt x="275217" y="33378"/>
                  </a:cubicBezTo>
                  <a:lnTo>
                    <a:pt x="275217" y="33378"/>
                  </a:lnTo>
                  <a:cubicBezTo>
                    <a:pt x="275693" y="28139"/>
                    <a:pt x="280360" y="24234"/>
                    <a:pt x="285504" y="24710"/>
                  </a:cubicBezTo>
                  <a:lnTo>
                    <a:pt x="285504" y="24710"/>
                  </a:lnTo>
                  <a:cubicBezTo>
                    <a:pt x="290742" y="25186"/>
                    <a:pt x="294648" y="29758"/>
                    <a:pt x="294171" y="34997"/>
                  </a:cubicBezTo>
                  <a:lnTo>
                    <a:pt x="294171" y="34997"/>
                  </a:lnTo>
                  <a:cubicBezTo>
                    <a:pt x="293790" y="39950"/>
                    <a:pt x="289599" y="43665"/>
                    <a:pt x="284742" y="43665"/>
                  </a:cubicBezTo>
                  <a:lnTo>
                    <a:pt x="283884" y="43665"/>
                  </a:lnTo>
                  <a:close/>
                  <a:moveTo>
                    <a:pt x="244546" y="40140"/>
                  </a:moveTo>
                  <a:cubicBezTo>
                    <a:pt x="239307" y="39664"/>
                    <a:pt x="235497" y="34997"/>
                    <a:pt x="235878" y="29758"/>
                  </a:cubicBezTo>
                  <a:lnTo>
                    <a:pt x="235878" y="29758"/>
                  </a:lnTo>
                  <a:cubicBezTo>
                    <a:pt x="236355" y="24519"/>
                    <a:pt x="241022" y="20709"/>
                    <a:pt x="246261" y="21186"/>
                  </a:cubicBezTo>
                  <a:lnTo>
                    <a:pt x="246261" y="21186"/>
                  </a:lnTo>
                  <a:cubicBezTo>
                    <a:pt x="251499" y="21662"/>
                    <a:pt x="255405" y="26234"/>
                    <a:pt x="254833" y="31473"/>
                  </a:cubicBezTo>
                  <a:lnTo>
                    <a:pt x="254833" y="31473"/>
                  </a:lnTo>
                  <a:cubicBezTo>
                    <a:pt x="254452" y="36426"/>
                    <a:pt x="250261" y="40236"/>
                    <a:pt x="245403" y="40236"/>
                  </a:cubicBezTo>
                  <a:lnTo>
                    <a:pt x="245403" y="40236"/>
                  </a:lnTo>
                  <a:cubicBezTo>
                    <a:pt x="245403" y="40236"/>
                    <a:pt x="244832" y="40236"/>
                    <a:pt x="244546" y="40236"/>
                  </a:cubicBezTo>
                  <a:close/>
                  <a:moveTo>
                    <a:pt x="205208" y="36616"/>
                  </a:moveTo>
                  <a:cubicBezTo>
                    <a:pt x="199969" y="36140"/>
                    <a:pt x="196159" y="31473"/>
                    <a:pt x="196635" y="26234"/>
                  </a:cubicBezTo>
                  <a:lnTo>
                    <a:pt x="196635" y="26234"/>
                  </a:lnTo>
                  <a:cubicBezTo>
                    <a:pt x="197016" y="20995"/>
                    <a:pt x="201684" y="17185"/>
                    <a:pt x="206922" y="17661"/>
                  </a:cubicBezTo>
                  <a:lnTo>
                    <a:pt x="206922" y="17661"/>
                  </a:lnTo>
                  <a:cubicBezTo>
                    <a:pt x="212161" y="18138"/>
                    <a:pt x="216066" y="22805"/>
                    <a:pt x="215590" y="28044"/>
                  </a:cubicBezTo>
                  <a:lnTo>
                    <a:pt x="215590" y="28044"/>
                  </a:lnTo>
                  <a:cubicBezTo>
                    <a:pt x="215114" y="32901"/>
                    <a:pt x="211018" y="36616"/>
                    <a:pt x="206160" y="36616"/>
                  </a:cubicBezTo>
                  <a:lnTo>
                    <a:pt x="205208" y="36616"/>
                  </a:lnTo>
                  <a:close/>
                  <a:moveTo>
                    <a:pt x="165870" y="33092"/>
                  </a:moveTo>
                  <a:cubicBezTo>
                    <a:pt x="160631" y="32616"/>
                    <a:pt x="156821" y="28044"/>
                    <a:pt x="157297" y="22805"/>
                  </a:cubicBezTo>
                  <a:lnTo>
                    <a:pt x="157297" y="22805"/>
                  </a:lnTo>
                  <a:cubicBezTo>
                    <a:pt x="157773" y="17566"/>
                    <a:pt x="162345" y="13661"/>
                    <a:pt x="167584" y="14137"/>
                  </a:cubicBezTo>
                  <a:lnTo>
                    <a:pt x="167584" y="14137"/>
                  </a:lnTo>
                  <a:cubicBezTo>
                    <a:pt x="172823" y="14613"/>
                    <a:pt x="176728" y="19185"/>
                    <a:pt x="176252" y="24424"/>
                  </a:cubicBezTo>
                  <a:lnTo>
                    <a:pt x="176252" y="24424"/>
                  </a:lnTo>
                  <a:cubicBezTo>
                    <a:pt x="175776" y="29377"/>
                    <a:pt x="171680" y="33092"/>
                    <a:pt x="166822" y="33092"/>
                  </a:cubicBezTo>
                  <a:lnTo>
                    <a:pt x="165870" y="33092"/>
                  </a:lnTo>
                  <a:close/>
                  <a:moveTo>
                    <a:pt x="126627" y="29568"/>
                  </a:moveTo>
                  <a:cubicBezTo>
                    <a:pt x="121388" y="29091"/>
                    <a:pt x="117483" y="24519"/>
                    <a:pt x="117959" y="19281"/>
                  </a:cubicBezTo>
                  <a:lnTo>
                    <a:pt x="117959" y="19281"/>
                  </a:lnTo>
                  <a:cubicBezTo>
                    <a:pt x="118435" y="14042"/>
                    <a:pt x="123102" y="10137"/>
                    <a:pt x="128341" y="10613"/>
                  </a:cubicBezTo>
                  <a:lnTo>
                    <a:pt x="128341" y="10613"/>
                  </a:lnTo>
                  <a:cubicBezTo>
                    <a:pt x="133485" y="11089"/>
                    <a:pt x="137390" y="15661"/>
                    <a:pt x="136914" y="20900"/>
                  </a:cubicBezTo>
                  <a:lnTo>
                    <a:pt x="136914" y="20900"/>
                  </a:lnTo>
                  <a:cubicBezTo>
                    <a:pt x="136533" y="25853"/>
                    <a:pt x="132342" y="29568"/>
                    <a:pt x="127484" y="29568"/>
                  </a:cubicBezTo>
                  <a:lnTo>
                    <a:pt x="126627" y="29568"/>
                  </a:lnTo>
                  <a:close/>
                  <a:moveTo>
                    <a:pt x="87288" y="26043"/>
                  </a:moveTo>
                  <a:cubicBezTo>
                    <a:pt x="82050" y="25567"/>
                    <a:pt x="78240" y="20900"/>
                    <a:pt x="78621" y="15661"/>
                  </a:cubicBezTo>
                  <a:lnTo>
                    <a:pt x="78621" y="15661"/>
                  </a:lnTo>
                  <a:cubicBezTo>
                    <a:pt x="79097" y="10518"/>
                    <a:pt x="83764" y="6612"/>
                    <a:pt x="89003" y="7089"/>
                  </a:cubicBezTo>
                  <a:lnTo>
                    <a:pt x="89003" y="7089"/>
                  </a:lnTo>
                  <a:cubicBezTo>
                    <a:pt x="94242" y="7565"/>
                    <a:pt x="98147" y="12137"/>
                    <a:pt x="97575" y="17376"/>
                  </a:cubicBezTo>
                  <a:lnTo>
                    <a:pt x="97575" y="17376"/>
                  </a:lnTo>
                  <a:cubicBezTo>
                    <a:pt x="97194" y="22329"/>
                    <a:pt x="93003" y="26043"/>
                    <a:pt x="88146" y="26043"/>
                  </a:cubicBezTo>
                  <a:lnTo>
                    <a:pt x="87288" y="26043"/>
                  </a:lnTo>
                  <a:close/>
                  <a:moveTo>
                    <a:pt x="47950" y="22519"/>
                  </a:moveTo>
                  <a:cubicBezTo>
                    <a:pt x="42711" y="22043"/>
                    <a:pt x="38901" y="17376"/>
                    <a:pt x="39378" y="12137"/>
                  </a:cubicBezTo>
                  <a:lnTo>
                    <a:pt x="39378" y="12137"/>
                  </a:lnTo>
                  <a:cubicBezTo>
                    <a:pt x="39854" y="6898"/>
                    <a:pt x="44426" y="3088"/>
                    <a:pt x="49665" y="3564"/>
                  </a:cubicBezTo>
                  <a:lnTo>
                    <a:pt x="49665" y="3564"/>
                  </a:lnTo>
                  <a:cubicBezTo>
                    <a:pt x="54903" y="4041"/>
                    <a:pt x="58809" y="8613"/>
                    <a:pt x="58332" y="13851"/>
                  </a:cubicBezTo>
                  <a:lnTo>
                    <a:pt x="58332" y="13851"/>
                  </a:lnTo>
                  <a:cubicBezTo>
                    <a:pt x="57856" y="18804"/>
                    <a:pt x="53760" y="22519"/>
                    <a:pt x="48903" y="22519"/>
                  </a:cubicBezTo>
                  <a:lnTo>
                    <a:pt x="47950" y="22519"/>
                  </a:lnTo>
                  <a:close/>
                  <a:moveTo>
                    <a:pt x="8707" y="18995"/>
                  </a:moveTo>
                  <a:cubicBezTo>
                    <a:pt x="3468" y="18519"/>
                    <a:pt x="-437" y="13851"/>
                    <a:pt x="39" y="8613"/>
                  </a:cubicBezTo>
                  <a:lnTo>
                    <a:pt x="39" y="8613"/>
                  </a:lnTo>
                  <a:cubicBezTo>
                    <a:pt x="516" y="3374"/>
                    <a:pt x="5088" y="-436"/>
                    <a:pt x="10326" y="40"/>
                  </a:cubicBezTo>
                  <a:lnTo>
                    <a:pt x="10326" y="40"/>
                  </a:lnTo>
                  <a:cubicBezTo>
                    <a:pt x="15565" y="516"/>
                    <a:pt x="19470" y="5088"/>
                    <a:pt x="18994" y="10327"/>
                  </a:cubicBezTo>
                  <a:lnTo>
                    <a:pt x="18994" y="10327"/>
                  </a:lnTo>
                  <a:cubicBezTo>
                    <a:pt x="18518" y="15280"/>
                    <a:pt x="14422" y="18995"/>
                    <a:pt x="9564" y="18995"/>
                  </a:cubicBezTo>
                  <a:lnTo>
                    <a:pt x="8707" y="189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AE69A97-443D-BFC7-9B53-EB015E2E55B7}"/>
                </a:ext>
              </a:extLst>
            </p:cNvPr>
            <p:cNvSpPr/>
            <p:nvPr/>
          </p:nvSpPr>
          <p:spPr>
            <a:xfrm>
              <a:off x="5687906" y="3621891"/>
              <a:ext cx="92996" cy="48852"/>
            </a:xfrm>
            <a:custGeom>
              <a:avLst/>
              <a:gdLst>
                <a:gd name="connsiteX0" fmla="*/ 709 w 92996"/>
                <a:gd name="connsiteY0" fmla="*/ 42852 h 48852"/>
                <a:gd name="connsiteX1" fmla="*/ 5948 w 92996"/>
                <a:gd name="connsiteY1" fmla="*/ 30470 h 48852"/>
                <a:gd name="connsiteX2" fmla="*/ 5948 w 92996"/>
                <a:gd name="connsiteY2" fmla="*/ 30470 h 48852"/>
                <a:gd name="connsiteX3" fmla="*/ 18331 w 92996"/>
                <a:gd name="connsiteY3" fmla="*/ 35708 h 48852"/>
                <a:gd name="connsiteX4" fmla="*/ 18331 w 92996"/>
                <a:gd name="connsiteY4" fmla="*/ 35708 h 48852"/>
                <a:gd name="connsiteX5" fmla="*/ 13092 w 92996"/>
                <a:gd name="connsiteY5" fmla="*/ 48091 h 48852"/>
                <a:gd name="connsiteX6" fmla="*/ 13092 w 92996"/>
                <a:gd name="connsiteY6" fmla="*/ 48091 h 48852"/>
                <a:gd name="connsiteX7" fmla="*/ 9568 w 92996"/>
                <a:gd name="connsiteY7" fmla="*/ 48853 h 48852"/>
                <a:gd name="connsiteX8" fmla="*/ 9568 w 92996"/>
                <a:gd name="connsiteY8" fmla="*/ 48853 h 48852"/>
                <a:gd name="connsiteX9" fmla="*/ 709 w 92996"/>
                <a:gd name="connsiteY9" fmla="*/ 42852 h 48852"/>
                <a:gd name="connsiteX10" fmla="*/ 37666 w 92996"/>
                <a:gd name="connsiteY10" fmla="*/ 27993 h 48852"/>
                <a:gd name="connsiteX11" fmla="*/ 42905 w 92996"/>
                <a:gd name="connsiteY11" fmla="*/ 15611 h 48852"/>
                <a:gd name="connsiteX12" fmla="*/ 42905 w 92996"/>
                <a:gd name="connsiteY12" fmla="*/ 15611 h 48852"/>
                <a:gd name="connsiteX13" fmla="*/ 55383 w 92996"/>
                <a:gd name="connsiteY13" fmla="*/ 20849 h 48852"/>
                <a:gd name="connsiteX14" fmla="*/ 55383 w 92996"/>
                <a:gd name="connsiteY14" fmla="*/ 20849 h 48852"/>
                <a:gd name="connsiteX15" fmla="*/ 50049 w 92996"/>
                <a:gd name="connsiteY15" fmla="*/ 33232 h 48852"/>
                <a:gd name="connsiteX16" fmla="*/ 50049 w 92996"/>
                <a:gd name="connsiteY16" fmla="*/ 33232 h 48852"/>
                <a:gd name="connsiteX17" fmla="*/ 46525 w 92996"/>
                <a:gd name="connsiteY17" fmla="*/ 33899 h 48852"/>
                <a:gd name="connsiteX18" fmla="*/ 46525 w 92996"/>
                <a:gd name="connsiteY18" fmla="*/ 33899 h 48852"/>
                <a:gd name="connsiteX19" fmla="*/ 37666 w 92996"/>
                <a:gd name="connsiteY19" fmla="*/ 27993 h 48852"/>
                <a:gd name="connsiteX20" fmla="*/ 74623 w 92996"/>
                <a:gd name="connsiteY20" fmla="*/ 13134 h 48852"/>
                <a:gd name="connsiteX21" fmla="*/ 79957 w 92996"/>
                <a:gd name="connsiteY21" fmla="*/ 656 h 48852"/>
                <a:gd name="connsiteX22" fmla="*/ 79957 w 92996"/>
                <a:gd name="connsiteY22" fmla="*/ 656 h 48852"/>
                <a:gd name="connsiteX23" fmla="*/ 92340 w 92996"/>
                <a:gd name="connsiteY23" fmla="*/ 5990 h 48852"/>
                <a:gd name="connsiteX24" fmla="*/ 92340 w 92996"/>
                <a:gd name="connsiteY24" fmla="*/ 5990 h 48852"/>
                <a:gd name="connsiteX25" fmla="*/ 87006 w 92996"/>
                <a:gd name="connsiteY25" fmla="*/ 18373 h 48852"/>
                <a:gd name="connsiteX26" fmla="*/ 87006 w 92996"/>
                <a:gd name="connsiteY26" fmla="*/ 18373 h 48852"/>
                <a:gd name="connsiteX27" fmla="*/ 83482 w 92996"/>
                <a:gd name="connsiteY27" fmla="*/ 19040 h 48852"/>
                <a:gd name="connsiteX28" fmla="*/ 83482 w 92996"/>
                <a:gd name="connsiteY28" fmla="*/ 19040 h 48852"/>
                <a:gd name="connsiteX29" fmla="*/ 74623 w 92996"/>
                <a:gd name="connsiteY29" fmla="*/ 13134 h 48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2996" h="48852">
                  <a:moveTo>
                    <a:pt x="709" y="42852"/>
                  </a:moveTo>
                  <a:cubicBezTo>
                    <a:pt x="-1291" y="37994"/>
                    <a:pt x="1090" y="32375"/>
                    <a:pt x="5948" y="30470"/>
                  </a:cubicBezTo>
                  <a:lnTo>
                    <a:pt x="5948" y="30470"/>
                  </a:lnTo>
                  <a:cubicBezTo>
                    <a:pt x="10901" y="28469"/>
                    <a:pt x="16426" y="30851"/>
                    <a:pt x="18331" y="35708"/>
                  </a:cubicBezTo>
                  <a:lnTo>
                    <a:pt x="18331" y="35708"/>
                  </a:lnTo>
                  <a:cubicBezTo>
                    <a:pt x="20331" y="40566"/>
                    <a:pt x="17950" y="46186"/>
                    <a:pt x="13092" y="48091"/>
                  </a:cubicBezTo>
                  <a:lnTo>
                    <a:pt x="13092" y="48091"/>
                  </a:lnTo>
                  <a:cubicBezTo>
                    <a:pt x="11949" y="48567"/>
                    <a:pt x="10711" y="48853"/>
                    <a:pt x="9568" y="48853"/>
                  </a:cubicBezTo>
                  <a:lnTo>
                    <a:pt x="9568" y="48853"/>
                  </a:lnTo>
                  <a:cubicBezTo>
                    <a:pt x="5758" y="48853"/>
                    <a:pt x="2233" y="46567"/>
                    <a:pt x="709" y="42852"/>
                  </a:cubicBezTo>
                  <a:close/>
                  <a:moveTo>
                    <a:pt x="37666" y="27993"/>
                  </a:moveTo>
                  <a:cubicBezTo>
                    <a:pt x="35666" y="23135"/>
                    <a:pt x="38047" y="17516"/>
                    <a:pt x="42905" y="15611"/>
                  </a:cubicBezTo>
                  <a:lnTo>
                    <a:pt x="42905" y="15611"/>
                  </a:lnTo>
                  <a:cubicBezTo>
                    <a:pt x="47858" y="13610"/>
                    <a:pt x="53383" y="15992"/>
                    <a:pt x="55383" y="20849"/>
                  </a:cubicBezTo>
                  <a:lnTo>
                    <a:pt x="55383" y="20849"/>
                  </a:lnTo>
                  <a:cubicBezTo>
                    <a:pt x="57288" y="25707"/>
                    <a:pt x="54907" y="31327"/>
                    <a:pt x="50049" y="33232"/>
                  </a:cubicBezTo>
                  <a:lnTo>
                    <a:pt x="50049" y="33232"/>
                  </a:lnTo>
                  <a:cubicBezTo>
                    <a:pt x="48906" y="33708"/>
                    <a:pt x="47668" y="33899"/>
                    <a:pt x="46525" y="33899"/>
                  </a:cubicBezTo>
                  <a:lnTo>
                    <a:pt x="46525" y="33899"/>
                  </a:lnTo>
                  <a:cubicBezTo>
                    <a:pt x="42715" y="33899"/>
                    <a:pt x="39190" y="31708"/>
                    <a:pt x="37666" y="27993"/>
                  </a:cubicBezTo>
                  <a:close/>
                  <a:moveTo>
                    <a:pt x="74623" y="13134"/>
                  </a:moveTo>
                  <a:cubicBezTo>
                    <a:pt x="72623" y="8181"/>
                    <a:pt x="75004" y="2657"/>
                    <a:pt x="79957" y="656"/>
                  </a:cubicBezTo>
                  <a:lnTo>
                    <a:pt x="79957" y="656"/>
                  </a:lnTo>
                  <a:cubicBezTo>
                    <a:pt x="84815" y="-1249"/>
                    <a:pt x="90340" y="1133"/>
                    <a:pt x="92340" y="5990"/>
                  </a:cubicBezTo>
                  <a:lnTo>
                    <a:pt x="92340" y="5990"/>
                  </a:lnTo>
                  <a:cubicBezTo>
                    <a:pt x="94245" y="10848"/>
                    <a:pt x="91864" y="16373"/>
                    <a:pt x="87006" y="18373"/>
                  </a:cubicBezTo>
                  <a:lnTo>
                    <a:pt x="87006" y="18373"/>
                  </a:lnTo>
                  <a:cubicBezTo>
                    <a:pt x="85863" y="18849"/>
                    <a:pt x="84625" y="19040"/>
                    <a:pt x="83482" y="19040"/>
                  </a:cubicBezTo>
                  <a:lnTo>
                    <a:pt x="83482" y="19040"/>
                  </a:lnTo>
                  <a:cubicBezTo>
                    <a:pt x="79672" y="19040"/>
                    <a:pt x="76147" y="16849"/>
                    <a:pt x="74623" y="1313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EF34451-CC49-1240-F680-2064B76A7099}"/>
                </a:ext>
              </a:extLst>
            </p:cNvPr>
            <p:cNvSpPr/>
            <p:nvPr/>
          </p:nvSpPr>
          <p:spPr>
            <a:xfrm>
              <a:off x="5660653" y="3210727"/>
              <a:ext cx="144686" cy="379339"/>
            </a:xfrm>
            <a:custGeom>
              <a:avLst/>
              <a:gdLst>
                <a:gd name="connsiteX0" fmla="*/ 126165 w 144686"/>
                <a:gd name="connsiteY0" fmla="*/ 372958 h 379339"/>
                <a:gd name="connsiteX1" fmla="*/ 131975 w 144686"/>
                <a:gd name="connsiteY1" fmla="*/ 360861 h 379339"/>
                <a:gd name="connsiteX2" fmla="*/ 131975 w 144686"/>
                <a:gd name="connsiteY2" fmla="*/ 360861 h 379339"/>
                <a:gd name="connsiteX3" fmla="*/ 144167 w 144686"/>
                <a:gd name="connsiteY3" fmla="*/ 366672 h 379339"/>
                <a:gd name="connsiteX4" fmla="*/ 144167 w 144686"/>
                <a:gd name="connsiteY4" fmla="*/ 366672 h 379339"/>
                <a:gd name="connsiteX5" fmla="*/ 138261 w 144686"/>
                <a:gd name="connsiteY5" fmla="*/ 378768 h 379339"/>
                <a:gd name="connsiteX6" fmla="*/ 138261 w 144686"/>
                <a:gd name="connsiteY6" fmla="*/ 378768 h 379339"/>
                <a:gd name="connsiteX7" fmla="*/ 135118 w 144686"/>
                <a:gd name="connsiteY7" fmla="*/ 379340 h 379339"/>
                <a:gd name="connsiteX8" fmla="*/ 135118 w 144686"/>
                <a:gd name="connsiteY8" fmla="*/ 379340 h 379339"/>
                <a:gd name="connsiteX9" fmla="*/ 126165 w 144686"/>
                <a:gd name="connsiteY9" fmla="*/ 372958 h 379339"/>
                <a:gd name="connsiteX10" fmla="*/ 113592 w 144686"/>
                <a:gd name="connsiteY10" fmla="*/ 336954 h 379339"/>
                <a:gd name="connsiteX11" fmla="*/ 119402 w 144686"/>
                <a:gd name="connsiteY11" fmla="*/ 324762 h 379339"/>
                <a:gd name="connsiteX12" fmla="*/ 119402 w 144686"/>
                <a:gd name="connsiteY12" fmla="*/ 324762 h 379339"/>
                <a:gd name="connsiteX13" fmla="*/ 131594 w 144686"/>
                <a:gd name="connsiteY13" fmla="*/ 330667 h 379339"/>
                <a:gd name="connsiteX14" fmla="*/ 131594 w 144686"/>
                <a:gd name="connsiteY14" fmla="*/ 330667 h 379339"/>
                <a:gd name="connsiteX15" fmla="*/ 125688 w 144686"/>
                <a:gd name="connsiteY15" fmla="*/ 342764 h 379339"/>
                <a:gd name="connsiteX16" fmla="*/ 125688 w 144686"/>
                <a:gd name="connsiteY16" fmla="*/ 342764 h 379339"/>
                <a:gd name="connsiteX17" fmla="*/ 122545 w 144686"/>
                <a:gd name="connsiteY17" fmla="*/ 343335 h 379339"/>
                <a:gd name="connsiteX18" fmla="*/ 122545 w 144686"/>
                <a:gd name="connsiteY18" fmla="*/ 343335 h 379339"/>
                <a:gd name="connsiteX19" fmla="*/ 113592 w 144686"/>
                <a:gd name="connsiteY19" fmla="*/ 336954 h 379339"/>
                <a:gd name="connsiteX20" fmla="*/ 101019 w 144686"/>
                <a:gd name="connsiteY20" fmla="*/ 300854 h 379339"/>
                <a:gd name="connsiteX21" fmla="*/ 106924 w 144686"/>
                <a:gd name="connsiteY21" fmla="*/ 288757 h 379339"/>
                <a:gd name="connsiteX22" fmla="*/ 106924 w 144686"/>
                <a:gd name="connsiteY22" fmla="*/ 288757 h 379339"/>
                <a:gd name="connsiteX23" fmla="*/ 119021 w 144686"/>
                <a:gd name="connsiteY23" fmla="*/ 294567 h 379339"/>
                <a:gd name="connsiteX24" fmla="*/ 119021 w 144686"/>
                <a:gd name="connsiteY24" fmla="*/ 294567 h 379339"/>
                <a:gd name="connsiteX25" fmla="*/ 113115 w 144686"/>
                <a:gd name="connsiteY25" fmla="*/ 306759 h 379339"/>
                <a:gd name="connsiteX26" fmla="*/ 113115 w 144686"/>
                <a:gd name="connsiteY26" fmla="*/ 306759 h 379339"/>
                <a:gd name="connsiteX27" fmla="*/ 109972 w 144686"/>
                <a:gd name="connsiteY27" fmla="*/ 307236 h 379339"/>
                <a:gd name="connsiteX28" fmla="*/ 109972 w 144686"/>
                <a:gd name="connsiteY28" fmla="*/ 307236 h 379339"/>
                <a:gd name="connsiteX29" fmla="*/ 101019 w 144686"/>
                <a:gd name="connsiteY29" fmla="*/ 300854 h 379339"/>
                <a:gd name="connsiteX30" fmla="*/ 88446 w 144686"/>
                <a:gd name="connsiteY30" fmla="*/ 264849 h 379339"/>
                <a:gd name="connsiteX31" fmla="*/ 94351 w 144686"/>
                <a:gd name="connsiteY31" fmla="*/ 252753 h 379339"/>
                <a:gd name="connsiteX32" fmla="*/ 94351 w 144686"/>
                <a:gd name="connsiteY32" fmla="*/ 252753 h 379339"/>
                <a:gd name="connsiteX33" fmla="*/ 106448 w 144686"/>
                <a:gd name="connsiteY33" fmla="*/ 258563 h 379339"/>
                <a:gd name="connsiteX34" fmla="*/ 106448 w 144686"/>
                <a:gd name="connsiteY34" fmla="*/ 258563 h 379339"/>
                <a:gd name="connsiteX35" fmla="*/ 100638 w 144686"/>
                <a:gd name="connsiteY35" fmla="*/ 270660 h 379339"/>
                <a:gd name="connsiteX36" fmla="*/ 100638 w 144686"/>
                <a:gd name="connsiteY36" fmla="*/ 270660 h 379339"/>
                <a:gd name="connsiteX37" fmla="*/ 97494 w 144686"/>
                <a:gd name="connsiteY37" fmla="*/ 271231 h 379339"/>
                <a:gd name="connsiteX38" fmla="*/ 97494 w 144686"/>
                <a:gd name="connsiteY38" fmla="*/ 271231 h 379339"/>
                <a:gd name="connsiteX39" fmla="*/ 88446 w 144686"/>
                <a:gd name="connsiteY39" fmla="*/ 264849 h 379339"/>
                <a:gd name="connsiteX40" fmla="*/ 75873 w 144686"/>
                <a:gd name="connsiteY40" fmla="*/ 228845 h 379339"/>
                <a:gd name="connsiteX41" fmla="*/ 81778 w 144686"/>
                <a:gd name="connsiteY41" fmla="*/ 216653 h 379339"/>
                <a:gd name="connsiteX42" fmla="*/ 81778 w 144686"/>
                <a:gd name="connsiteY42" fmla="*/ 216653 h 379339"/>
                <a:gd name="connsiteX43" fmla="*/ 93875 w 144686"/>
                <a:gd name="connsiteY43" fmla="*/ 222558 h 379339"/>
                <a:gd name="connsiteX44" fmla="*/ 93875 w 144686"/>
                <a:gd name="connsiteY44" fmla="*/ 222558 h 379339"/>
                <a:gd name="connsiteX45" fmla="*/ 88065 w 144686"/>
                <a:gd name="connsiteY45" fmla="*/ 234655 h 379339"/>
                <a:gd name="connsiteX46" fmla="*/ 88065 w 144686"/>
                <a:gd name="connsiteY46" fmla="*/ 234655 h 379339"/>
                <a:gd name="connsiteX47" fmla="*/ 84921 w 144686"/>
                <a:gd name="connsiteY47" fmla="*/ 235227 h 379339"/>
                <a:gd name="connsiteX48" fmla="*/ 84921 w 144686"/>
                <a:gd name="connsiteY48" fmla="*/ 235227 h 379339"/>
                <a:gd name="connsiteX49" fmla="*/ 75873 w 144686"/>
                <a:gd name="connsiteY49" fmla="*/ 228845 h 379339"/>
                <a:gd name="connsiteX50" fmla="*/ 63395 w 144686"/>
                <a:gd name="connsiteY50" fmla="*/ 192840 h 379339"/>
                <a:gd name="connsiteX51" fmla="*/ 69205 w 144686"/>
                <a:gd name="connsiteY51" fmla="*/ 180648 h 379339"/>
                <a:gd name="connsiteX52" fmla="*/ 69205 w 144686"/>
                <a:gd name="connsiteY52" fmla="*/ 180648 h 379339"/>
                <a:gd name="connsiteX53" fmla="*/ 81302 w 144686"/>
                <a:gd name="connsiteY53" fmla="*/ 186459 h 379339"/>
                <a:gd name="connsiteX54" fmla="*/ 81302 w 144686"/>
                <a:gd name="connsiteY54" fmla="*/ 186459 h 379339"/>
                <a:gd name="connsiteX55" fmla="*/ 75492 w 144686"/>
                <a:gd name="connsiteY55" fmla="*/ 198651 h 379339"/>
                <a:gd name="connsiteX56" fmla="*/ 75492 w 144686"/>
                <a:gd name="connsiteY56" fmla="*/ 198651 h 379339"/>
                <a:gd name="connsiteX57" fmla="*/ 72348 w 144686"/>
                <a:gd name="connsiteY57" fmla="*/ 199222 h 379339"/>
                <a:gd name="connsiteX58" fmla="*/ 72348 w 144686"/>
                <a:gd name="connsiteY58" fmla="*/ 199222 h 379339"/>
                <a:gd name="connsiteX59" fmla="*/ 63395 w 144686"/>
                <a:gd name="connsiteY59" fmla="*/ 192840 h 379339"/>
                <a:gd name="connsiteX60" fmla="*/ 50822 w 144686"/>
                <a:gd name="connsiteY60" fmla="*/ 156741 h 379339"/>
                <a:gd name="connsiteX61" fmla="*/ 56632 w 144686"/>
                <a:gd name="connsiteY61" fmla="*/ 144644 h 379339"/>
                <a:gd name="connsiteX62" fmla="*/ 56632 w 144686"/>
                <a:gd name="connsiteY62" fmla="*/ 144644 h 379339"/>
                <a:gd name="connsiteX63" fmla="*/ 68729 w 144686"/>
                <a:gd name="connsiteY63" fmla="*/ 150454 h 379339"/>
                <a:gd name="connsiteX64" fmla="*/ 68729 w 144686"/>
                <a:gd name="connsiteY64" fmla="*/ 150454 h 379339"/>
                <a:gd name="connsiteX65" fmla="*/ 62919 w 144686"/>
                <a:gd name="connsiteY65" fmla="*/ 162551 h 379339"/>
                <a:gd name="connsiteX66" fmla="*/ 62919 w 144686"/>
                <a:gd name="connsiteY66" fmla="*/ 162551 h 379339"/>
                <a:gd name="connsiteX67" fmla="*/ 59775 w 144686"/>
                <a:gd name="connsiteY67" fmla="*/ 163122 h 379339"/>
                <a:gd name="connsiteX68" fmla="*/ 59775 w 144686"/>
                <a:gd name="connsiteY68" fmla="*/ 163122 h 379339"/>
                <a:gd name="connsiteX69" fmla="*/ 50822 w 144686"/>
                <a:gd name="connsiteY69" fmla="*/ 156741 h 379339"/>
                <a:gd name="connsiteX70" fmla="*/ 38249 w 144686"/>
                <a:gd name="connsiteY70" fmla="*/ 120736 h 379339"/>
                <a:gd name="connsiteX71" fmla="*/ 44059 w 144686"/>
                <a:gd name="connsiteY71" fmla="*/ 108639 h 379339"/>
                <a:gd name="connsiteX72" fmla="*/ 44059 w 144686"/>
                <a:gd name="connsiteY72" fmla="*/ 108639 h 379339"/>
                <a:gd name="connsiteX73" fmla="*/ 56251 w 144686"/>
                <a:gd name="connsiteY73" fmla="*/ 114450 h 379339"/>
                <a:gd name="connsiteX74" fmla="*/ 56251 w 144686"/>
                <a:gd name="connsiteY74" fmla="*/ 114450 h 379339"/>
                <a:gd name="connsiteX75" fmla="*/ 50346 w 144686"/>
                <a:gd name="connsiteY75" fmla="*/ 126546 h 379339"/>
                <a:gd name="connsiteX76" fmla="*/ 50346 w 144686"/>
                <a:gd name="connsiteY76" fmla="*/ 126546 h 379339"/>
                <a:gd name="connsiteX77" fmla="*/ 47202 w 144686"/>
                <a:gd name="connsiteY77" fmla="*/ 127118 h 379339"/>
                <a:gd name="connsiteX78" fmla="*/ 47202 w 144686"/>
                <a:gd name="connsiteY78" fmla="*/ 127118 h 379339"/>
                <a:gd name="connsiteX79" fmla="*/ 38249 w 144686"/>
                <a:gd name="connsiteY79" fmla="*/ 120736 h 379339"/>
                <a:gd name="connsiteX80" fmla="*/ 25676 w 144686"/>
                <a:gd name="connsiteY80" fmla="*/ 84732 h 379339"/>
                <a:gd name="connsiteX81" fmla="*/ 31486 w 144686"/>
                <a:gd name="connsiteY81" fmla="*/ 72540 h 379339"/>
                <a:gd name="connsiteX82" fmla="*/ 31486 w 144686"/>
                <a:gd name="connsiteY82" fmla="*/ 72540 h 379339"/>
                <a:gd name="connsiteX83" fmla="*/ 43678 w 144686"/>
                <a:gd name="connsiteY83" fmla="*/ 78350 h 379339"/>
                <a:gd name="connsiteX84" fmla="*/ 43678 w 144686"/>
                <a:gd name="connsiteY84" fmla="*/ 78350 h 379339"/>
                <a:gd name="connsiteX85" fmla="*/ 37773 w 144686"/>
                <a:gd name="connsiteY85" fmla="*/ 90542 h 379339"/>
                <a:gd name="connsiteX86" fmla="*/ 37773 w 144686"/>
                <a:gd name="connsiteY86" fmla="*/ 90542 h 379339"/>
                <a:gd name="connsiteX87" fmla="*/ 34629 w 144686"/>
                <a:gd name="connsiteY87" fmla="*/ 91113 h 379339"/>
                <a:gd name="connsiteX88" fmla="*/ 34629 w 144686"/>
                <a:gd name="connsiteY88" fmla="*/ 91113 h 379339"/>
                <a:gd name="connsiteX89" fmla="*/ 25676 w 144686"/>
                <a:gd name="connsiteY89" fmla="*/ 84732 h 379339"/>
                <a:gd name="connsiteX90" fmla="*/ 13103 w 144686"/>
                <a:gd name="connsiteY90" fmla="*/ 48632 h 379339"/>
                <a:gd name="connsiteX91" fmla="*/ 19008 w 144686"/>
                <a:gd name="connsiteY91" fmla="*/ 36535 h 379339"/>
                <a:gd name="connsiteX92" fmla="*/ 19008 w 144686"/>
                <a:gd name="connsiteY92" fmla="*/ 36535 h 379339"/>
                <a:gd name="connsiteX93" fmla="*/ 31105 w 144686"/>
                <a:gd name="connsiteY93" fmla="*/ 42345 h 379339"/>
                <a:gd name="connsiteX94" fmla="*/ 31105 w 144686"/>
                <a:gd name="connsiteY94" fmla="*/ 42345 h 379339"/>
                <a:gd name="connsiteX95" fmla="*/ 25200 w 144686"/>
                <a:gd name="connsiteY95" fmla="*/ 54537 h 379339"/>
                <a:gd name="connsiteX96" fmla="*/ 25200 w 144686"/>
                <a:gd name="connsiteY96" fmla="*/ 54537 h 379339"/>
                <a:gd name="connsiteX97" fmla="*/ 22056 w 144686"/>
                <a:gd name="connsiteY97" fmla="*/ 55014 h 379339"/>
                <a:gd name="connsiteX98" fmla="*/ 22056 w 144686"/>
                <a:gd name="connsiteY98" fmla="*/ 55014 h 379339"/>
                <a:gd name="connsiteX99" fmla="*/ 13103 w 144686"/>
                <a:gd name="connsiteY99" fmla="*/ 48632 h 379339"/>
                <a:gd name="connsiteX100" fmla="*/ 530 w 144686"/>
                <a:gd name="connsiteY100" fmla="*/ 12627 h 379339"/>
                <a:gd name="connsiteX101" fmla="*/ 6435 w 144686"/>
                <a:gd name="connsiteY101" fmla="*/ 531 h 379339"/>
                <a:gd name="connsiteX102" fmla="*/ 6435 w 144686"/>
                <a:gd name="connsiteY102" fmla="*/ 531 h 379339"/>
                <a:gd name="connsiteX103" fmla="*/ 18532 w 144686"/>
                <a:gd name="connsiteY103" fmla="*/ 6341 h 379339"/>
                <a:gd name="connsiteX104" fmla="*/ 18532 w 144686"/>
                <a:gd name="connsiteY104" fmla="*/ 6341 h 379339"/>
                <a:gd name="connsiteX105" fmla="*/ 12722 w 144686"/>
                <a:gd name="connsiteY105" fmla="*/ 18438 h 379339"/>
                <a:gd name="connsiteX106" fmla="*/ 12722 w 144686"/>
                <a:gd name="connsiteY106" fmla="*/ 18438 h 379339"/>
                <a:gd name="connsiteX107" fmla="*/ 9579 w 144686"/>
                <a:gd name="connsiteY107" fmla="*/ 19009 h 379339"/>
                <a:gd name="connsiteX108" fmla="*/ 9579 w 144686"/>
                <a:gd name="connsiteY108" fmla="*/ 19009 h 379339"/>
                <a:gd name="connsiteX109" fmla="*/ 530 w 144686"/>
                <a:gd name="connsiteY109" fmla="*/ 12627 h 37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44686" h="379339">
                  <a:moveTo>
                    <a:pt x="126165" y="372958"/>
                  </a:moveTo>
                  <a:cubicBezTo>
                    <a:pt x="124355" y="368005"/>
                    <a:pt x="127022" y="362576"/>
                    <a:pt x="131975" y="360861"/>
                  </a:cubicBezTo>
                  <a:lnTo>
                    <a:pt x="131975" y="360861"/>
                  </a:lnTo>
                  <a:cubicBezTo>
                    <a:pt x="137023" y="359052"/>
                    <a:pt x="142357" y="361719"/>
                    <a:pt x="144167" y="366672"/>
                  </a:cubicBezTo>
                  <a:lnTo>
                    <a:pt x="144167" y="366672"/>
                  </a:lnTo>
                  <a:cubicBezTo>
                    <a:pt x="145881" y="371625"/>
                    <a:pt x="143214" y="377054"/>
                    <a:pt x="138261" y="378768"/>
                  </a:cubicBezTo>
                  <a:lnTo>
                    <a:pt x="138261" y="378768"/>
                  </a:lnTo>
                  <a:cubicBezTo>
                    <a:pt x="137214" y="379149"/>
                    <a:pt x="136166" y="379340"/>
                    <a:pt x="135118" y="379340"/>
                  </a:cubicBezTo>
                  <a:lnTo>
                    <a:pt x="135118" y="379340"/>
                  </a:lnTo>
                  <a:cubicBezTo>
                    <a:pt x="131213" y="379340"/>
                    <a:pt x="127498" y="376863"/>
                    <a:pt x="126165" y="372958"/>
                  </a:cubicBezTo>
                  <a:close/>
                  <a:moveTo>
                    <a:pt x="113592" y="336954"/>
                  </a:moveTo>
                  <a:cubicBezTo>
                    <a:pt x="111877" y="331905"/>
                    <a:pt x="114449" y="326476"/>
                    <a:pt x="119402" y="324762"/>
                  </a:cubicBezTo>
                  <a:lnTo>
                    <a:pt x="119402" y="324762"/>
                  </a:lnTo>
                  <a:cubicBezTo>
                    <a:pt x="124355" y="323047"/>
                    <a:pt x="129879" y="325619"/>
                    <a:pt x="131594" y="330667"/>
                  </a:cubicBezTo>
                  <a:lnTo>
                    <a:pt x="131594" y="330667"/>
                  </a:lnTo>
                  <a:cubicBezTo>
                    <a:pt x="133308" y="335620"/>
                    <a:pt x="130737" y="341049"/>
                    <a:pt x="125688" y="342764"/>
                  </a:cubicBezTo>
                  <a:lnTo>
                    <a:pt x="125688" y="342764"/>
                  </a:lnTo>
                  <a:cubicBezTo>
                    <a:pt x="124641" y="343145"/>
                    <a:pt x="123593" y="343335"/>
                    <a:pt x="122545" y="343335"/>
                  </a:cubicBezTo>
                  <a:lnTo>
                    <a:pt x="122545" y="343335"/>
                  </a:lnTo>
                  <a:cubicBezTo>
                    <a:pt x="118640" y="343335"/>
                    <a:pt x="114925" y="340859"/>
                    <a:pt x="113592" y="336954"/>
                  </a:cubicBezTo>
                  <a:close/>
                  <a:moveTo>
                    <a:pt x="101019" y="300854"/>
                  </a:moveTo>
                  <a:cubicBezTo>
                    <a:pt x="99304" y="295901"/>
                    <a:pt x="101876" y="290472"/>
                    <a:pt x="106924" y="288757"/>
                  </a:cubicBezTo>
                  <a:lnTo>
                    <a:pt x="106924" y="288757"/>
                  </a:lnTo>
                  <a:cubicBezTo>
                    <a:pt x="111877" y="287043"/>
                    <a:pt x="117306" y="289614"/>
                    <a:pt x="119021" y="294567"/>
                  </a:cubicBezTo>
                  <a:lnTo>
                    <a:pt x="119021" y="294567"/>
                  </a:lnTo>
                  <a:cubicBezTo>
                    <a:pt x="120735" y="299520"/>
                    <a:pt x="118068" y="305045"/>
                    <a:pt x="113115" y="306759"/>
                  </a:cubicBezTo>
                  <a:lnTo>
                    <a:pt x="113115" y="306759"/>
                  </a:lnTo>
                  <a:cubicBezTo>
                    <a:pt x="112068" y="307045"/>
                    <a:pt x="111020" y="307236"/>
                    <a:pt x="109972" y="307236"/>
                  </a:cubicBezTo>
                  <a:lnTo>
                    <a:pt x="109972" y="307236"/>
                  </a:lnTo>
                  <a:cubicBezTo>
                    <a:pt x="106067" y="307236"/>
                    <a:pt x="102352" y="304759"/>
                    <a:pt x="101019" y="300854"/>
                  </a:cubicBezTo>
                  <a:close/>
                  <a:moveTo>
                    <a:pt x="88446" y="264849"/>
                  </a:moveTo>
                  <a:cubicBezTo>
                    <a:pt x="86731" y="259896"/>
                    <a:pt x="89398" y="254467"/>
                    <a:pt x="94351" y="252753"/>
                  </a:cubicBezTo>
                  <a:lnTo>
                    <a:pt x="94351" y="252753"/>
                  </a:lnTo>
                  <a:cubicBezTo>
                    <a:pt x="99304" y="250943"/>
                    <a:pt x="104733" y="253610"/>
                    <a:pt x="106448" y="258563"/>
                  </a:cubicBezTo>
                  <a:lnTo>
                    <a:pt x="106448" y="258563"/>
                  </a:lnTo>
                  <a:cubicBezTo>
                    <a:pt x="108162" y="263516"/>
                    <a:pt x="105591" y="268945"/>
                    <a:pt x="100638" y="270660"/>
                  </a:cubicBezTo>
                  <a:lnTo>
                    <a:pt x="100638" y="270660"/>
                  </a:lnTo>
                  <a:cubicBezTo>
                    <a:pt x="99590" y="271041"/>
                    <a:pt x="98542" y="271231"/>
                    <a:pt x="97494" y="271231"/>
                  </a:cubicBezTo>
                  <a:lnTo>
                    <a:pt x="97494" y="271231"/>
                  </a:lnTo>
                  <a:cubicBezTo>
                    <a:pt x="93494" y="271231"/>
                    <a:pt x="89874" y="268755"/>
                    <a:pt x="88446" y="264849"/>
                  </a:cubicBezTo>
                  <a:close/>
                  <a:moveTo>
                    <a:pt x="75873" y="228845"/>
                  </a:moveTo>
                  <a:cubicBezTo>
                    <a:pt x="74158" y="223892"/>
                    <a:pt x="76825" y="218463"/>
                    <a:pt x="81778" y="216653"/>
                  </a:cubicBezTo>
                  <a:lnTo>
                    <a:pt x="81778" y="216653"/>
                  </a:lnTo>
                  <a:cubicBezTo>
                    <a:pt x="86731" y="214938"/>
                    <a:pt x="92160" y="217605"/>
                    <a:pt x="93875" y="222558"/>
                  </a:cubicBezTo>
                  <a:lnTo>
                    <a:pt x="93875" y="222558"/>
                  </a:lnTo>
                  <a:cubicBezTo>
                    <a:pt x="95685" y="227511"/>
                    <a:pt x="93018" y="232941"/>
                    <a:pt x="88065" y="234655"/>
                  </a:cubicBezTo>
                  <a:lnTo>
                    <a:pt x="88065" y="234655"/>
                  </a:lnTo>
                  <a:cubicBezTo>
                    <a:pt x="87017" y="235036"/>
                    <a:pt x="85969" y="235227"/>
                    <a:pt x="84921" y="235227"/>
                  </a:cubicBezTo>
                  <a:lnTo>
                    <a:pt x="84921" y="235227"/>
                  </a:lnTo>
                  <a:cubicBezTo>
                    <a:pt x="80921" y="235227"/>
                    <a:pt x="77301" y="232750"/>
                    <a:pt x="75873" y="228845"/>
                  </a:cubicBezTo>
                  <a:close/>
                  <a:moveTo>
                    <a:pt x="63395" y="192840"/>
                  </a:moveTo>
                  <a:cubicBezTo>
                    <a:pt x="61585" y="187792"/>
                    <a:pt x="64252" y="182363"/>
                    <a:pt x="69205" y="180648"/>
                  </a:cubicBezTo>
                  <a:lnTo>
                    <a:pt x="69205" y="180648"/>
                  </a:lnTo>
                  <a:cubicBezTo>
                    <a:pt x="74158" y="178934"/>
                    <a:pt x="79587" y="181506"/>
                    <a:pt x="81302" y="186459"/>
                  </a:cubicBezTo>
                  <a:lnTo>
                    <a:pt x="81302" y="186459"/>
                  </a:lnTo>
                  <a:cubicBezTo>
                    <a:pt x="83016" y="191412"/>
                    <a:pt x="80445" y="196936"/>
                    <a:pt x="75492" y="198651"/>
                  </a:cubicBezTo>
                  <a:lnTo>
                    <a:pt x="75492" y="198651"/>
                  </a:lnTo>
                  <a:cubicBezTo>
                    <a:pt x="74444" y="199032"/>
                    <a:pt x="73396" y="199222"/>
                    <a:pt x="72348" y="199222"/>
                  </a:cubicBezTo>
                  <a:lnTo>
                    <a:pt x="72348" y="199222"/>
                  </a:lnTo>
                  <a:cubicBezTo>
                    <a:pt x="68443" y="199222"/>
                    <a:pt x="64728" y="196746"/>
                    <a:pt x="63395" y="192840"/>
                  </a:cubicBezTo>
                  <a:close/>
                  <a:moveTo>
                    <a:pt x="50822" y="156741"/>
                  </a:moveTo>
                  <a:cubicBezTo>
                    <a:pt x="49107" y="151788"/>
                    <a:pt x="51679" y="146358"/>
                    <a:pt x="56632" y="144644"/>
                  </a:cubicBezTo>
                  <a:lnTo>
                    <a:pt x="56632" y="144644"/>
                  </a:lnTo>
                  <a:cubicBezTo>
                    <a:pt x="61585" y="142929"/>
                    <a:pt x="67014" y="145501"/>
                    <a:pt x="68729" y="150454"/>
                  </a:cubicBezTo>
                  <a:lnTo>
                    <a:pt x="68729" y="150454"/>
                  </a:lnTo>
                  <a:cubicBezTo>
                    <a:pt x="70539" y="155407"/>
                    <a:pt x="67872" y="160932"/>
                    <a:pt x="62919" y="162551"/>
                  </a:cubicBezTo>
                  <a:lnTo>
                    <a:pt x="62919" y="162551"/>
                  </a:lnTo>
                  <a:cubicBezTo>
                    <a:pt x="61871" y="162932"/>
                    <a:pt x="60823" y="163122"/>
                    <a:pt x="59775" y="163122"/>
                  </a:cubicBezTo>
                  <a:lnTo>
                    <a:pt x="59775" y="163122"/>
                  </a:lnTo>
                  <a:cubicBezTo>
                    <a:pt x="55870" y="163122"/>
                    <a:pt x="52155" y="160646"/>
                    <a:pt x="50822" y="156741"/>
                  </a:cubicBezTo>
                  <a:close/>
                  <a:moveTo>
                    <a:pt x="38249" y="120736"/>
                  </a:moveTo>
                  <a:cubicBezTo>
                    <a:pt x="36439" y="115783"/>
                    <a:pt x="39106" y="110354"/>
                    <a:pt x="44059" y="108639"/>
                  </a:cubicBezTo>
                  <a:lnTo>
                    <a:pt x="44059" y="108639"/>
                  </a:lnTo>
                  <a:cubicBezTo>
                    <a:pt x="49107" y="106830"/>
                    <a:pt x="54537" y="109497"/>
                    <a:pt x="56251" y="114450"/>
                  </a:cubicBezTo>
                  <a:lnTo>
                    <a:pt x="56251" y="114450"/>
                  </a:lnTo>
                  <a:cubicBezTo>
                    <a:pt x="57966" y="119403"/>
                    <a:pt x="55299" y="124832"/>
                    <a:pt x="50346" y="126546"/>
                  </a:cubicBezTo>
                  <a:lnTo>
                    <a:pt x="50346" y="126546"/>
                  </a:lnTo>
                  <a:cubicBezTo>
                    <a:pt x="49298" y="126927"/>
                    <a:pt x="48250" y="127118"/>
                    <a:pt x="47202" y="127118"/>
                  </a:cubicBezTo>
                  <a:lnTo>
                    <a:pt x="47202" y="127118"/>
                  </a:lnTo>
                  <a:cubicBezTo>
                    <a:pt x="43297" y="127118"/>
                    <a:pt x="39582" y="124641"/>
                    <a:pt x="38249" y="120736"/>
                  </a:cubicBezTo>
                  <a:close/>
                  <a:moveTo>
                    <a:pt x="25676" y="84732"/>
                  </a:moveTo>
                  <a:cubicBezTo>
                    <a:pt x="23961" y="79779"/>
                    <a:pt x="26533" y="74254"/>
                    <a:pt x="31486" y="72540"/>
                  </a:cubicBezTo>
                  <a:lnTo>
                    <a:pt x="31486" y="72540"/>
                  </a:lnTo>
                  <a:cubicBezTo>
                    <a:pt x="36439" y="70825"/>
                    <a:pt x="41868" y="73397"/>
                    <a:pt x="43678" y="78350"/>
                  </a:cubicBezTo>
                  <a:lnTo>
                    <a:pt x="43678" y="78350"/>
                  </a:lnTo>
                  <a:cubicBezTo>
                    <a:pt x="45393" y="83398"/>
                    <a:pt x="42726" y="88827"/>
                    <a:pt x="37773" y="90542"/>
                  </a:cubicBezTo>
                  <a:lnTo>
                    <a:pt x="37773" y="90542"/>
                  </a:lnTo>
                  <a:cubicBezTo>
                    <a:pt x="36725" y="90923"/>
                    <a:pt x="35677" y="91113"/>
                    <a:pt x="34629" y="91113"/>
                  </a:cubicBezTo>
                  <a:lnTo>
                    <a:pt x="34629" y="91113"/>
                  </a:lnTo>
                  <a:cubicBezTo>
                    <a:pt x="30724" y="91113"/>
                    <a:pt x="27009" y="88637"/>
                    <a:pt x="25676" y="84732"/>
                  </a:cubicBezTo>
                  <a:close/>
                  <a:moveTo>
                    <a:pt x="13103" y="48632"/>
                  </a:moveTo>
                  <a:cubicBezTo>
                    <a:pt x="11388" y="43679"/>
                    <a:pt x="13960" y="38250"/>
                    <a:pt x="19008" y="36535"/>
                  </a:cubicBezTo>
                  <a:lnTo>
                    <a:pt x="19008" y="36535"/>
                  </a:lnTo>
                  <a:cubicBezTo>
                    <a:pt x="23961" y="34821"/>
                    <a:pt x="29391" y="37392"/>
                    <a:pt x="31105" y="42345"/>
                  </a:cubicBezTo>
                  <a:lnTo>
                    <a:pt x="31105" y="42345"/>
                  </a:lnTo>
                  <a:cubicBezTo>
                    <a:pt x="32820" y="47298"/>
                    <a:pt x="30248" y="52728"/>
                    <a:pt x="25200" y="54537"/>
                  </a:cubicBezTo>
                  <a:lnTo>
                    <a:pt x="25200" y="54537"/>
                  </a:lnTo>
                  <a:cubicBezTo>
                    <a:pt x="24152" y="54823"/>
                    <a:pt x="23104" y="55014"/>
                    <a:pt x="22056" y="55014"/>
                  </a:cubicBezTo>
                  <a:lnTo>
                    <a:pt x="22056" y="55014"/>
                  </a:lnTo>
                  <a:cubicBezTo>
                    <a:pt x="18151" y="55014"/>
                    <a:pt x="14436" y="52537"/>
                    <a:pt x="13103" y="48632"/>
                  </a:cubicBezTo>
                  <a:close/>
                  <a:moveTo>
                    <a:pt x="530" y="12627"/>
                  </a:moveTo>
                  <a:cubicBezTo>
                    <a:pt x="-1185" y="7674"/>
                    <a:pt x="1387" y="2245"/>
                    <a:pt x="6435" y="531"/>
                  </a:cubicBezTo>
                  <a:lnTo>
                    <a:pt x="6435" y="531"/>
                  </a:lnTo>
                  <a:cubicBezTo>
                    <a:pt x="11388" y="-1184"/>
                    <a:pt x="16818" y="1388"/>
                    <a:pt x="18532" y="6341"/>
                  </a:cubicBezTo>
                  <a:lnTo>
                    <a:pt x="18532" y="6341"/>
                  </a:lnTo>
                  <a:cubicBezTo>
                    <a:pt x="20247" y="11294"/>
                    <a:pt x="17675" y="16723"/>
                    <a:pt x="12722" y="18438"/>
                  </a:cubicBezTo>
                  <a:lnTo>
                    <a:pt x="12722" y="18438"/>
                  </a:lnTo>
                  <a:cubicBezTo>
                    <a:pt x="11674" y="18819"/>
                    <a:pt x="10626" y="19009"/>
                    <a:pt x="9579" y="19009"/>
                  </a:cubicBezTo>
                  <a:lnTo>
                    <a:pt x="9579" y="19009"/>
                  </a:lnTo>
                  <a:cubicBezTo>
                    <a:pt x="5578" y="19009"/>
                    <a:pt x="1959" y="16533"/>
                    <a:pt x="530" y="126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9C360E3-3DC5-E90E-01AE-EE3547CACA6C}"/>
                </a:ext>
              </a:extLst>
            </p:cNvPr>
            <p:cNvSpPr/>
            <p:nvPr/>
          </p:nvSpPr>
          <p:spPr>
            <a:xfrm>
              <a:off x="5835777" y="3607021"/>
              <a:ext cx="535971" cy="19050"/>
            </a:xfrm>
            <a:custGeom>
              <a:avLst/>
              <a:gdLst>
                <a:gd name="connsiteX0" fmla="*/ 517017 w 535971"/>
                <a:gd name="connsiteY0" fmla="*/ 9525 h 19050"/>
                <a:gd name="connsiteX1" fmla="*/ 526542 w 535971"/>
                <a:gd name="connsiteY1" fmla="*/ 0 h 19050"/>
                <a:gd name="connsiteX2" fmla="*/ 526542 w 535971"/>
                <a:gd name="connsiteY2" fmla="*/ 0 h 19050"/>
                <a:gd name="connsiteX3" fmla="*/ 535972 w 535971"/>
                <a:gd name="connsiteY3" fmla="*/ 9525 h 19050"/>
                <a:gd name="connsiteX4" fmla="*/ 535972 w 535971"/>
                <a:gd name="connsiteY4" fmla="*/ 9525 h 19050"/>
                <a:gd name="connsiteX5" fmla="*/ 526542 w 535971"/>
                <a:gd name="connsiteY5" fmla="*/ 19050 h 19050"/>
                <a:gd name="connsiteX6" fmla="*/ 526542 w 535971"/>
                <a:gd name="connsiteY6" fmla="*/ 19050 h 19050"/>
                <a:gd name="connsiteX7" fmla="*/ 517017 w 535971"/>
                <a:gd name="connsiteY7" fmla="*/ 9525 h 19050"/>
                <a:gd name="connsiteX8" fmla="*/ 480060 w 535971"/>
                <a:gd name="connsiteY8" fmla="*/ 9525 h 19050"/>
                <a:gd name="connsiteX9" fmla="*/ 489585 w 535971"/>
                <a:gd name="connsiteY9" fmla="*/ 0 h 19050"/>
                <a:gd name="connsiteX10" fmla="*/ 489585 w 535971"/>
                <a:gd name="connsiteY10" fmla="*/ 0 h 19050"/>
                <a:gd name="connsiteX11" fmla="*/ 499110 w 535971"/>
                <a:gd name="connsiteY11" fmla="*/ 9525 h 19050"/>
                <a:gd name="connsiteX12" fmla="*/ 499110 w 535971"/>
                <a:gd name="connsiteY12" fmla="*/ 9525 h 19050"/>
                <a:gd name="connsiteX13" fmla="*/ 489585 w 535971"/>
                <a:gd name="connsiteY13" fmla="*/ 19050 h 19050"/>
                <a:gd name="connsiteX14" fmla="*/ 489585 w 535971"/>
                <a:gd name="connsiteY14" fmla="*/ 19050 h 19050"/>
                <a:gd name="connsiteX15" fmla="*/ 480060 w 535971"/>
                <a:gd name="connsiteY15" fmla="*/ 9525 h 19050"/>
                <a:gd name="connsiteX16" fmla="*/ 443103 w 535971"/>
                <a:gd name="connsiteY16" fmla="*/ 9525 h 19050"/>
                <a:gd name="connsiteX17" fmla="*/ 452628 w 535971"/>
                <a:gd name="connsiteY17" fmla="*/ 0 h 19050"/>
                <a:gd name="connsiteX18" fmla="*/ 452628 w 535971"/>
                <a:gd name="connsiteY18" fmla="*/ 0 h 19050"/>
                <a:gd name="connsiteX19" fmla="*/ 462153 w 535971"/>
                <a:gd name="connsiteY19" fmla="*/ 9525 h 19050"/>
                <a:gd name="connsiteX20" fmla="*/ 462153 w 535971"/>
                <a:gd name="connsiteY20" fmla="*/ 9525 h 19050"/>
                <a:gd name="connsiteX21" fmla="*/ 452628 w 535971"/>
                <a:gd name="connsiteY21" fmla="*/ 19050 h 19050"/>
                <a:gd name="connsiteX22" fmla="*/ 452628 w 535971"/>
                <a:gd name="connsiteY22" fmla="*/ 19050 h 19050"/>
                <a:gd name="connsiteX23" fmla="*/ 443103 w 535971"/>
                <a:gd name="connsiteY23" fmla="*/ 9525 h 19050"/>
                <a:gd name="connsiteX24" fmla="*/ 406146 w 535971"/>
                <a:gd name="connsiteY24" fmla="*/ 9525 h 19050"/>
                <a:gd name="connsiteX25" fmla="*/ 415671 w 535971"/>
                <a:gd name="connsiteY25" fmla="*/ 0 h 19050"/>
                <a:gd name="connsiteX26" fmla="*/ 415671 w 535971"/>
                <a:gd name="connsiteY26" fmla="*/ 0 h 19050"/>
                <a:gd name="connsiteX27" fmla="*/ 425291 w 535971"/>
                <a:gd name="connsiteY27" fmla="*/ 9525 h 19050"/>
                <a:gd name="connsiteX28" fmla="*/ 425291 w 535971"/>
                <a:gd name="connsiteY28" fmla="*/ 9525 h 19050"/>
                <a:gd name="connsiteX29" fmla="*/ 415671 w 535971"/>
                <a:gd name="connsiteY29" fmla="*/ 19050 h 19050"/>
                <a:gd name="connsiteX30" fmla="*/ 415671 w 535971"/>
                <a:gd name="connsiteY30" fmla="*/ 19050 h 19050"/>
                <a:gd name="connsiteX31" fmla="*/ 406146 w 535971"/>
                <a:gd name="connsiteY31" fmla="*/ 9525 h 19050"/>
                <a:gd name="connsiteX32" fmla="*/ 369284 w 535971"/>
                <a:gd name="connsiteY32" fmla="*/ 9525 h 19050"/>
                <a:gd name="connsiteX33" fmla="*/ 378809 w 535971"/>
                <a:gd name="connsiteY33" fmla="*/ 0 h 19050"/>
                <a:gd name="connsiteX34" fmla="*/ 378809 w 535971"/>
                <a:gd name="connsiteY34" fmla="*/ 0 h 19050"/>
                <a:gd name="connsiteX35" fmla="*/ 388334 w 535971"/>
                <a:gd name="connsiteY35" fmla="*/ 9525 h 19050"/>
                <a:gd name="connsiteX36" fmla="*/ 388334 w 535971"/>
                <a:gd name="connsiteY36" fmla="*/ 9525 h 19050"/>
                <a:gd name="connsiteX37" fmla="*/ 378809 w 535971"/>
                <a:gd name="connsiteY37" fmla="*/ 19050 h 19050"/>
                <a:gd name="connsiteX38" fmla="*/ 378809 w 535971"/>
                <a:gd name="connsiteY38" fmla="*/ 19050 h 19050"/>
                <a:gd name="connsiteX39" fmla="*/ 369284 w 535971"/>
                <a:gd name="connsiteY39" fmla="*/ 9525 h 19050"/>
                <a:gd name="connsiteX40" fmla="*/ 332327 w 535971"/>
                <a:gd name="connsiteY40" fmla="*/ 9525 h 19050"/>
                <a:gd name="connsiteX41" fmla="*/ 341852 w 535971"/>
                <a:gd name="connsiteY41" fmla="*/ 0 h 19050"/>
                <a:gd name="connsiteX42" fmla="*/ 341852 w 535971"/>
                <a:gd name="connsiteY42" fmla="*/ 0 h 19050"/>
                <a:gd name="connsiteX43" fmla="*/ 351377 w 535971"/>
                <a:gd name="connsiteY43" fmla="*/ 9525 h 19050"/>
                <a:gd name="connsiteX44" fmla="*/ 351377 w 535971"/>
                <a:gd name="connsiteY44" fmla="*/ 9525 h 19050"/>
                <a:gd name="connsiteX45" fmla="*/ 341852 w 535971"/>
                <a:gd name="connsiteY45" fmla="*/ 19050 h 19050"/>
                <a:gd name="connsiteX46" fmla="*/ 341852 w 535971"/>
                <a:gd name="connsiteY46" fmla="*/ 19050 h 19050"/>
                <a:gd name="connsiteX47" fmla="*/ 332327 w 535971"/>
                <a:gd name="connsiteY47" fmla="*/ 9525 h 19050"/>
                <a:gd name="connsiteX48" fmla="*/ 295466 w 535971"/>
                <a:gd name="connsiteY48" fmla="*/ 9525 h 19050"/>
                <a:gd name="connsiteX49" fmla="*/ 304991 w 535971"/>
                <a:gd name="connsiteY49" fmla="*/ 0 h 19050"/>
                <a:gd name="connsiteX50" fmla="*/ 304991 w 535971"/>
                <a:gd name="connsiteY50" fmla="*/ 0 h 19050"/>
                <a:gd name="connsiteX51" fmla="*/ 314420 w 535971"/>
                <a:gd name="connsiteY51" fmla="*/ 9525 h 19050"/>
                <a:gd name="connsiteX52" fmla="*/ 314420 w 535971"/>
                <a:gd name="connsiteY52" fmla="*/ 9525 h 19050"/>
                <a:gd name="connsiteX53" fmla="*/ 304991 w 535971"/>
                <a:gd name="connsiteY53" fmla="*/ 19050 h 19050"/>
                <a:gd name="connsiteX54" fmla="*/ 304991 w 535971"/>
                <a:gd name="connsiteY54" fmla="*/ 19050 h 19050"/>
                <a:gd name="connsiteX55" fmla="*/ 295466 w 535971"/>
                <a:gd name="connsiteY55" fmla="*/ 9525 h 19050"/>
                <a:gd name="connsiteX56" fmla="*/ 258509 w 535971"/>
                <a:gd name="connsiteY56" fmla="*/ 9525 h 19050"/>
                <a:gd name="connsiteX57" fmla="*/ 268034 w 535971"/>
                <a:gd name="connsiteY57" fmla="*/ 0 h 19050"/>
                <a:gd name="connsiteX58" fmla="*/ 268034 w 535971"/>
                <a:gd name="connsiteY58" fmla="*/ 0 h 19050"/>
                <a:gd name="connsiteX59" fmla="*/ 277559 w 535971"/>
                <a:gd name="connsiteY59" fmla="*/ 9525 h 19050"/>
                <a:gd name="connsiteX60" fmla="*/ 277559 w 535971"/>
                <a:gd name="connsiteY60" fmla="*/ 9525 h 19050"/>
                <a:gd name="connsiteX61" fmla="*/ 268034 w 535971"/>
                <a:gd name="connsiteY61" fmla="*/ 19050 h 19050"/>
                <a:gd name="connsiteX62" fmla="*/ 268034 w 535971"/>
                <a:gd name="connsiteY62" fmla="*/ 19050 h 19050"/>
                <a:gd name="connsiteX63" fmla="*/ 258509 w 535971"/>
                <a:gd name="connsiteY63" fmla="*/ 9525 h 19050"/>
                <a:gd name="connsiteX64" fmla="*/ 221551 w 535971"/>
                <a:gd name="connsiteY64" fmla="*/ 9525 h 19050"/>
                <a:gd name="connsiteX65" fmla="*/ 231076 w 535971"/>
                <a:gd name="connsiteY65" fmla="*/ 0 h 19050"/>
                <a:gd name="connsiteX66" fmla="*/ 231076 w 535971"/>
                <a:gd name="connsiteY66" fmla="*/ 0 h 19050"/>
                <a:gd name="connsiteX67" fmla="*/ 240601 w 535971"/>
                <a:gd name="connsiteY67" fmla="*/ 9525 h 19050"/>
                <a:gd name="connsiteX68" fmla="*/ 240601 w 535971"/>
                <a:gd name="connsiteY68" fmla="*/ 9525 h 19050"/>
                <a:gd name="connsiteX69" fmla="*/ 231076 w 535971"/>
                <a:gd name="connsiteY69" fmla="*/ 19050 h 19050"/>
                <a:gd name="connsiteX70" fmla="*/ 231076 w 535971"/>
                <a:gd name="connsiteY70" fmla="*/ 19050 h 19050"/>
                <a:gd name="connsiteX71" fmla="*/ 221551 w 535971"/>
                <a:gd name="connsiteY71" fmla="*/ 9525 h 19050"/>
                <a:gd name="connsiteX72" fmla="*/ 184595 w 535971"/>
                <a:gd name="connsiteY72" fmla="*/ 9525 h 19050"/>
                <a:gd name="connsiteX73" fmla="*/ 194120 w 535971"/>
                <a:gd name="connsiteY73" fmla="*/ 0 h 19050"/>
                <a:gd name="connsiteX74" fmla="*/ 194120 w 535971"/>
                <a:gd name="connsiteY74" fmla="*/ 0 h 19050"/>
                <a:gd name="connsiteX75" fmla="*/ 203645 w 535971"/>
                <a:gd name="connsiteY75" fmla="*/ 9525 h 19050"/>
                <a:gd name="connsiteX76" fmla="*/ 203645 w 535971"/>
                <a:gd name="connsiteY76" fmla="*/ 9525 h 19050"/>
                <a:gd name="connsiteX77" fmla="*/ 194120 w 535971"/>
                <a:gd name="connsiteY77" fmla="*/ 19050 h 19050"/>
                <a:gd name="connsiteX78" fmla="*/ 194120 w 535971"/>
                <a:gd name="connsiteY78" fmla="*/ 19050 h 19050"/>
                <a:gd name="connsiteX79" fmla="*/ 184595 w 535971"/>
                <a:gd name="connsiteY79" fmla="*/ 9525 h 19050"/>
                <a:gd name="connsiteX80" fmla="*/ 147638 w 535971"/>
                <a:gd name="connsiteY80" fmla="*/ 9525 h 19050"/>
                <a:gd name="connsiteX81" fmla="*/ 157258 w 535971"/>
                <a:gd name="connsiteY81" fmla="*/ 0 h 19050"/>
                <a:gd name="connsiteX82" fmla="*/ 157258 w 535971"/>
                <a:gd name="connsiteY82" fmla="*/ 0 h 19050"/>
                <a:gd name="connsiteX83" fmla="*/ 166783 w 535971"/>
                <a:gd name="connsiteY83" fmla="*/ 9525 h 19050"/>
                <a:gd name="connsiteX84" fmla="*/ 166783 w 535971"/>
                <a:gd name="connsiteY84" fmla="*/ 9525 h 19050"/>
                <a:gd name="connsiteX85" fmla="*/ 157258 w 535971"/>
                <a:gd name="connsiteY85" fmla="*/ 19050 h 19050"/>
                <a:gd name="connsiteX86" fmla="*/ 157258 w 535971"/>
                <a:gd name="connsiteY86" fmla="*/ 19050 h 19050"/>
                <a:gd name="connsiteX87" fmla="*/ 147638 w 535971"/>
                <a:gd name="connsiteY87" fmla="*/ 9525 h 19050"/>
                <a:gd name="connsiteX88" fmla="*/ 110776 w 535971"/>
                <a:gd name="connsiteY88" fmla="*/ 9525 h 19050"/>
                <a:gd name="connsiteX89" fmla="*/ 120301 w 535971"/>
                <a:gd name="connsiteY89" fmla="*/ 0 h 19050"/>
                <a:gd name="connsiteX90" fmla="*/ 120301 w 535971"/>
                <a:gd name="connsiteY90" fmla="*/ 0 h 19050"/>
                <a:gd name="connsiteX91" fmla="*/ 129826 w 535971"/>
                <a:gd name="connsiteY91" fmla="*/ 9525 h 19050"/>
                <a:gd name="connsiteX92" fmla="*/ 129826 w 535971"/>
                <a:gd name="connsiteY92" fmla="*/ 9525 h 19050"/>
                <a:gd name="connsiteX93" fmla="*/ 120301 w 535971"/>
                <a:gd name="connsiteY93" fmla="*/ 19050 h 19050"/>
                <a:gd name="connsiteX94" fmla="*/ 120301 w 535971"/>
                <a:gd name="connsiteY94" fmla="*/ 19050 h 19050"/>
                <a:gd name="connsiteX95" fmla="*/ 110776 w 535971"/>
                <a:gd name="connsiteY95" fmla="*/ 9525 h 19050"/>
                <a:gd name="connsiteX96" fmla="*/ 73819 w 535971"/>
                <a:gd name="connsiteY96" fmla="*/ 9525 h 19050"/>
                <a:gd name="connsiteX97" fmla="*/ 83344 w 535971"/>
                <a:gd name="connsiteY97" fmla="*/ 0 h 19050"/>
                <a:gd name="connsiteX98" fmla="*/ 83344 w 535971"/>
                <a:gd name="connsiteY98" fmla="*/ 0 h 19050"/>
                <a:gd name="connsiteX99" fmla="*/ 92869 w 535971"/>
                <a:gd name="connsiteY99" fmla="*/ 9525 h 19050"/>
                <a:gd name="connsiteX100" fmla="*/ 92869 w 535971"/>
                <a:gd name="connsiteY100" fmla="*/ 9525 h 19050"/>
                <a:gd name="connsiteX101" fmla="*/ 83344 w 535971"/>
                <a:gd name="connsiteY101" fmla="*/ 19050 h 19050"/>
                <a:gd name="connsiteX102" fmla="*/ 83344 w 535971"/>
                <a:gd name="connsiteY102" fmla="*/ 19050 h 19050"/>
                <a:gd name="connsiteX103" fmla="*/ 73819 w 535971"/>
                <a:gd name="connsiteY103" fmla="*/ 9525 h 19050"/>
                <a:gd name="connsiteX104" fmla="*/ 36957 w 535971"/>
                <a:gd name="connsiteY104" fmla="*/ 9525 h 19050"/>
                <a:gd name="connsiteX105" fmla="*/ 46482 w 535971"/>
                <a:gd name="connsiteY105" fmla="*/ 0 h 19050"/>
                <a:gd name="connsiteX106" fmla="*/ 46482 w 535971"/>
                <a:gd name="connsiteY106" fmla="*/ 0 h 19050"/>
                <a:gd name="connsiteX107" fmla="*/ 55912 w 535971"/>
                <a:gd name="connsiteY107" fmla="*/ 9525 h 19050"/>
                <a:gd name="connsiteX108" fmla="*/ 55912 w 535971"/>
                <a:gd name="connsiteY108" fmla="*/ 9525 h 19050"/>
                <a:gd name="connsiteX109" fmla="*/ 46482 w 535971"/>
                <a:gd name="connsiteY109" fmla="*/ 19050 h 19050"/>
                <a:gd name="connsiteX110" fmla="*/ 46482 w 535971"/>
                <a:gd name="connsiteY110" fmla="*/ 19050 h 19050"/>
                <a:gd name="connsiteX111" fmla="*/ 36957 w 535971"/>
                <a:gd name="connsiteY111" fmla="*/ 9525 h 19050"/>
                <a:gd name="connsiteX112" fmla="*/ 0 w 535971"/>
                <a:gd name="connsiteY112" fmla="*/ 9525 h 19050"/>
                <a:gd name="connsiteX113" fmla="*/ 9525 w 535971"/>
                <a:gd name="connsiteY113" fmla="*/ 0 h 19050"/>
                <a:gd name="connsiteX114" fmla="*/ 9525 w 535971"/>
                <a:gd name="connsiteY114" fmla="*/ 0 h 19050"/>
                <a:gd name="connsiteX115" fmla="*/ 19050 w 535971"/>
                <a:gd name="connsiteY115" fmla="*/ 9525 h 19050"/>
                <a:gd name="connsiteX116" fmla="*/ 19050 w 535971"/>
                <a:gd name="connsiteY116" fmla="*/ 9525 h 19050"/>
                <a:gd name="connsiteX117" fmla="*/ 9525 w 535971"/>
                <a:gd name="connsiteY117" fmla="*/ 19050 h 19050"/>
                <a:gd name="connsiteX118" fmla="*/ 9525 w 535971"/>
                <a:gd name="connsiteY118" fmla="*/ 19050 h 19050"/>
                <a:gd name="connsiteX119" fmla="*/ 0 w 535971"/>
                <a:gd name="connsiteY119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535971" h="19050">
                  <a:moveTo>
                    <a:pt x="517017" y="9525"/>
                  </a:moveTo>
                  <a:cubicBezTo>
                    <a:pt x="517017" y="4286"/>
                    <a:pt x="521208" y="0"/>
                    <a:pt x="526542" y="0"/>
                  </a:cubicBezTo>
                  <a:lnTo>
                    <a:pt x="526542" y="0"/>
                  </a:lnTo>
                  <a:cubicBezTo>
                    <a:pt x="531781" y="0"/>
                    <a:pt x="535972" y="4286"/>
                    <a:pt x="535972" y="9525"/>
                  </a:cubicBezTo>
                  <a:lnTo>
                    <a:pt x="535972" y="9525"/>
                  </a:lnTo>
                  <a:cubicBezTo>
                    <a:pt x="535972" y="14764"/>
                    <a:pt x="531781" y="19050"/>
                    <a:pt x="526542" y="19050"/>
                  </a:cubicBezTo>
                  <a:lnTo>
                    <a:pt x="526542" y="19050"/>
                  </a:lnTo>
                  <a:cubicBezTo>
                    <a:pt x="521208" y="19050"/>
                    <a:pt x="517017" y="14764"/>
                    <a:pt x="517017" y="9525"/>
                  </a:cubicBezTo>
                  <a:close/>
                  <a:moveTo>
                    <a:pt x="480060" y="9525"/>
                  </a:moveTo>
                  <a:cubicBezTo>
                    <a:pt x="480060" y="4286"/>
                    <a:pt x="484346" y="0"/>
                    <a:pt x="489585" y="0"/>
                  </a:cubicBezTo>
                  <a:lnTo>
                    <a:pt x="489585" y="0"/>
                  </a:lnTo>
                  <a:cubicBezTo>
                    <a:pt x="494824" y="0"/>
                    <a:pt x="499110" y="4286"/>
                    <a:pt x="499110" y="9525"/>
                  </a:cubicBezTo>
                  <a:lnTo>
                    <a:pt x="499110" y="9525"/>
                  </a:lnTo>
                  <a:cubicBezTo>
                    <a:pt x="499110" y="14764"/>
                    <a:pt x="494824" y="19050"/>
                    <a:pt x="489585" y="19050"/>
                  </a:cubicBezTo>
                  <a:lnTo>
                    <a:pt x="489585" y="19050"/>
                  </a:lnTo>
                  <a:cubicBezTo>
                    <a:pt x="484346" y="19050"/>
                    <a:pt x="480060" y="14764"/>
                    <a:pt x="480060" y="9525"/>
                  </a:cubicBezTo>
                  <a:close/>
                  <a:moveTo>
                    <a:pt x="443103" y="9525"/>
                  </a:moveTo>
                  <a:cubicBezTo>
                    <a:pt x="443103" y="4286"/>
                    <a:pt x="447389" y="0"/>
                    <a:pt x="452628" y="0"/>
                  </a:cubicBezTo>
                  <a:lnTo>
                    <a:pt x="452628" y="0"/>
                  </a:lnTo>
                  <a:cubicBezTo>
                    <a:pt x="457867" y="0"/>
                    <a:pt x="462153" y="4286"/>
                    <a:pt x="462153" y="9525"/>
                  </a:cubicBezTo>
                  <a:lnTo>
                    <a:pt x="462153" y="9525"/>
                  </a:lnTo>
                  <a:cubicBezTo>
                    <a:pt x="462153" y="14764"/>
                    <a:pt x="457867" y="19050"/>
                    <a:pt x="452628" y="19050"/>
                  </a:cubicBezTo>
                  <a:lnTo>
                    <a:pt x="452628" y="19050"/>
                  </a:lnTo>
                  <a:cubicBezTo>
                    <a:pt x="447389" y="19050"/>
                    <a:pt x="443103" y="14764"/>
                    <a:pt x="443103" y="9525"/>
                  </a:cubicBezTo>
                  <a:close/>
                  <a:moveTo>
                    <a:pt x="406146" y="9525"/>
                  </a:moveTo>
                  <a:cubicBezTo>
                    <a:pt x="406146" y="4286"/>
                    <a:pt x="410432" y="0"/>
                    <a:pt x="415671" y="0"/>
                  </a:cubicBezTo>
                  <a:lnTo>
                    <a:pt x="415671" y="0"/>
                  </a:lnTo>
                  <a:cubicBezTo>
                    <a:pt x="421005" y="0"/>
                    <a:pt x="425291" y="4286"/>
                    <a:pt x="425291" y="9525"/>
                  </a:cubicBezTo>
                  <a:lnTo>
                    <a:pt x="425291" y="9525"/>
                  </a:lnTo>
                  <a:cubicBezTo>
                    <a:pt x="425291" y="14764"/>
                    <a:pt x="421005" y="19050"/>
                    <a:pt x="415671" y="19050"/>
                  </a:cubicBezTo>
                  <a:lnTo>
                    <a:pt x="415671" y="19050"/>
                  </a:lnTo>
                  <a:cubicBezTo>
                    <a:pt x="410432" y="19050"/>
                    <a:pt x="406146" y="14764"/>
                    <a:pt x="406146" y="9525"/>
                  </a:cubicBezTo>
                  <a:close/>
                  <a:moveTo>
                    <a:pt x="369284" y="9525"/>
                  </a:moveTo>
                  <a:cubicBezTo>
                    <a:pt x="369284" y="4286"/>
                    <a:pt x="373475" y="0"/>
                    <a:pt x="378809" y="0"/>
                  </a:cubicBezTo>
                  <a:lnTo>
                    <a:pt x="378809" y="0"/>
                  </a:lnTo>
                  <a:cubicBezTo>
                    <a:pt x="384048" y="0"/>
                    <a:pt x="388334" y="4286"/>
                    <a:pt x="388334" y="9525"/>
                  </a:cubicBezTo>
                  <a:lnTo>
                    <a:pt x="388334" y="9525"/>
                  </a:lnTo>
                  <a:cubicBezTo>
                    <a:pt x="388334" y="14764"/>
                    <a:pt x="384048" y="19050"/>
                    <a:pt x="378809" y="19050"/>
                  </a:cubicBezTo>
                  <a:lnTo>
                    <a:pt x="378809" y="19050"/>
                  </a:lnTo>
                  <a:cubicBezTo>
                    <a:pt x="373475" y="19050"/>
                    <a:pt x="369284" y="14764"/>
                    <a:pt x="369284" y="9525"/>
                  </a:cubicBezTo>
                  <a:close/>
                  <a:moveTo>
                    <a:pt x="332327" y="9525"/>
                  </a:moveTo>
                  <a:cubicBezTo>
                    <a:pt x="332327" y="4286"/>
                    <a:pt x="336614" y="0"/>
                    <a:pt x="341852" y="0"/>
                  </a:cubicBezTo>
                  <a:lnTo>
                    <a:pt x="341852" y="0"/>
                  </a:lnTo>
                  <a:cubicBezTo>
                    <a:pt x="347091" y="0"/>
                    <a:pt x="351377" y="4286"/>
                    <a:pt x="351377" y="9525"/>
                  </a:cubicBezTo>
                  <a:lnTo>
                    <a:pt x="351377" y="9525"/>
                  </a:lnTo>
                  <a:cubicBezTo>
                    <a:pt x="351377" y="14764"/>
                    <a:pt x="347091" y="19050"/>
                    <a:pt x="341852" y="19050"/>
                  </a:cubicBezTo>
                  <a:lnTo>
                    <a:pt x="341852" y="19050"/>
                  </a:lnTo>
                  <a:cubicBezTo>
                    <a:pt x="336614" y="19050"/>
                    <a:pt x="332327" y="14764"/>
                    <a:pt x="332327" y="9525"/>
                  </a:cubicBezTo>
                  <a:close/>
                  <a:moveTo>
                    <a:pt x="295466" y="9525"/>
                  </a:moveTo>
                  <a:cubicBezTo>
                    <a:pt x="295466" y="4286"/>
                    <a:pt x="299657" y="0"/>
                    <a:pt x="304991" y="0"/>
                  </a:cubicBezTo>
                  <a:lnTo>
                    <a:pt x="304991" y="0"/>
                  </a:lnTo>
                  <a:cubicBezTo>
                    <a:pt x="310229" y="0"/>
                    <a:pt x="314420" y="4286"/>
                    <a:pt x="314420" y="9525"/>
                  </a:cubicBezTo>
                  <a:lnTo>
                    <a:pt x="314420" y="9525"/>
                  </a:lnTo>
                  <a:cubicBezTo>
                    <a:pt x="314420" y="14764"/>
                    <a:pt x="310229" y="19050"/>
                    <a:pt x="304991" y="19050"/>
                  </a:cubicBezTo>
                  <a:lnTo>
                    <a:pt x="304991" y="19050"/>
                  </a:lnTo>
                  <a:cubicBezTo>
                    <a:pt x="299657" y="19050"/>
                    <a:pt x="295466" y="14764"/>
                    <a:pt x="295466" y="9525"/>
                  </a:cubicBezTo>
                  <a:close/>
                  <a:moveTo>
                    <a:pt x="258509" y="9525"/>
                  </a:moveTo>
                  <a:cubicBezTo>
                    <a:pt x="258509" y="4286"/>
                    <a:pt x="262699" y="0"/>
                    <a:pt x="268034" y="0"/>
                  </a:cubicBezTo>
                  <a:lnTo>
                    <a:pt x="268034" y="0"/>
                  </a:lnTo>
                  <a:cubicBezTo>
                    <a:pt x="273272" y="0"/>
                    <a:pt x="277559" y="4286"/>
                    <a:pt x="277559" y="9525"/>
                  </a:cubicBezTo>
                  <a:lnTo>
                    <a:pt x="277559" y="9525"/>
                  </a:lnTo>
                  <a:cubicBezTo>
                    <a:pt x="277559" y="14764"/>
                    <a:pt x="273272" y="19050"/>
                    <a:pt x="268034" y="19050"/>
                  </a:cubicBezTo>
                  <a:lnTo>
                    <a:pt x="268034" y="19050"/>
                  </a:lnTo>
                  <a:cubicBezTo>
                    <a:pt x="262699" y="19050"/>
                    <a:pt x="258509" y="14764"/>
                    <a:pt x="258509" y="9525"/>
                  </a:cubicBezTo>
                  <a:close/>
                  <a:moveTo>
                    <a:pt x="221551" y="9525"/>
                  </a:moveTo>
                  <a:cubicBezTo>
                    <a:pt x="221551" y="4286"/>
                    <a:pt x="225838" y="0"/>
                    <a:pt x="231076" y="0"/>
                  </a:cubicBezTo>
                  <a:lnTo>
                    <a:pt x="231076" y="0"/>
                  </a:lnTo>
                  <a:cubicBezTo>
                    <a:pt x="236315" y="0"/>
                    <a:pt x="240601" y="4286"/>
                    <a:pt x="240601" y="9525"/>
                  </a:cubicBezTo>
                  <a:lnTo>
                    <a:pt x="240601" y="9525"/>
                  </a:lnTo>
                  <a:cubicBezTo>
                    <a:pt x="240601" y="14764"/>
                    <a:pt x="236315" y="19050"/>
                    <a:pt x="231076" y="19050"/>
                  </a:cubicBezTo>
                  <a:lnTo>
                    <a:pt x="231076" y="19050"/>
                  </a:lnTo>
                  <a:cubicBezTo>
                    <a:pt x="225838" y="19050"/>
                    <a:pt x="221551" y="14764"/>
                    <a:pt x="221551" y="9525"/>
                  </a:cubicBezTo>
                  <a:close/>
                  <a:moveTo>
                    <a:pt x="184595" y="9525"/>
                  </a:moveTo>
                  <a:cubicBezTo>
                    <a:pt x="184595" y="4286"/>
                    <a:pt x="188881" y="0"/>
                    <a:pt x="194120" y="0"/>
                  </a:cubicBezTo>
                  <a:lnTo>
                    <a:pt x="194120" y="0"/>
                  </a:lnTo>
                  <a:cubicBezTo>
                    <a:pt x="199453" y="0"/>
                    <a:pt x="203645" y="4286"/>
                    <a:pt x="203645" y="9525"/>
                  </a:cubicBezTo>
                  <a:lnTo>
                    <a:pt x="203645" y="9525"/>
                  </a:lnTo>
                  <a:cubicBezTo>
                    <a:pt x="203645" y="14764"/>
                    <a:pt x="199453" y="19050"/>
                    <a:pt x="194120" y="19050"/>
                  </a:cubicBezTo>
                  <a:lnTo>
                    <a:pt x="194120" y="19050"/>
                  </a:lnTo>
                  <a:cubicBezTo>
                    <a:pt x="188881" y="19050"/>
                    <a:pt x="184595" y="14764"/>
                    <a:pt x="184595" y="9525"/>
                  </a:cubicBezTo>
                  <a:close/>
                  <a:moveTo>
                    <a:pt x="147638" y="9525"/>
                  </a:moveTo>
                  <a:cubicBezTo>
                    <a:pt x="147638" y="4286"/>
                    <a:pt x="151924" y="0"/>
                    <a:pt x="157258" y="0"/>
                  </a:cubicBezTo>
                  <a:lnTo>
                    <a:pt x="157258" y="0"/>
                  </a:lnTo>
                  <a:cubicBezTo>
                    <a:pt x="162497" y="0"/>
                    <a:pt x="166783" y="4286"/>
                    <a:pt x="166783" y="9525"/>
                  </a:cubicBezTo>
                  <a:lnTo>
                    <a:pt x="166783" y="9525"/>
                  </a:lnTo>
                  <a:cubicBezTo>
                    <a:pt x="166783" y="14764"/>
                    <a:pt x="162497" y="19050"/>
                    <a:pt x="157258" y="19050"/>
                  </a:cubicBezTo>
                  <a:lnTo>
                    <a:pt x="157258" y="19050"/>
                  </a:lnTo>
                  <a:cubicBezTo>
                    <a:pt x="151924" y="19050"/>
                    <a:pt x="147638" y="14764"/>
                    <a:pt x="147638" y="9525"/>
                  </a:cubicBezTo>
                  <a:close/>
                  <a:moveTo>
                    <a:pt x="110776" y="9525"/>
                  </a:moveTo>
                  <a:cubicBezTo>
                    <a:pt x="110776" y="4286"/>
                    <a:pt x="114967" y="0"/>
                    <a:pt x="120301" y="0"/>
                  </a:cubicBezTo>
                  <a:lnTo>
                    <a:pt x="120301" y="0"/>
                  </a:lnTo>
                  <a:cubicBezTo>
                    <a:pt x="125540" y="0"/>
                    <a:pt x="129826" y="4286"/>
                    <a:pt x="129826" y="9525"/>
                  </a:cubicBezTo>
                  <a:lnTo>
                    <a:pt x="129826" y="9525"/>
                  </a:lnTo>
                  <a:cubicBezTo>
                    <a:pt x="129826" y="14764"/>
                    <a:pt x="125540" y="19050"/>
                    <a:pt x="120301" y="19050"/>
                  </a:cubicBezTo>
                  <a:lnTo>
                    <a:pt x="120301" y="19050"/>
                  </a:lnTo>
                  <a:cubicBezTo>
                    <a:pt x="114967" y="19050"/>
                    <a:pt x="110776" y="14764"/>
                    <a:pt x="110776" y="9525"/>
                  </a:cubicBezTo>
                  <a:close/>
                  <a:moveTo>
                    <a:pt x="73819" y="9525"/>
                  </a:moveTo>
                  <a:cubicBezTo>
                    <a:pt x="73819" y="4286"/>
                    <a:pt x="78105" y="0"/>
                    <a:pt x="83344" y="0"/>
                  </a:cubicBezTo>
                  <a:lnTo>
                    <a:pt x="83344" y="0"/>
                  </a:lnTo>
                  <a:cubicBezTo>
                    <a:pt x="88582" y="0"/>
                    <a:pt x="92869" y="4286"/>
                    <a:pt x="92869" y="9525"/>
                  </a:cubicBezTo>
                  <a:lnTo>
                    <a:pt x="92869" y="9525"/>
                  </a:lnTo>
                  <a:cubicBezTo>
                    <a:pt x="92869" y="14764"/>
                    <a:pt x="88582" y="19050"/>
                    <a:pt x="83344" y="19050"/>
                  </a:cubicBezTo>
                  <a:lnTo>
                    <a:pt x="83344" y="19050"/>
                  </a:lnTo>
                  <a:cubicBezTo>
                    <a:pt x="78105" y="19050"/>
                    <a:pt x="73819" y="14764"/>
                    <a:pt x="73819" y="9525"/>
                  </a:cubicBezTo>
                  <a:close/>
                  <a:moveTo>
                    <a:pt x="36957" y="9525"/>
                  </a:moveTo>
                  <a:cubicBezTo>
                    <a:pt x="36957" y="4286"/>
                    <a:pt x="41148" y="0"/>
                    <a:pt x="46482" y="0"/>
                  </a:cubicBezTo>
                  <a:lnTo>
                    <a:pt x="46482" y="0"/>
                  </a:lnTo>
                  <a:cubicBezTo>
                    <a:pt x="51721" y="0"/>
                    <a:pt x="55912" y="4286"/>
                    <a:pt x="55912" y="9525"/>
                  </a:cubicBezTo>
                  <a:lnTo>
                    <a:pt x="55912" y="9525"/>
                  </a:lnTo>
                  <a:cubicBezTo>
                    <a:pt x="55912" y="14764"/>
                    <a:pt x="51721" y="19050"/>
                    <a:pt x="46482" y="19050"/>
                  </a:cubicBezTo>
                  <a:lnTo>
                    <a:pt x="46482" y="19050"/>
                  </a:lnTo>
                  <a:cubicBezTo>
                    <a:pt x="41148" y="19050"/>
                    <a:pt x="36957" y="14764"/>
                    <a:pt x="36957" y="9525"/>
                  </a:cubicBezTo>
                  <a:close/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B9F5931-0CCC-0DCA-47C8-EB4F46E10439}"/>
                </a:ext>
              </a:extLst>
            </p:cNvPr>
            <p:cNvSpPr/>
            <p:nvPr/>
          </p:nvSpPr>
          <p:spPr>
            <a:xfrm>
              <a:off x="6538341" y="341585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51920C0-9428-7819-FFF5-F264279B420F}"/>
                </a:ext>
              </a:extLst>
            </p:cNvPr>
            <p:cNvSpPr/>
            <p:nvPr/>
          </p:nvSpPr>
          <p:spPr>
            <a:xfrm>
              <a:off x="6535483" y="361121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B1E9299-B7B0-16DC-E80F-8BB9639F015B}"/>
                </a:ext>
              </a:extLst>
            </p:cNvPr>
            <p:cNvSpPr/>
            <p:nvPr/>
          </p:nvSpPr>
          <p:spPr>
            <a:xfrm>
              <a:off x="6483381" y="370255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543A5D2-F074-5506-7DC9-7CB9BE1C57AB}"/>
                </a:ext>
              </a:extLst>
            </p:cNvPr>
            <p:cNvSpPr/>
            <p:nvPr/>
          </p:nvSpPr>
          <p:spPr>
            <a:xfrm>
              <a:off x="5801296" y="361016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C9D3910-6714-3896-DFB1-5C1595CD18E5}"/>
                </a:ext>
              </a:extLst>
            </p:cNvPr>
            <p:cNvSpPr/>
            <p:nvPr/>
          </p:nvSpPr>
          <p:spPr>
            <a:xfrm>
              <a:off x="5641943" y="3618547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C6689D1-CE94-3EBA-1155-A5959C008268}"/>
                </a:ext>
              </a:extLst>
            </p:cNvPr>
            <p:cNvSpPr/>
            <p:nvPr/>
          </p:nvSpPr>
          <p:spPr>
            <a:xfrm>
              <a:off x="5639180" y="3454526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B847F57-C4CA-DE5F-8197-84EF90F4E79E}"/>
                </a:ext>
              </a:extLst>
            </p:cNvPr>
            <p:cNvSpPr/>
            <p:nvPr/>
          </p:nvSpPr>
          <p:spPr>
            <a:xfrm>
              <a:off x="5640038" y="322630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E05923E3-6136-BD75-FB97-F9A46CE5635B}"/>
                </a:ext>
              </a:extLst>
            </p:cNvPr>
            <p:cNvSpPr/>
            <p:nvPr/>
          </p:nvSpPr>
          <p:spPr>
            <a:xfrm>
              <a:off x="5696902" y="312753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53D8BD1-A2A1-C710-F8FD-D03C5A3B17E6}"/>
                </a:ext>
              </a:extLst>
            </p:cNvPr>
            <p:cNvSpPr/>
            <p:nvPr/>
          </p:nvSpPr>
          <p:spPr>
            <a:xfrm>
              <a:off x="6036087" y="293646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85230D5-DB37-855C-F1B6-645615F49036}"/>
                </a:ext>
              </a:extLst>
            </p:cNvPr>
            <p:cNvSpPr/>
            <p:nvPr/>
          </p:nvSpPr>
          <p:spPr>
            <a:xfrm>
              <a:off x="6143243" y="2933699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3AA34EF-6869-FE4E-276C-54B326551FE9}"/>
                </a:ext>
              </a:extLst>
            </p:cNvPr>
            <p:cNvSpPr/>
            <p:nvPr/>
          </p:nvSpPr>
          <p:spPr>
            <a:xfrm>
              <a:off x="6088284" y="3122866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E947EFC-060A-5CC4-A2D8-9E5856D62F5C}"/>
                </a:ext>
              </a:extLst>
            </p:cNvPr>
            <p:cNvSpPr/>
            <p:nvPr/>
          </p:nvSpPr>
          <p:spPr>
            <a:xfrm>
              <a:off x="6391084" y="3604545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F55A689-E7A9-B9C0-18D1-A381129BA5E9}"/>
                </a:ext>
              </a:extLst>
            </p:cNvPr>
            <p:cNvSpPr/>
            <p:nvPr/>
          </p:nvSpPr>
          <p:spPr>
            <a:xfrm>
              <a:off x="6537388" y="322259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6981328-ED29-3B12-AAB8-9D4BDDDD1CF6}"/>
                </a:ext>
              </a:extLst>
            </p:cNvPr>
            <p:cNvSpPr/>
            <p:nvPr/>
          </p:nvSpPr>
          <p:spPr>
            <a:xfrm>
              <a:off x="6069901" y="3911250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2BCBD65-06ED-D7CC-FFBF-68FD33737DC6}"/>
                </a:ext>
              </a:extLst>
            </p:cNvPr>
            <p:cNvSpPr/>
            <p:nvPr/>
          </p:nvSpPr>
          <p:spPr>
            <a:xfrm>
              <a:off x="5692235" y="370627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B4CE1E1-5CD6-2104-62E3-EAF8F92E50DC}"/>
                </a:ext>
              </a:extLst>
            </p:cNvPr>
            <p:cNvSpPr/>
            <p:nvPr/>
          </p:nvSpPr>
          <p:spPr>
            <a:xfrm>
              <a:off x="6033611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88E260F-041B-2B1D-1031-775D6B068E74}"/>
                </a:ext>
              </a:extLst>
            </p:cNvPr>
            <p:cNvSpPr/>
            <p:nvPr/>
          </p:nvSpPr>
          <p:spPr>
            <a:xfrm>
              <a:off x="6149149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DB9CDEE-C8AB-8E62-51D2-E2C18CD4D1E1}"/>
                </a:ext>
              </a:extLst>
            </p:cNvPr>
            <p:cNvSpPr/>
            <p:nvPr/>
          </p:nvSpPr>
          <p:spPr>
            <a:xfrm>
              <a:off x="6121812" y="391258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64" name="Graphic 43">
            <a:extLst>
              <a:ext uri="{FF2B5EF4-FFF2-40B4-BE49-F238E27FC236}">
                <a16:creationId xmlns:a16="http://schemas.microsoft.com/office/drawing/2014/main" id="{E8AA8AF0-BED6-8E7B-2126-6082BAE4D988}"/>
              </a:ext>
            </a:extLst>
          </p:cNvPr>
          <p:cNvSpPr/>
          <p:nvPr userDrawn="1"/>
        </p:nvSpPr>
        <p:spPr>
          <a:xfrm>
            <a:off x="8067068" y="318315"/>
            <a:ext cx="295729" cy="295729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7C1612-E723-A344-7451-9894F91F3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44" y="680876"/>
            <a:ext cx="10515600" cy="8567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873B163F-B5E8-A42A-5928-471C81578B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55700" y="2155825"/>
            <a:ext cx="3087688" cy="5635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Option 1</a:t>
            </a:r>
            <a:endParaRPr lang="en-GB" dirty="0"/>
          </a:p>
        </p:txBody>
      </p:sp>
      <p:sp>
        <p:nvSpPr>
          <p:cNvPr id="66" name="Text Placeholder 64">
            <a:extLst>
              <a:ext uri="{FF2B5EF4-FFF2-40B4-BE49-F238E27FC236}">
                <a16:creationId xmlns:a16="http://schemas.microsoft.com/office/drawing/2014/main" id="{C113CC68-D2F6-F530-1049-BBE117FCE7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8951" y="2162861"/>
            <a:ext cx="3087688" cy="5635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Option 2</a:t>
            </a:r>
            <a:endParaRPr lang="en-GB" dirty="0"/>
          </a:p>
        </p:txBody>
      </p:sp>
      <p:sp>
        <p:nvSpPr>
          <p:cNvPr id="68" name="Text Placeholder 64">
            <a:extLst>
              <a:ext uri="{FF2B5EF4-FFF2-40B4-BE49-F238E27FC236}">
                <a16:creationId xmlns:a16="http://schemas.microsoft.com/office/drawing/2014/main" id="{46A5CF3C-6351-9155-FDA2-DCC43B5431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92391" y="2174280"/>
            <a:ext cx="3087688" cy="5635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Option 3</a:t>
            </a:r>
            <a:endParaRPr lang="en-GB" dirty="0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2E09D849-B55D-0125-158B-C3E057D79AE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8725" y="2811463"/>
            <a:ext cx="2955925" cy="2443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1" name="Text Placeholder 69">
            <a:extLst>
              <a:ext uri="{FF2B5EF4-FFF2-40B4-BE49-F238E27FC236}">
                <a16:creationId xmlns:a16="http://schemas.microsoft.com/office/drawing/2014/main" id="{95B2856E-6EB4-DE99-4F7B-9424B47480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24385" y="2769445"/>
            <a:ext cx="2955925" cy="2443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2" name="Text Placeholder 69">
            <a:extLst>
              <a:ext uri="{FF2B5EF4-FFF2-40B4-BE49-F238E27FC236}">
                <a16:creationId xmlns:a16="http://schemas.microsoft.com/office/drawing/2014/main" id="{808C5D6D-3EB8-A94C-A8CE-F83B1FB9CE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8272" y="2744446"/>
            <a:ext cx="2955925" cy="2443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42640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Options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9A3EEC-2B6E-319F-46A3-1E5D51B64E9B}"/>
              </a:ext>
            </a:extLst>
          </p:cNvPr>
          <p:cNvCxnSpPr/>
          <p:nvPr userDrawn="1"/>
        </p:nvCxnSpPr>
        <p:spPr>
          <a:xfrm>
            <a:off x="4017363" y="1165946"/>
            <a:ext cx="0" cy="4556086"/>
          </a:xfrm>
          <a:prstGeom prst="line">
            <a:avLst/>
          </a:prstGeom>
          <a:ln w="19050">
            <a:solidFill>
              <a:srgbClr val="AA29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C46341-1EAE-A06D-3BDA-EF312453D2D0}"/>
              </a:ext>
            </a:extLst>
          </p:cNvPr>
          <p:cNvCxnSpPr/>
          <p:nvPr userDrawn="1"/>
        </p:nvCxnSpPr>
        <p:spPr>
          <a:xfrm>
            <a:off x="8043831" y="1165946"/>
            <a:ext cx="0" cy="4556086"/>
          </a:xfrm>
          <a:prstGeom prst="line">
            <a:avLst/>
          </a:prstGeom>
          <a:ln w="19050">
            <a:solidFill>
              <a:srgbClr val="AA29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raphic 3">
            <a:extLst>
              <a:ext uri="{FF2B5EF4-FFF2-40B4-BE49-F238E27FC236}">
                <a16:creationId xmlns:a16="http://schemas.microsoft.com/office/drawing/2014/main" id="{D6AF4C7F-CEDD-E2CA-5C22-099AE361025E}"/>
              </a:ext>
            </a:extLst>
          </p:cNvPr>
          <p:cNvSpPr/>
          <p:nvPr userDrawn="1"/>
        </p:nvSpPr>
        <p:spPr>
          <a:xfrm rot="5400000">
            <a:off x="971627" y="3579494"/>
            <a:ext cx="2039864" cy="2233614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bg1">
              <a:lumMod val="95000"/>
            </a:schemeClr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GB"/>
          </a:p>
        </p:txBody>
      </p:sp>
      <p:sp>
        <p:nvSpPr>
          <p:cNvPr id="17" name="Graphic 3">
            <a:extLst>
              <a:ext uri="{FF2B5EF4-FFF2-40B4-BE49-F238E27FC236}">
                <a16:creationId xmlns:a16="http://schemas.microsoft.com/office/drawing/2014/main" id="{B84DD461-6F02-F0CC-EB95-B9F1A92DE928}"/>
              </a:ext>
            </a:extLst>
          </p:cNvPr>
          <p:cNvSpPr/>
          <p:nvPr userDrawn="1"/>
        </p:nvSpPr>
        <p:spPr>
          <a:xfrm rot="5400000">
            <a:off x="4951311" y="3579494"/>
            <a:ext cx="2039864" cy="2233614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bg1">
              <a:lumMod val="95000"/>
            </a:schemeClr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GB"/>
          </a:p>
        </p:txBody>
      </p:sp>
      <p:sp>
        <p:nvSpPr>
          <p:cNvPr id="18" name="Graphic 3">
            <a:extLst>
              <a:ext uri="{FF2B5EF4-FFF2-40B4-BE49-F238E27FC236}">
                <a16:creationId xmlns:a16="http://schemas.microsoft.com/office/drawing/2014/main" id="{E6FC9C4A-0F62-4CF5-AC0C-62A0EB2A7239}"/>
              </a:ext>
            </a:extLst>
          </p:cNvPr>
          <p:cNvSpPr/>
          <p:nvPr userDrawn="1"/>
        </p:nvSpPr>
        <p:spPr>
          <a:xfrm rot="5400000">
            <a:off x="9025903" y="3617139"/>
            <a:ext cx="2039864" cy="2233614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bg1">
              <a:lumMod val="95000"/>
            </a:schemeClr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GB"/>
          </a:p>
        </p:txBody>
      </p:sp>
      <p:sp>
        <p:nvSpPr>
          <p:cNvPr id="19" name="Graphic 3">
            <a:extLst>
              <a:ext uri="{FF2B5EF4-FFF2-40B4-BE49-F238E27FC236}">
                <a16:creationId xmlns:a16="http://schemas.microsoft.com/office/drawing/2014/main" id="{69FD2530-024D-C20F-EDFC-77719F0D59A6}"/>
              </a:ext>
            </a:extLst>
          </p:cNvPr>
          <p:cNvSpPr/>
          <p:nvPr userDrawn="1"/>
        </p:nvSpPr>
        <p:spPr>
          <a:xfrm rot="572195">
            <a:off x="6428549" y="-1029972"/>
            <a:ext cx="1578131" cy="1728025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799A6A9-26D4-B589-D968-9C5B91273677}"/>
              </a:ext>
            </a:extLst>
          </p:cNvPr>
          <p:cNvGrpSpPr/>
          <p:nvPr userDrawn="1"/>
        </p:nvGrpSpPr>
        <p:grpSpPr>
          <a:xfrm>
            <a:off x="5973515" y="341446"/>
            <a:ext cx="645582" cy="647608"/>
            <a:chOff x="5600613" y="586069"/>
            <a:chExt cx="3320474" cy="3330895"/>
          </a:xfrm>
          <a:solidFill>
            <a:srgbClr val="AA2924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EEAEE2F-4235-C03D-0DFB-BE4DAE761556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D326607-4874-90AA-5CD3-9436CE89E46B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5DB743A-E6C3-CA69-D585-E2C957E31338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23B10C-3D8F-EFFC-8DF8-4061C49A7D8D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BFF7FD4-8D84-1C43-7748-7871CB574041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59995A7-8124-7A43-B7A6-B6E0694B8E8D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7" name="Graphic 40">
            <a:extLst>
              <a:ext uri="{FF2B5EF4-FFF2-40B4-BE49-F238E27FC236}">
                <a16:creationId xmlns:a16="http://schemas.microsoft.com/office/drawing/2014/main" id="{3768CF2C-C1E7-9A83-5119-E9EF9DD4DF6B}"/>
              </a:ext>
            </a:extLst>
          </p:cNvPr>
          <p:cNvSpPr/>
          <p:nvPr userDrawn="1"/>
        </p:nvSpPr>
        <p:spPr>
          <a:xfrm rot="20340354">
            <a:off x="11070810" y="5812682"/>
            <a:ext cx="678064" cy="753701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8" name="Graphic 2">
            <a:extLst>
              <a:ext uri="{FF2B5EF4-FFF2-40B4-BE49-F238E27FC236}">
                <a16:creationId xmlns:a16="http://schemas.microsoft.com/office/drawing/2014/main" id="{D44ECBC6-7987-1CE8-01CE-0B8B1B15097C}"/>
              </a:ext>
            </a:extLst>
          </p:cNvPr>
          <p:cNvSpPr/>
          <p:nvPr userDrawn="1"/>
        </p:nvSpPr>
        <p:spPr>
          <a:xfrm rot="1335378">
            <a:off x="415290" y="6376196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9" name="Graphic 66">
            <a:extLst>
              <a:ext uri="{FF2B5EF4-FFF2-40B4-BE49-F238E27FC236}">
                <a16:creationId xmlns:a16="http://schemas.microsoft.com/office/drawing/2014/main" id="{5DD4F708-AC79-8F1A-C54E-127AB4CEE787}"/>
              </a:ext>
            </a:extLst>
          </p:cNvPr>
          <p:cNvSpPr/>
          <p:nvPr userDrawn="1"/>
        </p:nvSpPr>
        <p:spPr>
          <a:xfrm rot="494884">
            <a:off x="-145076" y="6351643"/>
            <a:ext cx="739908" cy="660966"/>
          </a:xfrm>
          <a:custGeom>
            <a:avLst/>
            <a:gdLst>
              <a:gd name="connsiteX0" fmla="*/ 501937 w 1004286"/>
              <a:gd name="connsiteY0" fmla="*/ 897138 h 897137"/>
              <a:gd name="connsiteX1" fmla="*/ 95791 w 1004286"/>
              <a:gd name="connsiteY1" fmla="*/ 897138 h 897137"/>
              <a:gd name="connsiteX2" fmla="*/ 29497 w 1004286"/>
              <a:gd name="connsiteY2" fmla="*/ 873802 h 897137"/>
              <a:gd name="connsiteX3" fmla="*/ 13971 w 1004286"/>
              <a:gd name="connsiteY3" fmla="*/ 757216 h 897137"/>
              <a:gd name="connsiteX4" fmla="*/ 127509 w 1004286"/>
              <a:gd name="connsiteY4" fmla="*/ 560143 h 897137"/>
              <a:gd name="connsiteX5" fmla="*/ 422594 w 1004286"/>
              <a:gd name="connsiteY5" fmla="*/ 46936 h 897137"/>
              <a:gd name="connsiteX6" fmla="*/ 582233 w 1004286"/>
              <a:gd name="connsiteY6" fmla="*/ 46746 h 897137"/>
              <a:gd name="connsiteX7" fmla="*/ 719107 w 1004286"/>
              <a:gd name="connsiteY7" fmla="*/ 285538 h 897137"/>
              <a:gd name="connsiteX8" fmla="*/ 990855 w 1004286"/>
              <a:gd name="connsiteY8" fmla="*/ 758168 h 897137"/>
              <a:gd name="connsiteX9" fmla="*/ 968852 w 1004286"/>
              <a:gd name="connsiteY9" fmla="*/ 879326 h 897137"/>
              <a:gd name="connsiteX10" fmla="*/ 909035 w 1004286"/>
              <a:gd name="connsiteY10" fmla="*/ 897138 h 897137"/>
              <a:gd name="connsiteX11" fmla="*/ 501842 w 1004286"/>
              <a:gd name="connsiteY11" fmla="*/ 897138 h 89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4286" h="897137">
                <a:moveTo>
                  <a:pt x="501937" y="897138"/>
                </a:moveTo>
                <a:cubicBezTo>
                  <a:pt x="366587" y="897138"/>
                  <a:pt x="231236" y="897138"/>
                  <a:pt x="95791" y="897138"/>
                </a:cubicBezTo>
                <a:cubicBezTo>
                  <a:pt x="70835" y="897138"/>
                  <a:pt x="48356" y="890756"/>
                  <a:pt x="29497" y="873802"/>
                </a:cubicBezTo>
                <a:cubicBezTo>
                  <a:pt x="-2983" y="844465"/>
                  <a:pt x="-9365" y="797887"/>
                  <a:pt x="13971" y="757216"/>
                </a:cubicBezTo>
                <a:cubicBezTo>
                  <a:pt x="51690" y="691398"/>
                  <a:pt x="89695" y="625866"/>
                  <a:pt x="127509" y="560143"/>
                </a:cubicBezTo>
                <a:cubicBezTo>
                  <a:pt x="226093" y="389170"/>
                  <a:pt x="325820" y="218958"/>
                  <a:pt x="422594" y="46936"/>
                </a:cubicBezTo>
                <a:cubicBezTo>
                  <a:pt x="456598" y="-13547"/>
                  <a:pt x="546038" y="-17643"/>
                  <a:pt x="582233" y="46746"/>
                </a:cubicBezTo>
                <a:cubicBezTo>
                  <a:pt x="627191" y="126661"/>
                  <a:pt x="673387" y="206004"/>
                  <a:pt x="719107" y="285538"/>
                </a:cubicBezTo>
                <a:cubicBezTo>
                  <a:pt x="809594" y="443176"/>
                  <a:pt x="899701" y="601006"/>
                  <a:pt x="990855" y="758168"/>
                </a:cubicBezTo>
                <a:cubicBezTo>
                  <a:pt x="1017049" y="803412"/>
                  <a:pt x="1002380" y="853228"/>
                  <a:pt x="968852" y="879326"/>
                </a:cubicBezTo>
                <a:cubicBezTo>
                  <a:pt x="951326" y="893042"/>
                  <a:pt x="930848" y="897138"/>
                  <a:pt x="909035" y="897138"/>
                </a:cubicBezTo>
                <a:cubicBezTo>
                  <a:pt x="773304" y="897138"/>
                  <a:pt x="637573" y="897138"/>
                  <a:pt x="501842" y="897138"/>
                </a:cubicBezTo>
                <a:close/>
              </a:path>
            </a:pathLst>
          </a:custGeom>
          <a:noFill/>
          <a:ln w="28575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C576DC-421E-CEC9-483A-2EB7D01491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667" y="1466453"/>
            <a:ext cx="2756412" cy="507798"/>
          </a:xfrm>
          <a:prstGeom prst="rect">
            <a:avLst/>
          </a:prstGeom>
        </p:spPr>
        <p:txBody>
          <a:bodyPr/>
          <a:lstStyle>
            <a:lvl1pPr algn="ctr"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Option 1</a:t>
            </a:r>
            <a:endParaRPr lang="en-GB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020240C6-90E0-4783-D707-9C4688C21D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175" y="2222500"/>
            <a:ext cx="2755900" cy="1125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940FA4D4-CE09-AD79-657D-691DB6B0A9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18306" y="2223887"/>
            <a:ext cx="2755900" cy="1125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788DF0AD-14D9-EC3C-EDA6-AF00F9454B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44773" y="2217476"/>
            <a:ext cx="2755900" cy="1125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0B6AF5-9972-C6FA-5358-5559637DB5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7794" y="1437676"/>
            <a:ext cx="2756412" cy="5365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200" b="1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228600" lvl="0" indent="-228600" algn="ctr">
              <a:spcBef>
                <a:spcPct val="0"/>
              </a:spcBef>
            </a:pPr>
            <a:r>
              <a:rPr lang="en-US" dirty="0"/>
              <a:t>Option 2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9A6C553-9D88-071D-CDDE-A81A2F91F2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45284" y="1452263"/>
            <a:ext cx="2754877" cy="5361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200" b="1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228600" lvl="0" indent="-228600" algn="ctr">
              <a:spcBef>
                <a:spcPct val="0"/>
              </a:spcBef>
            </a:pPr>
            <a:r>
              <a:rPr lang="en-US" dirty="0"/>
              <a:t>Option 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533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Options H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3">
            <a:extLst>
              <a:ext uri="{FF2B5EF4-FFF2-40B4-BE49-F238E27FC236}">
                <a16:creationId xmlns:a16="http://schemas.microsoft.com/office/drawing/2014/main" id="{A31A2FB9-5F5E-C7AD-BB85-4C161B0999AB}"/>
              </a:ext>
            </a:extLst>
          </p:cNvPr>
          <p:cNvSpPr/>
          <p:nvPr userDrawn="1"/>
        </p:nvSpPr>
        <p:spPr>
          <a:xfrm rot="572195">
            <a:off x="4593450" y="5997024"/>
            <a:ext cx="2001115" cy="2191185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643EB3-6A29-E072-44EE-F4635F64C0BA}"/>
              </a:ext>
            </a:extLst>
          </p:cNvPr>
          <p:cNvSpPr/>
          <p:nvPr userDrawn="1"/>
        </p:nvSpPr>
        <p:spPr>
          <a:xfrm>
            <a:off x="5680" y="1809750"/>
            <a:ext cx="5264238" cy="34884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3B16FD-8500-70C4-5255-6A79E616BF19}"/>
              </a:ext>
            </a:extLst>
          </p:cNvPr>
          <p:cNvSpPr txBox="1"/>
          <p:nvPr userDrawn="1"/>
        </p:nvSpPr>
        <p:spPr>
          <a:xfrm>
            <a:off x="8350397" y="2568437"/>
            <a:ext cx="12830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spc="300" dirty="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OPTION 1</a:t>
            </a:r>
            <a:endParaRPr lang="en-US" sz="1100" spc="3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C1AF72-1F8B-3944-C3C1-60F1B85B028F}"/>
              </a:ext>
            </a:extLst>
          </p:cNvPr>
          <p:cNvSpPr txBox="1"/>
          <p:nvPr userDrawn="1"/>
        </p:nvSpPr>
        <p:spPr>
          <a:xfrm>
            <a:off x="7668407" y="3759282"/>
            <a:ext cx="12830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spc="300" dirty="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OPTION 2</a:t>
            </a:r>
            <a:endParaRPr lang="en-US" sz="1100" spc="3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0C796D-0347-625C-C69B-9629335F9DEE}"/>
              </a:ext>
            </a:extLst>
          </p:cNvPr>
          <p:cNvSpPr txBox="1"/>
          <p:nvPr userDrawn="1"/>
        </p:nvSpPr>
        <p:spPr>
          <a:xfrm>
            <a:off x="8309915" y="4964021"/>
            <a:ext cx="14430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spc="300" dirty="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OPTION 3</a:t>
            </a:r>
            <a:endParaRPr lang="en-US" sz="1100" spc="300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0C3500A-25CB-E8F3-6488-88EA97DBA115}"/>
              </a:ext>
            </a:extLst>
          </p:cNvPr>
          <p:cNvCxnSpPr/>
          <p:nvPr userDrawn="1"/>
        </p:nvCxnSpPr>
        <p:spPr>
          <a:xfrm>
            <a:off x="9599124" y="2963385"/>
            <a:ext cx="2175510" cy="0"/>
          </a:xfrm>
          <a:prstGeom prst="line">
            <a:avLst/>
          </a:prstGeom>
          <a:ln w="12700">
            <a:solidFill>
              <a:srgbClr val="212D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57F770C-F8AF-B812-84BA-31C2BD55B4BC}"/>
              </a:ext>
            </a:extLst>
          </p:cNvPr>
          <p:cNvCxnSpPr/>
          <p:nvPr userDrawn="1"/>
        </p:nvCxnSpPr>
        <p:spPr>
          <a:xfrm>
            <a:off x="6002769" y="4268905"/>
            <a:ext cx="2175510" cy="0"/>
          </a:xfrm>
          <a:prstGeom prst="line">
            <a:avLst/>
          </a:prstGeom>
          <a:ln w="12700">
            <a:solidFill>
              <a:srgbClr val="212D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398B9A6-3717-240D-F9FB-22E36489305D}"/>
              </a:ext>
            </a:extLst>
          </p:cNvPr>
          <p:cNvCxnSpPr>
            <a:cxnSpLocks/>
          </p:cNvCxnSpPr>
          <p:nvPr userDrawn="1"/>
        </p:nvCxnSpPr>
        <p:spPr>
          <a:xfrm>
            <a:off x="9176214" y="5622765"/>
            <a:ext cx="2310141" cy="0"/>
          </a:xfrm>
          <a:prstGeom prst="line">
            <a:avLst/>
          </a:prstGeom>
          <a:ln w="12700">
            <a:solidFill>
              <a:srgbClr val="212D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raphic 3">
            <a:extLst>
              <a:ext uri="{FF2B5EF4-FFF2-40B4-BE49-F238E27FC236}">
                <a16:creationId xmlns:a16="http://schemas.microsoft.com/office/drawing/2014/main" id="{7AEB582B-8B90-0FC2-30CC-68B16F2F7B26}"/>
              </a:ext>
            </a:extLst>
          </p:cNvPr>
          <p:cNvSpPr/>
          <p:nvPr userDrawn="1"/>
        </p:nvSpPr>
        <p:spPr>
          <a:xfrm>
            <a:off x="6949705" y="4369589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bg1">
              <a:lumMod val="8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400"/>
          </a:p>
        </p:txBody>
      </p:sp>
      <p:sp>
        <p:nvSpPr>
          <p:cNvPr id="24" name="Graphic 3">
            <a:extLst>
              <a:ext uri="{FF2B5EF4-FFF2-40B4-BE49-F238E27FC236}">
                <a16:creationId xmlns:a16="http://schemas.microsoft.com/office/drawing/2014/main" id="{F7624532-9CFA-6301-6EC6-1982EC68C83D}"/>
              </a:ext>
            </a:extLst>
          </p:cNvPr>
          <p:cNvSpPr/>
          <p:nvPr userDrawn="1"/>
        </p:nvSpPr>
        <p:spPr>
          <a:xfrm>
            <a:off x="6978438" y="1976022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bg1">
              <a:lumMod val="8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5" name="Graphic 3">
            <a:extLst>
              <a:ext uri="{FF2B5EF4-FFF2-40B4-BE49-F238E27FC236}">
                <a16:creationId xmlns:a16="http://schemas.microsoft.com/office/drawing/2014/main" id="{0589FFB5-6F7F-AE0C-F4ED-A1083AC3FDA6}"/>
              </a:ext>
            </a:extLst>
          </p:cNvPr>
          <p:cNvSpPr/>
          <p:nvPr userDrawn="1"/>
        </p:nvSpPr>
        <p:spPr>
          <a:xfrm>
            <a:off x="9037623" y="3185792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bg1">
              <a:lumMod val="8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7" name="Graphic 3">
            <a:extLst>
              <a:ext uri="{FF2B5EF4-FFF2-40B4-BE49-F238E27FC236}">
                <a16:creationId xmlns:a16="http://schemas.microsoft.com/office/drawing/2014/main" id="{0FBFD98D-47A1-148B-9E64-5C1BAECAFFB5}"/>
              </a:ext>
            </a:extLst>
          </p:cNvPr>
          <p:cNvSpPr/>
          <p:nvPr/>
        </p:nvSpPr>
        <p:spPr>
          <a:xfrm>
            <a:off x="8362008" y="1993575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0" name="Graphic 3">
            <a:extLst>
              <a:ext uri="{FF2B5EF4-FFF2-40B4-BE49-F238E27FC236}">
                <a16:creationId xmlns:a16="http://schemas.microsoft.com/office/drawing/2014/main" id="{CD627F79-4D37-4D86-2926-4D39316BFAE4}"/>
              </a:ext>
            </a:extLst>
          </p:cNvPr>
          <p:cNvSpPr/>
          <p:nvPr/>
        </p:nvSpPr>
        <p:spPr>
          <a:xfrm>
            <a:off x="7668667" y="3158417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3" name="Graphic 3">
            <a:extLst>
              <a:ext uri="{FF2B5EF4-FFF2-40B4-BE49-F238E27FC236}">
                <a16:creationId xmlns:a16="http://schemas.microsoft.com/office/drawing/2014/main" id="{CB28FEC8-1F16-E7A4-DDEB-A0F96C0E6463}"/>
              </a:ext>
            </a:extLst>
          </p:cNvPr>
          <p:cNvSpPr/>
          <p:nvPr/>
        </p:nvSpPr>
        <p:spPr>
          <a:xfrm>
            <a:off x="8362008" y="4368391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CF2C0DE-E2D6-7A84-76FA-3D22DE5573A4}"/>
              </a:ext>
            </a:extLst>
          </p:cNvPr>
          <p:cNvGrpSpPr/>
          <p:nvPr userDrawn="1"/>
        </p:nvGrpSpPr>
        <p:grpSpPr>
          <a:xfrm rot="7181232">
            <a:off x="3756878" y="6063671"/>
            <a:ext cx="1111319" cy="1229782"/>
            <a:chOff x="5638800" y="2919409"/>
            <a:chExt cx="918591" cy="1016510"/>
          </a:xfrm>
          <a:solidFill>
            <a:srgbClr val="3CAB68"/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8397B5F-4120-7027-CA0F-EE0E94B0D611}"/>
                </a:ext>
              </a:extLst>
            </p:cNvPr>
            <p:cNvSpPr/>
            <p:nvPr/>
          </p:nvSpPr>
          <p:spPr>
            <a:xfrm>
              <a:off x="6537674" y="3456241"/>
              <a:ext cx="19050" cy="136302"/>
            </a:xfrm>
            <a:custGeom>
              <a:avLst/>
              <a:gdLst>
                <a:gd name="connsiteX0" fmla="*/ 0 w 19050"/>
                <a:gd name="connsiteY0" fmla="*/ 126778 h 136302"/>
                <a:gd name="connsiteX1" fmla="*/ 9430 w 19050"/>
                <a:gd name="connsiteY1" fmla="*/ 117253 h 136302"/>
                <a:gd name="connsiteX2" fmla="*/ 9430 w 19050"/>
                <a:gd name="connsiteY2" fmla="*/ 117253 h 136302"/>
                <a:gd name="connsiteX3" fmla="*/ 19050 w 19050"/>
                <a:gd name="connsiteY3" fmla="*/ 126778 h 136302"/>
                <a:gd name="connsiteX4" fmla="*/ 19050 w 19050"/>
                <a:gd name="connsiteY4" fmla="*/ 126778 h 136302"/>
                <a:gd name="connsiteX5" fmla="*/ 9525 w 19050"/>
                <a:gd name="connsiteY5" fmla="*/ 136303 h 136302"/>
                <a:gd name="connsiteX6" fmla="*/ 9525 w 19050"/>
                <a:gd name="connsiteY6" fmla="*/ 136303 h 136302"/>
                <a:gd name="connsiteX7" fmla="*/ 95 w 19050"/>
                <a:gd name="connsiteY7" fmla="*/ 126778 h 136302"/>
                <a:gd name="connsiteX8" fmla="*/ 0 w 19050"/>
                <a:gd name="connsiteY8" fmla="*/ 87725 h 136302"/>
                <a:gd name="connsiteX9" fmla="*/ 9525 w 19050"/>
                <a:gd name="connsiteY9" fmla="*/ 78200 h 136302"/>
                <a:gd name="connsiteX10" fmla="*/ 9525 w 19050"/>
                <a:gd name="connsiteY10" fmla="*/ 78200 h 136302"/>
                <a:gd name="connsiteX11" fmla="*/ 19050 w 19050"/>
                <a:gd name="connsiteY11" fmla="*/ 87725 h 136302"/>
                <a:gd name="connsiteX12" fmla="*/ 19050 w 19050"/>
                <a:gd name="connsiteY12" fmla="*/ 87725 h 136302"/>
                <a:gd name="connsiteX13" fmla="*/ 9525 w 19050"/>
                <a:gd name="connsiteY13" fmla="*/ 97250 h 136302"/>
                <a:gd name="connsiteX14" fmla="*/ 9525 w 19050"/>
                <a:gd name="connsiteY14" fmla="*/ 97250 h 136302"/>
                <a:gd name="connsiteX15" fmla="*/ 0 w 19050"/>
                <a:gd name="connsiteY15" fmla="*/ 87725 h 136302"/>
                <a:gd name="connsiteX16" fmla="*/ 0 w 19050"/>
                <a:gd name="connsiteY16" fmla="*/ 48577 h 136302"/>
                <a:gd name="connsiteX17" fmla="*/ 9525 w 19050"/>
                <a:gd name="connsiteY17" fmla="*/ 39052 h 136302"/>
                <a:gd name="connsiteX18" fmla="*/ 9525 w 19050"/>
                <a:gd name="connsiteY18" fmla="*/ 39052 h 136302"/>
                <a:gd name="connsiteX19" fmla="*/ 19050 w 19050"/>
                <a:gd name="connsiteY19" fmla="*/ 48673 h 136302"/>
                <a:gd name="connsiteX20" fmla="*/ 19050 w 19050"/>
                <a:gd name="connsiteY20" fmla="*/ 48673 h 136302"/>
                <a:gd name="connsiteX21" fmla="*/ 9525 w 19050"/>
                <a:gd name="connsiteY21" fmla="*/ 58102 h 136302"/>
                <a:gd name="connsiteX22" fmla="*/ 9525 w 19050"/>
                <a:gd name="connsiteY22" fmla="*/ 58102 h 136302"/>
                <a:gd name="connsiteX23" fmla="*/ 0 w 19050"/>
                <a:gd name="connsiteY23" fmla="*/ 48577 h 136302"/>
                <a:gd name="connsiteX24" fmla="*/ 0 w 19050"/>
                <a:gd name="connsiteY24" fmla="*/ 9525 h 136302"/>
                <a:gd name="connsiteX25" fmla="*/ 0 w 19050"/>
                <a:gd name="connsiteY25" fmla="*/ 9525 h 136302"/>
                <a:gd name="connsiteX26" fmla="*/ 9525 w 19050"/>
                <a:gd name="connsiteY26" fmla="*/ 0 h 136302"/>
                <a:gd name="connsiteX27" fmla="*/ 9525 w 19050"/>
                <a:gd name="connsiteY27" fmla="*/ 0 h 136302"/>
                <a:gd name="connsiteX28" fmla="*/ 19050 w 19050"/>
                <a:gd name="connsiteY28" fmla="*/ 9525 h 136302"/>
                <a:gd name="connsiteX29" fmla="*/ 19050 w 19050"/>
                <a:gd name="connsiteY29" fmla="*/ 9525 h 136302"/>
                <a:gd name="connsiteX30" fmla="*/ 9525 w 19050"/>
                <a:gd name="connsiteY30" fmla="*/ 19050 h 136302"/>
                <a:gd name="connsiteX31" fmla="*/ 9525 w 19050"/>
                <a:gd name="connsiteY31" fmla="*/ 19050 h 136302"/>
                <a:gd name="connsiteX32" fmla="*/ 0 w 19050"/>
                <a:gd name="connsiteY32" fmla="*/ 9525 h 1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9050" h="136302">
                  <a:moveTo>
                    <a:pt x="0" y="126778"/>
                  </a:moveTo>
                  <a:cubicBezTo>
                    <a:pt x="0" y="121539"/>
                    <a:pt x="4191" y="117253"/>
                    <a:pt x="9430" y="117253"/>
                  </a:cubicBezTo>
                  <a:lnTo>
                    <a:pt x="9430" y="117253"/>
                  </a:lnTo>
                  <a:cubicBezTo>
                    <a:pt x="14669" y="117253"/>
                    <a:pt x="18955" y="121444"/>
                    <a:pt x="19050" y="126778"/>
                  </a:cubicBezTo>
                  <a:lnTo>
                    <a:pt x="19050" y="126778"/>
                  </a:lnTo>
                  <a:cubicBezTo>
                    <a:pt x="19050" y="132017"/>
                    <a:pt x="14764" y="136303"/>
                    <a:pt x="9525" y="136303"/>
                  </a:cubicBezTo>
                  <a:lnTo>
                    <a:pt x="9525" y="136303"/>
                  </a:lnTo>
                  <a:cubicBezTo>
                    <a:pt x="4286" y="136303"/>
                    <a:pt x="95" y="132017"/>
                    <a:pt x="95" y="126778"/>
                  </a:cubicBezTo>
                  <a:close/>
                  <a:moveTo>
                    <a:pt x="0" y="87725"/>
                  </a:moveTo>
                  <a:cubicBezTo>
                    <a:pt x="0" y="82391"/>
                    <a:pt x="4286" y="78200"/>
                    <a:pt x="9525" y="78200"/>
                  </a:cubicBezTo>
                  <a:lnTo>
                    <a:pt x="9525" y="78200"/>
                  </a:lnTo>
                  <a:cubicBezTo>
                    <a:pt x="14764" y="78200"/>
                    <a:pt x="19050" y="82391"/>
                    <a:pt x="19050" y="87725"/>
                  </a:cubicBezTo>
                  <a:lnTo>
                    <a:pt x="19050" y="87725"/>
                  </a:lnTo>
                  <a:cubicBezTo>
                    <a:pt x="19050" y="92964"/>
                    <a:pt x="14764" y="97250"/>
                    <a:pt x="9525" y="97250"/>
                  </a:cubicBezTo>
                  <a:lnTo>
                    <a:pt x="9525" y="97250"/>
                  </a:lnTo>
                  <a:cubicBezTo>
                    <a:pt x="4286" y="97250"/>
                    <a:pt x="0" y="92964"/>
                    <a:pt x="0" y="87725"/>
                  </a:cubicBezTo>
                  <a:close/>
                  <a:moveTo>
                    <a:pt x="0" y="48577"/>
                  </a:moveTo>
                  <a:cubicBezTo>
                    <a:pt x="0" y="43339"/>
                    <a:pt x="4286" y="39052"/>
                    <a:pt x="9525" y="39052"/>
                  </a:cubicBezTo>
                  <a:lnTo>
                    <a:pt x="9525" y="39052"/>
                  </a:lnTo>
                  <a:cubicBezTo>
                    <a:pt x="14859" y="39052"/>
                    <a:pt x="19050" y="43339"/>
                    <a:pt x="19050" y="48673"/>
                  </a:cubicBezTo>
                  <a:lnTo>
                    <a:pt x="19050" y="48673"/>
                  </a:lnTo>
                  <a:cubicBezTo>
                    <a:pt x="19050" y="53912"/>
                    <a:pt x="14764" y="58102"/>
                    <a:pt x="9525" y="58102"/>
                  </a:cubicBezTo>
                  <a:lnTo>
                    <a:pt x="9525" y="58102"/>
                  </a:lnTo>
                  <a:cubicBezTo>
                    <a:pt x="4286" y="58102"/>
                    <a:pt x="0" y="53816"/>
                    <a:pt x="0" y="48577"/>
                  </a:cubicBezTo>
                  <a:close/>
                  <a:moveTo>
                    <a:pt x="0" y="9525"/>
                  </a:moveTo>
                  <a:lnTo>
                    <a:pt x="0" y="9525"/>
                  </a:ln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8ABFDFF-333E-FFFD-0D95-DA78F6984544}"/>
                </a:ext>
              </a:extLst>
            </p:cNvPr>
            <p:cNvSpPr/>
            <p:nvPr/>
          </p:nvSpPr>
          <p:spPr>
            <a:xfrm>
              <a:off x="6513778" y="3649374"/>
              <a:ext cx="37702" cy="51087"/>
            </a:xfrm>
            <a:custGeom>
              <a:avLst/>
              <a:gdLst>
                <a:gd name="connsiteX0" fmla="*/ 3131 w 37702"/>
                <a:gd name="connsiteY0" fmla="*/ 48706 h 51087"/>
                <a:gd name="connsiteX1" fmla="*/ 2464 w 37702"/>
                <a:gd name="connsiteY1" fmla="*/ 35181 h 51087"/>
                <a:gd name="connsiteX2" fmla="*/ 2464 w 37702"/>
                <a:gd name="connsiteY2" fmla="*/ 35181 h 51087"/>
                <a:gd name="connsiteX3" fmla="*/ 15894 w 37702"/>
                <a:gd name="connsiteY3" fmla="*/ 34514 h 51087"/>
                <a:gd name="connsiteX4" fmla="*/ 15894 w 37702"/>
                <a:gd name="connsiteY4" fmla="*/ 34514 h 51087"/>
                <a:gd name="connsiteX5" fmla="*/ 16656 w 37702"/>
                <a:gd name="connsiteY5" fmla="*/ 47944 h 51087"/>
                <a:gd name="connsiteX6" fmla="*/ 16656 w 37702"/>
                <a:gd name="connsiteY6" fmla="*/ 47944 h 51087"/>
                <a:gd name="connsiteX7" fmla="*/ 9513 w 37702"/>
                <a:gd name="connsiteY7" fmla="*/ 51088 h 51087"/>
                <a:gd name="connsiteX8" fmla="*/ 9513 w 37702"/>
                <a:gd name="connsiteY8" fmla="*/ 51088 h 51087"/>
                <a:gd name="connsiteX9" fmla="*/ 3131 w 37702"/>
                <a:gd name="connsiteY9" fmla="*/ 48706 h 51087"/>
                <a:gd name="connsiteX10" fmla="*/ 25134 w 37702"/>
                <a:gd name="connsiteY10" fmla="*/ 18512 h 51087"/>
                <a:gd name="connsiteX11" fmla="*/ 19133 w 37702"/>
                <a:gd name="connsiteY11" fmla="*/ 6511 h 51087"/>
                <a:gd name="connsiteX12" fmla="*/ 19133 w 37702"/>
                <a:gd name="connsiteY12" fmla="*/ 6511 h 51087"/>
                <a:gd name="connsiteX13" fmla="*/ 31134 w 37702"/>
                <a:gd name="connsiteY13" fmla="*/ 510 h 51087"/>
                <a:gd name="connsiteX14" fmla="*/ 31134 w 37702"/>
                <a:gd name="connsiteY14" fmla="*/ 510 h 51087"/>
                <a:gd name="connsiteX15" fmla="*/ 37230 w 37702"/>
                <a:gd name="connsiteY15" fmla="*/ 12511 h 51087"/>
                <a:gd name="connsiteX16" fmla="*/ 37230 w 37702"/>
                <a:gd name="connsiteY16" fmla="*/ 12511 h 51087"/>
                <a:gd name="connsiteX17" fmla="*/ 28182 w 37702"/>
                <a:gd name="connsiteY17" fmla="*/ 19084 h 51087"/>
                <a:gd name="connsiteX18" fmla="*/ 28182 w 37702"/>
                <a:gd name="connsiteY18" fmla="*/ 19084 h 51087"/>
                <a:gd name="connsiteX19" fmla="*/ 25134 w 37702"/>
                <a:gd name="connsiteY19" fmla="*/ 18512 h 51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702" h="51087">
                  <a:moveTo>
                    <a:pt x="3131" y="48706"/>
                  </a:moveTo>
                  <a:cubicBezTo>
                    <a:pt x="-774" y="45182"/>
                    <a:pt x="-1060" y="39181"/>
                    <a:pt x="2464" y="35181"/>
                  </a:cubicBezTo>
                  <a:lnTo>
                    <a:pt x="2464" y="35181"/>
                  </a:lnTo>
                  <a:cubicBezTo>
                    <a:pt x="5988" y="31276"/>
                    <a:pt x="11989" y="30990"/>
                    <a:pt x="15894" y="34514"/>
                  </a:cubicBezTo>
                  <a:lnTo>
                    <a:pt x="15894" y="34514"/>
                  </a:lnTo>
                  <a:cubicBezTo>
                    <a:pt x="19800" y="37943"/>
                    <a:pt x="20181" y="44039"/>
                    <a:pt x="16656" y="47944"/>
                  </a:cubicBezTo>
                  <a:lnTo>
                    <a:pt x="16656" y="47944"/>
                  </a:lnTo>
                  <a:cubicBezTo>
                    <a:pt x="14751" y="50040"/>
                    <a:pt x="12180" y="51088"/>
                    <a:pt x="9513" y="51088"/>
                  </a:cubicBezTo>
                  <a:lnTo>
                    <a:pt x="9513" y="51088"/>
                  </a:lnTo>
                  <a:cubicBezTo>
                    <a:pt x="7227" y="51088"/>
                    <a:pt x="4941" y="50326"/>
                    <a:pt x="3131" y="48706"/>
                  </a:cubicBezTo>
                  <a:close/>
                  <a:moveTo>
                    <a:pt x="25134" y="18512"/>
                  </a:moveTo>
                  <a:cubicBezTo>
                    <a:pt x="20181" y="16893"/>
                    <a:pt x="17514" y="11464"/>
                    <a:pt x="19133" y="6511"/>
                  </a:cubicBezTo>
                  <a:lnTo>
                    <a:pt x="19133" y="6511"/>
                  </a:lnTo>
                  <a:cubicBezTo>
                    <a:pt x="20847" y="1558"/>
                    <a:pt x="26181" y="-1205"/>
                    <a:pt x="31134" y="510"/>
                  </a:cubicBezTo>
                  <a:lnTo>
                    <a:pt x="31134" y="510"/>
                  </a:lnTo>
                  <a:cubicBezTo>
                    <a:pt x="36183" y="2129"/>
                    <a:pt x="38850" y="7558"/>
                    <a:pt x="37230" y="12511"/>
                  </a:cubicBezTo>
                  <a:lnTo>
                    <a:pt x="37230" y="12511"/>
                  </a:lnTo>
                  <a:cubicBezTo>
                    <a:pt x="35897" y="16512"/>
                    <a:pt x="32182" y="19084"/>
                    <a:pt x="28182" y="19084"/>
                  </a:cubicBezTo>
                  <a:lnTo>
                    <a:pt x="28182" y="19084"/>
                  </a:lnTo>
                  <a:cubicBezTo>
                    <a:pt x="27134" y="19084"/>
                    <a:pt x="26181" y="18893"/>
                    <a:pt x="25134" y="185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6A16052-FBBD-A5F5-0677-1AD86F945B3D}"/>
                </a:ext>
              </a:extLst>
            </p:cNvPr>
            <p:cNvSpPr/>
            <p:nvPr/>
          </p:nvSpPr>
          <p:spPr>
            <a:xfrm>
              <a:off x="6177576" y="3724034"/>
              <a:ext cx="291906" cy="176071"/>
            </a:xfrm>
            <a:custGeom>
              <a:avLst/>
              <a:gdLst>
                <a:gd name="connsiteX0" fmla="*/ 1291 w 291906"/>
                <a:gd name="connsiteY0" fmla="*/ 171309 h 176071"/>
                <a:gd name="connsiteX1" fmla="*/ 4720 w 291906"/>
                <a:gd name="connsiteY1" fmla="*/ 158260 h 176071"/>
                <a:gd name="connsiteX2" fmla="*/ 4720 w 291906"/>
                <a:gd name="connsiteY2" fmla="*/ 158260 h 176071"/>
                <a:gd name="connsiteX3" fmla="*/ 17770 w 291906"/>
                <a:gd name="connsiteY3" fmla="*/ 161784 h 176071"/>
                <a:gd name="connsiteX4" fmla="*/ 17770 w 291906"/>
                <a:gd name="connsiteY4" fmla="*/ 161784 h 176071"/>
                <a:gd name="connsiteX5" fmla="*/ 14245 w 291906"/>
                <a:gd name="connsiteY5" fmla="*/ 174738 h 176071"/>
                <a:gd name="connsiteX6" fmla="*/ 14245 w 291906"/>
                <a:gd name="connsiteY6" fmla="*/ 174738 h 176071"/>
                <a:gd name="connsiteX7" fmla="*/ 9483 w 291906"/>
                <a:gd name="connsiteY7" fmla="*/ 176072 h 176071"/>
                <a:gd name="connsiteX8" fmla="*/ 9483 w 291906"/>
                <a:gd name="connsiteY8" fmla="*/ 176072 h 176071"/>
                <a:gd name="connsiteX9" fmla="*/ 1291 w 291906"/>
                <a:gd name="connsiteY9" fmla="*/ 171309 h 176071"/>
                <a:gd name="connsiteX10" fmla="*/ 35391 w 291906"/>
                <a:gd name="connsiteY10" fmla="*/ 151592 h 176071"/>
                <a:gd name="connsiteX11" fmla="*/ 38820 w 291906"/>
                <a:gd name="connsiteY11" fmla="*/ 138638 h 176071"/>
                <a:gd name="connsiteX12" fmla="*/ 38820 w 291906"/>
                <a:gd name="connsiteY12" fmla="*/ 138638 h 176071"/>
                <a:gd name="connsiteX13" fmla="*/ 51869 w 291906"/>
                <a:gd name="connsiteY13" fmla="*/ 142067 h 176071"/>
                <a:gd name="connsiteX14" fmla="*/ 51869 w 291906"/>
                <a:gd name="connsiteY14" fmla="*/ 142067 h 176071"/>
                <a:gd name="connsiteX15" fmla="*/ 48345 w 291906"/>
                <a:gd name="connsiteY15" fmla="*/ 155117 h 176071"/>
                <a:gd name="connsiteX16" fmla="*/ 48345 w 291906"/>
                <a:gd name="connsiteY16" fmla="*/ 155117 h 176071"/>
                <a:gd name="connsiteX17" fmla="*/ 43582 w 291906"/>
                <a:gd name="connsiteY17" fmla="*/ 156355 h 176071"/>
                <a:gd name="connsiteX18" fmla="*/ 43582 w 291906"/>
                <a:gd name="connsiteY18" fmla="*/ 156355 h 176071"/>
                <a:gd name="connsiteX19" fmla="*/ 35391 w 291906"/>
                <a:gd name="connsiteY19" fmla="*/ 151592 h 176071"/>
                <a:gd name="connsiteX20" fmla="*/ 69395 w 291906"/>
                <a:gd name="connsiteY20" fmla="*/ 131971 h 176071"/>
                <a:gd name="connsiteX21" fmla="*/ 72919 w 291906"/>
                <a:gd name="connsiteY21" fmla="*/ 118922 h 176071"/>
                <a:gd name="connsiteX22" fmla="*/ 72919 w 291906"/>
                <a:gd name="connsiteY22" fmla="*/ 118922 h 176071"/>
                <a:gd name="connsiteX23" fmla="*/ 85969 w 291906"/>
                <a:gd name="connsiteY23" fmla="*/ 122446 h 176071"/>
                <a:gd name="connsiteX24" fmla="*/ 85969 w 291906"/>
                <a:gd name="connsiteY24" fmla="*/ 122446 h 176071"/>
                <a:gd name="connsiteX25" fmla="*/ 82444 w 291906"/>
                <a:gd name="connsiteY25" fmla="*/ 135400 h 176071"/>
                <a:gd name="connsiteX26" fmla="*/ 82444 w 291906"/>
                <a:gd name="connsiteY26" fmla="*/ 135400 h 176071"/>
                <a:gd name="connsiteX27" fmla="*/ 77682 w 291906"/>
                <a:gd name="connsiteY27" fmla="*/ 136734 h 176071"/>
                <a:gd name="connsiteX28" fmla="*/ 77682 w 291906"/>
                <a:gd name="connsiteY28" fmla="*/ 136734 h 176071"/>
                <a:gd name="connsiteX29" fmla="*/ 69395 w 291906"/>
                <a:gd name="connsiteY29" fmla="*/ 131971 h 176071"/>
                <a:gd name="connsiteX30" fmla="*/ 103495 w 291906"/>
                <a:gd name="connsiteY30" fmla="*/ 112254 h 176071"/>
                <a:gd name="connsiteX31" fmla="*/ 107019 w 291906"/>
                <a:gd name="connsiteY31" fmla="*/ 99300 h 176071"/>
                <a:gd name="connsiteX32" fmla="*/ 107019 w 291906"/>
                <a:gd name="connsiteY32" fmla="*/ 99300 h 176071"/>
                <a:gd name="connsiteX33" fmla="*/ 120068 w 291906"/>
                <a:gd name="connsiteY33" fmla="*/ 102824 h 176071"/>
                <a:gd name="connsiteX34" fmla="*/ 120068 w 291906"/>
                <a:gd name="connsiteY34" fmla="*/ 102824 h 176071"/>
                <a:gd name="connsiteX35" fmla="*/ 116544 w 291906"/>
                <a:gd name="connsiteY35" fmla="*/ 115778 h 176071"/>
                <a:gd name="connsiteX36" fmla="*/ 116544 w 291906"/>
                <a:gd name="connsiteY36" fmla="*/ 115778 h 176071"/>
                <a:gd name="connsiteX37" fmla="*/ 111781 w 291906"/>
                <a:gd name="connsiteY37" fmla="*/ 117112 h 176071"/>
                <a:gd name="connsiteX38" fmla="*/ 111781 w 291906"/>
                <a:gd name="connsiteY38" fmla="*/ 117112 h 176071"/>
                <a:gd name="connsiteX39" fmla="*/ 103495 w 291906"/>
                <a:gd name="connsiteY39" fmla="*/ 112254 h 176071"/>
                <a:gd name="connsiteX40" fmla="*/ 137594 w 291906"/>
                <a:gd name="connsiteY40" fmla="*/ 92633 h 176071"/>
                <a:gd name="connsiteX41" fmla="*/ 141118 w 291906"/>
                <a:gd name="connsiteY41" fmla="*/ 79679 h 176071"/>
                <a:gd name="connsiteX42" fmla="*/ 141118 w 291906"/>
                <a:gd name="connsiteY42" fmla="*/ 79679 h 176071"/>
                <a:gd name="connsiteX43" fmla="*/ 154168 w 291906"/>
                <a:gd name="connsiteY43" fmla="*/ 83203 h 176071"/>
                <a:gd name="connsiteX44" fmla="*/ 154168 w 291906"/>
                <a:gd name="connsiteY44" fmla="*/ 83203 h 176071"/>
                <a:gd name="connsiteX45" fmla="*/ 150643 w 291906"/>
                <a:gd name="connsiteY45" fmla="*/ 96157 h 176071"/>
                <a:gd name="connsiteX46" fmla="*/ 150643 w 291906"/>
                <a:gd name="connsiteY46" fmla="*/ 96157 h 176071"/>
                <a:gd name="connsiteX47" fmla="*/ 145881 w 291906"/>
                <a:gd name="connsiteY47" fmla="*/ 97395 h 176071"/>
                <a:gd name="connsiteX48" fmla="*/ 145881 w 291906"/>
                <a:gd name="connsiteY48" fmla="*/ 97395 h 176071"/>
                <a:gd name="connsiteX49" fmla="*/ 137594 w 291906"/>
                <a:gd name="connsiteY49" fmla="*/ 92633 h 176071"/>
                <a:gd name="connsiteX50" fmla="*/ 171694 w 291906"/>
                <a:gd name="connsiteY50" fmla="*/ 73011 h 176071"/>
                <a:gd name="connsiteX51" fmla="*/ 175218 w 291906"/>
                <a:gd name="connsiteY51" fmla="*/ 60057 h 176071"/>
                <a:gd name="connsiteX52" fmla="*/ 175218 w 291906"/>
                <a:gd name="connsiteY52" fmla="*/ 60057 h 176071"/>
                <a:gd name="connsiteX53" fmla="*/ 188267 w 291906"/>
                <a:gd name="connsiteY53" fmla="*/ 63581 h 176071"/>
                <a:gd name="connsiteX54" fmla="*/ 188267 w 291906"/>
                <a:gd name="connsiteY54" fmla="*/ 63581 h 176071"/>
                <a:gd name="connsiteX55" fmla="*/ 184743 w 291906"/>
                <a:gd name="connsiteY55" fmla="*/ 76536 h 176071"/>
                <a:gd name="connsiteX56" fmla="*/ 184743 w 291906"/>
                <a:gd name="connsiteY56" fmla="*/ 76536 h 176071"/>
                <a:gd name="connsiteX57" fmla="*/ 179980 w 291906"/>
                <a:gd name="connsiteY57" fmla="*/ 77869 h 176071"/>
                <a:gd name="connsiteX58" fmla="*/ 179980 w 291906"/>
                <a:gd name="connsiteY58" fmla="*/ 77869 h 176071"/>
                <a:gd name="connsiteX59" fmla="*/ 171694 w 291906"/>
                <a:gd name="connsiteY59" fmla="*/ 73011 h 176071"/>
                <a:gd name="connsiteX60" fmla="*/ 205888 w 291906"/>
                <a:gd name="connsiteY60" fmla="*/ 53485 h 176071"/>
                <a:gd name="connsiteX61" fmla="*/ 209317 w 291906"/>
                <a:gd name="connsiteY61" fmla="*/ 40436 h 176071"/>
                <a:gd name="connsiteX62" fmla="*/ 209317 w 291906"/>
                <a:gd name="connsiteY62" fmla="*/ 40436 h 176071"/>
                <a:gd name="connsiteX63" fmla="*/ 222367 w 291906"/>
                <a:gd name="connsiteY63" fmla="*/ 43960 h 176071"/>
                <a:gd name="connsiteX64" fmla="*/ 222367 w 291906"/>
                <a:gd name="connsiteY64" fmla="*/ 43960 h 176071"/>
                <a:gd name="connsiteX65" fmla="*/ 218842 w 291906"/>
                <a:gd name="connsiteY65" fmla="*/ 56914 h 176071"/>
                <a:gd name="connsiteX66" fmla="*/ 218842 w 291906"/>
                <a:gd name="connsiteY66" fmla="*/ 56914 h 176071"/>
                <a:gd name="connsiteX67" fmla="*/ 214080 w 291906"/>
                <a:gd name="connsiteY67" fmla="*/ 58247 h 176071"/>
                <a:gd name="connsiteX68" fmla="*/ 214080 w 291906"/>
                <a:gd name="connsiteY68" fmla="*/ 58247 h 176071"/>
                <a:gd name="connsiteX69" fmla="*/ 205888 w 291906"/>
                <a:gd name="connsiteY69" fmla="*/ 53485 h 176071"/>
                <a:gd name="connsiteX70" fmla="*/ 239988 w 291906"/>
                <a:gd name="connsiteY70" fmla="*/ 33863 h 176071"/>
                <a:gd name="connsiteX71" fmla="*/ 243512 w 291906"/>
                <a:gd name="connsiteY71" fmla="*/ 20814 h 176071"/>
                <a:gd name="connsiteX72" fmla="*/ 243512 w 291906"/>
                <a:gd name="connsiteY72" fmla="*/ 20814 h 176071"/>
                <a:gd name="connsiteX73" fmla="*/ 256466 w 291906"/>
                <a:gd name="connsiteY73" fmla="*/ 24338 h 176071"/>
                <a:gd name="connsiteX74" fmla="*/ 256466 w 291906"/>
                <a:gd name="connsiteY74" fmla="*/ 24338 h 176071"/>
                <a:gd name="connsiteX75" fmla="*/ 252942 w 291906"/>
                <a:gd name="connsiteY75" fmla="*/ 37388 h 176071"/>
                <a:gd name="connsiteX76" fmla="*/ 252942 w 291906"/>
                <a:gd name="connsiteY76" fmla="*/ 37388 h 176071"/>
                <a:gd name="connsiteX77" fmla="*/ 248275 w 291906"/>
                <a:gd name="connsiteY77" fmla="*/ 38626 h 176071"/>
                <a:gd name="connsiteX78" fmla="*/ 248275 w 291906"/>
                <a:gd name="connsiteY78" fmla="*/ 38626 h 176071"/>
                <a:gd name="connsiteX79" fmla="*/ 239988 w 291906"/>
                <a:gd name="connsiteY79" fmla="*/ 33863 h 176071"/>
                <a:gd name="connsiteX80" fmla="*/ 274087 w 291906"/>
                <a:gd name="connsiteY80" fmla="*/ 14242 h 176071"/>
                <a:gd name="connsiteX81" fmla="*/ 277612 w 291906"/>
                <a:gd name="connsiteY81" fmla="*/ 1288 h 176071"/>
                <a:gd name="connsiteX82" fmla="*/ 277612 w 291906"/>
                <a:gd name="connsiteY82" fmla="*/ 1288 h 176071"/>
                <a:gd name="connsiteX83" fmla="*/ 290661 w 291906"/>
                <a:gd name="connsiteY83" fmla="*/ 4812 h 176071"/>
                <a:gd name="connsiteX84" fmla="*/ 290661 w 291906"/>
                <a:gd name="connsiteY84" fmla="*/ 4812 h 176071"/>
                <a:gd name="connsiteX85" fmla="*/ 287137 w 291906"/>
                <a:gd name="connsiteY85" fmla="*/ 17766 h 176071"/>
                <a:gd name="connsiteX86" fmla="*/ 287137 w 291906"/>
                <a:gd name="connsiteY86" fmla="*/ 17766 h 176071"/>
                <a:gd name="connsiteX87" fmla="*/ 282374 w 291906"/>
                <a:gd name="connsiteY87" fmla="*/ 19100 h 176071"/>
                <a:gd name="connsiteX88" fmla="*/ 282374 w 291906"/>
                <a:gd name="connsiteY88" fmla="*/ 19100 h 176071"/>
                <a:gd name="connsiteX89" fmla="*/ 274087 w 291906"/>
                <a:gd name="connsiteY89" fmla="*/ 14242 h 17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906" h="176071">
                  <a:moveTo>
                    <a:pt x="1291" y="171309"/>
                  </a:moveTo>
                  <a:cubicBezTo>
                    <a:pt x="-1376" y="166737"/>
                    <a:pt x="244" y="160927"/>
                    <a:pt x="4720" y="158260"/>
                  </a:cubicBezTo>
                  <a:lnTo>
                    <a:pt x="4720" y="158260"/>
                  </a:lnTo>
                  <a:cubicBezTo>
                    <a:pt x="9292" y="155593"/>
                    <a:pt x="15198" y="157212"/>
                    <a:pt x="17770" y="161784"/>
                  </a:cubicBezTo>
                  <a:lnTo>
                    <a:pt x="17770" y="161784"/>
                  </a:lnTo>
                  <a:cubicBezTo>
                    <a:pt x="20437" y="166261"/>
                    <a:pt x="18817" y="172167"/>
                    <a:pt x="14245" y="174738"/>
                  </a:cubicBezTo>
                  <a:lnTo>
                    <a:pt x="14245" y="174738"/>
                  </a:lnTo>
                  <a:cubicBezTo>
                    <a:pt x="12817" y="175596"/>
                    <a:pt x="11102" y="176072"/>
                    <a:pt x="9483" y="176072"/>
                  </a:cubicBezTo>
                  <a:lnTo>
                    <a:pt x="9483" y="176072"/>
                  </a:lnTo>
                  <a:cubicBezTo>
                    <a:pt x="6244" y="176072"/>
                    <a:pt x="3006" y="174357"/>
                    <a:pt x="1291" y="171309"/>
                  </a:cubicBezTo>
                  <a:close/>
                  <a:moveTo>
                    <a:pt x="35391" y="151592"/>
                  </a:moveTo>
                  <a:cubicBezTo>
                    <a:pt x="32724" y="147021"/>
                    <a:pt x="34343" y="141210"/>
                    <a:pt x="38820" y="138638"/>
                  </a:cubicBezTo>
                  <a:lnTo>
                    <a:pt x="38820" y="138638"/>
                  </a:lnTo>
                  <a:cubicBezTo>
                    <a:pt x="43392" y="135971"/>
                    <a:pt x="49202" y="137496"/>
                    <a:pt x="51869" y="142067"/>
                  </a:cubicBezTo>
                  <a:lnTo>
                    <a:pt x="51869" y="142067"/>
                  </a:lnTo>
                  <a:cubicBezTo>
                    <a:pt x="54441" y="146640"/>
                    <a:pt x="52917" y="152450"/>
                    <a:pt x="48345" y="155117"/>
                  </a:cubicBezTo>
                  <a:lnTo>
                    <a:pt x="48345" y="155117"/>
                  </a:lnTo>
                  <a:cubicBezTo>
                    <a:pt x="46916" y="155974"/>
                    <a:pt x="45202" y="156355"/>
                    <a:pt x="43582" y="156355"/>
                  </a:cubicBezTo>
                  <a:lnTo>
                    <a:pt x="43582" y="156355"/>
                  </a:lnTo>
                  <a:cubicBezTo>
                    <a:pt x="40344" y="156355"/>
                    <a:pt x="37105" y="154640"/>
                    <a:pt x="35391" y="151592"/>
                  </a:cubicBezTo>
                  <a:close/>
                  <a:moveTo>
                    <a:pt x="69395" y="131971"/>
                  </a:moveTo>
                  <a:cubicBezTo>
                    <a:pt x="66823" y="127399"/>
                    <a:pt x="68347" y="121589"/>
                    <a:pt x="72919" y="118922"/>
                  </a:cubicBezTo>
                  <a:lnTo>
                    <a:pt x="72919" y="118922"/>
                  </a:lnTo>
                  <a:cubicBezTo>
                    <a:pt x="77491" y="116350"/>
                    <a:pt x="83302" y="117874"/>
                    <a:pt x="85969" y="122446"/>
                  </a:cubicBezTo>
                  <a:lnTo>
                    <a:pt x="85969" y="122446"/>
                  </a:lnTo>
                  <a:cubicBezTo>
                    <a:pt x="88540" y="127018"/>
                    <a:pt x="87016" y="132828"/>
                    <a:pt x="82444" y="135400"/>
                  </a:cubicBezTo>
                  <a:lnTo>
                    <a:pt x="82444" y="135400"/>
                  </a:lnTo>
                  <a:cubicBezTo>
                    <a:pt x="80920" y="136257"/>
                    <a:pt x="79301" y="136734"/>
                    <a:pt x="77682" y="136734"/>
                  </a:cubicBezTo>
                  <a:lnTo>
                    <a:pt x="77682" y="136734"/>
                  </a:lnTo>
                  <a:cubicBezTo>
                    <a:pt x="74443" y="136734"/>
                    <a:pt x="71205" y="135019"/>
                    <a:pt x="69395" y="131971"/>
                  </a:cubicBezTo>
                  <a:close/>
                  <a:moveTo>
                    <a:pt x="103495" y="112254"/>
                  </a:moveTo>
                  <a:cubicBezTo>
                    <a:pt x="100923" y="107682"/>
                    <a:pt x="102447" y="101967"/>
                    <a:pt x="107019" y="99300"/>
                  </a:cubicBezTo>
                  <a:lnTo>
                    <a:pt x="107019" y="99300"/>
                  </a:lnTo>
                  <a:cubicBezTo>
                    <a:pt x="111591" y="96633"/>
                    <a:pt x="117401" y="98252"/>
                    <a:pt x="120068" y="102824"/>
                  </a:cubicBezTo>
                  <a:lnTo>
                    <a:pt x="120068" y="102824"/>
                  </a:lnTo>
                  <a:cubicBezTo>
                    <a:pt x="122640" y="107301"/>
                    <a:pt x="121116" y="113111"/>
                    <a:pt x="116544" y="115778"/>
                  </a:cubicBezTo>
                  <a:lnTo>
                    <a:pt x="116544" y="115778"/>
                  </a:lnTo>
                  <a:cubicBezTo>
                    <a:pt x="115020" y="116636"/>
                    <a:pt x="113401" y="117112"/>
                    <a:pt x="111781" y="117112"/>
                  </a:cubicBezTo>
                  <a:lnTo>
                    <a:pt x="111781" y="117112"/>
                  </a:lnTo>
                  <a:cubicBezTo>
                    <a:pt x="108543" y="117112"/>
                    <a:pt x="105304" y="115397"/>
                    <a:pt x="103495" y="112254"/>
                  </a:cubicBezTo>
                  <a:close/>
                  <a:moveTo>
                    <a:pt x="137594" y="92633"/>
                  </a:moveTo>
                  <a:cubicBezTo>
                    <a:pt x="135022" y="88156"/>
                    <a:pt x="136546" y="82250"/>
                    <a:pt x="141118" y="79679"/>
                  </a:cubicBezTo>
                  <a:lnTo>
                    <a:pt x="141118" y="79679"/>
                  </a:lnTo>
                  <a:cubicBezTo>
                    <a:pt x="145690" y="77012"/>
                    <a:pt x="151501" y="78631"/>
                    <a:pt x="154168" y="83203"/>
                  </a:cubicBezTo>
                  <a:lnTo>
                    <a:pt x="154168" y="83203"/>
                  </a:lnTo>
                  <a:cubicBezTo>
                    <a:pt x="156739" y="87680"/>
                    <a:pt x="155215" y="93585"/>
                    <a:pt x="150643" y="96157"/>
                  </a:cubicBezTo>
                  <a:lnTo>
                    <a:pt x="150643" y="96157"/>
                  </a:lnTo>
                  <a:cubicBezTo>
                    <a:pt x="149119" y="97014"/>
                    <a:pt x="147500" y="97395"/>
                    <a:pt x="145881" y="97395"/>
                  </a:cubicBezTo>
                  <a:lnTo>
                    <a:pt x="145881" y="97395"/>
                  </a:lnTo>
                  <a:cubicBezTo>
                    <a:pt x="142642" y="97395"/>
                    <a:pt x="139404" y="95681"/>
                    <a:pt x="137594" y="92633"/>
                  </a:cubicBezTo>
                  <a:close/>
                  <a:moveTo>
                    <a:pt x="171694" y="73011"/>
                  </a:moveTo>
                  <a:cubicBezTo>
                    <a:pt x="169122" y="68439"/>
                    <a:pt x="170646" y="62629"/>
                    <a:pt x="175218" y="60057"/>
                  </a:cubicBezTo>
                  <a:lnTo>
                    <a:pt x="175218" y="60057"/>
                  </a:lnTo>
                  <a:cubicBezTo>
                    <a:pt x="179790" y="57390"/>
                    <a:pt x="185600" y="59009"/>
                    <a:pt x="188267" y="63581"/>
                  </a:cubicBezTo>
                  <a:lnTo>
                    <a:pt x="188267" y="63581"/>
                  </a:lnTo>
                  <a:cubicBezTo>
                    <a:pt x="190839" y="68153"/>
                    <a:pt x="189315" y="73869"/>
                    <a:pt x="184743" y="76536"/>
                  </a:cubicBezTo>
                  <a:lnTo>
                    <a:pt x="184743" y="76536"/>
                  </a:lnTo>
                  <a:cubicBezTo>
                    <a:pt x="183219" y="77393"/>
                    <a:pt x="181600" y="77869"/>
                    <a:pt x="179980" y="77869"/>
                  </a:cubicBezTo>
                  <a:lnTo>
                    <a:pt x="179980" y="77869"/>
                  </a:lnTo>
                  <a:cubicBezTo>
                    <a:pt x="176647" y="77869"/>
                    <a:pt x="173503" y="76154"/>
                    <a:pt x="171694" y="73011"/>
                  </a:cubicBezTo>
                  <a:close/>
                  <a:moveTo>
                    <a:pt x="205888" y="53485"/>
                  </a:moveTo>
                  <a:cubicBezTo>
                    <a:pt x="203221" y="48818"/>
                    <a:pt x="204841" y="43007"/>
                    <a:pt x="209317" y="40436"/>
                  </a:cubicBezTo>
                  <a:lnTo>
                    <a:pt x="209317" y="40436"/>
                  </a:lnTo>
                  <a:cubicBezTo>
                    <a:pt x="213889" y="37769"/>
                    <a:pt x="219700" y="39388"/>
                    <a:pt x="222367" y="43960"/>
                  </a:cubicBezTo>
                  <a:lnTo>
                    <a:pt x="222367" y="43960"/>
                  </a:lnTo>
                  <a:cubicBezTo>
                    <a:pt x="224938" y="48532"/>
                    <a:pt x="223414" y="54342"/>
                    <a:pt x="218842" y="56914"/>
                  </a:cubicBezTo>
                  <a:lnTo>
                    <a:pt x="218842" y="56914"/>
                  </a:lnTo>
                  <a:cubicBezTo>
                    <a:pt x="217318" y="57771"/>
                    <a:pt x="215699" y="58247"/>
                    <a:pt x="214080" y="58247"/>
                  </a:cubicBezTo>
                  <a:lnTo>
                    <a:pt x="214080" y="58247"/>
                  </a:lnTo>
                  <a:cubicBezTo>
                    <a:pt x="210841" y="58247"/>
                    <a:pt x="207603" y="56533"/>
                    <a:pt x="205888" y="53485"/>
                  </a:cubicBezTo>
                  <a:close/>
                  <a:moveTo>
                    <a:pt x="239988" y="33863"/>
                  </a:moveTo>
                  <a:cubicBezTo>
                    <a:pt x="237321" y="29292"/>
                    <a:pt x="238940" y="23481"/>
                    <a:pt x="243512" y="20814"/>
                  </a:cubicBezTo>
                  <a:lnTo>
                    <a:pt x="243512" y="20814"/>
                  </a:lnTo>
                  <a:cubicBezTo>
                    <a:pt x="248084" y="18242"/>
                    <a:pt x="253894" y="19767"/>
                    <a:pt x="256466" y="24338"/>
                  </a:cubicBezTo>
                  <a:lnTo>
                    <a:pt x="256466" y="24338"/>
                  </a:lnTo>
                  <a:cubicBezTo>
                    <a:pt x="259133" y="28910"/>
                    <a:pt x="257514" y="34721"/>
                    <a:pt x="252942" y="37388"/>
                  </a:cubicBezTo>
                  <a:lnTo>
                    <a:pt x="252942" y="37388"/>
                  </a:lnTo>
                  <a:cubicBezTo>
                    <a:pt x="251513" y="38245"/>
                    <a:pt x="249894" y="38626"/>
                    <a:pt x="248275" y="38626"/>
                  </a:cubicBezTo>
                  <a:lnTo>
                    <a:pt x="248275" y="38626"/>
                  </a:lnTo>
                  <a:cubicBezTo>
                    <a:pt x="244941" y="38626"/>
                    <a:pt x="241702" y="36911"/>
                    <a:pt x="239988" y="33863"/>
                  </a:cubicBezTo>
                  <a:close/>
                  <a:moveTo>
                    <a:pt x="274087" y="14242"/>
                  </a:moveTo>
                  <a:cubicBezTo>
                    <a:pt x="271420" y="9670"/>
                    <a:pt x="273040" y="3860"/>
                    <a:pt x="277612" y="1288"/>
                  </a:cubicBezTo>
                  <a:lnTo>
                    <a:pt x="277612" y="1288"/>
                  </a:lnTo>
                  <a:cubicBezTo>
                    <a:pt x="282184" y="-1379"/>
                    <a:pt x="287994" y="240"/>
                    <a:pt x="290661" y="4812"/>
                  </a:cubicBezTo>
                  <a:lnTo>
                    <a:pt x="290661" y="4812"/>
                  </a:lnTo>
                  <a:cubicBezTo>
                    <a:pt x="293233" y="9384"/>
                    <a:pt x="291709" y="15194"/>
                    <a:pt x="287137" y="17766"/>
                  </a:cubicBezTo>
                  <a:lnTo>
                    <a:pt x="287137" y="17766"/>
                  </a:lnTo>
                  <a:cubicBezTo>
                    <a:pt x="285613" y="18623"/>
                    <a:pt x="283993" y="19100"/>
                    <a:pt x="282374" y="19100"/>
                  </a:cubicBezTo>
                  <a:lnTo>
                    <a:pt x="282374" y="19100"/>
                  </a:lnTo>
                  <a:cubicBezTo>
                    <a:pt x="279040" y="19100"/>
                    <a:pt x="275897" y="17385"/>
                    <a:pt x="274087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314050A-6271-FCFC-5107-6E8C44392713}"/>
                </a:ext>
              </a:extLst>
            </p:cNvPr>
            <p:cNvSpPr/>
            <p:nvPr/>
          </p:nvSpPr>
          <p:spPr>
            <a:xfrm>
              <a:off x="5722326" y="3721748"/>
              <a:ext cx="295903" cy="178453"/>
            </a:xfrm>
            <a:custGeom>
              <a:avLst/>
              <a:gdLst>
                <a:gd name="connsiteX0" fmla="*/ 281662 w 295903"/>
                <a:gd name="connsiteY0" fmla="*/ 177120 h 178453"/>
                <a:gd name="connsiteX1" fmla="*/ 281662 w 295903"/>
                <a:gd name="connsiteY1" fmla="*/ 177120 h 178453"/>
                <a:gd name="connsiteX2" fmla="*/ 278137 w 295903"/>
                <a:gd name="connsiteY2" fmla="*/ 164166 h 178453"/>
                <a:gd name="connsiteX3" fmla="*/ 278137 w 295903"/>
                <a:gd name="connsiteY3" fmla="*/ 164166 h 178453"/>
                <a:gd name="connsiteX4" fmla="*/ 291091 w 295903"/>
                <a:gd name="connsiteY4" fmla="*/ 160641 h 178453"/>
                <a:gd name="connsiteX5" fmla="*/ 291091 w 295903"/>
                <a:gd name="connsiteY5" fmla="*/ 160641 h 178453"/>
                <a:gd name="connsiteX6" fmla="*/ 294616 w 295903"/>
                <a:gd name="connsiteY6" fmla="*/ 173691 h 178453"/>
                <a:gd name="connsiteX7" fmla="*/ 294616 w 295903"/>
                <a:gd name="connsiteY7" fmla="*/ 173691 h 178453"/>
                <a:gd name="connsiteX8" fmla="*/ 286329 w 295903"/>
                <a:gd name="connsiteY8" fmla="*/ 178453 h 178453"/>
                <a:gd name="connsiteX9" fmla="*/ 286329 w 295903"/>
                <a:gd name="connsiteY9" fmla="*/ 178453 h 178453"/>
                <a:gd name="connsiteX10" fmla="*/ 281566 w 295903"/>
                <a:gd name="connsiteY10" fmla="*/ 177120 h 178453"/>
                <a:gd name="connsiteX11" fmla="*/ 247086 w 295903"/>
                <a:gd name="connsiteY11" fmla="*/ 157212 h 178453"/>
                <a:gd name="connsiteX12" fmla="*/ 243562 w 295903"/>
                <a:gd name="connsiteY12" fmla="*/ 144163 h 178453"/>
                <a:gd name="connsiteX13" fmla="*/ 243562 w 295903"/>
                <a:gd name="connsiteY13" fmla="*/ 144163 h 178453"/>
                <a:gd name="connsiteX14" fmla="*/ 256611 w 295903"/>
                <a:gd name="connsiteY14" fmla="*/ 140734 h 178453"/>
                <a:gd name="connsiteX15" fmla="*/ 256611 w 295903"/>
                <a:gd name="connsiteY15" fmla="*/ 140734 h 178453"/>
                <a:gd name="connsiteX16" fmla="*/ 260135 w 295903"/>
                <a:gd name="connsiteY16" fmla="*/ 153688 h 178453"/>
                <a:gd name="connsiteX17" fmla="*/ 260135 w 295903"/>
                <a:gd name="connsiteY17" fmla="*/ 153688 h 178453"/>
                <a:gd name="connsiteX18" fmla="*/ 251848 w 295903"/>
                <a:gd name="connsiteY18" fmla="*/ 158451 h 178453"/>
                <a:gd name="connsiteX19" fmla="*/ 251848 w 295903"/>
                <a:gd name="connsiteY19" fmla="*/ 158451 h 178453"/>
                <a:gd name="connsiteX20" fmla="*/ 247086 w 295903"/>
                <a:gd name="connsiteY20" fmla="*/ 157212 h 178453"/>
                <a:gd name="connsiteX21" fmla="*/ 212510 w 295903"/>
                <a:gd name="connsiteY21" fmla="*/ 137305 h 178453"/>
                <a:gd name="connsiteX22" fmla="*/ 208986 w 295903"/>
                <a:gd name="connsiteY22" fmla="*/ 124256 h 178453"/>
                <a:gd name="connsiteX23" fmla="*/ 208986 w 295903"/>
                <a:gd name="connsiteY23" fmla="*/ 124256 h 178453"/>
                <a:gd name="connsiteX24" fmla="*/ 221940 w 295903"/>
                <a:gd name="connsiteY24" fmla="*/ 120732 h 178453"/>
                <a:gd name="connsiteX25" fmla="*/ 221940 w 295903"/>
                <a:gd name="connsiteY25" fmla="*/ 120732 h 178453"/>
                <a:gd name="connsiteX26" fmla="*/ 225464 w 295903"/>
                <a:gd name="connsiteY26" fmla="*/ 133781 h 178453"/>
                <a:gd name="connsiteX27" fmla="*/ 225464 w 295903"/>
                <a:gd name="connsiteY27" fmla="*/ 133781 h 178453"/>
                <a:gd name="connsiteX28" fmla="*/ 217177 w 295903"/>
                <a:gd name="connsiteY28" fmla="*/ 138543 h 178453"/>
                <a:gd name="connsiteX29" fmla="*/ 217177 w 295903"/>
                <a:gd name="connsiteY29" fmla="*/ 138543 h 178453"/>
                <a:gd name="connsiteX30" fmla="*/ 212510 w 295903"/>
                <a:gd name="connsiteY30" fmla="*/ 137305 h 178453"/>
                <a:gd name="connsiteX31" fmla="*/ 177839 w 295903"/>
                <a:gd name="connsiteY31" fmla="*/ 117398 h 178453"/>
                <a:gd name="connsiteX32" fmla="*/ 177839 w 295903"/>
                <a:gd name="connsiteY32" fmla="*/ 117398 h 178453"/>
                <a:gd name="connsiteX33" fmla="*/ 174220 w 295903"/>
                <a:gd name="connsiteY33" fmla="*/ 104349 h 178453"/>
                <a:gd name="connsiteX34" fmla="*/ 174220 w 295903"/>
                <a:gd name="connsiteY34" fmla="*/ 104349 h 178453"/>
                <a:gd name="connsiteX35" fmla="*/ 187269 w 295903"/>
                <a:gd name="connsiteY35" fmla="*/ 100824 h 178453"/>
                <a:gd name="connsiteX36" fmla="*/ 187269 w 295903"/>
                <a:gd name="connsiteY36" fmla="*/ 100824 h 178453"/>
                <a:gd name="connsiteX37" fmla="*/ 190793 w 295903"/>
                <a:gd name="connsiteY37" fmla="*/ 113874 h 178453"/>
                <a:gd name="connsiteX38" fmla="*/ 190793 w 295903"/>
                <a:gd name="connsiteY38" fmla="*/ 113874 h 178453"/>
                <a:gd name="connsiteX39" fmla="*/ 182506 w 295903"/>
                <a:gd name="connsiteY39" fmla="*/ 118636 h 178453"/>
                <a:gd name="connsiteX40" fmla="*/ 182506 w 295903"/>
                <a:gd name="connsiteY40" fmla="*/ 118636 h 178453"/>
                <a:gd name="connsiteX41" fmla="*/ 177744 w 295903"/>
                <a:gd name="connsiteY41" fmla="*/ 117398 h 178453"/>
                <a:gd name="connsiteX42" fmla="*/ 143263 w 295903"/>
                <a:gd name="connsiteY42" fmla="*/ 97491 h 178453"/>
                <a:gd name="connsiteX43" fmla="*/ 139739 w 295903"/>
                <a:gd name="connsiteY43" fmla="*/ 84441 h 178453"/>
                <a:gd name="connsiteX44" fmla="*/ 139739 w 295903"/>
                <a:gd name="connsiteY44" fmla="*/ 84441 h 178453"/>
                <a:gd name="connsiteX45" fmla="*/ 152788 w 295903"/>
                <a:gd name="connsiteY45" fmla="*/ 80917 h 178453"/>
                <a:gd name="connsiteX46" fmla="*/ 152788 w 295903"/>
                <a:gd name="connsiteY46" fmla="*/ 80917 h 178453"/>
                <a:gd name="connsiteX47" fmla="*/ 156217 w 295903"/>
                <a:gd name="connsiteY47" fmla="*/ 93966 h 178453"/>
                <a:gd name="connsiteX48" fmla="*/ 156217 w 295903"/>
                <a:gd name="connsiteY48" fmla="*/ 93966 h 178453"/>
                <a:gd name="connsiteX49" fmla="*/ 147931 w 295903"/>
                <a:gd name="connsiteY49" fmla="*/ 98729 h 178453"/>
                <a:gd name="connsiteX50" fmla="*/ 147931 w 295903"/>
                <a:gd name="connsiteY50" fmla="*/ 98729 h 178453"/>
                <a:gd name="connsiteX51" fmla="*/ 143263 w 295903"/>
                <a:gd name="connsiteY51" fmla="*/ 97491 h 178453"/>
                <a:gd name="connsiteX52" fmla="*/ 108592 w 295903"/>
                <a:gd name="connsiteY52" fmla="*/ 77583 h 178453"/>
                <a:gd name="connsiteX53" fmla="*/ 105068 w 295903"/>
                <a:gd name="connsiteY53" fmla="*/ 64534 h 178453"/>
                <a:gd name="connsiteX54" fmla="*/ 105068 w 295903"/>
                <a:gd name="connsiteY54" fmla="*/ 64534 h 178453"/>
                <a:gd name="connsiteX55" fmla="*/ 118117 w 295903"/>
                <a:gd name="connsiteY55" fmla="*/ 61010 h 178453"/>
                <a:gd name="connsiteX56" fmla="*/ 118117 w 295903"/>
                <a:gd name="connsiteY56" fmla="*/ 61010 h 178453"/>
                <a:gd name="connsiteX57" fmla="*/ 121642 w 295903"/>
                <a:gd name="connsiteY57" fmla="*/ 74059 h 178453"/>
                <a:gd name="connsiteX58" fmla="*/ 121642 w 295903"/>
                <a:gd name="connsiteY58" fmla="*/ 74059 h 178453"/>
                <a:gd name="connsiteX59" fmla="*/ 113355 w 295903"/>
                <a:gd name="connsiteY59" fmla="*/ 78822 h 178453"/>
                <a:gd name="connsiteX60" fmla="*/ 113355 w 295903"/>
                <a:gd name="connsiteY60" fmla="*/ 78822 h 178453"/>
                <a:gd name="connsiteX61" fmla="*/ 108592 w 295903"/>
                <a:gd name="connsiteY61" fmla="*/ 77583 h 178453"/>
                <a:gd name="connsiteX62" fmla="*/ 74017 w 295903"/>
                <a:gd name="connsiteY62" fmla="*/ 57581 h 178453"/>
                <a:gd name="connsiteX63" fmla="*/ 70492 w 295903"/>
                <a:gd name="connsiteY63" fmla="*/ 44627 h 178453"/>
                <a:gd name="connsiteX64" fmla="*/ 70492 w 295903"/>
                <a:gd name="connsiteY64" fmla="*/ 44627 h 178453"/>
                <a:gd name="connsiteX65" fmla="*/ 83542 w 295903"/>
                <a:gd name="connsiteY65" fmla="*/ 41103 h 178453"/>
                <a:gd name="connsiteX66" fmla="*/ 83542 w 295903"/>
                <a:gd name="connsiteY66" fmla="*/ 41103 h 178453"/>
                <a:gd name="connsiteX67" fmla="*/ 86971 w 295903"/>
                <a:gd name="connsiteY67" fmla="*/ 54152 h 178453"/>
                <a:gd name="connsiteX68" fmla="*/ 86971 w 295903"/>
                <a:gd name="connsiteY68" fmla="*/ 54152 h 178453"/>
                <a:gd name="connsiteX69" fmla="*/ 78779 w 295903"/>
                <a:gd name="connsiteY69" fmla="*/ 58914 h 178453"/>
                <a:gd name="connsiteX70" fmla="*/ 78779 w 295903"/>
                <a:gd name="connsiteY70" fmla="*/ 58914 h 178453"/>
                <a:gd name="connsiteX71" fmla="*/ 74017 w 295903"/>
                <a:gd name="connsiteY71" fmla="*/ 57581 h 178453"/>
                <a:gd name="connsiteX72" fmla="*/ 39346 w 295903"/>
                <a:gd name="connsiteY72" fmla="*/ 37674 h 178453"/>
                <a:gd name="connsiteX73" fmla="*/ 35917 w 295903"/>
                <a:gd name="connsiteY73" fmla="*/ 24720 h 178453"/>
                <a:gd name="connsiteX74" fmla="*/ 35917 w 295903"/>
                <a:gd name="connsiteY74" fmla="*/ 24720 h 178453"/>
                <a:gd name="connsiteX75" fmla="*/ 48871 w 295903"/>
                <a:gd name="connsiteY75" fmla="*/ 21195 h 178453"/>
                <a:gd name="connsiteX76" fmla="*/ 48871 w 295903"/>
                <a:gd name="connsiteY76" fmla="*/ 21195 h 178453"/>
                <a:gd name="connsiteX77" fmla="*/ 52395 w 295903"/>
                <a:gd name="connsiteY77" fmla="*/ 34245 h 178453"/>
                <a:gd name="connsiteX78" fmla="*/ 52395 w 295903"/>
                <a:gd name="connsiteY78" fmla="*/ 34245 h 178453"/>
                <a:gd name="connsiteX79" fmla="*/ 44108 w 295903"/>
                <a:gd name="connsiteY79" fmla="*/ 39007 h 178453"/>
                <a:gd name="connsiteX80" fmla="*/ 44108 w 295903"/>
                <a:gd name="connsiteY80" fmla="*/ 39007 h 178453"/>
                <a:gd name="connsiteX81" fmla="*/ 39346 w 295903"/>
                <a:gd name="connsiteY81" fmla="*/ 37674 h 178453"/>
                <a:gd name="connsiteX82" fmla="*/ 4770 w 295903"/>
                <a:gd name="connsiteY82" fmla="*/ 17766 h 178453"/>
                <a:gd name="connsiteX83" fmla="*/ 1246 w 295903"/>
                <a:gd name="connsiteY83" fmla="*/ 4812 h 178453"/>
                <a:gd name="connsiteX84" fmla="*/ 1246 w 295903"/>
                <a:gd name="connsiteY84" fmla="*/ 4812 h 178453"/>
                <a:gd name="connsiteX85" fmla="*/ 14295 w 295903"/>
                <a:gd name="connsiteY85" fmla="*/ 1288 h 178453"/>
                <a:gd name="connsiteX86" fmla="*/ 14295 w 295903"/>
                <a:gd name="connsiteY86" fmla="*/ 1288 h 178453"/>
                <a:gd name="connsiteX87" fmla="*/ 17819 w 295903"/>
                <a:gd name="connsiteY87" fmla="*/ 14242 h 178453"/>
                <a:gd name="connsiteX88" fmla="*/ 17819 w 295903"/>
                <a:gd name="connsiteY88" fmla="*/ 14242 h 178453"/>
                <a:gd name="connsiteX89" fmla="*/ 9532 w 295903"/>
                <a:gd name="connsiteY89" fmla="*/ 19100 h 178453"/>
                <a:gd name="connsiteX90" fmla="*/ 9532 w 295903"/>
                <a:gd name="connsiteY90" fmla="*/ 19100 h 178453"/>
                <a:gd name="connsiteX91" fmla="*/ 4770 w 295903"/>
                <a:gd name="connsiteY91" fmla="*/ 17766 h 178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295903" h="178453">
                  <a:moveTo>
                    <a:pt x="281662" y="177120"/>
                  </a:moveTo>
                  <a:lnTo>
                    <a:pt x="281662" y="177120"/>
                  </a:lnTo>
                  <a:cubicBezTo>
                    <a:pt x="277090" y="174548"/>
                    <a:pt x="275470" y="168642"/>
                    <a:pt x="278137" y="164166"/>
                  </a:cubicBezTo>
                  <a:lnTo>
                    <a:pt x="278137" y="164166"/>
                  </a:lnTo>
                  <a:cubicBezTo>
                    <a:pt x="280709" y="159593"/>
                    <a:pt x="286519" y="157974"/>
                    <a:pt x="291091" y="160641"/>
                  </a:cubicBezTo>
                  <a:lnTo>
                    <a:pt x="291091" y="160641"/>
                  </a:lnTo>
                  <a:cubicBezTo>
                    <a:pt x="295663" y="163308"/>
                    <a:pt x="297283" y="169118"/>
                    <a:pt x="294616" y="173691"/>
                  </a:cubicBezTo>
                  <a:lnTo>
                    <a:pt x="294616" y="173691"/>
                  </a:lnTo>
                  <a:cubicBezTo>
                    <a:pt x="292806" y="176739"/>
                    <a:pt x="289663" y="178453"/>
                    <a:pt x="286329" y="178453"/>
                  </a:cubicBezTo>
                  <a:lnTo>
                    <a:pt x="286329" y="178453"/>
                  </a:lnTo>
                  <a:cubicBezTo>
                    <a:pt x="284710" y="178453"/>
                    <a:pt x="283090" y="177977"/>
                    <a:pt x="281566" y="177120"/>
                  </a:cubicBezTo>
                  <a:close/>
                  <a:moveTo>
                    <a:pt x="247086" y="157212"/>
                  </a:moveTo>
                  <a:cubicBezTo>
                    <a:pt x="242514" y="154545"/>
                    <a:pt x="240990" y="148735"/>
                    <a:pt x="243562" y="144163"/>
                  </a:cubicBezTo>
                  <a:lnTo>
                    <a:pt x="243562" y="144163"/>
                  </a:lnTo>
                  <a:cubicBezTo>
                    <a:pt x="246229" y="139591"/>
                    <a:pt x="252039" y="138067"/>
                    <a:pt x="256611" y="140734"/>
                  </a:cubicBezTo>
                  <a:lnTo>
                    <a:pt x="256611" y="140734"/>
                  </a:lnTo>
                  <a:cubicBezTo>
                    <a:pt x="261183" y="143306"/>
                    <a:pt x="262707" y="149116"/>
                    <a:pt x="260135" y="153688"/>
                  </a:cubicBezTo>
                  <a:lnTo>
                    <a:pt x="260135" y="153688"/>
                  </a:lnTo>
                  <a:cubicBezTo>
                    <a:pt x="258325" y="156736"/>
                    <a:pt x="255087" y="158451"/>
                    <a:pt x="251848" y="158451"/>
                  </a:cubicBezTo>
                  <a:lnTo>
                    <a:pt x="251848" y="158451"/>
                  </a:lnTo>
                  <a:cubicBezTo>
                    <a:pt x="250229" y="158451"/>
                    <a:pt x="248610" y="158070"/>
                    <a:pt x="247086" y="157212"/>
                  </a:cubicBezTo>
                  <a:close/>
                  <a:moveTo>
                    <a:pt x="212510" y="137305"/>
                  </a:moveTo>
                  <a:cubicBezTo>
                    <a:pt x="207938" y="134638"/>
                    <a:pt x="206319" y="128828"/>
                    <a:pt x="208986" y="124256"/>
                  </a:cubicBezTo>
                  <a:lnTo>
                    <a:pt x="208986" y="124256"/>
                  </a:lnTo>
                  <a:cubicBezTo>
                    <a:pt x="211653" y="119684"/>
                    <a:pt x="217463" y="118160"/>
                    <a:pt x="221940" y="120732"/>
                  </a:cubicBezTo>
                  <a:lnTo>
                    <a:pt x="221940" y="120732"/>
                  </a:lnTo>
                  <a:cubicBezTo>
                    <a:pt x="226512" y="123399"/>
                    <a:pt x="228131" y="129209"/>
                    <a:pt x="225464" y="133781"/>
                  </a:cubicBezTo>
                  <a:lnTo>
                    <a:pt x="225464" y="133781"/>
                  </a:lnTo>
                  <a:cubicBezTo>
                    <a:pt x="223750" y="136829"/>
                    <a:pt x="220511" y="138543"/>
                    <a:pt x="217177" y="138543"/>
                  </a:cubicBezTo>
                  <a:lnTo>
                    <a:pt x="217177" y="138543"/>
                  </a:lnTo>
                  <a:cubicBezTo>
                    <a:pt x="215653" y="138543"/>
                    <a:pt x="213939" y="138162"/>
                    <a:pt x="212510" y="137305"/>
                  </a:cubicBezTo>
                  <a:close/>
                  <a:moveTo>
                    <a:pt x="177839" y="117398"/>
                  </a:moveTo>
                  <a:lnTo>
                    <a:pt x="177839" y="117398"/>
                  </a:lnTo>
                  <a:cubicBezTo>
                    <a:pt x="173172" y="114731"/>
                    <a:pt x="171648" y="108920"/>
                    <a:pt x="174220" y="104349"/>
                  </a:cubicBezTo>
                  <a:lnTo>
                    <a:pt x="174220" y="104349"/>
                  </a:lnTo>
                  <a:cubicBezTo>
                    <a:pt x="176887" y="99776"/>
                    <a:pt x="182697" y="98253"/>
                    <a:pt x="187269" y="100824"/>
                  </a:cubicBezTo>
                  <a:lnTo>
                    <a:pt x="187269" y="100824"/>
                  </a:lnTo>
                  <a:cubicBezTo>
                    <a:pt x="191841" y="103491"/>
                    <a:pt x="193365" y="109301"/>
                    <a:pt x="190793" y="113874"/>
                  </a:cubicBezTo>
                  <a:lnTo>
                    <a:pt x="190793" y="113874"/>
                  </a:lnTo>
                  <a:cubicBezTo>
                    <a:pt x="188983" y="116922"/>
                    <a:pt x="185840" y="118636"/>
                    <a:pt x="182506" y="118636"/>
                  </a:cubicBezTo>
                  <a:lnTo>
                    <a:pt x="182506" y="118636"/>
                  </a:lnTo>
                  <a:cubicBezTo>
                    <a:pt x="180887" y="118636"/>
                    <a:pt x="179268" y="118255"/>
                    <a:pt x="177744" y="117398"/>
                  </a:cubicBezTo>
                  <a:close/>
                  <a:moveTo>
                    <a:pt x="143263" y="97491"/>
                  </a:moveTo>
                  <a:cubicBezTo>
                    <a:pt x="138691" y="94824"/>
                    <a:pt x="137072" y="89013"/>
                    <a:pt x="139739" y="84441"/>
                  </a:cubicBezTo>
                  <a:lnTo>
                    <a:pt x="139739" y="84441"/>
                  </a:lnTo>
                  <a:cubicBezTo>
                    <a:pt x="142311" y="79869"/>
                    <a:pt x="148216" y="78345"/>
                    <a:pt x="152788" y="80917"/>
                  </a:cubicBezTo>
                  <a:lnTo>
                    <a:pt x="152788" y="80917"/>
                  </a:lnTo>
                  <a:cubicBezTo>
                    <a:pt x="157360" y="83584"/>
                    <a:pt x="158884" y="89394"/>
                    <a:pt x="156217" y="93966"/>
                  </a:cubicBezTo>
                  <a:lnTo>
                    <a:pt x="156217" y="93966"/>
                  </a:lnTo>
                  <a:cubicBezTo>
                    <a:pt x="154503" y="97014"/>
                    <a:pt x="151264" y="98729"/>
                    <a:pt x="147931" y="98729"/>
                  </a:cubicBezTo>
                  <a:lnTo>
                    <a:pt x="147931" y="98729"/>
                  </a:lnTo>
                  <a:cubicBezTo>
                    <a:pt x="146407" y="98729"/>
                    <a:pt x="144692" y="98348"/>
                    <a:pt x="143263" y="97491"/>
                  </a:cubicBezTo>
                  <a:close/>
                  <a:moveTo>
                    <a:pt x="108592" y="77583"/>
                  </a:moveTo>
                  <a:cubicBezTo>
                    <a:pt x="104020" y="74916"/>
                    <a:pt x="102496" y="69106"/>
                    <a:pt x="105068" y="64534"/>
                  </a:cubicBezTo>
                  <a:lnTo>
                    <a:pt x="105068" y="64534"/>
                  </a:lnTo>
                  <a:cubicBezTo>
                    <a:pt x="107735" y="59962"/>
                    <a:pt x="113545" y="58438"/>
                    <a:pt x="118117" y="61010"/>
                  </a:cubicBezTo>
                  <a:lnTo>
                    <a:pt x="118117" y="61010"/>
                  </a:lnTo>
                  <a:cubicBezTo>
                    <a:pt x="122689" y="63677"/>
                    <a:pt x="124309" y="69487"/>
                    <a:pt x="121642" y="74059"/>
                  </a:cubicBezTo>
                  <a:lnTo>
                    <a:pt x="121642" y="74059"/>
                  </a:lnTo>
                  <a:cubicBezTo>
                    <a:pt x="119832" y="77107"/>
                    <a:pt x="116689" y="78822"/>
                    <a:pt x="113355" y="78822"/>
                  </a:cubicBezTo>
                  <a:lnTo>
                    <a:pt x="113355" y="78822"/>
                  </a:lnTo>
                  <a:cubicBezTo>
                    <a:pt x="111736" y="78822"/>
                    <a:pt x="110116" y="78441"/>
                    <a:pt x="108592" y="77583"/>
                  </a:cubicBezTo>
                  <a:close/>
                  <a:moveTo>
                    <a:pt x="74017" y="57581"/>
                  </a:moveTo>
                  <a:cubicBezTo>
                    <a:pt x="69445" y="55009"/>
                    <a:pt x="67921" y="49199"/>
                    <a:pt x="70492" y="44627"/>
                  </a:cubicBezTo>
                  <a:lnTo>
                    <a:pt x="70492" y="44627"/>
                  </a:lnTo>
                  <a:cubicBezTo>
                    <a:pt x="73159" y="40055"/>
                    <a:pt x="78970" y="38531"/>
                    <a:pt x="83542" y="41103"/>
                  </a:cubicBezTo>
                  <a:lnTo>
                    <a:pt x="83542" y="41103"/>
                  </a:lnTo>
                  <a:cubicBezTo>
                    <a:pt x="88018" y="43770"/>
                    <a:pt x="89638" y="49580"/>
                    <a:pt x="86971" y="54152"/>
                  </a:cubicBezTo>
                  <a:lnTo>
                    <a:pt x="86971" y="54152"/>
                  </a:lnTo>
                  <a:cubicBezTo>
                    <a:pt x="85256" y="57200"/>
                    <a:pt x="82018" y="58914"/>
                    <a:pt x="78779" y="58914"/>
                  </a:cubicBezTo>
                  <a:lnTo>
                    <a:pt x="78779" y="58914"/>
                  </a:lnTo>
                  <a:cubicBezTo>
                    <a:pt x="77160" y="58914"/>
                    <a:pt x="75541" y="58438"/>
                    <a:pt x="74017" y="57581"/>
                  </a:cubicBezTo>
                  <a:close/>
                  <a:moveTo>
                    <a:pt x="39346" y="37674"/>
                  </a:moveTo>
                  <a:cubicBezTo>
                    <a:pt x="34869" y="35102"/>
                    <a:pt x="33250" y="29291"/>
                    <a:pt x="35917" y="24720"/>
                  </a:cubicBezTo>
                  <a:lnTo>
                    <a:pt x="35917" y="24720"/>
                  </a:lnTo>
                  <a:cubicBezTo>
                    <a:pt x="38488" y="20147"/>
                    <a:pt x="44299" y="18528"/>
                    <a:pt x="48871" y="21195"/>
                  </a:cubicBezTo>
                  <a:lnTo>
                    <a:pt x="48871" y="21195"/>
                  </a:lnTo>
                  <a:cubicBezTo>
                    <a:pt x="53443" y="23862"/>
                    <a:pt x="54967" y="29672"/>
                    <a:pt x="52395" y="34245"/>
                  </a:cubicBezTo>
                  <a:lnTo>
                    <a:pt x="52395" y="34245"/>
                  </a:lnTo>
                  <a:cubicBezTo>
                    <a:pt x="50585" y="37293"/>
                    <a:pt x="47442" y="39007"/>
                    <a:pt x="44108" y="39007"/>
                  </a:cubicBezTo>
                  <a:lnTo>
                    <a:pt x="44108" y="39007"/>
                  </a:lnTo>
                  <a:cubicBezTo>
                    <a:pt x="42489" y="39007"/>
                    <a:pt x="40870" y="38626"/>
                    <a:pt x="39346" y="37674"/>
                  </a:cubicBezTo>
                  <a:close/>
                  <a:moveTo>
                    <a:pt x="4770" y="17766"/>
                  </a:moveTo>
                  <a:cubicBezTo>
                    <a:pt x="198" y="15099"/>
                    <a:pt x="-1326" y="9289"/>
                    <a:pt x="1246" y="4812"/>
                  </a:cubicBezTo>
                  <a:lnTo>
                    <a:pt x="1246" y="4812"/>
                  </a:lnTo>
                  <a:cubicBezTo>
                    <a:pt x="3913" y="240"/>
                    <a:pt x="9723" y="-1379"/>
                    <a:pt x="14295" y="1288"/>
                  </a:cubicBezTo>
                  <a:lnTo>
                    <a:pt x="14295" y="1288"/>
                  </a:lnTo>
                  <a:cubicBezTo>
                    <a:pt x="18867" y="3955"/>
                    <a:pt x="20391" y="9765"/>
                    <a:pt x="17819" y="14242"/>
                  </a:cubicBezTo>
                  <a:lnTo>
                    <a:pt x="17819" y="14242"/>
                  </a:lnTo>
                  <a:cubicBezTo>
                    <a:pt x="16009" y="17385"/>
                    <a:pt x="12771" y="19100"/>
                    <a:pt x="9532" y="19100"/>
                  </a:cubicBezTo>
                  <a:lnTo>
                    <a:pt x="9532" y="19100"/>
                  </a:lnTo>
                  <a:cubicBezTo>
                    <a:pt x="7913" y="19100"/>
                    <a:pt x="6294" y="18624"/>
                    <a:pt x="4770" y="1776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81EE9CC-8840-280E-2EFF-007E0A7E3EAA}"/>
                </a:ext>
              </a:extLst>
            </p:cNvPr>
            <p:cNvSpPr/>
            <p:nvPr/>
          </p:nvSpPr>
          <p:spPr>
            <a:xfrm>
              <a:off x="5645396" y="3655039"/>
              <a:ext cx="36116" cy="46089"/>
            </a:xfrm>
            <a:custGeom>
              <a:avLst/>
              <a:gdLst>
                <a:gd name="connsiteX0" fmla="*/ 19597 w 36116"/>
                <a:gd name="connsiteY0" fmla="*/ 43041 h 46089"/>
                <a:gd name="connsiteX1" fmla="*/ 20073 w 36116"/>
                <a:gd name="connsiteY1" fmla="*/ 29611 h 46089"/>
                <a:gd name="connsiteX2" fmla="*/ 20073 w 36116"/>
                <a:gd name="connsiteY2" fmla="*/ 29611 h 46089"/>
                <a:gd name="connsiteX3" fmla="*/ 33599 w 36116"/>
                <a:gd name="connsiteY3" fmla="*/ 30087 h 46089"/>
                <a:gd name="connsiteX4" fmla="*/ 33599 w 36116"/>
                <a:gd name="connsiteY4" fmla="*/ 30087 h 46089"/>
                <a:gd name="connsiteX5" fmla="*/ 33123 w 36116"/>
                <a:gd name="connsiteY5" fmla="*/ 43518 h 46089"/>
                <a:gd name="connsiteX6" fmla="*/ 33123 w 36116"/>
                <a:gd name="connsiteY6" fmla="*/ 43518 h 46089"/>
                <a:gd name="connsiteX7" fmla="*/ 26646 w 36116"/>
                <a:gd name="connsiteY7" fmla="*/ 46089 h 46089"/>
                <a:gd name="connsiteX8" fmla="*/ 26646 w 36116"/>
                <a:gd name="connsiteY8" fmla="*/ 46089 h 46089"/>
                <a:gd name="connsiteX9" fmla="*/ 19597 w 36116"/>
                <a:gd name="connsiteY9" fmla="*/ 43041 h 46089"/>
                <a:gd name="connsiteX10" fmla="*/ 642 w 36116"/>
                <a:gd name="connsiteY10" fmla="*/ 12942 h 46089"/>
                <a:gd name="connsiteX11" fmla="*/ 6167 w 36116"/>
                <a:gd name="connsiteY11" fmla="*/ 655 h 46089"/>
                <a:gd name="connsiteX12" fmla="*/ 6167 w 36116"/>
                <a:gd name="connsiteY12" fmla="*/ 655 h 46089"/>
                <a:gd name="connsiteX13" fmla="*/ 18454 w 36116"/>
                <a:gd name="connsiteY13" fmla="*/ 6084 h 46089"/>
                <a:gd name="connsiteX14" fmla="*/ 18454 w 36116"/>
                <a:gd name="connsiteY14" fmla="*/ 6084 h 46089"/>
                <a:gd name="connsiteX15" fmla="*/ 12930 w 36116"/>
                <a:gd name="connsiteY15" fmla="*/ 18372 h 46089"/>
                <a:gd name="connsiteX16" fmla="*/ 12930 w 36116"/>
                <a:gd name="connsiteY16" fmla="*/ 18372 h 46089"/>
                <a:gd name="connsiteX17" fmla="*/ 9596 w 36116"/>
                <a:gd name="connsiteY17" fmla="*/ 19038 h 46089"/>
                <a:gd name="connsiteX18" fmla="*/ 9596 w 36116"/>
                <a:gd name="connsiteY18" fmla="*/ 19038 h 46089"/>
                <a:gd name="connsiteX19" fmla="*/ 642 w 36116"/>
                <a:gd name="connsiteY19" fmla="*/ 12942 h 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116" h="46089">
                  <a:moveTo>
                    <a:pt x="19597" y="43041"/>
                  </a:moveTo>
                  <a:cubicBezTo>
                    <a:pt x="16073" y="39231"/>
                    <a:pt x="16263" y="33135"/>
                    <a:pt x="20073" y="29611"/>
                  </a:cubicBezTo>
                  <a:lnTo>
                    <a:pt x="20073" y="29611"/>
                  </a:lnTo>
                  <a:cubicBezTo>
                    <a:pt x="23979" y="25992"/>
                    <a:pt x="29979" y="26182"/>
                    <a:pt x="33599" y="30087"/>
                  </a:cubicBezTo>
                  <a:lnTo>
                    <a:pt x="33599" y="30087"/>
                  </a:lnTo>
                  <a:cubicBezTo>
                    <a:pt x="37123" y="33993"/>
                    <a:pt x="36933" y="39993"/>
                    <a:pt x="33123" y="43518"/>
                  </a:cubicBezTo>
                  <a:lnTo>
                    <a:pt x="33123" y="43518"/>
                  </a:lnTo>
                  <a:cubicBezTo>
                    <a:pt x="31218" y="45232"/>
                    <a:pt x="28932" y="46089"/>
                    <a:pt x="26646" y="46089"/>
                  </a:cubicBezTo>
                  <a:lnTo>
                    <a:pt x="26646" y="46089"/>
                  </a:lnTo>
                  <a:cubicBezTo>
                    <a:pt x="24074" y="46089"/>
                    <a:pt x="21502" y="45042"/>
                    <a:pt x="19597" y="43041"/>
                  </a:cubicBezTo>
                  <a:close/>
                  <a:moveTo>
                    <a:pt x="642" y="12942"/>
                  </a:moveTo>
                  <a:cubicBezTo>
                    <a:pt x="-1263" y="7989"/>
                    <a:pt x="1214" y="2465"/>
                    <a:pt x="6167" y="655"/>
                  </a:cubicBezTo>
                  <a:lnTo>
                    <a:pt x="6167" y="655"/>
                  </a:lnTo>
                  <a:cubicBezTo>
                    <a:pt x="11025" y="-1250"/>
                    <a:pt x="16549" y="1131"/>
                    <a:pt x="18454" y="6084"/>
                  </a:cubicBezTo>
                  <a:lnTo>
                    <a:pt x="18454" y="6084"/>
                  </a:lnTo>
                  <a:cubicBezTo>
                    <a:pt x="20359" y="10942"/>
                    <a:pt x="17883" y="16467"/>
                    <a:pt x="12930" y="18372"/>
                  </a:cubicBezTo>
                  <a:lnTo>
                    <a:pt x="12930" y="18372"/>
                  </a:lnTo>
                  <a:cubicBezTo>
                    <a:pt x="11882" y="18848"/>
                    <a:pt x="10739" y="19038"/>
                    <a:pt x="9596" y="19038"/>
                  </a:cubicBezTo>
                  <a:lnTo>
                    <a:pt x="9596" y="19038"/>
                  </a:lnTo>
                  <a:cubicBezTo>
                    <a:pt x="5691" y="19038"/>
                    <a:pt x="2166" y="16752"/>
                    <a:pt x="642" y="129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BE627C9-C2C1-CE28-AA0D-AAFF8B71ADE9}"/>
                </a:ext>
              </a:extLst>
            </p:cNvPr>
            <p:cNvSpPr/>
            <p:nvPr/>
          </p:nvSpPr>
          <p:spPr>
            <a:xfrm>
              <a:off x="5638800" y="3496722"/>
              <a:ext cx="19240" cy="103631"/>
            </a:xfrm>
            <a:custGeom>
              <a:avLst/>
              <a:gdLst>
                <a:gd name="connsiteX0" fmla="*/ 191 w 19240"/>
                <a:gd name="connsiteY0" fmla="*/ 94107 h 103631"/>
                <a:gd name="connsiteX1" fmla="*/ 9620 w 19240"/>
                <a:gd name="connsiteY1" fmla="*/ 84582 h 103631"/>
                <a:gd name="connsiteX2" fmla="*/ 9620 w 19240"/>
                <a:gd name="connsiteY2" fmla="*/ 84582 h 103631"/>
                <a:gd name="connsiteX3" fmla="*/ 19241 w 19240"/>
                <a:gd name="connsiteY3" fmla="*/ 94012 h 103631"/>
                <a:gd name="connsiteX4" fmla="*/ 19241 w 19240"/>
                <a:gd name="connsiteY4" fmla="*/ 94012 h 103631"/>
                <a:gd name="connsiteX5" fmla="*/ 9811 w 19240"/>
                <a:gd name="connsiteY5" fmla="*/ 103632 h 103631"/>
                <a:gd name="connsiteX6" fmla="*/ 9811 w 19240"/>
                <a:gd name="connsiteY6" fmla="*/ 103632 h 103631"/>
                <a:gd name="connsiteX7" fmla="*/ 286 w 19240"/>
                <a:gd name="connsiteY7" fmla="*/ 94107 h 103631"/>
                <a:gd name="connsiteX8" fmla="*/ 0 w 19240"/>
                <a:gd name="connsiteY8" fmla="*/ 51816 h 103631"/>
                <a:gd name="connsiteX9" fmla="*/ 9525 w 19240"/>
                <a:gd name="connsiteY9" fmla="*/ 42291 h 103631"/>
                <a:gd name="connsiteX10" fmla="*/ 9525 w 19240"/>
                <a:gd name="connsiteY10" fmla="*/ 42291 h 103631"/>
                <a:gd name="connsiteX11" fmla="*/ 19050 w 19240"/>
                <a:gd name="connsiteY11" fmla="*/ 51816 h 103631"/>
                <a:gd name="connsiteX12" fmla="*/ 19050 w 19240"/>
                <a:gd name="connsiteY12" fmla="*/ 51816 h 103631"/>
                <a:gd name="connsiteX13" fmla="*/ 9525 w 19240"/>
                <a:gd name="connsiteY13" fmla="*/ 61341 h 103631"/>
                <a:gd name="connsiteX14" fmla="*/ 9525 w 19240"/>
                <a:gd name="connsiteY14" fmla="*/ 61341 h 103631"/>
                <a:gd name="connsiteX15" fmla="*/ 0 w 19240"/>
                <a:gd name="connsiteY15" fmla="*/ 51816 h 103631"/>
                <a:gd name="connsiteX16" fmla="*/ 0 w 19240"/>
                <a:gd name="connsiteY16" fmla="*/ 9525 h 103631"/>
                <a:gd name="connsiteX17" fmla="*/ 9620 w 19240"/>
                <a:gd name="connsiteY17" fmla="*/ 0 h 103631"/>
                <a:gd name="connsiteX18" fmla="*/ 9620 w 19240"/>
                <a:gd name="connsiteY18" fmla="*/ 0 h 103631"/>
                <a:gd name="connsiteX19" fmla="*/ 19050 w 19240"/>
                <a:gd name="connsiteY19" fmla="*/ 9525 h 103631"/>
                <a:gd name="connsiteX20" fmla="*/ 19050 w 19240"/>
                <a:gd name="connsiteY20" fmla="*/ 9525 h 103631"/>
                <a:gd name="connsiteX21" fmla="*/ 9525 w 19240"/>
                <a:gd name="connsiteY21" fmla="*/ 19050 h 103631"/>
                <a:gd name="connsiteX22" fmla="*/ 9525 w 19240"/>
                <a:gd name="connsiteY22" fmla="*/ 19050 h 103631"/>
                <a:gd name="connsiteX23" fmla="*/ 0 w 19240"/>
                <a:gd name="connsiteY23" fmla="*/ 9525 h 103631"/>
                <a:gd name="connsiteX24" fmla="*/ 19050 w 19240"/>
                <a:gd name="connsiteY24" fmla="*/ 9525 h 103631"/>
                <a:gd name="connsiteX25" fmla="*/ 19050 w 19240"/>
                <a:gd name="connsiteY25" fmla="*/ 9525 h 103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40" h="103631">
                  <a:moveTo>
                    <a:pt x="191" y="94107"/>
                  </a:moveTo>
                  <a:cubicBezTo>
                    <a:pt x="191" y="88868"/>
                    <a:pt x="4382" y="84582"/>
                    <a:pt x="9620" y="84582"/>
                  </a:cubicBezTo>
                  <a:lnTo>
                    <a:pt x="9620" y="84582"/>
                  </a:lnTo>
                  <a:cubicBezTo>
                    <a:pt x="14954" y="84487"/>
                    <a:pt x="19145" y="88773"/>
                    <a:pt x="19241" y="94012"/>
                  </a:cubicBezTo>
                  <a:lnTo>
                    <a:pt x="19241" y="94012"/>
                  </a:lnTo>
                  <a:cubicBezTo>
                    <a:pt x="19241" y="99250"/>
                    <a:pt x="15050" y="103537"/>
                    <a:pt x="9811" y="103632"/>
                  </a:cubicBezTo>
                  <a:lnTo>
                    <a:pt x="9811" y="103632"/>
                  </a:lnTo>
                  <a:cubicBezTo>
                    <a:pt x="4572" y="103632"/>
                    <a:pt x="381" y="99346"/>
                    <a:pt x="286" y="94107"/>
                  </a:cubicBezTo>
                  <a:close/>
                  <a:moveTo>
                    <a:pt x="0" y="51816"/>
                  </a:moveTo>
                  <a:cubicBezTo>
                    <a:pt x="0" y="46482"/>
                    <a:pt x="4286" y="42291"/>
                    <a:pt x="9525" y="42291"/>
                  </a:cubicBezTo>
                  <a:lnTo>
                    <a:pt x="9525" y="42291"/>
                  </a:lnTo>
                  <a:cubicBezTo>
                    <a:pt x="14764" y="42291"/>
                    <a:pt x="19050" y="46482"/>
                    <a:pt x="19050" y="51816"/>
                  </a:cubicBezTo>
                  <a:lnTo>
                    <a:pt x="19050" y="51816"/>
                  </a:lnTo>
                  <a:cubicBezTo>
                    <a:pt x="19050" y="57055"/>
                    <a:pt x="14859" y="61341"/>
                    <a:pt x="9525" y="61341"/>
                  </a:cubicBezTo>
                  <a:lnTo>
                    <a:pt x="9525" y="61341"/>
                  </a:lnTo>
                  <a:cubicBezTo>
                    <a:pt x="4286" y="61341"/>
                    <a:pt x="0" y="57055"/>
                    <a:pt x="0" y="51816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145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  <a:moveTo>
                    <a:pt x="19050" y="9525"/>
                  </a:moveTo>
                  <a:lnTo>
                    <a:pt x="19050" y="952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EDEDB93-6159-8E41-8BD3-4C123B4A192B}"/>
                </a:ext>
              </a:extLst>
            </p:cNvPr>
            <p:cNvSpPr/>
            <p:nvPr/>
          </p:nvSpPr>
          <p:spPr>
            <a:xfrm>
              <a:off x="5638800" y="3261264"/>
              <a:ext cx="19240" cy="173545"/>
            </a:xfrm>
            <a:custGeom>
              <a:avLst/>
              <a:gdLst>
                <a:gd name="connsiteX0" fmla="*/ 0 w 19240"/>
                <a:gd name="connsiteY0" fmla="*/ 164021 h 173545"/>
                <a:gd name="connsiteX1" fmla="*/ 9525 w 19240"/>
                <a:gd name="connsiteY1" fmla="*/ 154496 h 173545"/>
                <a:gd name="connsiteX2" fmla="*/ 9525 w 19240"/>
                <a:gd name="connsiteY2" fmla="*/ 154496 h 173545"/>
                <a:gd name="connsiteX3" fmla="*/ 19050 w 19240"/>
                <a:gd name="connsiteY3" fmla="*/ 164021 h 173545"/>
                <a:gd name="connsiteX4" fmla="*/ 19050 w 19240"/>
                <a:gd name="connsiteY4" fmla="*/ 164021 h 173545"/>
                <a:gd name="connsiteX5" fmla="*/ 9525 w 19240"/>
                <a:gd name="connsiteY5" fmla="*/ 173546 h 173545"/>
                <a:gd name="connsiteX6" fmla="*/ 9525 w 19240"/>
                <a:gd name="connsiteY6" fmla="*/ 173546 h 173545"/>
                <a:gd name="connsiteX7" fmla="*/ 0 w 19240"/>
                <a:gd name="connsiteY7" fmla="*/ 164021 h 173545"/>
                <a:gd name="connsiteX8" fmla="*/ 0 w 19240"/>
                <a:gd name="connsiteY8" fmla="*/ 125444 h 173545"/>
                <a:gd name="connsiteX9" fmla="*/ 0 w 19240"/>
                <a:gd name="connsiteY9" fmla="*/ 125444 h 173545"/>
                <a:gd name="connsiteX10" fmla="*/ 9620 w 19240"/>
                <a:gd name="connsiteY10" fmla="*/ 115919 h 173545"/>
                <a:gd name="connsiteX11" fmla="*/ 9620 w 19240"/>
                <a:gd name="connsiteY11" fmla="*/ 115919 h 173545"/>
                <a:gd name="connsiteX12" fmla="*/ 19050 w 19240"/>
                <a:gd name="connsiteY12" fmla="*/ 125444 h 173545"/>
                <a:gd name="connsiteX13" fmla="*/ 19050 w 19240"/>
                <a:gd name="connsiteY13" fmla="*/ 125444 h 173545"/>
                <a:gd name="connsiteX14" fmla="*/ 9525 w 19240"/>
                <a:gd name="connsiteY14" fmla="*/ 134969 h 173545"/>
                <a:gd name="connsiteX15" fmla="*/ 9525 w 19240"/>
                <a:gd name="connsiteY15" fmla="*/ 134969 h 173545"/>
                <a:gd name="connsiteX16" fmla="*/ 0 w 19240"/>
                <a:gd name="connsiteY16" fmla="*/ 125444 h 173545"/>
                <a:gd name="connsiteX17" fmla="*/ 0 w 19240"/>
                <a:gd name="connsiteY17" fmla="*/ 86773 h 173545"/>
                <a:gd name="connsiteX18" fmla="*/ 9525 w 19240"/>
                <a:gd name="connsiteY18" fmla="*/ 77248 h 173545"/>
                <a:gd name="connsiteX19" fmla="*/ 9525 w 19240"/>
                <a:gd name="connsiteY19" fmla="*/ 77248 h 173545"/>
                <a:gd name="connsiteX20" fmla="*/ 19050 w 19240"/>
                <a:gd name="connsiteY20" fmla="*/ 86773 h 173545"/>
                <a:gd name="connsiteX21" fmla="*/ 19050 w 19240"/>
                <a:gd name="connsiteY21" fmla="*/ 86773 h 173545"/>
                <a:gd name="connsiteX22" fmla="*/ 9525 w 19240"/>
                <a:gd name="connsiteY22" fmla="*/ 96298 h 173545"/>
                <a:gd name="connsiteX23" fmla="*/ 9525 w 19240"/>
                <a:gd name="connsiteY23" fmla="*/ 96298 h 173545"/>
                <a:gd name="connsiteX24" fmla="*/ 0 w 19240"/>
                <a:gd name="connsiteY24" fmla="*/ 86773 h 173545"/>
                <a:gd name="connsiteX25" fmla="*/ 191 w 19240"/>
                <a:gd name="connsiteY25" fmla="*/ 48101 h 173545"/>
                <a:gd name="connsiteX26" fmla="*/ 9716 w 19240"/>
                <a:gd name="connsiteY26" fmla="*/ 38576 h 173545"/>
                <a:gd name="connsiteX27" fmla="*/ 9716 w 19240"/>
                <a:gd name="connsiteY27" fmla="*/ 38576 h 173545"/>
                <a:gd name="connsiteX28" fmla="*/ 19241 w 19240"/>
                <a:gd name="connsiteY28" fmla="*/ 48101 h 173545"/>
                <a:gd name="connsiteX29" fmla="*/ 19241 w 19240"/>
                <a:gd name="connsiteY29" fmla="*/ 48101 h 173545"/>
                <a:gd name="connsiteX30" fmla="*/ 9716 w 19240"/>
                <a:gd name="connsiteY30" fmla="*/ 57626 h 173545"/>
                <a:gd name="connsiteX31" fmla="*/ 9716 w 19240"/>
                <a:gd name="connsiteY31" fmla="*/ 57626 h 173545"/>
                <a:gd name="connsiteX32" fmla="*/ 191 w 19240"/>
                <a:gd name="connsiteY32" fmla="*/ 48101 h 173545"/>
                <a:gd name="connsiteX33" fmla="*/ 19241 w 19240"/>
                <a:gd name="connsiteY33" fmla="*/ 48101 h 173545"/>
                <a:gd name="connsiteX34" fmla="*/ 19241 w 19240"/>
                <a:gd name="connsiteY34" fmla="*/ 48101 h 173545"/>
                <a:gd name="connsiteX35" fmla="*/ 0 w 19240"/>
                <a:gd name="connsiteY35" fmla="*/ 9525 h 173545"/>
                <a:gd name="connsiteX36" fmla="*/ 9525 w 19240"/>
                <a:gd name="connsiteY36" fmla="*/ 0 h 173545"/>
                <a:gd name="connsiteX37" fmla="*/ 9525 w 19240"/>
                <a:gd name="connsiteY37" fmla="*/ 0 h 173545"/>
                <a:gd name="connsiteX38" fmla="*/ 19050 w 19240"/>
                <a:gd name="connsiteY38" fmla="*/ 9430 h 173545"/>
                <a:gd name="connsiteX39" fmla="*/ 19050 w 19240"/>
                <a:gd name="connsiteY39" fmla="*/ 9430 h 173545"/>
                <a:gd name="connsiteX40" fmla="*/ 9525 w 19240"/>
                <a:gd name="connsiteY40" fmla="*/ 19050 h 173545"/>
                <a:gd name="connsiteX41" fmla="*/ 9525 w 19240"/>
                <a:gd name="connsiteY41" fmla="*/ 19050 h 173545"/>
                <a:gd name="connsiteX42" fmla="*/ 0 w 19240"/>
                <a:gd name="connsiteY42" fmla="*/ 9525 h 173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240" h="173545">
                  <a:moveTo>
                    <a:pt x="0" y="164021"/>
                  </a:moveTo>
                  <a:cubicBezTo>
                    <a:pt x="0" y="158782"/>
                    <a:pt x="4286" y="154496"/>
                    <a:pt x="9525" y="154496"/>
                  </a:cubicBezTo>
                  <a:lnTo>
                    <a:pt x="9525" y="154496"/>
                  </a:lnTo>
                  <a:cubicBezTo>
                    <a:pt x="14764" y="154496"/>
                    <a:pt x="19050" y="158782"/>
                    <a:pt x="19050" y="164021"/>
                  </a:cubicBezTo>
                  <a:lnTo>
                    <a:pt x="19050" y="164021"/>
                  </a:lnTo>
                  <a:cubicBezTo>
                    <a:pt x="19050" y="169259"/>
                    <a:pt x="14764" y="173546"/>
                    <a:pt x="9525" y="173546"/>
                  </a:cubicBezTo>
                  <a:lnTo>
                    <a:pt x="9525" y="173546"/>
                  </a:lnTo>
                  <a:cubicBezTo>
                    <a:pt x="4191" y="173546"/>
                    <a:pt x="0" y="169259"/>
                    <a:pt x="0" y="164021"/>
                  </a:cubicBezTo>
                  <a:close/>
                  <a:moveTo>
                    <a:pt x="0" y="125444"/>
                  </a:moveTo>
                  <a:lnTo>
                    <a:pt x="0" y="125444"/>
                  </a:lnTo>
                  <a:cubicBezTo>
                    <a:pt x="0" y="120110"/>
                    <a:pt x="4286" y="115824"/>
                    <a:pt x="9620" y="115919"/>
                  </a:cubicBezTo>
                  <a:lnTo>
                    <a:pt x="9620" y="115919"/>
                  </a:lnTo>
                  <a:cubicBezTo>
                    <a:pt x="14859" y="115919"/>
                    <a:pt x="19050" y="120205"/>
                    <a:pt x="19050" y="125444"/>
                  </a:cubicBezTo>
                  <a:lnTo>
                    <a:pt x="19050" y="125444"/>
                  </a:lnTo>
                  <a:cubicBezTo>
                    <a:pt x="19050" y="130683"/>
                    <a:pt x="14764" y="134969"/>
                    <a:pt x="9525" y="134969"/>
                  </a:cubicBezTo>
                  <a:lnTo>
                    <a:pt x="9525" y="134969"/>
                  </a:lnTo>
                  <a:cubicBezTo>
                    <a:pt x="4286" y="134969"/>
                    <a:pt x="0" y="130683"/>
                    <a:pt x="0" y="125444"/>
                  </a:cubicBezTo>
                  <a:close/>
                  <a:moveTo>
                    <a:pt x="0" y="86773"/>
                  </a:moveTo>
                  <a:cubicBezTo>
                    <a:pt x="0" y="81534"/>
                    <a:pt x="4286" y="77248"/>
                    <a:pt x="9525" y="77248"/>
                  </a:cubicBezTo>
                  <a:lnTo>
                    <a:pt x="9525" y="77248"/>
                  </a:lnTo>
                  <a:cubicBezTo>
                    <a:pt x="14764" y="77248"/>
                    <a:pt x="19050" y="81534"/>
                    <a:pt x="19050" y="86773"/>
                  </a:cubicBezTo>
                  <a:lnTo>
                    <a:pt x="19050" y="86773"/>
                  </a:lnTo>
                  <a:cubicBezTo>
                    <a:pt x="19050" y="92012"/>
                    <a:pt x="14764" y="96298"/>
                    <a:pt x="9525" y="96298"/>
                  </a:cubicBezTo>
                  <a:lnTo>
                    <a:pt x="9525" y="96298"/>
                  </a:lnTo>
                  <a:cubicBezTo>
                    <a:pt x="4286" y="96298"/>
                    <a:pt x="0" y="92012"/>
                    <a:pt x="0" y="86773"/>
                  </a:cubicBezTo>
                  <a:close/>
                  <a:moveTo>
                    <a:pt x="191" y="48101"/>
                  </a:moveTo>
                  <a:cubicBezTo>
                    <a:pt x="191" y="42863"/>
                    <a:pt x="4477" y="38576"/>
                    <a:pt x="9716" y="38576"/>
                  </a:cubicBezTo>
                  <a:lnTo>
                    <a:pt x="9716" y="38576"/>
                  </a:lnTo>
                  <a:cubicBezTo>
                    <a:pt x="14954" y="38576"/>
                    <a:pt x="19241" y="42863"/>
                    <a:pt x="19241" y="48101"/>
                  </a:cubicBezTo>
                  <a:lnTo>
                    <a:pt x="19241" y="48101"/>
                  </a:lnTo>
                  <a:cubicBezTo>
                    <a:pt x="19241" y="53340"/>
                    <a:pt x="14954" y="57626"/>
                    <a:pt x="9716" y="57626"/>
                  </a:cubicBezTo>
                  <a:lnTo>
                    <a:pt x="9716" y="57626"/>
                  </a:lnTo>
                  <a:cubicBezTo>
                    <a:pt x="4477" y="57626"/>
                    <a:pt x="191" y="53340"/>
                    <a:pt x="191" y="48101"/>
                  </a:cubicBezTo>
                  <a:close/>
                  <a:moveTo>
                    <a:pt x="19241" y="48101"/>
                  </a:moveTo>
                  <a:lnTo>
                    <a:pt x="19241" y="48101"/>
                  </a:lnTo>
                  <a:close/>
                  <a:moveTo>
                    <a:pt x="0" y="9525"/>
                  </a:moveTo>
                  <a:cubicBezTo>
                    <a:pt x="0" y="4191"/>
                    <a:pt x="4191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430"/>
                  </a:cubicBezTo>
                  <a:lnTo>
                    <a:pt x="19050" y="9430"/>
                  </a:lnTo>
                  <a:cubicBezTo>
                    <a:pt x="19050" y="14669"/>
                    <a:pt x="14764" y="18955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11471D1-E24D-F61B-1B32-05F040AF45BF}"/>
                </a:ext>
              </a:extLst>
            </p:cNvPr>
            <p:cNvSpPr/>
            <p:nvPr/>
          </p:nvSpPr>
          <p:spPr>
            <a:xfrm>
              <a:off x="5644232" y="3151072"/>
              <a:ext cx="38464" cy="52375"/>
            </a:xfrm>
            <a:custGeom>
              <a:avLst/>
              <a:gdLst>
                <a:gd name="connsiteX0" fmla="*/ 6569 w 38464"/>
                <a:gd name="connsiteY0" fmla="*/ 51899 h 52375"/>
                <a:gd name="connsiteX1" fmla="*/ 473 w 38464"/>
                <a:gd name="connsiteY1" fmla="*/ 39802 h 52375"/>
                <a:gd name="connsiteX2" fmla="*/ 473 w 38464"/>
                <a:gd name="connsiteY2" fmla="*/ 39802 h 52375"/>
                <a:gd name="connsiteX3" fmla="*/ 12569 w 38464"/>
                <a:gd name="connsiteY3" fmla="*/ 33801 h 52375"/>
                <a:gd name="connsiteX4" fmla="*/ 12569 w 38464"/>
                <a:gd name="connsiteY4" fmla="*/ 33801 h 52375"/>
                <a:gd name="connsiteX5" fmla="*/ 18570 w 38464"/>
                <a:gd name="connsiteY5" fmla="*/ 45803 h 52375"/>
                <a:gd name="connsiteX6" fmla="*/ 18570 w 38464"/>
                <a:gd name="connsiteY6" fmla="*/ 45803 h 52375"/>
                <a:gd name="connsiteX7" fmla="*/ 9521 w 38464"/>
                <a:gd name="connsiteY7" fmla="*/ 52375 h 52375"/>
                <a:gd name="connsiteX8" fmla="*/ 9521 w 38464"/>
                <a:gd name="connsiteY8" fmla="*/ 52375 h 52375"/>
                <a:gd name="connsiteX9" fmla="*/ 6569 w 38464"/>
                <a:gd name="connsiteY9" fmla="*/ 51899 h 52375"/>
                <a:gd name="connsiteX10" fmla="*/ 22571 w 38464"/>
                <a:gd name="connsiteY10" fmla="*/ 16561 h 52375"/>
                <a:gd name="connsiteX11" fmla="*/ 21904 w 38464"/>
                <a:gd name="connsiteY11" fmla="*/ 3131 h 52375"/>
                <a:gd name="connsiteX12" fmla="*/ 21904 w 38464"/>
                <a:gd name="connsiteY12" fmla="*/ 3131 h 52375"/>
                <a:gd name="connsiteX13" fmla="*/ 35334 w 38464"/>
                <a:gd name="connsiteY13" fmla="*/ 2464 h 52375"/>
                <a:gd name="connsiteX14" fmla="*/ 35334 w 38464"/>
                <a:gd name="connsiteY14" fmla="*/ 2464 h 52375"/>
                <a:gd name="connsiteX15" fmla="*/ 36001 w 38464"/>
                <a:gd name="connsiteY15" fmla="*/ 15894 h 52375"/>
                <a:gd name="connsiteX16" fmla="*/ 36001 w 38464"/>
                <a:gd name="connsiteY16" fmla="*/ 15894 h 52375"/>
                <a:gd name="connsiteX17" fmla="*/ 28952 w 38464"/>
                <a:gd name="connsiteY17" fmla="*/ 19038 h 52375"/>
                <a:gd name="connsiteX18" fmla="*/ 28952 w 38464"/>
                <a:gd name="connsiteY18" fmla="*/ 19038 h 52375"/>
                <a:gd name="connsiteX19" fmla="*/ 22571 w 38464"/>
                <a:gd name="connsiteY19" fmla="*/ 16561 h 52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464" h="52375">
                  <a:moveTo>
                    <a:pt x="6569" y="51899"/>
                  </a:moveTo>
                  <a:cubicBezTo>
                    <a:pt x="1520" y="50184"/>
                    <a:pt x="-1147" y="44755"/>
                    <a:pt x="473" y="39802"/>
                  </a:cubicBezTo>
                  <a:lnTo>
                    <a:pt x="473" y="39802"/>
                  </a:lnTo>
                  <a:cubicBezTo>
                    <a:pt x="2187" y="34849"/>
                    <a:pt x="7521" y="32087"/>
                    <a:pt x="12569" y="33801"/>
                  </a:cubicBezTo>
                  <a:lnTo>
                    <a:pt x="12569" y="33801"/>
                  </a:lnTo>
                  <a:cubicBezTo>
                    <a:pt x="17522" y="35421"/>
                    <a:pt x="20189" y="40755"/>
                    <a:pt x="18570" y="45803"/>
                  </a:cubicBezTo>
                  <a:lnTo>
                    <a:pt x="18570" y="45803"/>
                  </a:lnTo>
                  <a:cubicBezTo>
                    <a:pt x="17237" y="49803"/>
                    <a:pt x="13522" y="52375"/>
                    <a:pt x="9521" y="52375"/>
                  </a:cubicBezTo>
                  <a:lnTo>
                    <a:pt x="9521" y="52375"/>
                  </a:lnTo>
                  <a:cubicBezTo>
                    <a:pt x="8569" y="52375"/>
                    <a:pt x="7521" y="52185"/>
                    <a:pt x="6569" y="51899"/>
                  </a:cubicBezTo>
                  <a:close/>
                  <a:moveTo>
                    <a:pt x="22571" y="16561"/>
                  </a:moveTo>
                  <a:cubicBezTo>
                    <a:pt x="18665" y="13037"/>
                    <a:pt x="18380" y="7036"/>
                    <a:pt x="21904" y="3131"/>
                  </a:cubicBezTo>
                  <a:lnTo>
                    <a:pt x="21904" y="3131"/>
                  </a:lnTo>
                  <a:cubicBezTo>
                    <a:pt x="25428" y="-774"/>
                    <a:pt x="31429" y="-1060"/>
                    <a:pt x="35334" y="2464"/>
                  </a:cubicBezTo>
                  <a:lnTo>
                    <a:pt x="35334" y="2464"/>
                  </a:lnTo>
                  <a:cubicBezTo>
                    <a:pt x="39239" y="5988"/>
                    <a:pt x="39525" y="11989"/>
                    <a:pt x="36001" y="15894"/>
                  </a:cubicBezTo>
                  <a:lnTo>
                    <a:pt x="36001" y="15894"/>
                  </a:lnTo>
                  <a:cubicBezTo>
                    <a:pt x="34096" y="17990"/>
                    <a:pt x="31524" y="19038"/>
                    <a:pt x="28952" y="19038"/>
                  </a:cubicBezTo>
                  <a:lnTo>
                    <a:pt x="28952" y="19038"/>
                  </a:lnTo>
                  <a:cubicBezTo>
                    <a:pt x="26666" y="19038"/>
                    <a:pt x="24380" y="18180"/>
                    <a:pt x="22571" y="1656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6D34289-3F25-A4C4-3607-BF1A34F389B2}"/>
                </a:ext>
              </a:extLst>
            </p:cNvPr>
            <p:cNvSpPr/>
            <p:nvPr/>
          </p:nvSpPr>
          <p:spPr>
            <a:xfrm>
              <a:off x="5728235" y="2952795"/>
              <a:ext cx="291614" cy="174166"/>
            </a:xfrm>
            <a:custGeom>
              <a:avLst/>
              <a:gdLst>
                <a:gd name="connsiteX0" fmla="*/ 1242 w 291614"/>
                <a:gd name="connsiteY0" fmla="*/ 169404 h 174166"/>
                <a:gd name="connsiteX1" fmla="*/ 4862 w 291614"/>
                <a:gd name="connsiteY1" fmla="*/ 156355 h 174166"/>
                <a:gd name="connsiteX2" fmla="*/ 4862 w 291614"/>
                <a:gd name="connsiteY2" fmla="*/ 156355 h 174166"/>
                <a:gd name="connsiteX3" fmla="*/ 17816 w 291614"/>
                <a:gd name="connsiteY3" fmla="*/ 159974 h 174166"/>
                <a:gd name="connsiteX4" fmla="*/ 17816 w 291614"/>
                <a:gd name="connsiteY4" fmla="*/ 159974 h 174166"/>
                <a:gd name="connsiteX5" fmla="*/ 14196 w 291614"/>
                <a:gd name="connsiteY5" fmla="*/ 173024 h 174166"/>
                <a:gd name="connsiteX6" fmla="*/ 14196 w 291614"/>
                <a:gd name="connsiteY6" fmla="*/ 173024 h 174166"/>
                <a:gd name="connsiteX7" fmla="*/ 9529 w 291614"/>
                <a:gd name="connsiteY7" fmla="*/ 174167 h 174166"/>
                <a:gd name="connsiteX8" fmla="*/ 9529 w 291614"/>
                <a:gd name="connsiteY8" fmla="*/ 174167 h 174166"/>
                <a:gd name="connsiteX9" fmla="*/ 1242 w 291614"/>
                <a:gd name="connsiteY9" fmla="*/ 169404 h 174166"/>
                <a:gd name="connsiteX10" fmla="*/ 35342 w 291614"/>
                <a:gd name="connsiteY10" fmla="*/ 150068 h 174166"/>
                <a:gd name="connsiteX11" fmla="*/ 38866 w 291614"/>
                <a:gd name="connsiteY11" fmla="*/ 137019 h 174166"/>
                <a:gd name="connsiteX12" fmla="*/ 38866 w 291614"/>
                <a:gd name="connsiteY12" fmla="*/ 137019 h 174166"/>
                <a:gd name="connsiteX13" fmla="*/ 51915 w 291614"/>
                <a:gd name="connsiteY13" fmla="*/ 140639 h 174166"/>
                <a:gd name="connsiteX14" fmla="*/ 51915 w 291614"/>
                <a:gd name="connsiteY14" fmla="*/ 140639 h 174166"/>
                <a:gd name="connsiteX15" fmla="*/ 48296 w 291614"/>
                <a:gd name="connsiteY15" fmla="*/ 153593 h 174166"/>
                <a:gd name="connsiteX16" fmla="*/ 48296 w 291614"/>
                <a:gd name="connsiteY16" fmla="*/ 153593 h 174166"/>
                <a:gd name="connsiteX17" fmla="*/ 43629 w 291614"/>
                <a:gd name="connsiteY17" fmla="*/ 154831 h 174166"/>
                <a:gd name="connsiteX18" fmla="*/ 43629 w 291614"/>
                <a:gd name="connsiteY18" fmla="*/ 154831 h 174166"/>
                <a:gd name="connsiteX19" fmla="*/ 35342 w 291614"/>
                <a:gd name="connsiteY19" fmla="*/ 150068 h 174166"/>
                <a:gd name="connsiteX20" fmla="*/ 69441 w 291614"/>
                <a:gd name="connsiteY20" fmla="*/ 130733 h 174166"/>
                <a:gd name="connsiteX21" fmla="*/ 72966 w 291614"/>
                <a:gd name="connsiteY21" fmla="*/ 117683 h 174166"/>
                <a:gd name="connsiteX22" fmla="*/ 72966 w 291614"/>
                <a:gd name="connsiteY22" fmla="*/ 117683 h 174166"/>
                <a:gd name="connsiteX23" fmla="*/ 85920 w 291614"/>
                <a:gd name="connsiteY23" fmla="*/ 121303 h 174166"/>
                <a:gd name="connsiteX24" fmla="*/ 85920 w 291614"/>
                <a:gd name="connsiteY24" fmla="*/ 121303 h 174166"/>
                <a:gd name="connsiteX25" fmla="*/ 82300 w 291614"/>
                <a:gd name="connsiteY25" fmla="*/ 134257 h 174166"/>
                <a:gd name="connsiteX26" fmla="*/ 82300 w 291614"/>
                <a:gd name="connsiteY26" fmla="*/ 134257 h 174166"/>
                <a:gd name="connsiteX27" fmla="*/ 77633 w 291614"/>
                <a:gd name="connsiteY27" fmla="*/ 135495 h 174166"/>
                <a:gd name="connsiteX28" fmla="*/ 77633 w 291614"/>
                <a:gd name="connsiteY28" fmla="*/ 135495 h 174166"/>
                <a:gd name="connsiteX29" fmla="*/ 69346 w 291614"/>
                <a:gd name="connsiteY29" fmla="*/ 130733 h 174166"/>
                <a:gd name="connsiteX30" fmla="*/ 103541 w 291614"/>
                <a:gd name="connsiteY30" fmla="*/ 111302 h 174166"/>
                <a:gd name="connsiteX31" fmla="*/ 107065 w 291614"/>
                <a:gd name="connsiteY31" fmla="*/ 98348 h 174166"/>
                <a:gd name="connsiteX32" fmla="*/ 107065 w 291614"/>
                <a:gd name="connsiteY32" fmla="*/ 98348 h 174166"/>
                <a:gd name="connsiteX33" fmla="*/ 120114 w 291614"/>
                <a:gd name="connsiteY33" fmla="*/ 101872 h 174166"/>
                <a:gd name="connsiteX34" fmla="*/ 120114 w 291614"/>
                <a:gd name="connsiteY34" fmla="*/ 101872 h 174166"/>
                <a:gd name="connsiteX35" fmla="*/ 116495 w 291614"/>
                <a:gd name="connsiteY35" fmla="*/ 114921 h 174166"/>
                <a:gd name="connsiteX36" fmla="*/ 116495 w 291614"/>
                <a:gd name="connsiteY36" fmla="*/ 114921 h 174166"/>
                <a:gd name="connsiteX37" fmla="*/ 111828 w 291614"/>
                <a:gd name="connsiteY37" fmla="*/ 116159 h 174166"/>
                <a:gd name="connsiteX38" fmla="*/ 111828 w 291614"/>
                <a:gd name="connsiteY38" fmla="*/ 116159 h 174166"/>
                <a:gd name="connsiteX39" fmla="*/ 103541 w 291614"/>
                <a:gd name="connsiteY39" fmla="*/ 111302 h 174166"/>
                <a:gd name="connsiteX40" fmla="*/ 137545 w 291614"/>
                <a:gd name="connsiteY40" fmla="*/ 91966 h 174166"/>
                <a:gd name="connsiteX41" fmla="*/ 141165 w 291614"/>
                <a:gd name="connsiteY41" fmla="*/ 79012 h 174166"/>
                <a:gd name="connsiteX42" fmla="*/ 141165 w 291614"/>
                <a:gd name="connsiteY42" fmla="*/ 79012 h 174166"/>
                <a:gd name="connsiteX43" fmla="*/ 154119 w 291614"/>
                <a:gd name="connsiteY43" fmla="*/ 82536 h 174166"/>
                <a:gd name="connsiteX44" fmla="*/ 154119 w 291614"/>
                <a:gd name="connsiteY44" fmla="*/ 82536 h 174166"/>
                <a:gd name="connsiteX45" fmla="*/ 150594 w 291614"/>
                <a:gd name="connsiteY45" fmla="*/ 95490 h 174166"/>
                <a:gd name="connsiteX46" fmla="*/ 150594 w 291614"/>
                <a:gd name="connsiteY46" fmla="*/ 95490 h 174166"/>
                <a:gd name="connsiteX47" fmla="*/ 145927 w 291614"/>
                <a:gd name="connsiteY47" fmla="*/ 96728 h 174166"/>
                <a:gd name="connsiteX48" fmla="*/ 145927 w 291614"/>
                <a:gd name="connsiteY48" fmla="*/ 96728 h 174166"/>
                <a:gd name="connsiteX49" fmla="*/ 137545 w 291614"/>
                <a:gd name="connsiteY49" fmla="*/ 91966 h 174166"/>
                <a:gd name="connsiteX50" fmla="*/ 171645 w 291614"/>
                <a:gd name="connsiteY50" fmla="*/ 72535 h 174166"/>
                <a:gd name="connsiteX51" fmla="*/ 175264 w 291614"/>
                <a:gd name="connsiteY51" fmla="*/ 59581 h 174166"/>
                <a:gd name="connsiteX52" fmla="*/ 175264 w 291614"/>
                <a:gd name="connsiteY52" fmla="*/ 59581 h 174166"/>
                <a:gd name="connsiteX53" fmla="*/ 188218 w 291614"/>
                <a:gd name="connsiteY53" fmla="*/ 63105 h 174166"/>
                <a:gd name="connsiteX54" fmla="*/ 188218 w 291614"/>
                <a:gd name="connsiteY54" fmla="*/ 63105 h 174166"/>
                <a:gd name="connsiteX55" fmla="*/ 184694 w 291614"/>
                <a:gd name="connsiteY55" fmla="*/ 76059 h 174166"/>
                <a:gd name="connsiteX56" fmla="*/ 184694 w 291614"/>
                <a:gd name="connsiteY56" fmla="*/ 76059 h 174166"/>
                <a:gd name="connsiteX57" fmla="*/ 179931 w 291614"/>
                <a:gd name="connsiteY57" fmla="*/ 77393 h 174166"/>
                <a:gd name="connsiteX58" fmla="*/ 179931 w 291614"/>
                <a:gd name="connsiteY58" fmla="*/ 77393 h 174166"/>
                <a:gd name="connsiteX59" fmla="*/ 171645 w 291614"/>
                <a:gd name="connsiteY59" fmla="*/ 72535 h 174166"/>
                <a:gd name="connsiteX60" fmla="*/ 205744 w 291614"/>
                <a:gd name="connsiteY60" fmla="*/ 53104 h 174166"/>
                <a:gd name="connsiteX61" fmla="*/ 209268 w 291614"/>
                <a:gd name="connsiteY61" fmla="*/ 40150 h 174166"/>
                <a:gd name="connsiteX62" fmla="*/ 209268 w 291614"/>
                <a:gd name="connsiteY62" fmla="*/ 40150 h 174166"/>
                <a:gd name="connsiteX63" fmla="*/ 222222 w 291614"/>
                <a:gd name="connsiteY63" fmla="*/ 43674 h 174166"/>
                <a:gd name="connsiteX64" fmla="*/ 222222 w 291614"/>
                <a:gd name="connsiteY64" fmla="*/ 43674 h 174166"/>
                <a:gd name="connsiteX65" fmla="*/ 218698 w 291614"/>
                <a:gd name="connsiteY65" fmla="*/ 56628 h 174166"/>
                <a:gd name="connsiteX66" fmla="*/ 218698 w 291614"/>
                <a:gd name="connsiteY66" fmla="*/ 56628 h 174166"/>
                <a:gd name="connsiteX67" fmla="*/ 214031 w 291614"/>
                <a:gd name="connsiteY67" fmla="*/ 57962 h 174166"/>
                <a:gd name="connsiteX68" fmla="*/ 214031 w 291614"/>
                <a:gd name="connsiteY68" fmla="*/ 57962 h 174166"/>
                <a:gd name="connsiteX69" fmla="*/ 205744 w 291614"/>
                <a:gd name="connsiteY69" fmla="*/ 53104 h 174166"/>
                <a:gd name="connsiteX70" fmla="*/ 239748 w 291614"/>
                <a:gd name="connsiteY70" fmla="*/ 33673 h 174166"/>
                <a:gd name="connsiteX71" fmla="*/ 243273 w 291614"/>
                <a:gd name="connsiteY71" fmla="*/ 20719 h 174166"/>
                <a:gd name="connsiteX72" fmla="*/ 243273 w 291614"/>
                <a:gd name="connsiteY72" fmla="*/ 20719 h 174166"/>
                <a:gd name="connsiteX73" fmla="*/ 256322 w 291614"/>
                <a:gd name="connsiteY73" fmla="*/ 24243 h 174166"/>
                <a:gd name="connsiteX74" fmla="*/ 256322 w 291614"/>
                <a:gd name="connsiteY74" fmla="*/ 24243 h 174166"/>
                <a:gd name="connsiteX75" fmla="*/ 252798 w 291614"/>
                <a:gd name="connsiteY75" fmla="*/ 37197 h 174166"/>
                <a:gd name="connsiteX76" fmla="*/ 252798 w 291614"/>
                <a:gd name="connsiteY76" fmla="*/ 37197 h 174166"/>
                <a:gd name="connsiteX77" fmla="*/ 248035 w 291614"/>
                <a:gd name="connsiteY77" fmla="*/ 38435 h 174166"/>
                <a:gd name="connsiteX78" fmla="*/ 248035 w 291614"/>
                <a:gd name="connsiteY78" fmla="*/ 38435 h 174166"/>
                <a:gd name="connsiteX79" fmla="*/ 239748 w 291614"/>
                <a:gd name="connsiteY79" fmla="*/ 33673 h 174166"/>
                <a:gd name="connsiteX80" fmla="*/ 273753 w 291614"/>
                <a:gd name="connsiteY80" fmla="*/ 14242 h 174166"/>
                <a:gd name="connsiteX81" fmla="*/ 277372 w 291614"/>
                <a:gd name="connsiteY81" fmla="*/ 1288 h 174166"/>
                <a:gd name="connsiteX82" fmla="*/ 277372 w 291614"/>
                <a:gd name="connsiteY82" fmla="*/ 1288 h 174166"/>
                <a:gd name="connsiteX83" fmla="*/ 290326 w 291614"/>
                <a:gd name="connsiteY83" fmla="*/ 4812 h 174166"/>
                <a:gd name="connsiteX84" fmla="*/ 290326 w 291614"/>
                <a:gd name="connsiteY84" fmla="*/ 4812 h 174166"/>
                <a:gd name="connsiteX85" fmla="*/ 286802 w 291614"/>
                <a:gd name="connsiteY85" fmla="*/ 17766 h 174166"/>
                <a:gd name="connsiteX86" fmla="*/ 286802 w 291614"/>
                <a:gd name="connsiteY86" fmla="*/ 17766 h 174166"/>
                <a:gd name="connsiteX87" fmla="*/ 282039 w 291614"/>
                <a:gd name="connsiteY87" fmla="*/ 19004 h 174166"/>
                <a:gd name="connsiteX88" fmla="*/ 282039 w 291614"/>
                <a:gd name="connsiteY88" fmla="*/ 19004 h 174166"/>
                <a:gd name="connsiteX89" fmla="*/ 273753 w 291614"/>
                <a:gd name="connsiteY89" fmla="*/ 14242 h 174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614" h="174166">
                  <a:moveTo>
                    <a:pt x="1242" y="169404"/>
                  </a:moveTo>
                  <a:cubicBezTo>
                    <a:pt x="-1329" y="164832"/>
                    <a:pt x="195" y="158927"/>
                    <a:pt x="4862" y="156355"/>
                  </a:cubicBezTo>
                  <a:lnTo>
                    <a:pt x="4862" y="156355"/>
                  </a:lnTo>
                  <a:cubicBezTo>
                    <a:pt x="9434" y="153783"/>
                    <a:pt x="15244" y="155402"/>
                    <a:pt x="17816" y="159974"/>
                  </a:cubicBezTo>
                  <a:lnTo>
                    <a:pt x="17816" y="159974"/>
                  </a:lnTo>
                  <a:cubicBezTo>
                    <a:pt x="20388" y="164547"/>
                    <a:pt x="18768" y="170357"/>
                    <a:pt x="14196" y="173024"/>
                  </a:cubicBezTo>
                  <a:lnTo>
                    <a:pt x="14196" y="173024"/>
                  </a:lnTo>
                  <a:cubicBezTo>
                    <a:pt x="12768" y="173786"/>
                    <a:pt x="11148" y="174167"/>
                    <a:pt x="9529" y="174167"/>
                  </a:cubicBezTo>
                  <a:lnTo>
                    <a:pt x="9529" y="174167"/>
                  </a:lnTo>
                  <a:cubicBezTo>
                    <a:pt x="6195" y="174167"/>
                    <a:pt x="2957" y="172452"/>
                    <a:pt x="1242" y="169404"/>
                  </a:cubicBezTo>
                  <a:close/>
                  <a:moveTo>
                    <a:pt x="35342" y="150068"/>
                  </a:moveTo>
                  <a:cubicBezTo>
                    <a:pt x="32770" y="145497"/>
                    <a:pt x="34389" y="139686"/>
                    <a:pt x="38866" y="137019"/>
                  </a:cubicBezTo>
                  <a:lnTo>
                    <a:pt x="38866" y="137019"/>
                  </a:lnTo>
                  <a:cubicBezTo>
                    <a:pt x="43533" y="134448"/>
                    <a:pt x="49344" y="136067"/>
                    <a:pt x="51915" y="140639"/>
                  </a:cubicBezTo>
                  <a:lnTo>
                    <a:pt x="51915" y="140639"/>
                  </a:lnTo>
                  <a:cubicBezTo>
                    <a:pt x="54487" y="145211"/>
                    <a:pt x="52868" y="151021"/>
                    <a:pt x="48296" y="153593"/>
                  </a:cubicBezTo>
                  <a:lnTo>
                    <a:pt x="48296" y="153593"/>
                  </a:lnTo>
                  <a:cubicBezTo>
                    <a:pt x="46867" y="154450"/>
                    <a:pt x="45248" y="154831"/>
                    <a:pt x="43629" y="154831"/>
                  </a:cubicBezTo>
                  <a:lnTo>
                    <a:pt x="43629" y="154831"/>
                  </a:lnTo>
                  <a:cubicBezTo>
                    <a:pt x="40295" y="154831"/>
                    <a:pt x="37056" y="153116"/>
                    <a:pt x="35342" y="150068"/>
                  </a:cubicBezTo>
                  <a:close/>
                  <a:moveTo>
                    <a:pt x="69441" y="130733"/>
                  </a:moveTo>
                  <a:cubicBezTo>
                    <a:pt x="66870" y="126065"/>
                    <a:pt x="68394" y="120350"/>
                    <a:pt x="72966" y="117683"/>
                  </a:cubicBezTo>
                  <a:lnTo>
                    <a:pt x="72966" y="117683"/>
                  </a:lnTo>
                  <a:cubicBezTo>
                    <a:pt x="77538" y="115112"/>
                    <a:pt x="83348" y="116731"/>
                    <a:pt x="85920" y="121303"/>
                  </a:cubicBezTo>
                  <a:lnTo>
                    <a:pt x="85920" y="121303"/>
                  </a:lnTo>
                  <a:cubicBezTo>
                    <a:pt x="88491" y="125875"/>
                    <a:pt x="86872" y="131685"/>
                    <a:pt x="82300" y="134257"/>
                  </a:cubicBezTo>
                  <a:lnTo>
                    <a:pt x="82300" y="134257"/>
                  </a:lnTo>
                  <a:cubicBezTo>
                    <a:pt x="80871" y="135114"/>
                    <a:pt x="79252" y="135495"/>
                    <a:pt x="77633" y="135495"/>
                  </a:cubicBezTo>
                  <a:lnTo>
                    <a:pt x="77633" y="135495"/>
                  </a:lnTo>
                  <a:cubicBezTo>
                    <a:pt x="74299" y="135495"/>
                    <a:pt x="71061" y="133781"/>
                    <a:pt x="69346" y="130733"/>
                  </a:cubicBezTo>
                  <a:close/>
                  <a:moveTo>
                    <a:pt x="103541" y="111302"/>
                  </a:moveTo>
                  <a:cubicBezTo>
                    <a:pt x="100969" y="106730"/>
                    <a:pt x="102493" y="100919"/>
                    <a:pt x="107065" y="98348"/>
                  </a:cubicBezTo>
                  <a:lnTo>
                    <a:pt x="107065" y="98348"/>
                  </a:lnTo>
                  <a:cubicBezTo>
                    <a:pt x="111637" y="95776"/>
                    <a:pt x="117447" y="97395"/>
                    <a:pt x="120114" y="101872"/>
                  </a:cubicBezTo>
                  <a:lnTo>
                    <a:pt x="120114" y="101872"/>
                  </a:lnTo>
                  <a:cubicBezTo>
                    <a:pt x="122686" y="106444"/>
                    <a:pt x="121067" y="112349"/>
                    <a:pt x="116495" y="114921"/>
                  </a:cubicBezTo>
                  <a:lnTo>
                    <a:pt x="116495" y="114921"/>
                  </a:lnTo>
                  <a:cubicBezTo>
                    <a:pt x="115066" y="115778"/>
                    <a:pt x="113447" y="116159"/>
                    <a:pt x="111828" y="116159"/>
                  </a:cubicBezTo>
                  <a:lnTo>
                    <a:pt x="111828" y="116159"/>
                  </a:lnTo>
                  <a:cubicBezTo>
                    <a:pt x="108494" y="116159"/>
                    <a:pt x="105255" y="114445"/>
                    <a:pt x="103541" y="111302"/>
                  </a:cubicBezTo>
                  <a:close/>
                  <a:moveTo>
                    <a:pt x="137545" y="91966"/>
                  </a:moveTo>
                  <a:cubicBezTo>
                    <a:pt x="134973" y="87394"/>
                    <a:pt x="136593" y="81584"/>
                    <a:pt x="141165" y="79012"/>
                  </a:cubicBezTo>
                  <a:lnTo>
                    <a:pt x="141165" y="79012"/>
                  </a:lnTo>
                  <a:cubicBezTo>
                    <a:pt x="145737" y="76345"/>
                    <a:pt x="151547" y="77964"/>
                    <a:pt x="154119" y="82536"/>
                  </a:cubicBezTo>
                  <a:lnTo>
                    <a:pt x="154119" y="82536"/>
                  </a:lnTo>
                  <a:cubicBezTo>
                    <a:pt x="156786" y="87108"/>
                    <a:pt x="155166" y="92918"/>
                    <a:pt x="150594" y="95490"/>
                  </a:cubicBezTo>
                  <a:lnTo>
                    <a:pt x="150594" y="95490"/>
                  </a:lnTo>
                  <a:cubicBezTo>
                    <a:pt x="149070" y="96347"/>
                    <a:pt x="147451" y="96728"/>
                    <a:pt x="145927" y="96728"/>
                  </a:cubicBezTo>
                  <a:lnTo>
                    <a:pt x="145927" y="96728"/>
                  </a:lnTo>
                  <a:cubicBezTo>
                    <a:pt x="142593" y="96728"/>
                    <a:pt x="139355" y="95014"/>
                    <a:pt x="137545" y="91966"/>
                  </a:cubicBezTo>
                  <a:close/>
                  <a:moveTo>
                    <a:pt x="171645" y="72535"/>
                  </a:moveTo>
                  <a:cubicBezTo>
                    <a:pt x="169073" y="67963"/>
                    <a:pt x="170692" y="62153"/>
                    <a:pt x="175264" y="59581"/>
                  </a:cubicBezTo>
                  <a:lnTo>
                    <a:pt x="175264" y="59581"/>
                  </a:lnTo>
                  <a:cubicBezTo>
                    <a:pt x="179836" y="56914"/>
                    <a:pt x="185551" y="58533"/>
                    <a:pt x="188218" y="63105"/>
                  </a:cubicBezTo>
                  <a:lnTo>
                    <a:pt x="188218" y="63105"/>
                  </a:lnTo>
                  <a:cubicBezTo>
                    <a:pt x="190790" y="67677"/>
                    <a:pt x="189171" y="73487"/>
                    <a:pt x="184694" y="76059"/>
                  </a:cubicBezTo>
                  <a:lnTo>
                    <a:pt x="184694" y="76059"/>
                  </a:lnTo>
                  <a:cubicBezTo>
                    <a:pt x="183170" y="76916"/>
                    <a:pt x="181551" y="77393"/>
                    <a:pt x="179931" y="77393"/>
                  </a:cubicBezTo>
                  <a:lnTo>
                    <a:pt x="179931" y="77393"/>
                  </a:lnTo>
                  <a:cubicBezTo>
                    <a:pt x="176598" y="77393"/>
                    <a:pt x="173454" y="75583"/>
                    <a:pt x="171645" y="72535"/>
                  </a:cubicBezTo>
                  <a:close/>
                  <a:moveTo>
                    <a:pt x="205744" y="53104"/>
                  </a:moveTo>
                  <a:cubicBezTo>
                    <a:pt x="203077" y="48532"/>
                    <a:pt x="204696" y="42722"/>
                    <a:pt x="209268" y="40150"/>
                  </a:cubicBezTo>
                  <a:lnTo>
                    <a:pt x="209268" y="40150"/>
                  </a:lnTo>
                  <a:cubicBezTo>
                    <a:pt x="213840" y="37483"/>
                    <a:pt x="219651" y="39102"/>
                    <a:pt x="222222" y="43674"/>
                  </a:cubicBezTo>
                  <a:lnTo>
                    <a:pt x="222222" y="43674"/>
                  </a:lnTo>
                  <a:cubicBezTo>
                    <a:pt x="224889" y="48246"/>
                    <a:pt x="223270" y="54056"/>
                    <a:pt x="218698" y="56628"/>
                  </a:cubicBezTo>
                  <a:lnTo>
                    <a:pt x="218698" y="56628"/>
                  </a:lnTo>
                  <a:cubicBezTo>
                    <a:pt x="217269" y="57485"/>
                    <a:pt x="215650" y="57962"/>
                    <a:pt x="214031" y="57962"/>
                  </a:cubicBezTo>
                  <a:lnTo>
                    <a:pt x="214031" y="57962"/>
                  </a:lnTo>
                  <a:cubicBezTo>
                    <a:pt x="210697" y="57962"/>
                    <a:pt x="207459" y="56152"/>
                    <a:pt x="205744" y="53104"/>
                  </a:cubicBezTo>
                  <a:close/>
                  <a:moveTo>
                    <a:pt x="239748" y="33673"/>
                  </a:moveTo>
                  <a:cubicBezTo>
                    <a:pt x="237177" y="29101"/>
                    <a:pt x="238701" y="23291"/>
                    <a:pt x="243273" y="20719"/>
                  </a:cubicBezTo>
                  <a:lnTo>
                    <a:pt x="243273" y="20719"/>
                  </a:lnTo>
                  <a:cubicBezTo>
                    <a:pt x="247845" y="18052"/>
                    <a:pt x="253655" y="19671"/>
                    <a:pt x="256322" y="24243"/>
                  </a:cubicBezTo>
                  <a:lnTo>
                    <a:pt x="256322" y="24243"/>
                  </a:lnTo>
                  <a:cubicBezTo>
                    <a:pt x="258894" y="28815"/>
                    <a:pt x="257370" y="34625"/>
                    <a:pt x="252798" y="37197"/>
                  </a:cubicBezTo>
                  <a:lnTo>
                    <a:pt x="252798" y="37197"/>
                  </a:lnTo>
                  <a:cubicBezTo>
                    <a:pt x="251274" y="38054"/>
                    <a:pt x="249654" y="38435"/>
                    <a:pt x="248035" y="38435"/>
                  </a:cubicBezTo>
                  <a:lnTo>
                    <a:pt x="248035" y="38435"/>
                  </a:lnTo>
                  <a:cubicBezTo>
                    <a:pt x="244797" y="38435"/>
                    <a:pt x="241558" y="36721"/>
                    <a:pt x="239748" y="33673"/>
                  </a:cubicBezTo>
                  <a:close/>
                  <a:moveTo>
                    <a:pt x="273753" y="14242"/>
                  </a:moveTo>
                  <a:cubicBezTo>
                    <a:pt x="271181" y="9670"/>
                    <a:pt x="272800" y="3860"/>
                    <a:pt x="277372" y="1288"/>
                  </a:cubicBezTo>
                  <a:lnTo>
                    <a:pt x="277372" y="1288"/>
                  </a:lnTo>
                  <a:cubicBezTo>
                    <a:pt x="281944" y="-1379"/>
                    <a:pt x="287754" y="240"/>
                    <a:pt x="290326" y="4812"/>
                  </a:cubicBezTo>
                  <a:lnTo>
                    <a:pt x="290326" y="4812"/>
                  </a:lnTo>
                  <a:cubicBezTo>
                    <a:pt x="292993" y="9289"/>
                    <a:pt x="291374" y="15194"/>
                    <a:pt x="286802" y="17766"/>
                  </a:cubicBezTo>
                  <a:lnTo>
                    <a:pt x="286802" y="17766"/>
                  </a:lnTo>
                  <a:cubicBezTo>
                    <a:pt x="285278" y="18623"/>
                    <a:pt x="283659" y="19004"/>
                    <a:pt x="282039" y="19004"/>
                  </a:cubicBezTo>
                  <a:lnTo>
                    <a:pt x="282039" y="19004"/>
                  </a:lnTo>
                  <a:cubicBezTo>
                    <a:pt x="278801" y="19004"/>
                    <a:pt x="275562" y="17290"/>
                    <a:pt x="273753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0F29D48-0F9E-4286-8F7E-1A8F9D9CD8B6}"/>
                </a:ext>
              </a:extLst>
            </p:cNvPr>
            <p:cNvSpPr/>
            <p:nvPr/>
          </p:nvSpPr>
          <p:spPr>
            <a:xfrm>
              <a:off x="6070562" y="2919409"/>
              <a:ext cx="57253" cy="19052"/>
            </a:xfrm>
            <a:custGeom>
              <a:avLst/>
              <a:gdLst>
                <a:gd name="connsiteX0" fmla="*/ 196 w 57253"/>
                <a:gd name="connsiteY0" fmla="*/ 11432 h 19052"/>
                <a:gd name="connsiteX1" fmla="*/ 7626 w 57253"/>
                <a:gd name="connsiteY1" fmla="*/ 193 h 19052"/>
                <a:gd name="connsiteX2" fmla="*/ 7626 w 57253"/>
                <a:gd name="connsiteY2" fmla="*/ 193 h 19052"/>
                <a:gd name="connsiteX3" fmla="*/ 18770 w 57253"/>
                <a:gd name="connsiteY3" fmla="*/ 7622 h 19052"/>
                <a:gd name="connsiteX4" fmla="*/ 18770 w 57253"/>
                <a:gd name="connsiteY4" fmla="*/ 7622 h 19052"/>
                <a:gd name="connsiteX5" fmla="*/ 11436 w 57253"/>
                <a:gd name="connsiteY5" fmla="*/ 18862 h 19052"/>
                <a:gd name="connsiteX6" fmla="*/ 11436 w 57253"/>
                <a:gd name="connsiteY6" fmla="*/ 18862 h 19052"/>
                <a:gd name="connsiteX7" fmla="*/ 9531 w 57253"/>
                <a:gd name="connsiteY7" fmla="*/ 19052 h 19052"/>
                <a:gd name="connsiteX8" fmla="*/ 9531 w 57253"/>
                <a:gd name="connsiteY8" fmla="*/ 19052 h 19052"/>
                <a:gd name="connsiteX9" fmla="*/ 196 w 57253"/>
                <a:gd name="connsiteY9" fmla="*/ 11432 h 19052"/>
                <a:gd name="connsiteX10" fmla="*/ 45821 w 57253"/>
                <a:gd name="connsiteY10" fmla="*/ 18862 h 19052"/>
                <a:gd name="connsiteX11" fmla="*/ 38392 w 57253"/>
                <a:gd name="connsiteY11" fmla="*/ 7622 h 19052"/>
                <a:gd name="connsiteX12" fmla="*/ 38392 w 57253"/>
                <a:gd name="connsiteY12" fmla="*/ 7622 h 19052"/>
                <a:gd name="connsiteX13" fmla="*/ 49631 w 57253"/>
                <a:gd name="connsiteY13" fmla="*/ 193 h 19052"/>
                <a:gd name="connsiteX14" fmla="*/ 49631 w 57253"/>
                <a:gd name="connsiteY14" fmla="*/ 193 h 19052"/>
                <a:gd name="connsiteX15" fmla="*/ 57061 w 57253"/>
                <a:gd name="connsiteY15" fmla="*/ 11337 h 19052"/>
                <a:gd name="connsiteX16" fmla="*/ 57061 w 57253"/>
                <a:gd name="connsiteY16" fmla="*/ 11337 h 19052"/>
                <a:gd name="connsiteX17" fmla="*/ 47726 w 57253"/>
                <a:gd name="connsiteY17" fmla="*/ 19052 h 19052"/>
                <a:gd name="connsiteX18" fmla="*/ 47726 w 57253"/>
                <a:gd name="connsiteY18" fmla="*/ 19052 h 19052"/>
                <a:gd name="connsiteX19" fmla="*/ 45821 w 57253"/>
                <a:gd name="connsiteY19" fmla="*/ 18862 h 1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253" h="19052">
                  <a:moveTo>
                    <a:pt x="196" y="11432"/>
                  </a:moveTo>
                  <a:cubicBezTo>
                    <a:pt x="-851" y="6289"/>
                    <a:pt x="2387" y="1240"/>
                    <a:pt x="7626" y="193"/>
                  </a:cubicBezTo>
                  <a:lnTo>
                    <a:pt x="7626" y="193"/>
                  </a:lnTo>
                  <a:cubicBezTo>
                    <a:pt x="12769" y="-855"/>
                    <a:pt x="17818" y="2479"/>
                    <a:pt x="18770" y="7622"/>
                  </a:cubicBezTo>
                  <a:lnTo>
                    <a:pt x="18770" y="7622"/>
                  </a:lnTo>
                  <a:cubicBezTo>
                    <a:pt x="19818" y="12766"/>
                    <a:pt x="16579" y="17814"/>
                    <a:pt x="11436" y="18862"/>
                  </a:cubicBezTo>
                  <a:lnTo>
                    <a:pt x="11436" y="18862"/>
                  </a:lnTo>
                  <a:cubicBezTo>
                    <a:pt x="10769" y="19052"/>
                    <a:pt x="10102" y="19052"/>
                    <a:pt x="9531" y="19052"/>
                  </a:cubicBezTo>
                  <a:lnTo>
                    <a:pt x="9531" y="19052"/>
                  </a:lnTo>
                  <a:cubicBezTo>
                    <a:pt x="5054" y="19052"/>
                    <a:pt x="1054" y="16004"/>
                    <a:pt x="196" y="11432"/>
                  </a:cubicBezTo>
                  <a:close/>
                  <a:moveTo>
                    <a:pt x="45821" y="18862"/>
                  </a:moveTo>
                  <a:cubicBezTo>
                    <a:pt x="40678" y="17814"/>
                    <a:pt x="37344" y="12766"/>
                    <a:pt x="38392" y="7622"/>
                  </a:cubicBezTo>
                  <a:lnTo>
                    <a:pt x="38392" y="7622"/>
                  </a:lnTo>
                  <a:cubicBezTo>
                    <a:pt x="39439" y="2479"/>
                    <a:pt x="44488" y="-855"/>
                    <a:pt x="49631" y="193"/>
                  </a:cubicBezTo>
                  <a:lnTo>
                    <a:pt x="49631" y="193"/>
                  </a:lnTo>
                  <a:cubicBezTo>
                    <a:pt x="54775" y="1240"/>
                    <a:pt x="58108" y="6193"/>
                    <a:pt x="57061" y="11337"/>
                  </a:cubicBezTo>
                  <a:lnTo>
                    <a:pt x="57061" y="11337"/>
                  </a:lnTo>
                  <a:cubicBezTo>
                    <a:pt x="56108" y="15909"/>
                    <a:pt x="52203" y="19052"/>
                    <a:pt x="47726" y="19052"/>
                  </a:cubicBezTo>
                  <a:lnTo>
                    <a:pt x="47726" y="19052"/>
                  </a:lnTo>
                  <a:cubicBezTo>
                    <a:pt x="47059" y="19052"/>
                    <a:pt x="46488" y="19052"/>
                    <a:pt x="45821" y="1886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1013746-568B-86FA-C394-55568F70CAF2}"/>
                </a:ext>
              </a:extLst>
            </p:cNvPr>
            <p:cNvSpPr/>
            <p:nvPr/>
          </p:nvSpPr>
          <p:spPr>
            <a:xfrm>
              <a:off x="6178669" y="2953027"/>
              <a:ext cx="293170" cy="176315"/>
            </a:xfrm>
            <a:custGeom>
              <a:avLst/>
              <a:gdLst>
                <a:gd name="connsiteX0" fmla="*/ 278899 w 293170"/>
                <a:gd name="connsiteY0" fmla="*/ 175077 h 176315"/>
                <a:gd name="connsiteX1" fmla="*/ 275375 w 293170"/>
                <a:gd name="connsiteY1" fmla="*/ 162028 h 176315"/>
                <a:gd name="connsiteX2" fmla="*/ 275375 w 293170"/>
                <a:gd name="connsiteY2" fmla="*/ 162028 h 176315"/>
                <a:gd name="connsiteX3" fmla="*/ 288329 w 293170"/>
                <a:gd name="connsiteY3" fmla="*/ 158503 h 176315"/>
                <a:gd name="connsiteX4" fmla="*/ 288329 w 293170"/>
                <a:gd name="connsiteY4" fmla="*/ 158503 h 176315"/>
                <a:gd name="connsiteX5" fmla="*/ 291949 w 293170"/>
                <a:gd name="connsiteY5" fmla="*/ 171553 h 176315"/>
                <a:gd name="connsiteX6" fmla="*/ 291949 w 293170"/>
                <a:gd name="connsiteY6" fmla="*/ 171553 h 176315"/>
                <a:gd name="connsiteX7" fmla="*/ 283662 w 293170"/>
                <a:gd name="connsiteY7" fmla="*/ 176315 h 176315"/>
                <a:gd name="connsiteX8" fmla="*/ 283662 w 293170"/>
                <a:gd name="connsiteY8" fmla="*/ 176315 h 176315"/>
                <a:gd name="connsiteX9" fmla="*/ 278899 w 293170"/>
                <a:gd name="connsiteY9" fmla="*/ 175077 h 176315"/>
                <a:gd name="connsiteX10" fmla="*/ 244609 w 293170"/>
                <a:gd name="connsiteY10" fmla="*/ 155455 h 176315"/>
                <a:gd name="connsiteX11" fmla="*/ 241085 w 293170"/>
                <a:gd name="connsiteY11" fmla="*/ 142406 h 176315"/>
                <a:gd name="connsiteX12" fmla="*/ 241085 w 293170"/>
                <a:gd name="connsiteY12" fmla="*/ 142406 h 176315"/>
                <a:gd name="connsiteX13" fmla="*/ 254039 w 293170"/>
                <a:gd name="connsiteY13" fmla="*/ 138882 h 176315"/>
                <a:gd name="connsiteX14" fmla="*/ 254039 w 293170"/>
                <a:gd name="connsiteY14" fmla="*/ 138882 h 176315"/>
                <a:gd name="connsiteX15" fmla="*/ 257659 w 293170"/>
                <a:gd name="connsiteY15" fmla="*/ 151931 h 176315"/>
                <a:gd name="connsiteX16" fmla="*/ 257659 w 293170"/>
                <a:gd name="connsiteY16" fmla="*/ 151931 h 176315"/>
                <a:gd name="connsiteX17" fmla="*/ 249372 w 293170"/>
                <a:gd name="connsiteY17" fmla="*/ 156694 h 176315"/>
                <a:gd name="connsiteX18" fmla="*/ 249372 w 293170"/>
                <a:gd name="connsiteY18" fmla="*/ 156694 h 176315"/>
                <a:gd name="connsiteX19" fmla="*/ 244609 w 293170"/>
                <a:gd name="connsiteY19" fmla="*/ 155455 h 176315"/>
                <a:gd name="connsiteX20" fmla="*/ 210319 w 293170"/>
                <a:gd name="connsiteY20" fmla="*/ 135739 h 176315"/>
                <a:gd name="connsiteX21" fmla="*/ 210319 w 293170"/>
                <a:gd name="connsiteY21" fmla="*/ 135739 h 176315"/>
                <a:gd name="connsiteX22" fmla="*/ 206795 w 293170"/>
                <a:gd name="connsiteY22" fmla="*/ 122785 h 176315"/>
                <a:gd name="connsiteX23" fmla="*/ 206795 w 293170"/>
                <a:gd name="connsiteY23" fmla="*/ 122785 h 176315"/>
                <a:gd name="connsiteX24" fmla="*/ 219844 w 293170"/>
                <a:gd name="connsiteY24" fmla="*/ 119260 h 176315"/>
                <a:gd name="connsiteX25" fmla="*/ 219844 w 293170"/>
                <a:gd name="connsiteY25" fmla="*/ 119260 h 176315"/>
                <a:gd name="connsiteX26" fmla="*/ 223369 w 293170"/>
                <a:gd name="connsiteY26" fmla="*/ 132214 h 176315"/>
                <a:gd name="connsiteX27" fmla="*/ 223369 w 293170"/>
                <a:gd name="connsiteY27" fmla="*/ 132214 h 176315"/>
                <a:gd name="connsiteX28" fmla="*/ 215082 w 293170"/>
                <a:gd name="connsiteY28" fmla="*/ 137072 h 176315"/>
                <a:gd name="connsiteX29" fmla="*/ 215082 w 293170"/>
                <a:gd name="connsiteY29" fmla="*/ 137072 h 176315"/>
                <a:gd name="connsiteX30" fmla="*/ 210319 w 293170"/>
                <a:gd name="connsiteY30" fmla="*/ 135739 h 176315"/>
                <a:gd name="connsiteX31" fmla="*/ 176125 w 293170"/>
                <a:gd name="connsiteY31" fmla="*/ 116117 h 176315"/>
                <a:gd name="connsiteX32" fmla="*/ 176029 w 293170"/>
                <a:gd name="connsiteY32" fmla="*/ 116117 h 176315"/>
                <a:gd name="connsiteX33" fmla="*/ 172505 w 293170"/>
                <a:gd name="connsiteY33" fmla="*/ 103163 h 176315"/>
                <a:gd name="connsiteX34" fmla="*/ 172505 w 293170"/>
                <a:gd name="connsiteY34" fmla="*/ 103163 h 176315"/>
                <a:gd name="connsiteX35" fmla="*/ 185554 w 293170"/>
                <a:gd name="connsiteY35" fmla="*/ 99544 h 176315"/>
                <a:gd name="connsiteX36" fmla="*/ 185554 w 293170"/>
                <a:gd name="connsiteY36" fmla="*/ 99544 h 176315"/>
                <a:gd name="connsiteX37" fmla="*/ 189079 w 293170"/>
                <a:gd name="connsiteY37" fmla="*/ 112593 h 176315"/>
                <a:gd name="connsiteX38" fmla="*/ 189079 w 293170"/>
                <a:gd name="connsiteY38" fmla="*/ 112593 h 176315"/>
                <a:gd name="connsiteX39" fmla="*/ 180792 w 293170"/>
                <a:gd name="connsiteY39" fmla="*/ 117355 h 176315"/>
                <a:gd name="connsiteX40" fmla="*/ 180792 w 293170"/>
                <a:gd name="connsiteY40" fmla="*/ 117355 h 176315"/>
                <a:gd name="connsiteX41" fmla="*/ 176125 w 293170"/>
                <a:gd name="connsiteY41" fmla="*/ 116117 h 176315"/>
                <a:gd name="connsiteX42" fmla="*/ 141835 w 293170"/>
                <a:gd name="connsiteY42" fmla="*/ 96496 h 176315"/>
                <a:gd name="connsiteX43" fmla="*/ 138310 w 293170"/>
                <a:gd name="connsiteY43" fmla="*/ 83446 h 176315"/>
                <a:gd name="connsiteX44" fmla="*/ 138310 w 293170"/>
                <a:gd name="connsiteY44" fmla="*/ 83446 h 176315"/>
                <a:gd name="connsiteX45" fmla="*/ 151264 w 293170"/>
                <a:gd name="connsiteY45" fmla="*/ 79922 h 176315"/>
                <a:gd name="connsiteX46" fmla="*/ 151264 w 293170"/>
                <a:gd name="connsiteY46" fmla="*/ 79922 h 176315"/>
                <a:gd name="connsiteX47" fmla="*/ 154789 w 293170"/>
                <a:gd name="connsiteY47" fmla="*/ 92971 h 176315"/>
                <a:gd name="connsiteX48" fmla="*/ 154789 w 293170"/>
                <a:gd name="connsiteY48" fmla="*/ 92971 h 176315"/>
                <a:gd name="connsiteX49" fmla="*/ 146502 w 293170"/>
                <a:gd name="connsiteY49" fmla="*/ 97734 h 176315"/>
                <a:gd name="connsiteX50" fmla="*/ 146502 w 293170"/>
                <a:gd name="connsiteY50" fmla="*/ 97734 h 176315"/>
                <a:gd name="connsiteX51" fmla="*/ 141835 w 293170"/>
                <a:gd name="connsiteY51" fmla="*/ 96496 h 176315"/>
                <a:gd name="connsiteX52" fmla="*/ 107545 w 293170"/>
                <a:gd name="connsiteY52" fmla="*/ 76779 h 176315"/>
                <a:gd name="connsiteX53" fmla="*/ 104020 w 293170"/>
                <a:gd name="connsiteY53" fmla="*/ 63825 h 176315"/>
                <a:gd name="connsiteX54" fmla="*/ 104020 w 293170"/>
                <a:gd name="connsiteY54" fmla="*/ 63825 h 176315"/>
                <a:gd name="connsiteX55" fmla="*/ 116974 w 293170"/>
                <a:gd name="connsiteY55" fmla="*/ 60301 h 176315"/>
                <a:gd name="connsiteX56" fmla="*/ 116974 w 293170"/>
                <a:gd name="connsiteY56" fmla="*/ 60301 h 176315"/>
                <a:gd name="connsiteX57" fmla="*/ 120499 w 293170"/>
                <a:gd name="connsiteY57" fmla="*/ 73255 h 176315"/>
                <a:gd name="connsiteX58" fmla="*/ 120499 w 293170"/>
                <a:gd name="connsiteY58" fmla="*/ 73255 h 176315"/>
                <a:gd name="connsiteX59" fmla="*/ 112307 w 293170"/>
                <a:gd name="connsiteY59" fmla="*/ 78112 h 176315"/>
                <a:gd name="connsiteX60" fmla="*/ 112307 w 293170"/>
                <a:gd name="connsiteY60" fmla="*/ 78112 h 176315"/>
                <a:gd name="connsiteX61" fmla="*/ 107545 w 293170"/>
                <a:gd name="connsiteY61" fmla="*/ 76779 h 176315"/>
                <a:gd name="connsiteX62" fmla="*/ 73255 w 293170"/>
                <a:gd name="connsiteY62" fmla="*/ 57157 h 176315"/>
                <a:gd name="connsiteX63" fmla="*/ 69730 w 293170"/>
                <a:gd name="connsiteY63" fmla="*/ 44108 h 176315"/>
                <a:gd name="connsiteX64" fmla="*/ 69730 w 293170"/>
                <a:gd name="connsiteY64" fmla="*/ 44108 h 176315"/>
                <a:gd name="connsiteX65" fmla="*/ 82780 w 293170"/>
                <a:gd name="connsiteY65" fmla="*/ 40679 h 176315"/>
                <a:gd name="connsiteX66" fmla="*/ 82780 w 293170"/>
                <a:gd name="connsiteY66" fmla="*/ 40679 h 176315"/>
                <a:gd name="connsiteX67" fmla="*/ 86304 w 293170"/>
                <a:gd name="connsiteY67" fmla="*/ 53633 h 176315"/>
                <a:gd name="connsiteX68" fmla="*/ 86304 w 293170"/>
                <a:gd name="connsiteY68" fmla="*/ 53633 h 176315"/>
                <a:gd name="connsiteX69" fmla="*/ 78017 w 293170"/>
                <a:gd name="connsiteY69" fmla="*/ 58396 h 176315"/>
                <a:gd name="connsiteX70" fmla="*/ 78017 w 293170"/>
                <a:gd name="connsiteY70" fmla="*/ 58396 h 176315"/>
                <a:gd name="connsiteX71" fmla="*/ 73255 w 293170"/>
                <a:gd name="connsiteY71" fmla="*/ 57157 h 176315"/>
                <a:gd name="connsiteX72" fmla="*/ 39060 w 293170"/>
                <a:gd name="connsiteY72" fmla="*/ 37441 h 176315"/>
                <a:gd name="connsiteX73" fmla="*/ 35536 w 293170"/>
                <a:gd name="connsiteY73" fmla="*/ 24487 h 176315"/>
                <a:gd name="connsiteX74" fmla="*/ 35536 w 293170"/>
                <a:gd name="connsiteY74" fmla="*/ 24487 h 176315"/>
                <a:gd name="connsiteX75" fmla="*/ 48490 w 293170"/>
                <a:gd name="connsiteY75" fmla="*/ 20962 h 176315"/>
                <a:gd name="connsiteX76" fmla="*/ 48490 w 293170"/>
                <a:gd name="connsiteY76" fmla="*/ 20962 h 176315"/>
                <a:gd name="connsiteX77" fmla="*/ 52014 w 293170"/>
                <a:gd name="connsiteY77" fmla="*/ 33916 h 176315"/>
                <a:gd name="connsiteX78" fmla="*/ 52014 w 293170"/>
                <a:gd name="connsiteY78" fmla="*/ 33916 h 176315"/>
                <a:gd name="connsiteX79" fmla="*/ 43727 w 293170"/>
                <a:gd name="connsiteY79" fmla="*/ 38774 h 176315"/>
                <a:gd name="connsiteX80" fmla="*/ 43727 w 293170"/>
                <a:gd name="connsiteY80" fmla="*/ 38774 h 176315"/>
                <a:gd name="connsiteX81" fmla="*/ 39060 w 293170"/>
                <a:gd name="connsiteY81" fmla="*/ 37441 h 176315"/>
                <a:gd name="connsiteX82" fmla="*/ 4770 w 293170"/>
                <a:gd name="connsiteY82" fmla="*/ 17724 h 176315"/>
                <a:gd name="connsiteX83" fmla="*/ 4770 w 293170"/>
                <a:gd name="connsiteY83" fmla="*/ 17724 h 176315"/>
                <a:gd name="connsiteX84" fmla="*/ 1246 w 293170"/>
                <a:gd name="connsiteY84" fmla="*/ 4770 h 176315"/>
                <a:gd name="connsiteX85" fmla="*/ 1246 w 293170"/>
                <a:gd name="connsiteY85" fmla="*/ 4770 h 176315"/>
                <a:gd name="connsiteX86" fmla="*/ 14295 w 293170"/>
                <a:gd name="connsiteY86" fmla="*/ 1246 h 176315"/>
                <a:gd name="connsiteX87" fmla="*/ 14295 w 293170"/>
                <a:gd name="connsiteY87" fmla="*/ 1246 h 176315"/>
                <a:gd name="connsiteX88" fmla="*/ 17819 w 293170"/>
                <a:gd name="connsiteY88" fmla="*/ 14295 h 176315"/>
                <a:gd name="connsiteX89" fmla="*/ 17819 w 293170"/>
                <a:gd name="connsiteY89" fmla="*/ 14295 h 176315"/>
                <a:gd name="connsiteX90" fmla="*/ 9532 w 293170"/>
                <a:gd name="connsiteY90" fmla="*/ 19057 h 176315"/>
                <a:gd name="connsiteX91" fmla="*/ 9532 w 293170"/>
                <a:gd name="connsiteY91" fmla="*/ 19057 h 176315"/>
                <a:gd name="connsiteX92" fmla="*/ 4770 w 293170"/>
                <a:gd name="connsiteY92" fmla="*/ 17724 h 176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93170" h="176315">
                  <a:moveTo>
                    <a:pt x="278899" y="175077"/>
                  </a:moveTo>
                  <a:cubicBezTo>
                    <a:pt x="274327" y="172410"/>
                    <a:pt x="272708" y="166600"/>
                    <a:pt x="275375" y="162028"/>
                  </a:cubicBezTo>
                  <a:lnTo>
                    <a:pt x="275375" y="162028"/>
                  </a:lnTo>
                  <a:cubicBezTo>
                    <a:pt x="277947" y="157456"/>
                    <a:pt x="283757" y="155932"/>
                    <a:pt x="288329" y="158503"/>
                  </a:cubicBezTo>
                  <a:lnTo>
                    <a:pt x="288329" y="158503"/>
                  </a:lnTo>
                  <a:cubicBezTo>
                    <a:pt x="292901" y="161170"/>
                    <a:pt x="294520" y="166981"/>
                    <a:pt x="291949" y="171553"/>
                  </a:cubicBezTo>
                  <a:lnTo>
                    <a:pt x="291949" y="171553"/>
                  </a:lnTo>
                  <a:cubicBezTo>
                    <a:pt x="290139" y="174601"/>
                    <a:pt x="286900" y="176315"/>
                    <a:pt x="283662" y="176315"/>
                  </a:cubicBezTo>
                  <a:lnTo>
                    <a:pt x="283662" y="176315"/>
                  </a:lnTo>
                  <a:cubicBezTo>
                    <a:pt x="282043" y="176315"/>
                    <a:pt x="280423" y="175934"/>
                    <a:pt x="278899" y="175077"/>
                  </a:cubicBezTo>
                  <a:close/>
                  <a:moveTo>
                    <a:pt x="244609" y="155455"/>
                  </a:moveTo>
                  <a:cubicBezTo>
                    <a:pt x="240037" y="152788"/>
                    <a:pt x="238513" y="146978"/>
                    <a:pt x="241085" y="142406"/>
                  </a:cubicBezTo>
                  <a:lnTo>
                    <a:pt x="241085" y="142406"/>
                  </a:lnTo>
                  <a:cubicBezTo>
                    <a:pt x="243752" y="137834"/>
                    <a:pt x="249562" y="136215"/>
                    <a:pt x="254039" y="138882"/>
                  </a:cubicBezTo>
                  <a:lnTo>
                    <a:pt x="254039" y="138882"/>
                  </a:lnTo>
                  <a:cubicBezTo>
                    <a:pt x="258611" y="141454"/>
                    <a:pt x="260230" y="147359"/>
                    <a:pt x="257659" y="151931"/>
                  </a:cubicBezTo>
                  <a:lnTo>
                    <a:pt x="257659" y="151931"/>
                  </a:lnTo>
                  <a:cubicBezTo>
                    <a:pt x="255849" y="154979"/>
                    <a:pt x="252706" y="156694"/>
                    <a:pt x="249372" y="156694"/>
                  </a:cubicBezTo>
                  <a:lnTo>
                    <a:pt x="249372" y="156694"/>
                  </a:lnTo>
                  <a:cubicBezTo>
                    <a:pt x="247753" y="156694"/>
                    <a:pt x="246133" y="156217"/>
                    <a:pt x="244609" y="155455"/>
                  </a:cubicBezTo>
                  <a:close/>
                  <a:moveTo>
                    <a:pt x="210319" y="135739"/>
                  </a:moveTo>
                  <a:lnTo>
                    <a:pt x="210319" y="135739"/>
                  </a:lnTo>
                  <a:cubicBezTo>
                    <a:pt x="205747" y="133167"/>
                    <a:pt x="204223" y="127357"/>
                    <a:pt x="206795" y="122785"/>
                  </a:cubicBezTo>
                  <a:lnTo>
                    <a:pt x="206795" y="122785"/>
                  </a:lnTo>
                  <a:cubicBezTo>
                    <a:pt x="209462" y="118213"/>
                    <a:pt x="215272" y="116593"/>
                    <a:pt x="219844" y="119260"/>
                  </a:cubicBezTo>
                  <a:lnTo>
                    <a:pt x="219844" y="119260"/>
                  </a:lnTo>
                  <a:cubicBezTo>
                    <a:pt x="224416" y="121927"/>
                    <a:pt x="225940" y="127642"/>
                    <a:pt x="223369" y="132214"/>
                  </a:cubicBezTo>
                  <a:lnTo>
                    <a:pt x="223369" y="132214"/>
                  </a:lnTo>
                  <a:cubicBezTo>
                    <a:pt x="221559" y="135358"/>
                    <a:pt x="218416" y="137072"/>
                    <a:pt x="215082" y="137072"/>
                  </a:cubicBezTo>
                  <a:lnTo>
                    <a:pt x="215082" y="137072"/>
                  </a:lnTo>
                  <a:cubicBezTo>
                    <a:pt x="213463" y="137072"/>
                    <a:pt x="211843" y="136596"/>
                    <a:pt x="210319" y="135739"/>
                  </a:cubicBezTo>
                  <a:close/>
                  <a:moveTo>
                    <a:pt x="176125" y="116117"/>
                  </a:moveTo>
                  <a:lnTo>
                    <a:pt x="176029" y="116117"/>
                  </a:lnTo>
                  <a:cubicBezTo>
                    <a:pt x="171457" y="113545"/>
                    <a:pt x="169933" y="107640"/>
                    <a:pt x="172505" y="103163"/>
                  </a:cubicBezTo>
                  <a:lnTo>
                    <a:pt x="172505" y="103163"/>
                  </a:lnTo>
                  <a:cubicBezTo>
                    <a:pt x="175172" y="98591"/>
                    <a:pt x="180982" y="96972"/>
                    <a:pt x="185554" y="99544"/>
                  </a:cubicBezTo>
                  <a:lnTo>
                    <a:pt x="185554" y="99544"/>
                  </a:lnTo>
                  <a:cubicBezTo>
                    <a:pt x="190126" y="102211"/>
                    <a:pt x="191650" y="108021"/>
                    <a:pt x="189079" y="112593"/>
                  </a:cubicBezTo>
                  <a:lnTo>
                    <a:pt x="189079" y="112593"/>
                  </a:lnTo>
                  <a:cubicBezTo>
                    <a:pt x="187269" y="115641"/>
                    <a:pt x="184126" y="117355"/>
                    <a:pt x="180792" y="117355"/>
                  </a:cubicBezTo>
                  <a:lnTo>
                    <a:pt x="180792" y="117355"/>
                  </a:lnTo>
                  <a:cubicBezTo>
                    <a:pt x="179173" y="117355"/>
                    <a:pt x="177553" y="116974"/>
                    <a:pt x="176125" y="116117"/>
                  </a:cubicBezTo>
                  <a:close/>
                  <a:moveTo>
                    <a:pt x="141835" y="96496"/>
                  </a:moveTo>
                  <a:cubicBezTo>
                    <a:pt x="137263" y="93829"/>
                    <a:pt x="135643" y="88018"/>
                    <a:pt x="138310" y="83446"/>
                  </a:cubicBezTo>
                  <a:lnTo>
                    <a:pt x="138310" y="83446"/>
                  </a:lnTo>
                  <a:cubicBezTo>
                    <a:pt x="140882" y="78874"/>
                    <a:pt x="146692" y="77350"/>
                    <a:pt x="151264" y="79922"/>
                  </a:cubicBezTo>
                  <a:lnTo>
                    <a:pt x="151264" y="79922"/>
                  </a:lnTo>
                  <a:cubicBezTo>
                    <a:pt x="155836" y="82589"/>
                    <a:pt x="157456" y="88399"/>
                    <a:pt x="154789" y="92971"/>
                  </a:cubicBezTo>
                  <a:lnTo>
                    <a:pt x="154789" y="92971"/>
                  </a:lnTo>
                  <a:cubicBezTo>
                    <a:pt x="153074" y="96019"/>
                    <a:pt x="149836" y="97734"/>
                    <a:pt x="146502" y="97734"/>
                  </a:cubicBezTo>
                  <a:lnTo>
                    <a:pt x="146502" y="97734"/>
                  </a:lnTo>
                  <a:cubicBezTo>
                    <a:pt x="144883" y="97734"/>
                    <a:pt x="143263" y="97353"/>
                    <a:pt x="141835" y="96496"/>
                  </a:cubicBezTo>
                  <a:close/>
                  <a:moveTo>
                    <a:pt x="107545" y="76779"/>
                  </a:moveTo>
                  <a:cubicBezTo>
                    <a:pt x="102973" y="74207"/>
                    <a:pt x="101449" y="68397"/>
                    <a:pt x="104020" y="63825"/>
                  </a:cubicBezTo>
                  <a:lnTo>
                    <a:pt x="104020" y="63825"/>
                  </a:lnTo>
                  <a:cubicBezTo>
                    <a:pt x="106687" y="59253"/>
                    <a:pt x="112498" y="57634"/>
                    <a:pt x="116974" y="60301"/>
                  </a:cubicBezTo>
                  <a:lnTo>
                    <a:pt x="116974" y="60301"/>
                  </a:lnTo>
                  <a:cubicBezTo>
                    <a:pt x="121546" y="62872"/>
                    <a:pt x="123166" y="68778"/>
                    <a:pt x="120499" y="73255"/>
                  </a:cubicBezTo>
                  <a:lnTo>
                    <a:pt x="120499" y="73255"/>
                  </a:lnTo>
                  <a:cubicBezTo>
                    <a:pt x="118784" y="76398"/>
                    <a:pt x="115546" y="78112"/>
                    <a:pt x="112307" y="78112"/>
                  </a:cubicBezTo>
                  <a:lnTo>
                    <a:pt x="112307" y="78112"/>
                  </a:lnTo>
                  <a:cubicBezTo>
                    <a:pt x="110688" y="78112"/>
                    <a:pt x="109069" y="77636"/>
                    <a:pt x="107545" y="76779"/>
                  </a:cubicBezTo>
                  <a:close/>
                  <a:moveTo>
                    <a:pt x="73255" y="57157"/>
                  </a:moveTo>
                  <a:cubicBezTo>
                    <a:pt x="68683" y="54490"/>
                    <a:pt x="67159" y="48680"/>
                    <a:pt x="69730" y="44108"/>
                  </a:cubicBezTo>
                  <a:lnTo>
                    <a:pt x="69730" y="44108"/>
                  </a:lnTo>
                  <a:cubicBezTo>
                    <a:pt x="72397" y="39536"/>
                    <a:pt x="78208" y="38012"/>
                    <a:pt x="82780" y="40679"/>
                  </a:cubicBezTo>
                  <a:lnTo>
                    <a:pt x="82780" y="40679"/>
                  </a:lnTo>
                  <a:cubicBezTo>
                    <a:pt x="87352" y="43251"/>
                    <a:pt x="88876" y="49061"/>
                    <a:pt x="86304" y="53633"/>
                  </a:cubicBezTo>
                  <a:lnTo>
                    <a:pt x="86304" y="53633"/>
                  </a:lnTo>
                  <a:cubicBezTo>
                    <a:pt x="84494" y="56681"/>
                    <a:pt x="81351" y="58396"/>
                    <a:pt x="78017" y="58396"/>
                  </a:cubicBezTo>
                  <a:lnTo>
                    <a:pt x="78017" y="58396"/>
                  </a:lnTo>
                  <a:cubicBezTo>
                    <a:pt x="76398" y="58396"/>
                    <a:pt x="74779" y="58015"/>
                    <a:pt x="73255" y="57157"/>
                  </a:cubicBezTo>
                  <a:close/>
                  <a:moveTo>
                    <a:pt x="39060" y="37441"/>
                  </a:moveTo>
                  <a:cubicBezTo>
                    <a:pt x="34488" y="34869"/>
                    <a:pt x="32869" y="28963"/>
                    <a:pt x="35536" y="24487"/>
                  </a:cubicBezTo>
                  <a:lnTo>
                    <a:pt x="35536" y="24487"/>
                  </a:lnTo>
                  <a:cubicBezTo>
                    <a:pt x="38203" y="19915"/>
                    <a:pt x="43918" y="18295"/>
                    <a:pt x="48490" y="20962"/>
                  </a:cubicBezTo>
                  <a:lnTo>
                    <a:pt x="48490" y="20962"/>
                  </a:lnTo>
                  <a:cubicBezTo>
                    <a:pt x="53062" y="23534"/>
                    <a:pt x="54681" y="29344"/>
                    <a:pt x="52014" y="33916"/>
                  </a:cubicBezTo>
                  <a:lnTo>
                    <a:pt x="52014" y="33916"/>
                  </a:lnTo>
                  <a:cubicBezTo>
                    <a:pt x="50299" y="36964"/>
                    <a:pt x="47061" y="38774"/>
                    <a:pt x="43727" y="38774"/>
                  </a:cubicBezTo>
                  <a:lnTo>
                    <a:pt x="43727" y="38774"/>
                  </a:lnTo>
                  <a:cubicBezTo>
                    <a:pt x="42108" y="38774"/>
                    <a:pt x="40489" y="38298"/>
                    <a:pt x="39060" y="37441"/>
                  </a:cubicBezTo>
                  <a:close/>
                  <a:moveTo>
                    <a:pt x="4770" y="17724"/>
                  </a:moveTo>
                  <a:lnTo>
                    <a:pt x="4770" y="17724"/>
                  </a:lnTo>
                  <a:cubicBezTo>
                    <a:pt x="198" y="15152"/>
                    <a:pt x="-1326" y="9342"/>
                    <a:pt x="1246" y="4770"/>
                  </a:cubicBezTo>
                  <a:lnTo>
                    <a:pt x="1246" y="4770"/>
                  </a:lnTo>
                  <a:cubicBezTo>
                    <a:pt x="3913" y="198"/>
                    <a:pt x="9723" y="-1326"/>
                    <a:pt x="14295" y="1246"/>
                  </a:cubicBezTo>
                  <a:lnTo>
                    <a:pt x="14295" y="1246"/>
                  </a:lnTo>
                  <a:cubicBezTo>
                    <a:pt x="18867" y="3817"/>
                    <a:pt x="20391" y="9723"/>
                    <a:pt x="17819" y="14295"/>
                  </a:cubicBezTo>
                  <a:lnTo>
                    <a:pt x="17819" y="14295"/>
                  </a:lnTo>
                  <a:cubicBezTo>
                    <a:pt x="16009" y="17343"/>
                    <a:pt x="12866" y="19057"/>
                    <a:pt x="9532" y="19057"/>
                  </a:cubicBezTo>
                  <a:lnTo>
                    <a:pt x="9532" y="19057"/>
                  </a:lnTo>
                  <a:cubicBezTo>
                    <a:pt x="7913" y="19057"/>
                    <a:pt x="6294" y="18581"/>
                    <a:pt x="4770" y="177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21345DB-B929-F097-2BEF-981805F81BFC}"/>
                </a:ext>
              </a:extLst>
            </p:cNvPr>
            <p:cNvSpPr/>
            <p:nvPr/>
          </p:nvSpPr>
          <p:spPr>
            <a:xfrm>
              <a:off x="6514663" y="3151957"/>
              <a:ext cx="36637" cy="49585"/>
            </a:xfrm>
            <a:custGeom>
              <a:avLst/>
              <a:gdLst>
                <a:gd name="connsiteX0" fmla="*/ 18153 w 36637"/>
                <a:gd name="connsiteY0" fmla="*/ 43108 h 49585"/>
                <a:gd name="connsiteX1" fmla="*/ 24058 w 36637"/>
                <a:gd name="connsiteY1" fmla="*/ 31012 h 49585"/>
                <a:gd name="connsiteX2" fmla="*/ 24058 w 36637"/>
                <a:gd name="connsiteY2" fmla="*/ 31012 h 49585"/>
                <a:gd name="connsiteX3" fmla="*/ 36155 w 36637"/>
                <a:gd name="connsiteY3" fmla="*/ 37012 h 49585"/>
                <a:gd name="connsiteX4" fmla="*/ 36155 w 36637"/>
                <a:gd name="connsiteY4" fmla="*/ 37012 h 49585"/>
                <a:gd name="connsiteX5" fmla="*/ 30154 w 36637"/>
                <a:gd name="connsiteY5" fmla="*/ 49014 h 49585"/>
                <a:gd name="connsiteX6" fmla="*/ 30154 w 36637"/>
                <a:gd name="connsiteY6" fmla="*/ 49014 h 49585"/>
                <a:gd name="connsiteX7" fmla="*/ 27106 w 36637"/>
                <a:gd name="connsiteY7" fmla="*/ 49585 h 49585"/>
                <a:gd name="connsiteX8" fmla="*/ 27106 w 36637"/>
                <a:gd name="connsiteY8" fmla="*/ 49585 h 49585"/>
                <a:gd name="connsiteX9" fmla="*/ 18153 w 36637"/>
                <a:gd name="connsiteY9" fmla="*/ 43108 h 49585"/>
                <a:gd name="connsiteX10" fmla="*/ 2341 w 36637"/>
                <a:gd name="connsiteY10" fmla="*/ 15867 h 49585"/>
                <a:gd name="connsiteX11" fmla="*/ 3199 w 36637"/>
                <a:gd name="connsiteY11" fmla="*/ 2341 h 49585"/>
                <a:gd name="connsiteX12" fmla="*/ 3199 w 36637"/>
                <a:gd name="connsiteY12" fmla="*/ 2341 h 49585"/>
                <a:gd name="connsiteX13" fmla="*/ 16629 w 36637"/>
                <a:gd name="connsiteY13" fmla="*/ 3199 h 49585"/>
                <a:gd name="connsiteX14" fmla="*/ 16629 w 36637"/>
                <a:gd name="connsiteY14" fmla="*/ 3199 h 49585"/>
                <a:gd name="connsiteX15" fmla="*/ 15772 w 36637"/>
                <a:gd name="connsiteY15" fmla="*/ 16724 h 49585"/>
                <a:gd name="connsiteX16" fmla="*/ 15772 w 36637"/>
                <a:gd name="connsiteY16" fmla="*/ 16724 h 49585"/>
                <a:gd name="connsiteX17" fmla="*/ 9485 w 36637"/>
                <a:gd name="connsiteY17" fmla="*/ 19010 h 49585"/>
                <a:gd name="connsiteX18" fmla="*/ 9485 w 36637"/>
                <a:gd name="connsiteY18" fmla="*/ 19010 h 49585"/>
                <a:gd name="connsiteX19" fmla="*/ 2341 w 36637"/>
                <a:gd name="connsiteY19" fmla="*/ 15867 h 4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637" h="49585">
                  <a:moveTo>
                    <a:pt x="18153" y="43108"/>
                  </a:moveTo>
                  <a:cubicBezTo>
                    <a:pt x="16438" y="38060"/>
                    <a:pt x="19105" y="32726"/>
                    <a:pt x="24058" y="31012"/>
                  </a:cubicBezTo>
                  <a:lnTo>
                    <a:pt x="24058" y="31012"/>
                  </a:lnTo>
                  <a:cubicBezTo>
                    <a:pt x="29011" y="29297"/>
                    <a:pt x="34536" y="32059"/>
                    <a:pt x="36155" y="37012"/>
                  </a:cubicBezTo>
                  <a:lnTo>
                    <a:pt x="36155" y="37012"/>
                  </a:lnTo>
                  <a:cubicBezTo>
                    <a:pt x="37774" y="41965"/>
                    <a:pt x="35203" y="47395"/>
                    <a:pt x="30154" y="49014"/>
                  </a:cubicBezTo>
                  <a:lnTo>
                    <a:pt x="30154" y="49014"/>
                  </a:lnTo>
                  <a:cubicBezTo>
                    <a:pt x="29202" y="49395"/>
                    <a:pt x="28154" y="49585"/>
                    <a:pt x="27106" y="49585"/>
                  </a:cubicBezTo>
                  <a:lnTo>
                    <a:pt x="27106" y="49585"/>
                  </a:lnTo>
                  <a:cubicBezTo>
                    <a:pt x="23201" y="49585"/>
                    <a:pt x="19486" y="47014"/>
                    <a:pt x="18153" y="43108"/>
                  </a:cubicBezTo>
                  <a:close/>
                  <a:moveTo>
                    <a:pt x="2341" y="15867"/>
                  </a:moveTo>
                  <a:cubicBezTo>
                    <a:pt x="-1088" y="11866"/>
                    <a:pt x="-707" y="5866"/>
                    <a:pt x="3199" y="2341"/>
                  </a:cubicBezTo>
                  <a:lnTo>
                    <a:pt x="3199" y="2341"/>
                  </a:lnTo>
                  <a:cubicBezTo>
                    <a:pt x="7104" y="-1088"/>
                    <a:pt x="13105" y="-707"/>
                    <a:pt x="16629" y="3199"/>
                  </a:cubicBezTo>
                  <a:lnTo>
                    <a:pt x="16629" y="3199"/>
                  </a:lnTo>
                  <a:cubicBezTo>
                    <a:pt x="20153" y="7199"/>
                    <a:pt x="19772" y="13200"/>
                    <a:pt x="15772" y="16724"/>
                  </a:cubicBezTo>
                  <a:lnTo>
                    <a:pt x="15772" y="16724"/>
                  </a:lnTo>
                  <a:cubicBezTo>
                    <a:pt x="13962" y="18248"/>
                    <a:pt x="11771" y="19010"/>
                    <a:pt x="9485" y="19010"/>
                  </a:cubicBezTo>
                  <a:lnTo>
                    <a:pt x="9485" y="19010"/>
                  </a:lnTo>
                  <a:cubicBezTo>
                    <a:pt x="6818" y="19010"/>
                    <a:pt x="4246" y="17962"/>
                    <a:pt x="2341" y="158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67DAD98-18B2-0A85-25CC-30716B2BF0C3}"/>
                </a:ext>
              </a:extLst>
            </p:cNvPr>
            <p:cNvSpPr/>
            <p:nvPr/>
          </p:nvSpPr>
          <p:spPr>
            <a:xfrm>
              <a:off x="6537674" y="3257358"/>
              <a:ext cx="19145" cy="138874"/>
            </a:xfrm>
            <a:custGeom>
              <a:avLst/>
              <a:gdLst>
                <a:gd name="connsiteX0" fmla="*/ 0 w 19145"/>
                <a:gd name="connsiteY0" fmla="*/ 129350 h 138874"/>
                <a:gd name="connsiteX1" fmla="*/ 9525 w 19145"/>
                <a:gd name="connsiteY1" fmla="*/ 119825 h 138874"/>
                <a:gd name="connsiteX2" fmla="*/ 9525 w 19145"/>
                <a:gd name="connsiteY2" fmla="*/ 119825 h 138874"/>
                <a:gd name="connsiteX3" fmla="*/ 19050 w 19145"/>
                <a:gd name="connsiteY3" fmla="*/ 129350 h 138874"/>
                <a:gd name="connsiteX4" fmla="*/ 19050 w 19145"/>
                <a:gd name="connsiteY4" fmla="*/ 129350 h 138874"/>
                <a:gd name="connsiteX5" fmla="*/ 9525 w 19145"/>
                <a:gd name="connsiteY5" fmla="*/ 138875 h 138874"/>
                <a:gd name="connsiteX6" fmla="*/ 9525 w 19145"/>
                <a:gd name="connsiteY6" fmla="*/ 138875 h 138874"/>
                <a:gd name="connsiteX7" fmla="*/ 0 w 19145"/>
                <a:gd name="connsiteY7" fmla="*/ 129350 h 138874"/>
                <a:gd name="connsiteX8" fmla="*/ 0 w 19145"/>
                <a:gd name="connsiteY8" fmla="*/ 89440 h 138874"/>
                <a:gd name="connsiteX9" fmla="*/ 9620 w 19145"/>
                <a:gd name="connsiteY9" fmla="*/ 79915 h 138874"/>
                <a:gd name="connsiteX10" fmla="*/ 9620 w 19145"/>
                <a:gd name="connsiteY10" fmla="*/ 79915 h 138874"/>
                <a:gd name="connsiteX11" fmla="*/ 19050 w 19145"/>
                <a:gd name="connsiteY11" fmla="*/ 89440 h 138874"/>
                <a:gd name="connsiteX12" fmla="*/ 19050 w 19145"/>
                <a:gd name="connsiteY12" fmla="*/ 89440 h 138874"/>
                <a:gd name="connsiteX13" fmla="*/ 9525 w 19145"/>
                <a:gd name="connsiteY13" fmla="*/ 98965 h 138874"/>
                <a:gd name="connsiteX14" fmla="*/ 9525 w 19145"/>
                <a:gd name="connsiteY14" fmla="*/ 98965 h 138874"/>
                <a:gd name="connsiteX15" fmla="*/ 0 w 19145"/>
                <a:gd name="connsiteY15" fmla="*/ 89440 h 138874"/>
                <a:gd name="connsiteX16" fmla="*/ 0 w 19145"/>
                <a:gd name="connsiteY16" fmla="*/ 89440 h 138874"/>
                <a:gd name="connsiteX17" fmla="*/ 0 w 19145"/>
                <a:gd name="connsiteY17" fmla="*/ 89440 h 138874"/>
                <a:gd name="connsiteX18" fmla="*/ 95 w 19145"/>
                <a:gd name="connsiteY18" fmla="*/ 49435 h 138874"/>
                <a:gd name="connsiteX19" fmla="*/ 9620 w 19145"/>
                <a:gd name="connsiteY19" fmla="*/ 40005 h 138874"/>
                <a:gd name="connsiteX20" fmla="*/ 9620 w 19145"/>
                <a:gd name="connsiteY20" fmla="*/ 40005 h 138874"/>
                <a:gd name="connsiteX21" fmla="*/ 19145 w 19145"/>
                <a:gd name="connsiteY21" fmla="*/ 49435 h 138874"/>
                <a:gd name="connsiteX22" fmla="*/ 19145 w 19145"/>
                <a:gd name="connsiteY22" fmla="*/ 49435 h 138874"/>
                <a:gd name="connsiteX23" fmla="*/ 9620 w 19145"/>
                <a:gd name="connsiteY23" fmla="*/ 59055 h 138874"/>
                <a:gd name="connsiteX24" fmla="*/ 9620 w 19145"/>
                <a:gd name="connsiteY24" fmla="*/ 59055 h 138874"/>
                <a:gd name="connsiteX25" fmla="*/ 95 w 19145"/>
                <a:gd name="connsiteY25" fmla="*/ 49435 h 138874"/>
                <a:gd name="connsiteX26" fmla="*/ 95 w 19145"/>
                <a:gd name="connsiteY26" fmla="*/ 9525 h 138874"/>
                <a:gd name="connsiteX27" fmla="*/ 9620 w 19145"/>
                <a:gd name="connsiteY27" fmla="*/ 0 h 138874"/>
                <a:gd name="connsiteX28" fmla="*/ 9620 w 19145"/>
                <a:gd name="connsiteY28" fmla="*/ 0 h 138874"/>
                <a:gd name="connsiteX29" fmla="*/ 19050 w 19145"/>
                <a:gd name="connsiteY29" fmla="*/ 9525 h 138874"/>
                <a:gd name="connsiteX30" fmla="*/ 19145 w 19145"/>
                <a:gd name="connsiteY30" fmla="*/ 9525 h 138874"/>
                <a:gd name="connsiteX31" fmla="*/ 9620 w 19145"/>
                <a:gd name="connsiteY31" fmla="*/ 19050 h 138874"/>
                <a:gd name="connsiteX32" fmla="*/ 9620 w 19145"/>
                <a:gd name="connsiteY32" fmla="*/ 19050 h 138874"/>
                <a:gd name="connsiteX33" fmla="*/ 95 w 19145"/>
                <a:gd name="connsiteY33" fmla="*/ 9525 h 13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45" h="138874">
                  <a:moveTo>
                    <a:pt x="0" y="129350"/>
                  </a:moveTo>
                  <a:cubicBezTo>
                    <a:pt x="0" y="124111"/>
                    <a:pt x="4286" y="119825"/>
                    <a:pt x="9525" y="119825"/>
                  </a:cubicBezTo>
                  <a:lnTo>
                    <a:pt x="9525" y="119825"/>
                  </a:lnTo>
                  <a:cubicBezTo>
                    <a:pt x="14859" y="119825"/>
                    <a:pt x="19050" y="124111"/>
                    <a:pt x="19050" y="129350"/>
                  </a:cubicBezTo>
                  <a:lnTo>
                    <a:pt x="19050" y="129350"/>
                  </a:lnTo>
                  <a:cubicBezTo>
                    <a:pt x="19050" y="134588"/>
                    <a:pt x="14859" y="138875"/>
                    <a:pt x="9525" y="138875"/>
                  </a:cubicBezTo>
                  <a:lnTo>
                    <a:pt x="9525" y="138875"/>
                  </a:lnTo>
                  <a:cubicBezTo>
                    <a:pt x="4286" y="138875"/>
                    <a:pt x="0" y="134588"/>
                    <a:pt x="0" y="129350"/>
                  </a:cubicBezTo>
                  <a:close/>
                  <a:moveTo>
                    <a:pt x="0" y="89440"/>
                  </a:moveTo>
                  <a:cubicBezTo>
                    <a:pt x="95" y="84106"/>
                    <a:pt x="4286" y="79915"/>
                    <a:pt x="9620" y="79915"/>
                  </a:cubicBezTo>
                  <a:lnTo>
                    <a:pt x="9620" y="79915"/>
                  </a:lnTo>
                  <a:cubicBezTo>
                    <a:pt x="14859" y="79915"/>
                    <a:pt x="19050" y="84201"/>
                    <a:pt x="19050" y="89440"/>
                  </a:cubicBezTo>
                  <a:lnTo>
                    <a:pt x="19050" y="89440"/>
                  </a:lnTo>
                  <a:cubicBezTo>
                    <a:pt x="19050" y="94678"/>
                    <a:pt x="14859" y="98965"/>
                    <a:pt x="9525" y="98965"/>
                  </a:cubicBezTo>
                  <a:lnTo>
                    <a:pt x="9525" y="98965"/>
                  </a:lnTo>
                  <a:cubicBezTo>
                    <a:pt x="4286" y="98965"/>
                    <a:pt x="95" y="94678"/>
                    <a:pt x="0" y="89440"/>
                  </a:cubicBezTo>
                  <a:close/>
                  <a:moveTo>
                    <a:pt x="0" y="89440"/>
                  </a:moveTo>
                  <a:lnTo>
                    <a:pt x="0" y="89440"/>
                  </a:lnTo>
                  <a:close/>
                  <a:moveTo>
                    <a:pt x="95" y="49435"/>
                  </a:moveTo>
                  <a:cubicBezTo>
                    <a:pt x="95" y="44196"/>
                    <a:pt x="4286" y="40005"/>
                    <a:pt x="9620" y="40005"/>
                  </a:cubicBezTo>
                  <a:lnTo>
                    <a:pt x="9620" y="40005"/>
                  </a:lnTo>
                  <a:cubicBezTo>
                    <a:pt x="14859" y="40005"/>
                    <a:pt x="19145" y="44196"/>
                    <a:pt x="19145" y="49435"/>
                  </a:cubicBezTo>
                  <a:lnTo>
                    <a:pt x="19145" y="49435"/>
                  </a:lnTo>
                  <a:cubicBezTo>
                    <a:pt x="19145" y="54769"/>
                    <a:pt x="14859" y="59055"/>
                    <a:pt x="9620" y="59055"/>
                  </a:cubicBezTo>
                  <a:lnTo>
                    <a:pt x="9620" y="59055"/>
                  </a:lnTo>
                  <a:cubicBezTo>
                    <a:pt x="4286" y="59055"/>
                    <a:pt x="95" y="54769"/>
                    <a:pt x="95" y="49435"/>
                  </a:cubicBezTo>
                  <a:close/>
                  <a:moveTo>
                    <a:pt x="95" y="9525"/>
                  </a:moveTo>
                  <a:cubicBezTo>
                    <a:pt x="95" y="4286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145" y="9525"/>
                  </a:lnTo>
                  <a:cubicBezTo>
                    <a:pt x="19145" y="14764"/>
                    <a:pt x="14859" y="19050"/>
                    <a:pt x="9620" y="19050"/>
                  </a:cubicBezTo>
                  <a:lnTo>
                    <a:pt x="9620" y="19050"/>
                  </a:lnTo>
                  <a:cubicBezTo>
                    <a:pt x="4286" y="19050"/>
                    <a:pt x="95" y="14764"/>
                    <a:pt x="95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BFC8EDB-9A5E-232D-448E-E5D38031A773}"/>
                </a:ext>
              </a:extLst>
            </p:cNvPr>
            <p:cNvSpPr/>
            <p:nvPr/>
          </p:nvSpPr>
          <p:spPr>
            <a:xfrm>
              <a:off x="6088284" y="2959321"/>
              <a:ext cx="19050" cy="144494"/>
            </a:xfrm>
            <a:custGeom>
              <a:avLst/>
              <a:gdLst>
                <a:gd name="connsiteX0" fmla="*/ 0 w 19050"/>
                <a:gd name="connsiteY0" fmla="*/ 134969 h 144494"/>
                <a:gd name="connsiteX1" fmla="*/ 9525 w 19050"/>
                <a:gd name="connsiteY1" fmla="*/ 125444 h 144494"/>
                <a:gd name="connsiteX2" fmla="*/ 9525 w 19050"/>
                <a:gd name="connsiteY2" fmla="*/ 125444 h 144494"/>
                <a:gd name="connsiteX3" fmla="*/ 19050 w 19050"/>
                <a:gd name="connsiteY3" fmla="*/ 134969 h 144494"/>
                <a:gd name="connsiteX4" fmla="*/ 19050 w 19050"/>
                <a:gd name="connsiteY4" fmla="*/ 134969 h 144494"/>
                <a:gd name="connsiteX5" fmla="*/ 9525 w 19050"/>
                <a:gd name="connsiteY5" fmla="*/ 144494 h 144494"/>
                <a:gd name="connsiteX6" fmla="*/ 9525 w 19050"/>
                <a:gd name="connsiteY6" fmla="*/ 144494 h 144494"/>
                <a:gd name="connsiteX7" fmla="*/ 0 w 19050"/>
                <a:gd name="connsiteY7" fmla="*/ 134969 h 144494"/>
                <a:gd name="connsiteX8" fmla="*/ 0 w 19050"/>
                <a:gd name="connsiteY8" fmla="*/ 93155 h 144494"/>
                <a:gd name="connsiteX9" fmla="*/ 9525 w 19050"/>
                <a:gd name="connsiteY9" fmla="*/ 83630 h 144494"/>
                <a:gd name="connsiteX10" fmla="*/ 9525 w 19050"/>
                <a:gd name="connsiteY10" fmla="*/ 83630 h 144494"/>
                <a:gd name="connsiteX11" fmla="*/ 19050 w 19050"/>
                <a:gd name="connsiteY11" fmla="*/ 93155 h 144494"/>
                <a:gd name="connsiteX12" fmla="*/ 19050 w 19050"/>
                <a:gd name="connsiteY12" fmla="*/ 93155 h 144494"/>
                <a:gd name="connsiteX13" fmla="*/ 9525 w 19050"/>
                <a:gd name="connsiteY13" fmla="*/ 102680 h 144494"/>
                <a:gd name="connsiteX14" fmla="*/ 9525 w 19050"/>
                <a:gd name="connsiteY14" fmla="*/ 102680 h 144494"/>
                <a:gd name="connsiteX15" fmla="*/ 0 w 19050"/>
                <a:gd name="connsiteY15" fmla="*/ 93155 h 144494"/>
                <a:gd name="connsiteX16" fmla="*/ 0 w 19050"/>
                <a:gd name="connsiteY16" fmla="*/ 51340 h 144494"/>
                <a:gd name="connsiteX17" fmla="*/ 9525 w 19050"/>
                <a:gd name="connsiteY17" fmla="*/ 41815 h 144494"/>
                <a:gd name="connsiteX18" fmla="*/ 9525 w 19050"/>
                <a:gd name="connsiteY18" fmla="*/ 41815 h 144494"/>
                <a:gd name="connsiteX19" fmla="*/ 19050 w 19050"/>
                <a:gd name="connsiteY19" fmla="*/ 51340 h 144494"/>
                <a:gd name="connsiteX20" fmla="*/ 19050 w 19050"/>
                <a:gd name="connsiteY20" fmla="*/ 51340 h 144494"/>
                <a:gd name="connsiteX21" fmla="*/ 9525 w 19050"/>
                <a:gd name="connsiteY21" fmla="*/ 60865 h 144494"/>
                <a:gd name="connsiteX22" fmla="*/ 9525 w 19050"/>
                <a:gd name="connsiteY22" fmla="*/ 60865 h 144494"/>
                <a:gd name="connsiteX23" fmla="*/ 0 w 19050"/>
                <a:gd name="connsiteY23" fmla="*/ 51340 h 144494"/>
                <a:gd name="connsiteX24" fmla="*/ 0 w 19050"/>
                <a:gd name="connsiteY24" fmla="*/ 9525 h 144494"/>
                <a:gd name="connsiteX25" fmla="*/ 9525 w 19050"/>
                <a:gd name="connsiteY25" fmla="*/ 0 h 144494"/>
                <a:gd name="connsiteX26" fmla="*/ 9525 w 19050"/>
                <a:gd name="connsiteY26" fmla="*/ 0 h 144494"/>
                <a:gd name="connsiteX27" fmla="*/ 19050 w 19050"/>
                <a:gd name="connsiteY27" fmla="*/ 9525 h 144494"/>
                <a:gd name="connsiteX28" fmla="*/ 19050 w 19050"/>
                <a:gd name="connsiteY28" fmla="*/ 9525 h 144494"/>
                <a:gd name="connsiteX29" fmla="*/ 9525 w 19050"/>
                <a:gd name="connsiteY29" fmla="*/ 19050 h 144494"/>
                <a:gd name="connsiteX30" fmla="*/ 9525 w 19050"/>
                <a:gd name="connsiteY30" fmla="*/ 19050 h 144494"/>
                <a:gd name="connsiteX31" fmla="*/ 0 w 19050"/>
                <a:gd name="connsiteY31" fmla="*/ 9525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050" h="144494">
                  <a:moveTo>
                    <a:pt x="0" y="134969"/>
                  </a:moveTo>
                  <a:cubicBezTo>
                    <a:pt x="0" y="129730"/>
                    <a:pt x="4286" y="125444"/>
                    <a:pt x="9525" y="125444"/>
                  </a:cubicBezTo>
                  <a:lnTo>
                    <a:pt x="9525" y="125444"/>
                  </a:lnTo>
                  <a:cubicBezTo>
                    <a:pt x="14764" y="125444"/>
                    <a:pt x="19050" y="129730"/>
                    <a:pt x="19050" y="134969"/>
                  </a:cubicBezTo>
                  <a:lnTo>
                    <a:pt x="19050" y="134969"/>
                  </a:lnTo>
                  <a:cubicBezTo>
                    <a:pt x="19050" y="140208"/>
                    <a:pt x="14764" y="144494"/>
                    <a:pt x="9525" y="144494"/>
                  </a:cubicBezTo>
                  <a:lnTo>
                    <a:pt x="9525" y="144494"/>
                  </a:lnTo>
                  <a:cubicBezTo>
                    <a:pt x="4286" y="144494"/>
                    <a:pt x="0" y="140208"/>
                    <a:pt x="0" y="134969"/>
                  </a:cubicBezTo>
                  <a:close/>
                  <a:moveTo>
                    <a:pt x="0" y="93155"/>
                  </a:moveTo>
                  <a:cubicBezTo>
                    <a:pt x="0" y="87916"/>
                    <a:pt x="4286" y="83630"/>
                    <a:pt x="9525" y="83630"/>
                  </a:cubicBezTo>
                  <a:lnTo>
                    <a:pt x="9525" y="83630"/>
                  </a:lnTo>
                  <a:cubicBezTo>
                    <a:pt x="14764" y="83630"/>
                    <a:pt x="19050" y="87916"/>
                    <a:pt x="19050" y="93155"/>
                  </a:cubicBezTo>
                  <a:lnTo>
                    <a:pt x="19050" y="93155"/>
                  </a:lnTo>
                  <a:cubicBezTo>
                    <a:pt x="19050" y="98393"/>
                    <a:pt x="14764" y="102680"/>
                    <a:pt x="9525" y="102680"/>
                  </a:cubicBezTo>
                  <a:lnTo>
                    <a:pt x="9525" y="102680"/>
                  </a:lnTo>
                  <a:cubicBezTo>
                    <a:pt x="4286" y="102680"/>
                    <a:pt x="0" y="98393"/>
                    <a:pt x="0" y="93155"/>
                  </a:cubicBezTo>
                  <a:close/>
                  <a:moveTo>
                    <a:pt x="0" y="51340"/>
                  </a:moveTo>
                  <a:cubicBezTo>
                    <a:pt x="0" y="46101"/>
                    <a:pt x="4286" y="41815"/>
                    <a:pt x="9525" y="41815"/>
                  </a:cubicBezTo>
                  <a:lnTo>
                    <a:pt x="9525" y="41815"/>
                  </a:lnTo>
                  <a:cubicBezTo>
                    <a:pt x="14764" y="41815"/>
                    <a:pt x="19050" y="46101"/>
                    <a:pt x="19050" y="51340"/>
                  </a:cubicBezTo>
                  <a:lnTo>
                    <a:pt x="19050" y="51340"/>
                  </a:lnTo>
                  <a:cubicBezTo>
                    <a:pt x="19050" y="56579"/>
                    <a:pt x="14764" y="60865"/>
                    <a:pt x="9525" y="60865"/>
                  </a:cubicBezTo>
                  <a:lnTo>
                    <a:pt x="9525" y="60865"/>
                  </a:lnTo>
                  <a:cubicBezTo>
                    <a:pt x="4286" y="60865"/>
                    <a:pt x="0" y="56579"/>
                    <a:pt x="0" y="51340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D86CFB4-FA0A-B431-E1CF-7C47E3EB419C}"/>
                </a:ext>
              </a:extLst>
            </p:cNvPr>
            <p:cNvSpPr/>
            <p:nvPr/>
          </p:nvSpPr>
          <p:spPr>
            <a:xfrm>
              <a:off x="5819485" y="3158725"/>
              <a:ext cx="268616" cy="436390"/>
            </a:xfrm>
            <a:custGeom>
              <a:avLst/>
              <a:gdLst>
                <a:gd name="connsiteX0" fmla="*/ 4671 w 268616"/>
                <a:gd name="connsiteY0" fmla="*/ 435057 h 436390"/>
                <a:gd name="connsiteX1" fmla="*/ 1337 w 268616"/>
                <a:gd name="connsiteY1" fmla="*/ 422007 h 436390"/>
                <a:gd name="connsiteX2" fmla="*/ 1337 w 268616"/>
                <a:gd name="connsiteY2" fmla="*/ 422007 h 436390"/>
                <a:gd name="connsiteX3" fmla="*/ 14387 w 268616"/>
                <a:gd name="connsiteY3" fmla="*/ 418674 h 436390"/>
                <a:gd name="connsiteX4" fmla="*/ 14387 w 268616"/>
                <a:gd name="connsiteY4" fmla="*/ 418674 h 436390"/>
                <a:gd name="connsiteX5" fmla="*/ 17720 w 268616"/>
                <a:gd name="connsiteY5" fmla="*/ 431723 h 436390"/>
                <a:gd name="connsiteX6" fmla="*/ 17720 w 268616"/>
                <a:gd name="connsiteY6" fmla="*/ 431723 h 436390"/>
                <a:gd name="connsiteX7" fmla="*/ 9529 w 268616"/>
                <a:gd name="connsiteY7" fmla="*/ 436390 h 436390"/>
                <a:gd name="connsiteX8" fmla="*/ 9529 w 268616"/>
                <a:gd name="connsiteY8" fmla="*/ 436390 h 436390"/>
                <a:gd name="connsiteX9" fmla="*/ 4671 w 268616"/>
                <a:gd name="connsiteY9" fmla="*/ 435057 h 436390"/>
                <a:gd name="connsiteX10" fmla="*/ 23912 w 268616"/>
                <a:gd name="connsiteY10" fmla="*/ 402957 h 436390"/>
                <a:gd name="connsiteX11" fmla="*/ 20578 w 268616"/>
                <a:gd name="connsiteY11" fmla="*/ 389813 h 436390"/>
                <a:gd name="connsiteX12" fmla="*/ 20578 w 268616"/>
                <a:gd name="connsiteY12" fmla="*/ 389813 h 436390"/>
                <a:gd name="connsiteX13" fmla="*/ 33627 w 268616"/>
                <a:gd name="connsiteY13" fmla="*/ 386574 h 436390"/>
                <a:gd name="connsiteX14" fmla="*/ 33627 w 268616"/>
                <a:gd name="connsiteY14" fmla="*/ 386574 h 436390"/>
                <a:gd name="connsiteX15" fmla="*/ 36961 w 268616"/>
                <a:gd name="connsiteY15" fmla="*/ 399624 h 436390"/>
                <a:gd name="connsiteX16" fmla="*/ 36961 w 268616"/>
                <a:gd name="connsiteY16" fmla="*/ 399624 h 436390"/>
                <a:gd name="connsiteX17" fmla="*/ 28769 w 268616"/>
                <a:gd name="connsiteY17" fmla="*/ 404291 h 436390"/>
                <a:gd name="connsiteX18" fmla="*/ 28769 w 268616"/>
                <a:gd name="connsiteY18" fmla="*/ 404291 h 436390"/>
                <a:gd name="connsiteX19" fmla="*/ 23912 w 268616"/>
                <a:gd name="connsiteY19" fmla="*/ 402957 h 436390"/>
                <a:gd name="connsiteX20" fmla="*/ 43057 w 268616"/>
                <a:gd name="connsiteY20" fmla="*/ 370858 h 436390"/>
                <a:gd name="connsiteX21" fmla="*/ 39723 w 268616"/>
                <a:gd name="connsiteY21" fmla="*/ 357714 h 436390"/>
                <a:gd name="connsiteX22" fmla="*/ 39723 w 268616"/>
                <a:gd name="connsiteY22" fmla="*/ 357714 h 436390"/>
                <a:gd name="connsiteX23" fmla="*/ 52868 w 268616"/>
                <a:gd name="connsiteY23" fmla="*/ 354475 h 436390"/>
                <a:gd name="connsiteX24" fmla="*/ 52868 w 268616"/>
                <a:gd name="connsiteY24" fmla="*/ 354475 h 436390"/>
                <a:gd name="connsiteX25" fmla="*/ 56106 w 268616"/>
                <a:gd name="connsiteY25" fmla="*/ 367524 h 436390"/>
                <a:gd name="connsiteX26" fmla="*/ 56106 w 268616"/>
                <a:gd name="connsiteY26" fmla="*/ 367524 h 436390"/>
                <a:gd name="connsiteX27" fmla="*/ 47915 w 268616"/>
                <a:gd name="connsiteY27" fmla="*/ 372192 h 436390"/>
                <a:gd name="connsiteX28" fmla="*/ 47915 w 268616"/>
                <a:gd name="connsiteY28" fmla="*/ 372192 h 436390"/>
                <a:gd name="connsiteX29" fmla="*/ 43057 w 268616"/>
                <a:gd name="connsiteY29" fmla="*/ 370858 h 436390"/>
                <a:gd name="connsiteX30" fmla="*/ 62297 w 268616"/>
                <a:gd name="connsiteY30" fmla="*/ 338759 h 436390"/>
                <a:gd name="connsiteX31" fmla="*/ 58964 w 268616"/>
                <a:gd name="connsiteY31" fmla="*/ 325614 h 436390"/>
                <a:gd name="connsiteX32" fmla="*/ 58964 w 268616"/>
                <a:gd name="connsiteY32" fmla="*/ 325614 h 436390"/>
                <a:gd name="connsiteX33" fmla="*/ 72013 w 268616"/>
                <a:gd name="connsiteY33" fmla="*/ 322376 h 436390"/>
                <a:gd name="connsiteX34" fmla="*/ 72013 w 268616"/>
                <a:gd name="connsiteY34" fmla="*/ 322376 h 436390"/>
                <a:gd name="connsiteX35" fmla="*/ 75347 w 268616"/>
                <a:gd name="connsiteY35" fmla="*/ 335425 h 436390"/>
                <a:gd name="connsiteX36" fmla="*/ 75347 w 268616"/>
                <a:gd name="connsiteY36" fmla="*/ 335425 h 436390"/>
                <a:gd name="connsiteX37" fmla="*/ 67155 w 268616"/>
                <a:gd name="connsiteY37" fmla="*/ 340092 h 436390"/>
                <a:gd name="connsiteX38" fmla="*/ 67155 w 268616"/>
                <a:gd name="connsiteY38" fmla="*/ 340092 h 436390"/>
                <a:gd name="connsiteX39" fmla="*/ 62297 w 268616"/>
                <a:gd name="connsiteY39" fmla="*/ 338759 h 436390"/>
                <a:gd name="connsiteX40" fmla="*/ 81443 w 268616"/>
                <a:gd name="connsiteY40" fmla="*/ 306564 h 436390"/>
                <a:gd name="connsiteX41" fmla="*/ 78109 w 268616"/>
                <a:gd name="connsiteY41" fmla="*/ 293515 h 436390"/>
                <a:gd name="connsiteX42" fmla="*/ 78109 w 268616"/>
                <a:gd name="connsiteY42" fmla="*/ 293515 h 436390"/>
                <a:gd name="connsiteX43" fmla="*/ 91253 w 268616"/>
                <a:gd name="connsiteY43" fmla="*/ 290277 h 436390"/>
                <a:gd name="connsiteX44" fmla="*/ 91253 w 268616"/>
                <a:gd name="connsiteY44" fmla="*/ 290277 h 436390"/>
                <a:gd name="connsiteX45" fmla="*/ 94492 w 268616"/>
                <a:gd name="connsiteY45" fmla="*/ 303326 h 436390"/>
                <a:gd name="connsiteX46" fmla="*/ 94492 w 268616"/>
                <a:gd name="connsiteY46" fmla="*/ 303326 h 436390"/>
                <a:gd name="connsiteX47" fmla="*/ 86300 w 268616"/>
                <a:gd name="connsiteY47" fmla="*/ 307993 h 436390"/>
                <a:gd name="connsiteX48" fmla="*/ 86300 w 268616"/>
                <a:gd name="connsiteY48" fmla="*/ 307993 h 436390"/>
                <a:gd name="connsiteX49" fmla="*/ 81443 w 268616"/>
                <a:gd name="connsiteY49" fmla="*/ 306564 h 436390"/>
                <a:gd name="connsiteX50" fmla="*/ 100683 w 268616"/>
                <a:gd name="connsiteY50" fmla="*/ 274465 h 436390"/>
                <a:gd name="connsiteX51" fmla="*/ 97349 w 268616"/>
                <a:gd name="connsiteY51" fmla="*/ 261416 h 436390"/>
                <a:gd name="connsiteX52" fmla="*/ 97349 w 268616"/>
                <a:gd name="connsiteY52" fmla="*/ 261416 h 436390"/>
                <a:gd name="connsiteX53" fmla="*/ 110399 w 268616"/>
                <a:gd name="connsiteY53" fmla="*/ 258177 h 436390"/>
                <a:gd name="connsiteX54" fmla="*/ 110399 w 268616"/>
                <a:gd name="connsiteY54" fmla="*/ 258177 h 436390"/>
                <a:gd name="connsiteX55" fmla="*/ 113732 w 268616"/>
                <a:gd name="connsiteY55" fmla="*/ 271227 h 436390"/>
                <a:gd name="connsiteX56" fmla="*/ 113732 w 268616"/>
                <a:gd name="connsiteY56" fmla="*/ 271227 h 436390"/>
                <a:gd name="connsiteX57" fmla="*/ 105541 w 268616"/>
                <a:gd name="connsiteY57" fmla="*/ 275894 h 436390"/>
                <a:gd name="connsiteX58" fmla="*/ 105541 w 268616"/>
                <a:gd name="connsiteY58" fmla="*/ 275894 h 436390"/>
                <a:gd name="connsiteX59" fmla="*/ 100683 w 268616"/>
                <a:gd name="connsiteY59" fmla="*/ 274465 h 436390"/>
                <a:gd name="connsiteX60" fmla="*/ 119828 w 268616"/>
                <a:gd name="connsiteY60" fmla="*/ 242461 h 436390"/>
                <a:gd name="connsiteX61" fmla="*/ 116590 w 268616"/>
                <a:gd name="connsiteY61" fmla="*/ 229317 h 436390"/>
                <a:gd name="connsiteX62" fmla="*/ 116590 w 268616"/>
                <a:gd name="connsiteY62" fmla="*/ 229317 h 436390"/>
                <a:gd name="connsiteX63" fmla="*/ 129639 w 268616"/>
                <a:gd name="connsiteY63" fmla="*/ 226078 h 436390"/>
                <a:gd name="connsiteX64" fmla="*/ 129639 w 268616"/>
                <a:gd name="connsiteY64" fmla="*/ 226078 h 436390"/>
                <a:gd name="connsiteX65" fmla="*/ 132878 w 268616"/>
                <a:gd name="connsiteY65" fmla="*/ 239127 h 436390"/>
                <a:gd name="connsiteX66" fmla="*/ 132878 w 268616"/>
                <a:gd name="connsiteY66" fmla="*/ 239127 h 436390"/>
                <a:gd name="connsiteX67" fmla="*/ 124686 w 268616"/>
                <a:gd name="connsiteY67" fmla="*/ 243795 h 436390"/>
                <a:gd name="connsiteX68" fmla="*/ 124686 w 268616"/>
                <a:gd name="connsiteY68" fmla="*/ 243795 h 436390"/>
                <a:gd name="connsiteX69" fmla="*/ 119828 w 268616"/>
                <a:gd name="connsiteY69" fmla="*/ 242461 h 436390"/>
                <a:gd name="connsiteX70" fmla="*/ 139069 w 268616"/>
                <a:gd name="connsiteY70" fmla="*/ 210267 h 436390"/>
                <a:gd name="connsiteX71" fmla="*/ 135735 w 268616"/>
                <a:gd name="connsiteY71" fmla="*/ 197217 h 436390"/>
                <a:gd name="connsiteX72" fmla="*/ 135735 w 268616"/>
                <a:gd name="connsiteY72" fmla="*/ 197217 h 436390"/>
                <a:gd name="connsiteX73" fmla="*/ 148784 w 268616"/>
                <a:gd name="connsiteY73" fmla="*/ 193979 h 436390"/>
                <a:gd name="connsiteX74" fmla="*/ 148784 w 268616"/>
                <a:gd name="connsiteY74" fmla="*/ 193979 h 436390"/>
                <a:gd name="connsiteX75" fmla="*/ 152118 w 268616"/>
                <a:gd name="connsiteY75" fmla="*/ 207028 h 436390"/>
                <a:gd name="connsiteX76" fmla="*/ 152118 w 268616"/>
                <a:gd name="connsiteY76" fmla="*/ 207028 h 436390"/>
                <a:gd name="connsiteX77" fmla="*/ 143927 w 268616"/>
                <a:gd name="connsiteY77" fmla="*/ 211600 h 436390"/>
                <a:gd name="connsiteX78" fmla="*/ 143927 w 268616"/>
                <a:gd name="connsiteY78" fmla="*/ 211600 h 436390"/>
                <a:gd name="connsiteX79" fmla="*/ 139069 w 268616"/>
                <a:gd name="connsiteY79" fmla="*/ 210267 h 436390"/>
                <a:gd name="connsiteX80" fmla="*/ 158214 w 268616"/>
                <a:gd name="connsiteY80" fmla="*/ 178167 h 436390"/>
                <a:gd name="connsiteX81" fmla="*/ 154976 w 268616"/>
                <a:gd name="connsiteY81" fmla="*/ 165118 h 436390"/>
                <a:gd name="connsiteX82" fmla="*/ 154976 w 268616"/>
                <a:gd name="connsiteY82" fmla="*/ 165118 h 436390"/>
                <a:gd name="connsiteX83" fmla="*/ 168025 w 268616"/>
                <a:gd name="connsiteY83" fmla="*/ 161880 h 436390"/>
                <a:gd name="connsiteX84" fmla="*/ 168025 w 268616"/>
                <a:gd name="connsiteY84" fmla="*/ 161880 h 436390"/>
                <a:gd name="connsiteX85" fmla="*/ 171263 w 268616"/>
                <a:gd name="connsiteY85" fmla="*/ 174929 h 436390"/>
                <a:gd name="connsiteX86" fmla="*/ 171263 w 268616"/>
                <a:gd name="connsiteY86" fmla="*/ 174929 h 436390"/>
                <a:gd name="connsiteX87" fmla="*/ 163072 w 268616"/>
                <a:gd name="connsiteY87" fmla="*/ 179596 h 436390"/>
                <a:gd name="connsiteX88" fmla="*/ 163072 w 268616"/>
                <a:gd name="connsiteY88" fmla="*/ 179596 h 436390"/>
                <a:gd name="connsiteX89" fmla="*/ 158214 w 268616"/>
                <a:gd name="connsiteY89" fmla="*/ 178167 h 436390"/>
                <a:gd name="connsiteX90" fmla="*/ 177455 w 268616"/>
                <a:gd name="connsiteY90" fmla="*/ 146068 h 436390"/>
                <a:gd name="connsiteX91" fmla="*/ 174121 w 268616"/>
                <a:gd name="connsiteY91" fmla="*/ 133019 h 436390"/>
                <a:gd name="connsiteX92" fmla="*/ 174121 w 268616"/>
                <a:gd name="connsiteY92" fmla="*/ 133019 h 436390"/>
                <a:gd name="connsiteX93" fmla="*/ 187265 w 268616"/>
                <a:gd name="connsiteY93" fmla="*/ 129780 h 436390"/>
                <a:gd name="connsiteX94" fmla="*/ 187265 w 268616"/>
                <a:gd name="connsiteY94" fmla="*/ 129780 h 436390"/>
                <a:gd name="connsiteX95" fmla="*/ 190504 w 268616"/>
                <a:gd name="connsiteY95" fmla="*/ 142830 h 436390"/>
                <a:gd name="connsiteX96" fmla="*/ 190504 w 268616"/>
                <a:gd name="connsiteY96" fmla="*/ 142830 h 436390"/>
                <a:gd name="connsiteX97" fmla="*/ 182312 w 268616"/>
                <a:gd name="connsiteY97" fmla="*/ 147402 h 436390"/>
                <a:gd name="connsiteX98" fmla="*/ 182312 w 268616"/>
                <a:gd name="connsiteY98" fmla="*/ 147402 h 436390"/>
                <a:gd name="connsiteX99" fmla="*/ 177455 w 268616"/>
                <a:gd name="connsiteY99" fmla="*/ 146068 h 436390"/>
                <a:gd name="connsiteX100" fmla="*/ 196600 w 268616"/>
                <a:gd name="connsiteY100" fmla="*/ 113969 h 436390"/>
                <a:gd name="connsiteX101" fmla="*/ 193361 w 268616"/>
                <a:gd name="connsiteY101" fmla="*/ 100920 h 436390"/>
                <a:gd name="connsiteX102" fmla="*/ 193361 w 268616"/>
                <a:gd name="connsiteY102" fmla="*/ 100920 h 436390"/>
                <a:gd name="connsiteX103" fmla="*/ 206411 w 268616"/>
                <a:gd name="connsiteY103" fmla="*/ 97681 h 436390"/>
                <a:gd name="connsiteX104" fmla="*/ 206411 w 268616"/>
                <a:gd name="connsiteY104" fmla="*/ 97681 h 436390"/>
                <a:gd name="connsiteX105" fmla="*/ 209649 w 268616"/>
                <a:gd name="connsiteY105" fmla="*/ 110730 h 436390"/>
                <a:gd name="connsiteX106" fmla="*/ 209649 w 268616"/>
                <a:gd name="connsiteY106" fmla="*/ 110730 h 436390"/>
                <a:gd name="connsiteX107" fmla="*/ 201553 w 268616"/>
                <a:gd name="connsiteY107" fmla="*/ 115302 h 436390"/>
                <a:gd name="connsiteX108" fmla="*/ 201553 w 268616"/>
                <a:gd name="connsiteY108" fmla="*/ 115302 h 436390"/>
                <a:gd name="connsiteX109" fmla="*/ 196600 w 268616"/>
                <a:gd name="connsiteY109" fmla="*/ 113969 h 436390"/>
                <a:gd name="connsiteX110" fmla="*/ 215840 w 268616"/>
                <a:gd name="connsiteY110" fmla="*/ 81870 h 436390"/>
                <a:gd name="connsiteX111" fmla="*/ 212602 w 268616"/>
                <a:gd name="connsiteY111" fmla="*/ 68820 h 436390"/>
                <a:gd name="connsiteX112" fmla="*/ 212602 w 268616"/>
                <a:gd name="connsiteY112" fmla="*/ 68820 h 436390"/>
                <a:gd name="connsiteX113" fmla="*/ 225651 w 268616"/>
                <a:gd name="connsiteY113" fmla="*/ 65487 h 436390"/>
                <a:gd name="connsiteX114" fmla="*/ 225651 w 268616"/>
                <a:gd name="connsiteY114" fmla="*/ 65487 h 436390"/>
                <a:gd name="connsiteX115" fmla="*/ 228890 w 268616"/>
                <a:gd name="connsiteY115" fmla="*/ 78631 h 436390"/>
                <a:gd name="connsiteX116" fmla="*/ 228890 w 268616"/>
                <a:gd name="connsiteY116" fmla="*/ 78631 h 436390"/>
                <a:gd name="connsiteX117" fmla="*/ 220698 w 268616"/>
                <a:gd name="connsiteY117" fmla="*/ 83203 h 436390"/>
                <a:gd name="connsiteX118" fmla="*/ 220698 w 268616"/>
                <a:gd name="connsiteY118" fmla="*/ 83203 h 436390"/>
                <a:gd name="connsiteX119" fmla="*/ 215840 w 268616"/>
                <a:gd name="connsiteY119" fmla="*/ 81870 h 436390"/>
                <a:gd name="connsiteX120" fmla="*/ 234986 w 268616"/>
                <a:gd name="connsiteY120" fmla="*/ 49770 h 436390"/>
                <a:gd name="connsiteX121" fmla="*/ 231747 w 268616"/>
                <a:gd name="connsiteY121" fmla="*/ 36721 h 436390"/>
                <a:gd name="connsiteX122" fmla="*/ 231747 w 268616"/>
                <a:gd name="connsiteY122" fmla="*/ 36721 h 436390"/>
                <a:gd name="connsiteX123" fmla="*/ 244796 w 268616"/>
                <a:gd name="connsiteY123" fmla="*/ 33483 h 436390"/>
                <a:gd name="connsiteX124" fmla="*/ 244796 w 268616"/>
                <a:gd name="connsiteY124" fmla="*/ 33483 h 436390"/>
                <a:gd name="connsiteX125" fmla="*/ 248035 w 268616"/>
                <a:gd name="connsiteY125" fmla="*/ 46532 h 436390"/>
                <a:gd name="connsiteX126" fmla="*/ 248035 w 268616"/>
                <a:gd name="connsiteY126" fmla="*/ 46532 h 436390"/>
                <a:gd name="connsiteX127" fmla="*/ 239939 w 268616"/>
                <a:gd name="connsiteY127" fmla="*/ 51104 h 436390"/>
                <a:gd name="connsiteX128" fmla="*/ 239939 w 268616"/>
                <a:gd name="connsiteY128" fmla="*/ 51104 h 436390"/>
                <a:gd name="connsiteX129" fmla="*/ 234986 w 268616"/>
                <a:gd name="connsiteY129" fmla="*/ 49770 h 436390"/>
                <a:gd name="connsiteX130" fmla="*/ 254226 w 268616"/>
                <a:gd name="connsiteY130" fmla="*/ 17671 h 436390"/>
                <a:gd name="connsiteX131" fmla="*/ 250988 w 268616"/>
                <a:gd name="connsiteY131" fmla="*/ 4622 h 436390"/>
                <a:gd name="connsiteX132" fmla="*/ 250988 w 268616"/>
                <a:gd name="connsiteY132" fmla="*/ 4622 h 436390"/>
                <a:gd name="connsiteX133" fmla="*/ 264037 w 268616"/>
                <a:gd name="connsiteY133" fmla="*/ 1383 h 436390"/>
                <a:gd name="connsiteX134" fmla="*/ 264037 w 268616"/>
                <a:gd name="connsiteY134" fmla="*/ 1383 h 436390"/>
                <a:gd name="connsiteX135" fmla="*/ 267275 w 268616"/>
                <a:gd name="connsiteY135" fmla="*/ 14433 h 436390"/>
                <a:gd name="connsiteX136" fmla="*/ 267275 w 268616"/>
                <a:gd name="connsiteY136" fmla="*/ 14433 h 436390"/>
                <a:gd name="connsiteX137" fmla="*/ 259084 w 268616"/>
                <a:gd name="connsiteY137" fmla="*/ 19005 h 436390"/>
                <a:gd name="connsiteX138" fmla="*/ 259084 w 268616"/>
                <a:gd name="connsiteY138" fmla="*/ 19005 h 436390"/>
                <a:gd name="connsiteX139" fmla="*/ 254226 w 268616"/>
                <a:gd name="connsiteY139" fmla="*/ 17671 h 43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68616" h="436390">
                  <a:moveTo>
                    <a:pt x="4671" y="435057"/>
                  </a:moveTo>
                  <a:cubicBezTo>
                    <a:pt x="99" y="432294"/>
                    <a:pt x="-1330" y="426484"/>
                    <a:pt x="1337" y="422007"/>
                  </a:cubicBezTo>
                  <a:lnTo>
                    <a:pt x="1337" y="422007"/>
                  </a:lnTo>
                  <a:cubicBezTo>
                    <a:pt x="4100" y="417435"/>
                    <a:pt x="9910" y="415911"/>
                    <a:pt x="14387" y="418674"/>
                  </a:cubicBezTo>
                  <a:lnTo>
                    <a:pt x="14387" y="418674"/>
                  </a:lnTo>
                  <a:cubicBezTo>
                    <a:pt x="18959" y="421341"/>
                    <a:pt x="20483" y="427246"/>
                    <a:pt x="17720" y="431723"/>
                  </a:cubicBezTo>
                  <a:lnTo>
                    <a:pt x="17720" y="431723"/>
                  </a:lnTo>
                  <a:cubicBezTo>
                    <a:pt x="15911" y="434771"/>
                    <a:pt x="12767" y="436390"/>
                    <a:pt x="9529" y="436390"/>
                  </a:cubicBezTo>
                  <a:lnTo>
                    <a:pt x="9529" y="436390"/>
                  </a:lnTo>
                  <a:cubicBezTo>
                    <a:pt x="7910" y="436390"/>
                    <a:pt x="6195" y="435914"/>
                    <a:pt x="4671" y="435057"/>
                  </a:cubicBezTo>
                  <a:close/>
                  <a:moveTo>
                    <a:pt x="23912" y="402957"/>
                  </a:moveTo>
                  <a:cubicBezTo>
                    <a:pt x="19340" y="400195"/>
                    <a:pt x="17816" y="394385"/>
                    <a:pt x="20578" y="389813"/>
                  </a:cubicBezTo>
                  <a:lnTo>
                    <a:pt x="20578" y="389813"/>
                  </a:lnTo>
                  <a:cubicBezTo>
                    <a:pt x="23245" y="385336"/>
                    <a:pt x="29150" y="383907"/>
                    <a:pt x="33627" y="386574"/>
                  </a:cubicBezTo>
                  <a:lnTo>
                    <a:pt x="33627" y="386574"/>
                  </a:lnTo>
                  <a:cubicBezTo>
                    <a:pt x="38199" y="389241"/>
                    <a:pt x="39628" y="395147"/>
                    <a:pt x="36961" y="399624"/>
                  </a:cubicBezTo>
                  <a:lnTo>
                    <a:pt x="36961" y="399624"/>
                  </a:lnTo>
                  <a:cubicBezTo>
                    <a:pt x="35151" y="402576"/>
                    <a:pt x="32008" y="404291"/>
                    <a:pt x="28769" y="404291"/>
                  </a:cubicBezTo>
                  <a:lnTo>
                    <a:pt x="28769" y="404291"/>
                  </a:lnTo>
                  <a:cubicBezTo>
                    <a:pt x="27055" y="404291"/>
                    <a:pt x="25436" y="403815"/>
                    <a:pt x="23912" y="402957"/>
                  </a:cubicBezTo>
                  <a:close/>
                  <a:moveTo>
                    <a:pt x="43057" y="370858"/>
                  </a:moveTo>
                  <a:cubicBezTo>
                    <a:pt x="38580" y="368096"/>
                    <a:pt x="37056" y="362286"/>
                    <a:pt x="39723" y="357714"/>
                  </a:cubicBezTo>
                  <a:lnTo>
                    <a:pt x="39723" y="357714"/>
                  </a:lnTo>
                  <a:cubicBezTo>
                    <a:pt x="42485" y="353237"/>
                    <a:pt x="48296" y="351808"/>
                    <a:pt x="52868" y="354475"/>
                  </a:cubicBezTo>
                  <a:lnTo>
                    <a:pt x="52868" y="354475"/>
                  </a:lnTo>
                  <a:cubicBezTo>
                    <a:pt x="57344" y="357142"/>
                    <a:pt x="58868" y="363048"/>
                    <a:pt x="56106" y="367524"/>
                  </a:cubicBezTo>
                  <a:lnTo>
                    <a:pt x="56106" y="367524"/>
                  </a:lnTo>
                  <a:cubicBezTo>
                    <a:pt x="54296" y="370477"/>
                    <a:pt x="51153" y="372192"/>
                    <a:pt x="47915" y="372192"/>
                  </a:cubicBezTo>
                  <a:lnTo>
                    <a:pt x="47915" y="372192"/>
                  </a:lnTo>
                  <a:cubicBezTo>
                    <a:pt x="46295" y="372192"/>
                    <a:pt x="44581" y="371715"/>
                    <a:pt x="43057" y="370858"/>
                  </a:cubicBezTo>
                  <a:close/>
                  <a:moveTo>
                    <a:pt x="62297" y="338759"/>
                  </a:moveTo>
                  <a:cubicBezTo>
                    <a:pt x="57725" y="335997"/>
                    <a:pt x="56297" y="330186"/>
                    <a:pt x="58964" y="325614"/>
                  </a:cubicBezTo>
                  <a:lnTo>
                    <a:pt x="58964" y="325614"/>
                  </a:lnTo>
                  <a:cubicBezTo>
                    <a:pt x="61631" y="321138"/>
                    <a:pt x="67536" y="319614"/>
                    <a:pt x="72013" y="322376"/>
                  </a:cubicBezTo>
                  <a:lnTo>
                    <a:pt x="72013" y="322376"/>
                  </a:lnTo>
                  <a:cubicBezTo>
                    <a:pt x="76585" y="325043"/>
                    <a:pt x="78014" y="330948"/>
                    <a:pt x="75347" y="335425"/>
                  </a:cubicBezTo>
                  <a:lnTo>
                    <a:pt x="75347" y="335425"/>
                  </a:lnTo>
                  <a:cubicBezTo>
                    <a:pt x="73537" y="338378"/>
                    <a:pt x="70394" y="340092"/>
                    <a:pt x="67155" y="340092"/>
                  </a:cubicBezTo>
                  <a:lnTo>
                    <a:pt x="67155" y="340092"/>
                  </a:lnTo>
                  <a:cubicBezTo>
                    <a:pt x="65441" y="340092"/>
                    <a:pt x="63821" y="339616"/>
                    <a:pt x="62297" y="338759"/>
                  </a:cubicBezTo>
                  <a:close/>
                  <a:moveTo>
                    <a:pt x="81443" y="306564"/>
                  </a:moveTo>
                  <a:cubicBezTo>
                    <a:pt x="76966" y="303897"/>
                    <a:pt x="75442" y="298087"/>
                    <a:pt x="78109" y="293515"/>
                  </a:cubicBezTo>
                  <a:lnTo>
                    <a:pt x="78109" y="293515"/>
                  </a:lnTo>
                  <a:cubicBezTo>
                    <a:pt x="80871" y="289038"/>
                    <a:pt x="86681" y="287610"/>
                    <a:pt x="91253" y="290277"/>
                  </a:cubicBezTo>
                  <a:lnTo>
                    <a:pt x="91253" y="290277"/>
                  </a:lnTo>
                  <a:cubicBezTo>
                    <a:pt x="95730" y="292944"/>
                    <a:pt x="97254" y="298754"/>
                    <a:pt x="94492" y="303326"/>
                  </a:cubicBezTo>
                  <a:lnTo>
                    <a:pt x="94492" y="303326"/>
                  </a:lnTo>
                  <a:cubicBezTo>
                    <a:pt x="92682" y="306279"/>
                    <a:pt x="89539" y="307993"/>
                    <a:pt x="86300" y="307993"/>
                  </a:cubicBezTo>
                  <a:lnTo>
                    <a:pt x="86300" y="307993"/>
                  </a:lnTo>
                  <a:cubicBezTo>
                    <a:pt x="84681" y="307993"/>
                    <a:pt x="82967" y="307517"/>
                    <a:pt x="81443" y="306564"/>
                  </a:cubicBezTo>
                  <a:close/>
                  <a:moveTo>
                    <a:pt x="100683" y="274465"/>
                  </a:moveTo>
                  <a:cubicBezTo>
                    <a:pt x="96111" y="271798"/>
                    <a:pt x="94682" y="265988"/>
                    <a:pt x="97349" y="261416"/>
                  </a:cubicBezTo>
                  <a:lnTo>
                    <a:pt x="97349" y="261416"/>
                  </a:lnTo>
                  <a:cubicBezTo>
                    <a:pt x="100016" y="256939"/>
                    <a:pt x="105922" y="255415"/>
                    <a:pt x="110399" y="258177"/>
                  </a:cubicBezTo>
                  <a:lnTo>
                    <a:pt x="110399" y="258177"/>
                  </a:lnTo>
                  <a:cubicBezTo>
                    <a:pt x="114971" y="260844"/>
                    <a:pt x="116399" y="266750"/>
                    <a:pt x="113732" y="271227"/>
                  </a:cubicBezTo>
                  <a:lnTo>
                    <a:pt x="113732" y="271227"/>
                  </a:lnTo>
                  <a:cubicBezTo>
                    <a:pt x="111923" y="274179"/>
                    <a:pt x="108779" y="275894"/>
                    <a:pt x="105541" y="275894"/>
                  </a:cubicBezTo>
                  <a:lnTo>
                    <a:pt x="105541" y="275894"/>
                  </a:lnTo>
                  <a:cubicBezTo>
                    <a:pt x="103922" y="275894"/>
                    <a:pt x="102207" y="275418"/>
                    <a:pt x="100683" y="274465"/>
                  </a:cubicBezTo>
                  <a:close/>
                  <a:moveTo>
                    <a:pt x="119828" y="242461"/>
                  </a:moveTo>
                  <a:cubicBezTo>
                    <a:pt x="115352" y="239699"/>
                    <a:pt x="113828" y="233889"/>
                    <a:pt x="116590" y="229317"/>
                  </a:cubicBezTo>
                  <a:lnTo>
                    <a:pt x="116590" y="229317"/>
                  </a:lnTo>
                  <a:cubicBezTo>
                    <a:pt x="119257" y="224840"/>
                    <a:pt x="125067" y="223316"/>
                    <a:pt x="129639" y="226078"/>
                  </a:cubicBezTo>
                  <a:lnTo>
                    <a:pt x="129639" y="226078"/>
                  </a:lnTo>
                  <a:cubicBezTo>
                    <a:pt x="134116" y="228745"/>
                    <a:pt x="135640" y="234651"/>
                    <a:pt x="132878" y="239127"/>
                  </a:cubicBezTo>
                  <a:lnTo>
                    <a:pt x="132878" y="239127"/>
                  </a:lnTo>
                  <a:cubicBezTo>
                    <a:pt x="131068" y="242080"/>
                    <a:pt x="127925" y="243795"/>
                    <a:pt x="124686" y="243795"/>
                  </a:cubicBezTo>
                  <a:lnTo>
                    <a:pt x="124686" y="243795"/>
                  </a:lnTo>
                  <a:cubicBezTo>
                    <a:pt x="123067" y="243795"/>
                    <a:pt x="121352" y="243318"/>
                    <a:pt x="119828" y="242461"/>
                  </a:cubicBezTo>
                  <a:close/>
                  <a:moveTo>
                    <a:pt x="139069" y="210267"/>
                  </a:moveTo>
                  <a:cubicBezTo>
                    <a:pt x="134497" y="207600"/>
                    <a:pt x="133068" y="201789"/>
                    <a:pt x="135735" y="197217"/>
                  </a:cubicBezTo>
                  <a:lnTo>
                    <a:pt x="135735" y="197217"/>
                  </a:lnTo>
                  <a:cubicBezTo>
                    <a:pt x="138402" y="192741"/>
                    <a:pt x="144308" y="191217"/>
                    <a:pt x="148784" y="193979"/>
                  </a:cubicBezTo>
                  <a:lnTo>
                    <a:pt x="148784" y="193979"/>
                  </a:lnTo>
                  <a:cubicBezTo>
                    <a:pt x="153356" y="196646"/>
                    <a:pt x="154785" y="202456"/>
                    <a:pt x="152118" y="207028"/>
                  </a:cubicBezTo>
                  <a:lnTo>
                    <a:pt x="152118" y="207028"/>
                  </a:lnTo>
                  <a:cubicBezTo>
                    <a:pt x="150308" y="209981"/>
                    <a:pt x="147165" y="211600"/>
                    <a:pt x="143927" y="211600"/>
                  </a:cubicBezTo>
                  <a:lnTo>
                    <a:pt x="143927" y="211600"/>
                  </a:lnTo>
                  <a:cubicBezTo>
                    <a:pt x="142307" y="211600"/>
                    <a:pt x="140593" y="211219"/>
                    <a:pt x="139069" y="210267"/>
                  </a:cubicBezTo>
                  <a:close/>
                  <a:moveTo>
                    <a:pt x="158214" y="178167"/>
                  </a:moveTo>
                  <a:cubicBezTo>
                    <a:pt x="153737" y="175500"/>
                    <a:pt x="152309" y="169595"/>
                    <a:pt x="154976" y="165118"/>
                  </a:cubicBezTo>
                  <a:lnTo>
                    <a:pt x="154976" y="165118"/>
                  </a:lnTo>
                  <a:cubicBezTo>
                    <a:pt x="157643" y="160641"/>
                    <a:pt x="163453" y="159117"/>
                    <a:pt x="168025" y="161880"/>
                  </a:cubicBezTo>
                  <a:lnTo>
                    <a:pt x="168025" y="161880"/>
                  </a:lnTo>
                  <a:cubicBezTo>
                    <a:pt x="172502" y="164547"/>
                    <a:pt x="174026" y="170452"/>
                    <a:pt x="171263" y="174929"/>
                  </a:cubicBezTo>
                  <a:lnTo>
                    <a:pt x="171263" y="174929"/>
                  </a:lnTo>
                  <a:cubicBezTo>
                    <a:pt x="169549" y="177882"/>
                    <a:pt x="166310" y="179596"/>
                    <a:pt x="163072" y="179596"/>
                  </a:cubicBezTo>
                  <a:lnTo>
                    <a:pt x="163072" y="179596"/>
                  </a:lnTo>
                  <a:cubicBezTo>
                    <a:pt x="161453" y="179596"/>
                    <a:pt x="159738" y="179120"/>
                    <a:pt x="158214" y="178167"/>
                  </a:cubicBezTo>
                  <a:close/>
                  <a:moveTo>
                    <a:pt x="177455" y="146068"/>
                  </a:moveTo>
                  <a:cubicBezTo>
                    <a:pt x="172978" y="143401"/>
                    <a:pt x="171454" y="137496"/>
                    <a:pt x="174121" y="133019"/>
                  </a:cubicBezTo>
                  <a:lnTo>
                    <a:pt x="174121" y="133019"/>
                  </a:lnTo>
                  <a:cubicBezTo>
                    <a:pt x="176883" y="128542"/>
                    <a:pt x="182693" y="127018"/>
                    <a:pt x="187265" y="129780"/>
                  </a:cubicBezTo>
                  <a:lnTo>
                    <a:pt x="187265" y="129780"/>
                  </a:lnTo>
                  <a:cubicBezTo>
                    <a:pt x="191742" y="132447"/>
                    <a:pt x="193171" y="138258"/>
                    <a:pt x="190504" y="142830"/>
                  </a:cubicBezTo>
                  <a:lnTo>
                    <a:pt x="190504" y="142830"/>
                  </a:lnTo>
                  <a:cubicBezTo>
                    <a:pt x="188694" y="145782"/>
                    <a:pt x="185551" y="147402"/>
                    <a:pt x="182312" y="147402"/>
                  </a:cubicBezTo>
                  <a:lnTo>
                    <a:pt x="182312" y="147402"/>
                  </a:lnTo>
                  <a:cubicBezTo>
                    <a:pt x="180693" y="147402"/>
                    <a:pt x="178979" y="147021"/>
                    <a:pt x="177455" y="146068"/>
                  </a:cubicBezTo>
                  <a:close/>
                  <a:moveTo>
                    <a:pt x="196600" y="113969"/>
                  </a:moveTo>
                  <a:cubicBezTo>
                    <a:pt x="192123" y="111302"/>
                    <a:pt x="190694" y="105492"/>
                    <a:pt x="193361" y="100920"/>
                  </a:cubicBezTo>
                  <a:lnTo>
                    <a:pt x="193361" y="100920"/>
                  </a:lnTo>
                  <a:cubicBezTo>
                    <a:pt x="196028" y="96443"/>
                    <a:pt x="201839" y="94919"/>
                    <a:pt x="206411" y="97681"/>
                  </a:cubicBezTo>
                  <a:lnTo>
                    <a:pt x="206411" y="97681"/>
                  </a:lnTo>
                  <a:cubicBezTo>
                    <a:pt x="210887" y="100348"/>
                    <a:pt x="212411" y="106158"/>
                    <a:pt x="209649" y="110730"/>
                  </a:cubicBezTo>
                  <a:lnTo>
                    <a:pt x="209649" y="110730"/>
                  </a:lnTo>
                  <a:cubicBezTo>
                    <a:pt x="207935" y="113683"/>
                    <a:pt x="204696" y="115302"/>
                    <a:pt x="201553" y="115302"/>
                  </a:cubicBezTo>
                  <a:lnTo>
                    <a:pt x="201553" y="115302"/>
                  </a:lnTo>
                  <a:cubicBezTo>
                    <a:pt x="199838" y="115302"/>
                    <a:pt x="198124" y="114921"/>
                    <a:pt x="196600" y="113969"/>
                  </a:cubicBezTo>
                  <a:close/>
                  <a:moveTo>
                    <a:pt x="215840" y="81870"/>
                  </a:moveTo>
                  <a:cubicBezTo>
                    <a:pt x="211364" y="79203"/>
                    <a:pt x="209840" y="73297"/>
                    <a:pt x="212602" y="68820"/>
                  </a:cubicBezTo>
                  <a:lnTo>
                    <a:pt x="212602" y="68820"/>
                  </a:lnTo>
                  <a:cubicBezTo>
                    <a:pt x="215269" y="64344"/>
                    <a:pt x="221079" y="62820"/>
                    <a:pt x="225651" y="65487"/>
                  </a:cubicBezTo>
                  <a:lnTo>
                    <a:pt x="225651" y="65487"/>
                  </a:lnTo>
                  <a:cubicBezTo>
                    <a:pt x="230128" y="68249"/>
                    <a:pt x="231557" y="74059"/>
                    <a:pt x="228890" y="78631"/>
                  </a:cubicBezTo>
                  <a:lnTo>
                    <a:pt x="228890" y="78631"/>
                  </a:lnTo>
                  <a:cubicBezTo>
                    <a:pt x="227080" y="81584"/>
                    <a:pt x="223937" y="83203"/>
                    <a:pt x="220698" y="83203"/>
                  </a:cubicBezTo>
                  <a:lnTo>
                    <a:pt x="220698" y="83203"/>
                  </a:lnTo>
                  <a:cubicBezTo>
                    <a:pt x="219079" y="83203"/>
                    <a:pt x="217364" y="82822"/>
                    <a:pt x="215840" y="81870"/>
                  </a:cubicBezTo>
                  <a:close/>
                  <a:moveTo>
                    <a:pt x="234986" y="49770"/>
                  </a:moveTo>
                  <a:cubicBezTo>
                    <a:pt x="230509" y="47103"/>
                    <a:pt x="229080" y="41198"/>
                    <a:pt x="231747" y="36721"/>
                  </a:cubicBezTo>
                  <a:lnTo>
                    <a:pt x="231747" y="36721"/>
                  </a:lnTo>
                  <a:cubicBezTo>
                    <a:pt x="234414" y="32244"/>
                    <a:pt x="240320" y="30720"/>
                    <a:pt x="244796" y="33483"/>
                  </a:cubicBezTo>
                  <a:lnTo>
                    <a:pt x="244796" y="33483"/>
                  </a:lnTo>
                  <a:cubicBezTo>
                    <a:pt x="249273" y="36150"/>
                    <a:pt x="250797" y="41960"/>
                    <a:pt x="248035" y="46532"/>
                  </a:cubicBezTo>
                  <a:lnTo>
                    <a:pt x="248035" y="46532"/>
                  </a:lnTo>
                  <a:cubicBezTo>
                    <a:pt x="246320" y="49485"/>
                    <a:pt x="243177" y="51104"/>
                    <a:pt x="239939" y="51104"/>
                  </a:cubicBezTo>
                  <a:lnTo>
                    <a:pt x="239939" y="51104"/>
                  </a:lnTo>
                  <a:cubicBezTo>
                    <a:pt x="238224" y="51104"/>
                    <a:pt x="236510" y="50723"/>
                    <a:pt x="234986" y="49770"/>
                  </a:cubicBezTo>
                  <a:close/>
                  <a:moveTo>
                    <a:pt x="254226" y="17671"/>
                  </a:moveTo>
                  <a:cubicBezTo>
                    <a:pt x="249749" y="15004"/>
                    <a:pt x="248225" y="9194"/>
                    <a:pt x="250988" y="4622"/>
                  </a:cubicBezTo>
                  <a:lnTo>
                    <a:pt x="250988" y="4622"/>
                  </a:lnTo>
                  <a:cubicBezTo>
                    <a:pt x="253655" y="145"/>
                    <a:pt x="259465" y="-1379"/>
                    <a:pt x="264037" y="1383"/>
                  </a:cubicBezTo>
                  <a:lnTo>
                    <a:pt x="264037" y="1383"/>
                  </a:lnTo>
                  <a:cubicBezTo>
                    <a:pt x="268514" y="4050"/>
                    <a:pt x="269942" y="9861"/>
                    <a:pt x="267275" y="14433"/>
                  </a:cubicBezTo>
                  <a:lnTo>
                    <a:pt x="267275" y="14433"/>
                  </a:lnTo>
                  <a:cubicBezTo>
                    <a:pt x="265466" y="17385"/>
                    <a:pt x="262322" y="19005"/>
                    <a:pt x="259084" y="19005"/>
                  </a:cubicBezTo>
                  <a:lnTo>
                    <a:pt x="259084" y="19005"/>
                  </a:lnTo>
                  <a:cubicBezTo>
                    <a:pt x="257465" y="19005"/>
                    <a:pt x="255750" y="18624"/>
                    <a:pt x="254226" y="176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59119B3-19D5-D525-8F8C-9CB93A6312F0}"/>
                </a:ext>
              </a:extLst>
            </p:cNvPr>
            <p:cNvSpPr/>
            <p:nvPr/>
          </p:nvSpPr>
          <p:spPr>
            <a:xfrm>
              <a:off x="5825597" y="3636237"/>
              <a:ext cx="246830" cy="271583"/>
            </a:xfrm>
            <a:custGeom>
              <a:avLst/>
              <a:gdLst>
                <a:gd name="connsiteX0" fmla="*/ 230207 w 246830"/>
                <a:gd name="connsiteY0" fmla="*/ 268440 h 271583"/>
                <a:gd name="connsiteX1" fmla="*/ 230969 w 246830"/>
                <a:gd name="connsiteY1" fmla="*/ 255010 h 271583"/>
                <a:gd name="connsiteX2" fmla="*/ 230969 w 246830"/>
                <a:gd name="connsiteY2" fmla="*/ 255010 h 271583"/>
                <a:gd name="connsiteX3" fmla="*/ 244399 w 246830"/>
                <a:gd name="connsiteY3" fmla="*/ 255677 h 271583"/>
                <a:gd name="connsiteX4" fmla="*/ 244399 w 246830"/>
                <a:gd name="connsiteY4" fmla="*/ 255677 h 271583"/>
                <a:gd name="connsiteX5" fmla="*/ 243732 w 246830"/>
                <a:gd name="connsiteY5" fmla="*/ 269107 h 271583"/>
                <a:gd name="connsiteX6" fmla="*/ 243732 w 246830"/>
                <a:gd name="connsiteY6" fmla="*/ 269107 h 271583"/>
                <a:gd name="connsiteX7" fmla="*/ 237351 w 246830"/>
                <a:gd name="connsiteY7" fmla="*/ 271583 h 271583"/>
                <a:gd name="connsiteX8" fmla="*/ 237351 w 246830"/>
                <a:gd name="connsiteY8" fmla="*/ 271583 h 271583"/>
                <a:gd name="connsiteX9" fmla="*/ 230207 w 246830"/>
                <a:gd name="connsiteY9" fmla="*/ 268440 h 271583"/>
                <a:gd name="connsiteX10" fmla="*/ 204966 w 246830"/>
                <a:gd name="connsiteY10" fmla="*/ 240341 h 271583"/>
                <a:gd name="connsiteX11" fmla="*/ 205632 w 246830"/>
                <a:gd name="connsiteY11" fmla="*/ 226911 h 271583"/>
                <a:gd name="connsiteX12" fmla="*/ 205632 w 246830"/>
                <a:gd name="connsiteY12" fmla="*/ 226911 h 271583"/>
                <a:gd name="connsiteX13" fmla="*/ 219063 w 246830"/>
                <a:gd name="connsiteY13" fmla="*/ 227578 h 271583"/>
                <a:gd name="connsiteX14" fmla="*/ 219063 w 246830"/>
                <a:gd name="connsiteY14" fmla="*/ 227578 h 271583"/>
                <a:gd name="connsiteX15" fmla="*/ 218396 w 246830"/>
                <a:gd name="connsiteY15" fmla="*/ 241103 h 271583"/>
                <a:gd name="connsiteX16" fmla="*/ 218396 w 246830"/>
                <a:gd name="connsiteY16" fmla="*/ 241103 h 271583"/>
                <a:gd name="connsiteX17" fmla="*/ 212014 w 246830"/>
                <a:gd name="connsiteY17" fmla="*/ 243485 h 271583"/>
                <a:gd name="connsiteX18" fmla="*/ 212014 w 246830"/>
                <a:gd name="connsiteY18" fmla="*/ 243485 h 271583"/>
                <a:gd name="connsiteX19" fmla="*/ 204966 w 246830"/>
                <a:gd name="connsiteY19" fmla="*/ 240341 h 271583"/>
                <a:gd name="connsiteX20" fmla="*/ 179629 w 246830"/>
                <a:gd name="connsiteY20" fmla="*/ 212338 h 271583"/>
                <a:gd name="connsiteX21" fmla="*/ 180296 w 246830"/>
                <a:gd name="connsiteY21" fmla="*/ 198812 h 271583"/>
                <a:gd name="connsiteX22" fmla="*/ 180296 w 246830"/>
                <a:gd name="connsiteY22" fmla="*/ 198812 h 271583"/>
                <a:gd name="connsiteX23" fmla="*/ 193821 w 246830"/>
                <a:gd name="connsiteY23" fmla="*/ 199574 h 271583"/>
                <a:gd name="connsiteX24" fmla="*/ 193821 w 246830"/>
                <a:gd name="connsiteY24" fmla="*/ 199574 h 271583"/>
                <a:gd name="connsiteX25" fmla="*/ 193059 w 246830"/>
                <a:gd name="connsiteY25" fmla="*/ 213005 h 271583"/>
                <a:gd name="connsiteX26" fmla="*/ 193059 w 246830"/>
                <a:gd name="connsiteY26" fmla="*/ 213005 h 271583"/>
                <a:gd name="connsiteX27" fmla="*/ 186678 w 246830"/>
                <a:gd name="connsiteY27" fmla="*/ 215481 h 271583"/>
                <a:gd name="connsiteX28" fmla="*/ 186678 w 246830"/>
                <a:gd name="connsiteY28" fmla="*/ 215481 h 271583"/>
                <a:gd name="connsiteX29" fmla="*/ 179629 w 246830"/>
                <a:gd name="connsiteY29" fmla="*/ 212338 h 271583"/>
                <a:gd name="connsiteX30" fmla="*/ 154293 w 246830"/>
                <a:gd name="connsiteY30" fmla="*/ 184239 h 271583"/>
                <a:gd name="connsiteX31" fmla="*/ 155055 w 246830"/>
                <a:gd name="connsiteY31" fmla="*/ 170809 h 271583"/>
                <a:gd name="connsiteX32" fmla="*/ 155055 w 246830"/>
                <a:gd name="connsiteY32" fmla="*/ 170809 h 271583"/>
                <a:gd name="connsiteX33" fmla="*/ 168485 w 246830"/>
                <a:gd name="connsiteY33" fmla="*/ 171476 h 271583"/>
                <a:gd name="connsiteX34" fmla="*/ 168485 w 246830"/>
                <a:gd name="connsiteY34" fmla="*/ 171476 h 271583"/>
                <a:gd name="connsiteX35" fmla="*/ 167723 w 246830"/>
                <a:gd name="connsiteY35" fmla="*/ 185001 h 271583"/>
                <a:gd name="connsiteX36" fmla="*/ 167723 w 246830"/>
                <a:gd name="connsiteY36" fmla="*/ 185001 h 271583"/>
                <a:gd name="connsiteX37" fmla="*/ 161436 w 246830"/>
                <a:gd name="connsiteY37" fmla="*/ 187382 h 271583"/>
                <a:gd name="connsiteX38" fmla="*/ 161436 w 246830"/>
                <a:gd name="connsiteY38" fmla="*/ 187382 h 271583"/>
                <a:gd name="connsiteX39" fmla="*/ 154293 w 246830"/>
                <a:gd name="connsiteY39" fmla="*/ 184239 h 271583"/>
                <a:gd name="connsiteX40" fmla="*/ 129051 w 246830"/>
                <a:gd name="connsiteY40" fmla="*/ 156236 h 271583"/>
                <a:gd name="connsiteX41" fmla="*/ 129718 w 246830"/>
                <a:gd name="connsiteY41" fmla="*/ 142710 h 271583"/>
                <a:gd name="connsiteX42" fmla="*/ 129718 w 246830"/>
                <a:gd name="connsiteY42" fmla="*/ 142710 h 271583"/>
                <a:gd name="connsiteX43" fmla="*/ 143148 w 246830"/>
                <a:gd name="connsiteY43" fmla="*/ 143472 h 271583"/>
                <a:gd name="connsiteX44" fmla="*/ 143148 w 246830"/>
                <a:gd name="connsiteY44" fmla="*/ 143472 h 271583"/>
                <a:gd name="connsiteX45" fmla="*/ 142482 w 246830"/>
                <a:gd name="connsiteY45" fmla="*/ 156902 h 271583"/>
                <a:gd name="connsiteX46" fmla="*/ 142482 w 246830"/>
                <a:gd name="connsiteY46" fmla="*/ 156902 h 271583"/>
                <a:gd name="connsiteX47" fmla="*/ 136100 w 246830"/>
                <a:gd name="connsiteY47" fmla="*/ 159284 h 271583"/>
                <a:gd name="connsiteX48" fmla="*/ 136100 w 246830"/>
                <a:gd name="connsiteY48" fmla="*/ 159284 h 271583"/>
                <a:gd name="connsiteX49" fmla="*/ 129051 w 246830"/>
                <a:gd name="connsiteY49" fmla="*/ 156236 h 271583"/>
                <a:gd name="connsiteX50" fmla="*/ 103715 w 246830"/>
                <a:gd name="connsiteY50" fmla="*/ 128137 h 271583"/>
                <a:gd name="connsiteX51" fmla="*/ 104382 w 246830"/>
                <a:gd name="connsiteY51" fmla="*/ 114707 h 271583"/>
                <a:gd name="connsiteX52" fmla="*/ 104382 w 246830"/>
                <a:gd name="connsiteY52" fmla="*/ 114707 h 271583"/>
                <a:gd name="connsiteX53" fmla="*/ 117812 w 246830"/>
                <a:gd name="connsiteY53" fmla="*/ 115373 h 271583"/>
                <a:gd name="connsiteX54" fmla="*/ 117812 w 246830"/>
                <a:gd name="connsiteY54" fmla="*/ 115373 h 271583"/>
                <a:gd name="connsiteX55" fmla="*/ 117145 w 246830"/>
                <a:gd name="connsiteY55" fmla="*/ 128804 h 271583"/>
                <a:gd name="connsiteX56" fmla="*/ 117145 w 246830"/>
                <a:gd name="connsiteY56" fmla="*/ 128804 h 271583"/>
                <a:gd name="connsiteX57" fmla="*/ 110763 w 246830"/>
                <a:gd name="connsiteY57" fmla="*/ 131280 h 271583"/>
                <a:gd name="connsiteX58" fmla="*/ 110763 w 246830"/>
                <a:gd name="connsiteY58" fmla="*/ 131280 h 271583"/>
                <a:gd name="connsiteX59" fmla="*/ 103715 w 246830"/>
                <a:gd name="connsiteY59" fmla="*/ 128137 h 271583"/>
                <a:gd name="connsiteX60" fmla="*/ 78378 w 246830"/>
                <a:gd name="connsiteY60" fmla="*/ 100038 h 271583"/>
                <a:gd name="connsiteX61" fmla="*/ 79140 w 246830"/>
                <a:gd name="connsiteY61" fmla="*/ 86608 h 271583"/>
                <a:gd name="connsiteX62" fmla="*/ 79140 w 246830"/>
                <a:gd name="connsiteY62" fmla="*/ 86608 h 271583"/>
                <a:gd name="connsiteX63" fmla="*/ 92571 w 246830"/>
                <a:gd name="connsiteY63" fmla="*/ 87370 h 271583"/>
                <a:gd name="connsiteX64" fmla="*/ 92571 w 246830"/>
                <a:gd name="connsiteY64" fmla="*/ 87370 h 271583"/>
                <a:gd name="connsiteX65" fmla="*/ 91809 w 246830"/>
                <a:gd name="connsiteY65" fmla="*/ 100800 h 271583"/>
                <a:gd name="connsiteX66" fmla="*/ 91809 w 246830"/>
                <a:gd name="connsiteY66" fmla="*/ 100800 h 271583"/>
                <a:gd name="connsiteX67" fmla="*/ 85427 w 246830"/>
                <a:gd name="connsiteY67" fmla="*/ 103181 h 271583"/>
                <a:gd name="connsiteX68" fmla="*/ 85427 w 246830"/>
                <a:gd name="connsiteY68" fmla="*/ 103181 h 271583"/>
                <a:gd name="connsiteX69" fmla="*/ 78378 w 246830"/>
                <a:gd name="connsiteY69" fmla="*/ 100038 h 271583"/>
                <a:gd name="connsiteX70" fmla="*/ 53042 w 246830"/>
                <a:gd name="connsiteY70" fmla="*/ 72035 h 271583"/>
                <a:gd name="connsiteX71" fmla="*/ 53804 w 246830"/>
                <a:gd name="connsiteY71" fmla="*/ 58604 h 271583"/>
                <a:gd name="connsiteX72" fmla="*/ 53804 w 246830"/>
                <a:gd name="connsiteY72" fmla="*/ 58604 h 271583"/>
                <a:gd name="connsiteX73" fmla="*/ 67234 w 246830"/>
                <a:gd name="connsiteY73" fmla="*/ 59271 h 271583"/>
                <a:gd name="connsiteX74" fmla="*/ 67234 w 246830"/>
                <a:gd name="connsiteY74" fmla="*/ 59271 h 271583"/>
                <a:gd name="connsiteX75" fmla="*/ 66472 w 246830"/>
                <a:gd name="connsiteY75" fmla="*/ 72701 h 271583"/>
                <a:gd name="connsiteX76" fmla="*/ 66472 w 246830"/>
                <a:gd name="connsiteY76" fmla="*/ 72701 h 271583"/>
                <a:gd name="connsiteX77" fmla="*/ 60186 w 246830"/>
                <a:gd name="connsiteY77" fmla="*/ 75178 h 271583"/>
                <a:gd name="connsiteX78" fmla="*/ 60186 w 246830"/>
                <a:gd name="connsiteY78" fmla="*/ 75178 h 271583"/>
                <a:gd name="connsiteX79" fmla="*/ 53042 w 246830"/>
                <a:gd name="connsiteY79" fmla="*/ 72035 h 271583"/>
                <a:gd name="connsiteX80" fmla="*/ 27801 w 246830"/>
                <a:gd name="connsiteY80" fmla="*/ 43936 h 271583"/>
                <a:gd name="connsiteX81" fmla="*/ 28467 w 246830"/>
                <a:gd name="connsiteY81" fmla="*/ 30506 h 271583"/>
                <a:gd name="connsiteX82" fmla="*/ 28467 w 246830"/>
                <a:gd name="connsiteY82" fmla="*/ 30506 h 271583"/>
                <a:gd name="connsiteX83" fmla="*/ 41898 w 246830"/>
                <a:gd name="connsiteY83" fmla="*/ 31172 h 271583"/>
                <a:gd name="connsiteX84" fmla="*/ 41898 w 246830"/>
                <a:gd name="connsiteY84" fmla="*/ 31172 h 271583"/>
                <a:gd name="connsiteX85" fmla="*/ 41231 w 246830"/>
                <a:gd name="connsiteY85" fmla="*/ 44603 h 271583"/>
                <a:gd name="connsiteX86" fmla="*/ 41231 w 246830"/>
                <a:gd name="connsiteY86" fmla="*/ 44603 h 271583"/>
                <a:gd name="connsiteX87" fmla="*/ 34849 w 246830"/>
                <a:gd name="connsiteY87" fmla="*/ 47079 h 271583"/>
                <a:gd name="connsiteX88" fmla="*/ 34849 w 246830"/>
                <a:gd name="connsiteY88" fmla="*/ 47079 h 271583"/>
                <a:gd name="connsiteX89" fmla="*/ 27801 w 246830"/>
                <a:gd name="connsiteY89" fmla="*/ 43936 h 271583"/>
                <a:gd name="connsiteX90" fmla="*/ 2464 w 246830"/>
                <a:gd name="connsiteY90" fmla="*/ 15932 h 271583"/>
                <a:gd name="connsiteX91" fmla="*/ 3131 w 246830"/>
                <a:gd name="connsiteY91" fmla="*/ 2502 h 271583"/>
                <a:gd name="connsiteX92" fmla="*/ 3131 w 246830"/>
                <a:gd name="connsiteY92" fmla="*/ 2502 h 271583"/>
                <a:gd name="connsiteX93" fmla="*/ 16561 w 246830"/>
                <a:gd name="connsiteY93" fmla="*/ 3169 h 271583"/>
                <a:gd name="connsiteX94" fmla="*/ 16561 w 246830"/>
                <a:gd name="connsiteY94" fmla="*/ 3169 h 271583"/>
                <a:gd name="connsiteX95" fmla="*/ 15894 w 246830"/>
                <a:gd name="connsiteY95" fmla="*/ 16599 h 271583"/>
                <a:gd name="connsiteX96" fmla="*/ 15894 w 246830"/>
                <a:gd name="connsiteY96" fmla="*/ 16599 h 271583"/>
                <a:gd name="connsiteX97" fmla="*/ 9513 w 246830"/>
                <a:gd name="connsiteY97" fmla="*/ 19076 h 271583"/>
                <a:gd name="connsiteX98" fmla="*/ 9513 w 246830"/>
                <a:gd name="connsiteY98" fmla="*/ 19076 h 271583"/>
                <a:gd name="connsiteX99" fmla="*/ 2464 w 246830"/>
                <a:gd name="connsiteY99" fmla="*/ 15932 h 271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46830" h="271583">
                  <a:moveTo>
                    <a:pt x="230207" y="268440"/>
                  </a:moveTo>
                  <a:cubicBezTo>
                    <a:pt x="226683" y="264535"/>
                    <a:pt x="226968" y="258439"/>
                    <a:pt x="230969" y="255010"/>
                  </a:cubicBezTo>
                  <a:lnTo>
                    <a:pt x="230969" y="255010"/>
                  </a:lnTo>
                  <a:cubicBezTo>
                    <a:pt x="234779" y="251390"/>
                    <a:pt x="240875" y="251771"/>
                    <a:pt x="244399" y="255677"/>
                  </a:cubicBezTo>
                  <a:lnTo>
                    <a:pt x="244399" y="255677"/>
                  </a:lnTo>
                  <a:cubicBezTo>
                    <a:pt x="247923" y="259582"/>
                    <a:pt x="247542" y="265583"/>
                    <a:pt x="243732" y="269107"/>
                  </a:cubicBezTo>
                  <a:lnTo>
                    <a:pt x="243732" y="269107"/>
                  </a:lnTo>
                  <a:cubicBezTo>
                    <a:pt x="241827" y="270726"/>
                    <a:pt x="239541" y="271583"/>
                    <a:pt x="237351" y="271583"/>
                  </a:cubicBezTo>
                  <a:lnTo>
                    <a:pt x="237351" y="271583"/>
                  </a:lnTo>
                  <a:cubicBezTo>
                    <a:pt x="234684" y="271583"/>
                    <a:pt x="232112" y="270536"/>
                    <a:pt x="230207" y="268440"/>
                  </a:cubicBezTo>
                  <a:close/>
                  <a:moveTo>
                    <a:pt x="204966" y="240341"/>
                  </a:moveTo>
                  <a:cubicBezTo>
                    <a:pt x="201346" y="236436"/>
                    <a:pt x="201727" y="230435"/>
                    <a:pt x="205632" y="226911"/>
                  </a:cubicBezTo>
                  <a:lnTo>
                    <a:pt x="205632" y="226911"/>
                  </a:lnTo>
                  <a:cubicBezTo>
                    <a:pt x="209538" y="223387"/>
                    <a:pt x="215538" y="223673"/>
                    <a:pt x="219063" y="227578"/>
                  </a:cubicBezTo>
                  <a:lnTo>
                    <a:pt x="219063" y="227578"/>
                  </a:lnTo>
                  <a:cubicBezTo>
                    <a:pt x="222587" y="231483"/>
                    <a:pt x="222301" y="237484"/>
                    <a:pt x="218396" y="241103"/>
                  </a:cubicBezTo>
                  <a:lnTo>
                    <a:pt x="218396" y="241103"/>
                  </a:lnTo>
                  <a:cubicBezTo>
                    <a:pt x="216586" y="242723"/>
                    <a:pt x="214300" y="243485"/>
                    <a:pt x="212014" y="243485"/>
                  </a:cubicBezTo>
                  <a:lnTo>
                    <a:pt x="212014" y="243485"/>
                  </a:lnTo>
                  <a:cubicBezTo>
                    <a:pt x="209347" y="243485"/>
                    <a:pt x="206775" y="242437"/>
                    <a:pt x="204966" y="240341"/>
                  </a:cubicBezTo>
                  <a:close/>
                  <a:moveTo>
                    <a:pt x="179629" y="212338"/>
                  </a:moveTo>
                  <a:cubicBezTo>
                    <a:pt x="176105" y="208433"/>
                    <a:pt x="176391" y="202337"/>
                    <a:pt x="180296" y="198812"/>
                  </a:cubicBezTo>
                  <a:lnTo>
                    <a:pt x="180296" y="198812"/>
                  </a:lnTo>
                  <a:cubicBezTo>
                    <a:pt x="184201" y="195288"/>
                    <a:pt x="190202" y="195669"/>
                    <a:pt x="193821" y="199574"/>
                  </a:cubicBezTo>
                  <a:lnTo>
                    <a:pt x="193821" y="199574"/>
                  </a:lnTo>
                  <a:cubicBezTo>
                    <a:pt x="197250" y="203480"/>
                    <a:pt x="196965" y="209480"/>
                    <a:pt x="193059" y="213005"/>
                  </a:cubicBezTo>
                  <a:lnTo>
                    <a:pt x="193059" y="213005"/>
                  </a:lnTo>
                  <a:cubicBezTo>
                    <a:pt x="191250" y="214624"/>
                    <a:pt x="188964" y="215481"/>
                    <a:pt x="186678" y="215481"/>
                  </a:cubicBezTo>
                  <a:lnTo>
                    <a:pt x="186678" y="215481"/>
                  </a:lnTo>
                  <a:cubicBezTo>
                    <a:pt x="184106" y="215481"/>
                    <a:pt x="181534" y="214433"/>
                    <a:pt x="179629" y="212338"/>
                  </a:cubicBezTo>
                  <a:close/>
                  <a:moveTo>
                    <a:pt x="154293" y="184239"/>
                  </a:moveTo>
                  <a:cubicBezTo>
                    <a:pt x="150768" y="180334"/>
                    <a:pt x="151054" y="174333"/>
                    <a:pt x="155055" y="170809"/>
                  </a:cubicBezTo>
                  <a:lnTo>
                    <a:pt x="155055" y="170809"/>
                  </a:lnTo>
                  <a:cubicBezTo>
                    <a:pt x="158865" y="167285"/>
                    <a:pt x="164961" y="167570"/>
                    <a:pt x="168485" y="171476"/>
                  </a:cubicBezTo>
                  <a:lnTo>
                    <a:pt x="168485" y="171476"/>
                  </a:lnTo>
                  <a:cubicBezTo>
                    <a:pt x="172009" y="175381"/>
                    <a:pt x="171628" y="181382"/>
                    <a:pt x="167723" y="185001"/>
                  </a:cubicBezTo>
                  <a:lnTo>
                    <a:pt x="167723" y="185001"/>
                  </a:lnTo>
                  <a:cubicBezTo>
                    <a:pt x="165913" y="186620"/>
                    <a:pt x="163627" y="187382"/>
                    <a:pt x="161436" y="187382"/>
                  </a:cubicBezTo>
                  <a:lnTo>
                    <a:pt x="161436" y="187382"/>
                  </a:lnTo>
                  <a:cubicBezTo>
                    <a:pt x="158769" y="187382"/>
                    <a:pt x="156198" y="186335"/>
                    <a:pt x="154293" y="184239"/>
                  </a:cubicBezTo>
                  <a:close/>
                  <a:moveTo>
                    <a:pt x="129051" y="156236"/>
                  </a:moveTo>
                  <a:cubicBezTo>
                    <a:pt x="125432" y="152235"/>
                    <a:pt x="125813" y="146234"/>
                    <a:pt x="129718" y="142710"/>
                  </a:cubicBezTo>
                  <a:lnTo>
                    <a:pt x="129718" y="142710"/>
                  </a:lnTo>
                  <a:cubicBezTo>
                    <a:pt x="133623" y="139186"/>
                    <a:pt x="139624" y="139472"/>
                    <a:pt x="143148" y="143472"/>
                  </a:cubicBezTo>
                  <a:lnTo>
                    <a:pt x="143148" y="143472"/>
                  </a:lnTo>
                  <a:cubicBezTo>
                    <a:pt x="146673" y="147377"/>
                    <a:pt x="146387" y="153378"/>
                    <a:pt x="142482" y="156902"/>
                  </a:cubicBezTo>
                  <a:lnTo>
                    <a:pt x="142482" y="156902"/>
                  </a:lnTo>
                  <a:cubicBezTo>
                    <a:pt x="140672" y="158522"/>
                    <a:pt x="138386" y="159284"/>
                    <a:pt x="136100" y="159284"/>
                  </a:cubicBezTo>
                  <a:lnTo>
                    <a:pt x="136100" y="159284"/>
                  </a:lnTo>
                  <a:cubicBezTo>
                    <a:pt x="133433" y="159284"/>
                    <a:pt x="130861" y="158236"/>
                    <a:pt x="129051" y="156236"/>
                  </a:cubicBezTo>
                  <a:close/>
                  <a:moveTo>
                    <a:pt x="103715" y="128137"/>
                  </a:moveTo>
                  <a:cubicBezTo>
                    <a:pt x="100191" y="124232"/>
                    <a:pt x="100476" y="118231"/>
                    <a:pt x="104382" y="114707"/>
                  </a:cubicBezTo>
                  <a:lnTo>
                    <a:pt x="104382" y="114707"/>
                  </a:lnTo>
                  <a:cubicBezTo>
                    <a:pt x="108287" y="111182"/>
                    <a:pt x="114288" y="111468"/>
                    <a:pt x="117812" y="115373"/>
                  </a:cubicBezTo>
                  <a:lnTo>
                    <a:pt x="117812" y="115373"/>
                  </a:lnTo>
                  <a:cubicBezTo>
                    <a:pt x="121336" y="119279"/>
                    <a:pt x="121050" y="125279"/>
                    <a:pt x="117145" y="128804"/>
                  </a:cubicBezTo>
                  <a:lnTo>
                    <a:pt x="117145" y="128804"/>
                  </a:lnTo>
                  <a:cubicBezTo>
                    <a:pt x="115335" y="130423"/>
                    <a:pt x="113049" y="131280"/>
                    <a:pt x="110763" y="131280"/>
                  </a:cubicBezTo>
                  <a:lnTo>
                    <a:pt x="110763" y="131280"/>
                  </a:lnTo>
                  <a:cubicBezTo>
                    <a:pt x="108192" y="131280"/>
                    <a:pt x="105525" y="130232"/>
                    <a:pt x="103715" y="128137"/>
                  </a:cubicBezTo>
                  <a:close/>
                  <a:moveTo>
                    <a:pt x="78378" y="100038"/>
                  </a:moveTo>
                  <a:cubicBezTo>
                    <a:pt x="74854" y="96133"/>
                    <a:pt x="75140" y="90132"/>
                    <a:pt x="79140" y="86608"/>
                  </a:cubicBezTo>
                  <a:lnTo>
                    <a:pt x="79140" y="86608"/>
                  </a:lnTo>
                  <a:cubicBezTo>
                    <a:pt x="82950" y="83084"/>
                    <a:pt x="89046" y="83369"/>
                    <a:pt x="92571" y="87370"/>
                  </a:cubicBezTo>
                  <a:lnTo>
                    <a:pt x="92571" y="87370"/>
                  </a:lnTo>
                  <a:cubicBezTo>
                    <a:pt x="96095" y="91180"/>
                    <a:pt x="95714" y="97276"/>
                    <a:pt x="91809" y="100800"/>
                  </a:cubicBezTo>
                  <a:lnTo>
                    <a:pt x="91809" y="100800"/>
                  </a:lnTo>
                  <a:cubicBezTo>
                    <a:pt x="89999" y="102419"/>
                    <a:pt x="87713" y="103181"/>
                    <a:pt x="85427" y="103181"/>
                  </a:cubicBezTo>
                  <a:lnTo>
                    <a:pt x="85427" y="103181"/>
                  </a:lnTo>
                  <a:cubicBezTo>
                    <a:pt x="82855" y="103181"/>
                    <a:pt x="80283" y="102134"/>
                    <a:pt x="78378" y="100038"/>
                  </a:cubicBezTo>
                  <a:close/>
                  <a:moveTo>
                    <a:pt x="53042" y="72035"/>
                  </a:moveTo>
                  <a:cubicBezTo>
                    <a:pt x="49518" y="68129"/>
                    <a:pt x="49899" y="62033"/>
                    <a:pt x="53804" y="58604"/>
                  </a:cubicBezTo>
                  <a:lnTo>
                    <a:pt x="53804" y="58604"/>
                  </a:lnTo>
                  <a:cubicBezTo>
                    <a:pt x="57709" y="54985"/>
                    <a:pt x="63710" y="55366"/>
                    <a:pt x="67234" y="59271"/>
                  </a:cubicBezTo>
                  <a:lnTo>
                    <a:pt x="67234" y="59271"/>
                  </a:lnTo>
                  <a:cubicBezTo>
                    <a:pt x="70758" y="63176"/>
                    <a:pt x="70473" y="69177"/>
                    <a:pt x="66472" y="72701"/>
                  </a:cubicBezTo>
                  <a:lnTo>
                    <a:pt x="66472" y="72701"/>
                  </a:lnTo>
                  <a:cubicBezTo>
                    <a:pt x="64758" y="74321"/>
                    <a:pt x="62472" y="75178"/>
                    <a:pt x="60186" y="75178"/>
                  </a:cubicBezTo>
                  <a:lnTo>
                    <a:pt x="60186" y="75178"/>
                  </a:lnTo>
                  <a:cubicBezTo>
                    <a:pt x="57614" y="75178"/>
                    <a:pt x="54947" y="74130"/>
                    <a:pt x="53042" y="72035"/>
                  </a:cubicBezTo>
                  <a:close/>
                  <a:moveTo>
                    <a:pt x="27801" y="43936"/>
                  </a:moveTo>
                  <a:cubicBezTo>
                    <a:pt x="24276" y="40031"/>
                    <a:pt x="24562" y="34030"/>
                    <a:pt x="28467" y="30506"/>
                  </a:cubicBezTo>
                  <a:lnTo>
                    <a:pt x="28467" y="30506"/>
                  </a:lnTo>
                  <a:cubicBezTo>
                    <a:pt x="32373" y="26981"/>
                    <a:pt x="38373" y="27267"/>
                    <a:pt x="41898" y="31172"/>
                  </a:cubicBezTo>
                  <a:lnTo>
                    <a:pt x="41898" y="31172"/>
                  </a:lnTo>
                  <a:cubicBezTo>
                    <a:pt x="45422" y="35078"/>
                    <a:pt x="45136" y="41078"/>
                    <a:pt x="41231" y="44603"/>
                  </a:cubicBezTo>
                  <a:lnTo>
                    <a:pt x="41231" y="44603"/>
                  </a:lnTo>
                  <a:cubicBezTo>
                    <a:pt x="39421" y="46317"/>
                    <a:pt x="37135" y="47079"/>
                    <a:pt x="34849" y="47079"/>
                  </a:cubicBezTo>
                  <a:lnTo>
                    <a:pt x="34849" y="47079"/>
                  </a:lnTo>
                  <a:cubicBezTo>
                    <a:pt x="32277" y="47079"/>
                    <a:pt x="29610" y="46031"/>
                    <a:pt x="27801" y="43936"/>
                  </a:cubicBezTo>
                  <a:close/>
                  <a:moveTo>
                    <a:pt x="2464" y="15932"/>
                  </a:moveTo>
                  <a:cubicBezTo>
                    <a:pt x="-1060" y="12027"/>
                    <a:pt x="-774" y="5931"/>
                    <a:pt x="3131" y="2502"/>
                  </a:cubicBezTo>
                  <a:lnTo>
                    <a:pt x="3131" y="2502"/>
                  </a:lnTo>
                  <a:cubicBezTo>
                    <a:pt x="7131" y="-1117"/>
                    <a:pt x="13132" y="-736"/>
                    <a:pt x="16561" y="3169"/>
                  </a:cubicBezTo>
                  <a:lnTo>
                    <a:pt x="16561" y="3169"/>
                  </a:lnTo>
                  <a:cubicBezTo>
                    <a:pt x="20181" y="7074"/>
                    <a:pt x="19800" y="13075"/>
                    <a:pt x="15894" y="16599"/>
                  </a:cubicBezTo>
                  <a:lnTo>
                    <a:pt x="15894" y="16599"/>
                  </a:lnTo>
                  <a:cubicBezTo>
                    <a:pt x="14085" y="18218"/>
                    <a:pt x="11799" y="19076"/>
                    <a:pt x="9513" y="19076"/>
                  </a:cubicBezTo>
                  <a:lnTo>
                    <a:pt x="9513" y="19076"/>
                  </a:lnTo>
                  <a:cubicBezTo>
                    <a:pt x="6941" y="19076"/>
                    <a:pt x="4369" y="17933"/>
                    <a:pt x="2464" y="1593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22149D6-7359-7BFD-A720-4668C47C3561}"/>
                </a:ext>
              </a:extLst>
            </p:cNvPr>
            <p:cNvSpPr/>
            <p:nvPr/>
          </p:nvSpPr>
          <p:spPr>
            <a:xfrm>
              <a:off x="6096952" y="3916774"/>
              <a:ext cx="19145" cy="19145"/>
            </a:xfrm>
            <a:custGeom>
              <a:avLst/>
              <a:gdLst>
                <a:gd name="connsiteX0" fmla="*/ 0 w 19145"/>
                <a:gd name="connsiteY0" fmla="*/ 9620 h 19145"/>
                <a:gd name="connsiteX1" fmla="*/ 9525 w 19145"/>
                <a:gd name="connsiteY1" fmla="*/ 0 h 19145"/>
                <a:gd name="connsiteX2" fmla="*/ 9525 w 19145"/>
                <a:gd name="connsiteY2" fmla="*/ 0 h 19145"/>
                <a:gd name="connsiteX3" fmla="*/ 19145 w 19145"/>
                <a:gd name="connsiteY3" fmla="*/ 9620 h 19145"/>
                <a:gd name="connsiteX4" fmla="*/ 19145 w 19145"/>
                <a:gd name="connsiteY4" fmla="*/ 9620 h 19145"/>
                <a:gd name="connsiteX5" fmla="*/ 9525 w 19145"/>
                <a:gd name="connsiteY5" fmla="*/ 19145 h 19145"/>
                <a:gd name="connsiteX6" fmla="*/ 9525 w 19145"/>
                <a:gd name="connsiteY6" fmla="*/ 19145 h 19145"/>
                <a:gd name="connsiteX7" fmla="*/ 0 w 19145"/>
                <a:gd name="connsiteY7" fmla="*/ 9620 h 1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45" h="19145">
                  <a:moveTo>
                    <a:pt x="0" y="9620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145" y="4286"/>
                    <a:pt x="19145" y="9620"/>
                  </a:cubicBezTo>
                  <a:lnTo>
                    <a:pt x="19145" y="9620"/>
                  </a:lnTo>
                  <a:cubicBezTo>
                    <a:pt x="19145" y="14859"/>
                    <a:pt x="14859" y="19145"/>
                    <a:pt x="9525" y="19145"/>
                  </a:cubicBezTo>
                  <a:lnTo>
                    <a:pt x="9525" y="19145"/>
                  </a:lnTo>
                  <a:cubicBezTo>
                    <a:pt x="4286" y="19145"/>
                    <a:pt x="0" y="14859"/>
                    <a:pt x="0" y="96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D941B17-36AB-B2BA-B388-32315F4325D7}"/>
                </a:ext>
              </a:extLst>
            </p:cNvPr>
            <p:cNvSpPr/>
            <p:nvPr/>
          </p:nvSpPr>
          <p:spPr>
            <a:xfrm>
              <a:off x="6123594" y="3632901"/>
              <a:ext cx="258482" cy="274538"/>
            </a:xfrm>
            <a:custGeom>
              <a:avLst/>
              <a:gdLst>
                <a:gd name="connsiteX0" fmla="*/ 2981 w 258482"/>
                <a:gd name="connsiteY0" fmla="*/ 271967 h 274538"/>
                <a:gd name="connsiteX1" fmla="*/ 2600 w 258482"/>
                <a:gd name="connsiteY1" fmla="*/ 258536 h 274538"/>
                <a:gd name="connsiteX2" fmla="*/ 2600 w 258482"/>
                <a:gd name="connsiteY2" fmla="*/ 258536 h 274538"/>
                <a:gd name="connsiteX3" fmla="*/ 16030 w 258482"/>
                <a:gd name="connsiteY3" fmla="*/ 258060 h 274538"/>
                <a:gd name="connsiteX4" fmla="*/ 16030 w 258482"/>
                <a:gd name="connsiteY4" fmla="*/ 258060 h 274538"/>
                <a:gd name="connsiteX5" fmla="*/ 16506 w 258482"/>
                <a:gd name="connsiteY5" fmla="*/ 271586 h 274538"/>
                <a:gd name="connsiteX6" fmla="*/ 16506 w 258482"/>
                <a:gd name="connsiteY6" fmla="*/ 271586 h 274538"/>
                <a:gd name="connsiteX7" fmla="*/ 9553 w 258482"/>
                <a:gd name="connsiteY7" fmla="*/ 274538 h 274538"/>
                <a:gd name="connsiteX8" fmla="*/ 9553 w 258482"/>
                <a:gd name="connsiteY8" fmla="*/ 274538 h 274538"/>
                <a:gd name="connsiteX9" fmla="*/ 2981 w 258482"/>
                <a:gd name="connsiteY9" fmla="*/ 271967 h 274538"/>
                <a:gd name="connsiteX10" fmla="*/ 29555 w 258482"/>
                <a:gd name="connsiteY10" fmla="*/ 243582 h 274538"/>
                <a:gd name="connsiteX11" fmla="*/ 29174 w 258482"/>
                <a:gd name="connsiteY11" fmla="*/ 230152 h 274538"/>
                <a:gd name="connsiteX12" fmla="*/ 29174 w 258482"/>
                <a:gd name="connsiteY12" fmla="*/ 230152 h 274538"/>
                <a:gd name="connsiteX13" fmla="*/ 42605 w 258482"/>
                <a:gd name="connsiteY13" fmla="*/ 229676 h 274538"/>
                <a:gd name="connsiteX14" fmla="*/ 42605 w 258482"/>
                <a:gd name="connsiteY14" fmla="*/ 229676 h 274538"/>
                <a:gd name="connsiteX15" fmla="*/ 43081 w 258482"/>
                <a:gd name="connsiteY15" fmla="*/ 243201 h 274538"/>
                <a:gd name="connsiteX16" fmla="*/ 43081 w 258482"/>
                <a:gd name="connsiteY16" fmla="*/ 243201 h 274538"/>
                <a:gd name="connsiteX17" fmla="*/ 36128 w 258482"/>
                <a:gd name="connsiteY17" fmla="*/ 246154 h 274538"/>
                <a:gd name="connsiteX18" fmla="*/ 36128 w 258482"/>
                <a:gd name="connsiteY18" fmla="*/ 246154 h 274538"/>
                <a:gd name="connsiteX19" fmla="*/ 29555 w 258482"/>
                <a:gd name="connsiteY19" fmla="*/ 243582 h 274538"/>
                <a:gd name="connsiteX20" fmla="*/ 56225 w 258482"/>
                <a:gd name="connsiteY20" fmla="*/ 215198 h 274538"/>
                <a:gd name="connsiteX21" fmla="*/ 55749 w 258482"/>
                <a:gd name="connsiteY21" fmla="*/ 201767 h 274538"/>
                <a:gd name="connsiteX22" fmla="*/ 55749 w 258482"/>
                <a:gd name="connsiteY22" fmla="*/ 201767 h 274538"/>
                <a:gd name="connsiteX23" fmla="*/ 69275 w 258482"/>
                <a:gd name="connsiteY23" fmla="*/ 201291 h 274538"/>
                <a:gd name="connsiteX24" fmla="*/ 69275 w 258482"/>
                <a:gd name="connsiteY24" fmla="*/ 201291 h 274538"/>
                <a:gd name="connsiteX25" fmla="*/ 69656 w 258482"/>
                <a:gd name="connsiteY25" fmla="*/ 214721 h 274538"/>
                <a:gd name="connsiteX26" fmla="*/ 69656 w 258482"/>
                <a:gd name="connsiteY26" fmla="*/ 214721 h 274538"/>
                <a:gd name="connsiteX27" fmla="*/ 62702 w 258482"/>
                <a:gd name="connsiteY27" fmla="*/ 217769 h 274538"/>
                <a:gd name="connsiteX28" fmla="*/ 62702 w 258482"/>
                <a:gd name="connsiteY28" fmla="*/ 217769 h 274538"/>
                <a:gd name="connsiteX29" fmla="*/ 56225 w 258482"/>
                <a:gd name="connsiteY29" fmla="*/ 215198 h 274538"/>
                <a:gd name="connsiteX30" fmla="*/ 82800 w 258482"/>
                <a:gd name="connsiteY30" fmla="*/ 186813 h 274538"/>
                <a:gd name="connsiteX31" fmla="*/ 82419 w 258482"/>
                <a:gd name="connsiteY31" fmla="*/ 173383 h 274538"/>
                <a:gd name="connsiteX32" fmla="*/ 82419 w 258482"/>
                <a:gd name="connsiteY32" fmla="*/ 173383 h 274538"/>
                <a:gd name="connsiteX33" fmla="*/ 95849 w 258482"/>
                <a:gd name="connsiteY33" fmla="*/ 172907 h 274538"/>
                <a:gd name="connsiteX34" fmla="*/ 95849 w 258482"/>
                <a:gd name="connsiteY34" fmla="*/ 172907 h 274538"/>
                <a:gd name="connsiteX35" fmla="*/ 96326 w 258482"/>
                <a:gd name="connsiteY35" fmla="*/ 186432 h 274538"/>
                <a:gd name="connsiteX36" fmla="*/ 96326 w 258482"/>
                <a:gd name="connsiteY36" fmla="*/ 186432 h 274538"/>
                <a:gd name="connsiteX37" fmla="*/ 89372 w 258482"/>
                <a:gd name="connsiteY37" fmla="*/ 189385 h 274538"/>
                <a:gd name="connsiteX38" fmla="*/ 89372 w 258482"/>
                <a:gd name="connsiteY38" fmla="*/ 189385 h 274538"/>
                <a:gd name="connsiteX39" fmla="*/ 82800 w 258482"/>
                <a:gd name="connsiteY39" fmla="*/ 186813 h 274538"/>
                <a:gd name="connsiteX40" fmla="*/ 109375 w 258482"/>
                <a:gd name="connsiteY40" fmla="*/ 158429 h 274538"/>
                <a:gd name="connsiteX41" fmla="*/ 108994 w 258482"/>
                <a:gd name="connsiteY41" fmla="*/ 144998 h 274538"/>
                <a:gd name="connsiteX42" fmla="*/ 108994 w 258482"/>
                <a:gd name="connsiteY42" fmla="*/ 144998 h 274538"/>
                <a:gd name="connsiteX43" fmla="*/ 122424 w 258482"/>
                <a:gd name="connsiteY43" fmla="*/ 144522 h 274538"/>
                <a:gd name="connsiteX44" fmla="*/ 122424 w 258482"/>
                <a:gd name="connsiteY44" fmla="*/ 144522 h 274538"/>
                <a:gd name="connsiteX45" fmla="*/ 122900 w 258482"/>
                <a:gd name="connsiteY45" fmla="*/ 158048 h 274538"/>
                <a:gd name="connsiteX46" fmla="*/ 122900 w 258482"/>
                <a:gd name="connsiteY46" fmla="*/ 158048 h 274538"/>
                <a:gd name="connsiteX47" fmla="*/ 115947 w 258482"/>
                <a:gd name="connsiteY47" fmla="*/ 161000 h 274538"/>
                <a:gd name="connsiteX48" fmla="*/ 115947 w 258482"/>
                <a:gd name="connsiteY48" fmla="*/ 161000 h 274538"/>
                <a:gd name="connsiteX49" fmla="*/ 109375 w 258482"/>
                <a:gd name="connsiteY49" fmla="*/ 158429 h 274538"/>
                <a:gd name="connsiteX50" fmla="*/ 136045 w 258482"/>
                <a:gd name="connsiteY50" fmla="*/ 130044 h 274538"/>
                <a:gd name="connsiteX51" fmla="*/ 135569 w 258482"/>
                <a:gd name="connsiteY51" fmla="*/ 116614 h 274538"/>
                <a:gd name="connsiteX52" fmla="*/ 135569 w 258482"/>
                <a:gd name="connsiteY52" fmla="*/ 116614 h 274538"/>
                <a:gd name="connsiteX53" fmla="*/ 149094 w 258482"/>
                <a:gd name="connsiteY53" fmla="*/ 116138 h 274538"/>
                <a:gd name="connsiteX54" fmla="*/ 149094 w 258482"/>
                <a:gd name="connsiteY54" fmla="*/ 116138 h 274538"/>
                <a:gd name="connsiteX55" fmla="*/ 149475 w 258482"/>
                <a:gd name="connsiteY55" fmla="*/ 129568 h 274538"/>
                <a:gd name="connsiteX56" fmla="*/ 149475 w 258482"/>
                <a:gd name="connsiteY56" fmla="*/ 129568 h 274538"/>
                <a:gd name="connsiteX57" fmla="*/ 142522 w 258482"/>
                <a:gd name="connsiteY57" fmla="*/ 132616 h 274538"/>
                <a:gd name="connsiteX58" fmla="*/ 142522 w 258482"/>
                <a:gd name="connsiteY58" fmla="*/ 132616 h 274538"/>
                <a:gd name="connsiteX59" fmla="*/ 136045 w 258482"/>
                <a:gd name="connsiteY59" fmla="*/ 130044 h 274538"/>
                <a:gd name="connsiteX60" fmla="*/ 162620 w 258482"/>
                <a:gd name="connsiteY60" fmla="*/ 101660 h 274538"/>
                <a:gd name="connsiteX61" fmla="*/ 162239 w 258482"/>
                <a:gd name="connsiteY61" fmla="*/ 88134 h 274538"/>
                <a:gd name="connsiteX62" fmla="*/ 162239 w 258482"/>
                <a:gd name="connsiteY62" fmla="*/ 88134 h 274538"/>
                <a:gd name="connsiteX63" fmla="*/ 175669 w 258482"/>
                <a:gd name="connsiteY63" fmla="*/ 87753 h 274538"/>
                <a:gd name="connsiteX64" fmla="*/ 175669 w 258482"/>
                <a:gd name="connsiteY64" fmla="*/ 87753 h 274538"/>
                <a:gd name="connsiteX65" fmla="*/ 176145 w 258482"/>
                <a:gd name="connsiteY65" fmla="*/ 101183 h 274538"/>
                <a:gd name="connsiteX66" fmla="*/ 176145 w 258482"/>
                <a:gd name="connsiteY66" fmla="*/ 101183 h 274538"/>
                <a:gd name="connsiteX67" fmla="*/ 169097 w 258482"/>
                <a:gd name="connsiteY67" fmla="*/ 104231 h 274538"/>
                <a:gd name="connsiteX68" fmla="*/ 169097 w 258482"/>
                <a:gd name="connsiteY68" fmla="*/ 104231 h 274538"/>
                <a:gd name="connsiteX69" fmla="*/ 162620 w 258482"/>
                <a:gd name="connsiteY69" fmla="*/ 101660 h 274538"/>
                <a:gd name="connsiteX70" fmla="*/ 189290 w 258482"/>
                <a:gd name="connsiteY70" fmla="*/ 73275 h 274538"/>
                <a:gd name="connsiteX71" fmla="*/ 188813 w 258482"/>
                <a:gd name="connsiteY71" fmla="*/ 59845 h 274538"/>
                <a:gd name="connsiteX72" fmla="*/ 188813 w 258482"/>
                <a:gd name="connsiteY72" fmla="*/ 59845 h 274538"/>
                <a:gd name="connsiteX73" fmla="*/ 202244 w 258482"/>
                <a:gd name="connsiteY73" fmla="*/ 59369 h 274538"/>
                <a:gd name="connsiteX74" fmla="*/ 202244 w 258482"/>
                <a:gd name="connsiteY74" fmla="*/ 59369 h 274538"/>
                <a:gd name="connsiteX75" fmla="*/ 202720 w 258482"/>
                <a:gd name="connsiteY75" fmla="*/ 72799 h 274538"/>
                <a:gd name="connsiteX76" fmla="*/ 202720 w 258482"/>
                <a:gd name="connsiteY76" fmla="*/ 72799 h 274538"/>
                <a:gd name="connsiteX77" fmla="*/ 195767 w 258482"/>
                <a:gd name="connsiteY77" fmla="*/ 75847 h 274538"/>
                <a:gd name="connsiteX78" fmla="*/ 195767 w 258482"/>
                <a:gd name="connsiteY78" fmla="*/ 75847 h 274538"/>
                <a:gd name="connsiteX79" fmla="*/ 189290 w 258482"/>
                <a:gd name="connsiteY79" fmla="*/ 73275 h 274538"/>
                <a:gd name="connsiteX80" fmla="*/ 215864 w 258482"/>
                <a:gd name="connsiteY80" fmla="*/ 44891 h 274538"/>
                <a:gd name="connsiteX81" fmla="*/ 215388 w 258482"/>
                <a:gd name="connsiteY81" fmla="*/ 31365 h 274538"/>
                <a:gd name="connsiteX82" fmla="*/ 215388 w 258482"/>
                <a:gd name="connsiteY82" fmla="*/ 31365 h 274538"/>
                <a:gd name="connsiteX83" fmla="*/ 228914 w 258482"/>
                <a:gd name="connsiteY83" fmla="*/ 30984 h 274538"/>
                <a:gd name="connsiteX84" fmla="*/ 228914 w 258482"/>
                <a:gd name="connsiteY84" fmla="*/ 30984 h 274538"/>
                <a:gd name="connsiteX85" fmla="*/ 229295 w 258482"/>
                <a:gd name="connsiteY85" fmla="*/ 44414 h 274538"/>
                <a:gd name="connsiteX86" fmla="*/ 229295 w 258482"/>
                <a:gd name="connsiteY86" fmla="*/ 44414 h 274538"/>
                <a:gd name="connsiteX87" fmla="*/ 222341 w 258482"/>
                <a:gd name="connsiteY87" fmla="*/ 47462 h 274538"/>
                <a:gd name="connsiteX88" fmla="*/ 222341 w 258482"/>
                <a:gd name="connsiteY88" fmla="*/ 47462 h 274538"/>
                <a:gd name="connsiteX89" fmla="*/ 215864 w 258482"/>
                <a:gd name="connsiteY89" fmla="*/ 44891 h 274538"/>
                <a:gd name="connsiteX90" fmla="*/ 242439 w 258482"/>
                <a:gd name="connsiteY90" fmla="*/ 16506 h 274538"/>
                <a:gd name="connsiteX91" fmla="*/ 242058 w 258482"/>
                <a:gd name="connsiteY91" fmla="*/ 2981 h 274538"/>
                <a:gd name="connsiteX92" fmla="*/ 242058 w 258482"/>
                <a:gd name="connsiteY92" fmla="*/ 2981 h 274538"/>
                <a:gd name="connsiteX93" fmla="*/ 255488 w 258482"/>
                <a:gd name="connsiteY93" fmla="*/ 2600 h 274538"/>
                <a:gd name="connsiteX94" fmla="*/ 255488 w 258482"/>
                <a:gd name="connsiteY94" fmla="*/ 2600 h 274538"/>
                <a:gd name="connsiteX95" fmla="*/ 255965 w 258482"/>
                <a:gd name="connsiteY95" fmla="*/ 16030 h 274538"/>
                <a:gd name="connsiteX96" fmla="*/ 255965 w 258482"/>
                <a:gd name="connsiteY96" fmla="*/ 16030 h 274538"/>
                <a:gd name="connsiteX97" fmla="*/ 249011 w 258482"/>
                <a:gd name="connsiteY97" fmla="*/ 19078 h 274538"/>
                <a:gd name="connsiteX98" fmla="*/ 249011 w 258482"/>
                <a:gd name="connsiteY98" fmla="*/ 19078 h 274538"/>
                <a:gd name="connsiteX99" fmla="*/ 242439 w 258482"/>
                <a:gd name="connsiteY99" fmla="*/ 16506 h 27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58482" h="274538">
                  <a:moveTo>
                    <a:pt x="2981" y="271967"/>
                  </a:moveTo>
                  <a:cubicBezTo>
                    <a:pt x="-829" y="268442"/>
                    <a:pt x="-1020" y="262346"/>
                    <a:pt x="2600" y="258536"/>
                  </a:cubicBezTo>
                  <a:lnTo>
                    <a:pt x="2600" y="258536"/>
                  </a:lnTo>
                  <a:cubicBezTo>
                    <a:pt x="6124" y="254726"/>
                    <a:pt x="12220" y="254536"/>
                    <a:pt x="16030" y="258060"/>
                  </a:cubicBezTo>
                  <a:lnTo>
                    <a:pt x="16030" y="258060"/>
                  </a:lnTo>
                  <a:cubicBezTo>
                    <a:pt x="19840" y="261680"/>
                    <a:pt x="20030" y="267776"/>
                    <a:pt x="16506" y="271586"/>
                  </a:cubicBezTo>
                  <a:lnTo>
                    <a:pt x="16506" y="271586"/>
                  </a:lnTo>
                  <a:cubicBezTo>
                    <a:pt x="14601" y="273586"/>
                    <a:pt x="12029" y="274538"/>
                    <a:pt x="9553" y="274538"/>
                  </a:cubicBezTo>
                  <a:lnTo>
                    <a:pt x="9553" y="274538"/>
                  </a:lnTo>
                  <a:cubicBezTo>
                    <a:pt x="7172" y="274538"/>
                    <a:pt x="4886" y="273681"/>
                    <a:pt x="2981" y="271967"/>
                  </a:cubicBezTo>
                  <a:close/>
                  <a:moveTo>
                    <a:pt x="29555" y="243582"/>
                  </a:moveTo>
                  <a:cubicBezTo>
                    <a:pt x="25745" y="239963"/>
                    <a:pt x="25555" y="233962"/>
                    <a:pt x="29174" y="230152"/>
                  </a:cubicBezTo>
                  <a:lnTo>
                    <a:pt x="29174" y="230152"/>
                  </a:lnTo>
                  <a:cubicBezTo>
                    <a:pt x="32794" y="226342"/>
                    <a:pt x="38795" y="226056"/>
                    <a:pt x="42605" y="229676"/>
                  </a:cubicBezTo>
                  <a:lnTo>
                    <a:pt x="42605" y="229676"/>
                  </a:lnTo>
                  <a:cubicBezTo>
                    <a:pt x="46415" y="233295"/>
                    <a:pt x="46700" y="239296"/>
                    <a:pt x="43081" y="243201"/>
                  </a:cubicBezTo>
                  <a:lnTo>
                    <a:pt x="43081" y="243201"/>
                  </a:lnTo>
                  <a:cubicBezTo>
                    <a:pt x="41176" y="245201"/>
                    <a:pt x="38699" y="246154"/>
                    <a:pt x="36128" y="246154"/>
                  </a:cubicBezTo>
                  <a:lnTo>
                    <a:pt x="36128" y="246154"/>
                  </a:lnTo>
                  <a:cubicBezTo>
                    <a:pt x="33746" y="246154"/>
                    <a:pt x="31460" y="245297"/>
                    <a:pt x="29555" y="243582"/>
                  </a:cubicBezTo>
                  <a:close/>
                  <a:moveTo>
                    <a:pt x="56225" y="215198"/>
                  </a:moveTo>
                  <a:cubicBezTo>
                    <a:pt x="52320" y="211673"/>
                    <a:pt x="52225" y="205577"/>
                    <a:pt x="55749" y="201767"/>
                  </a:cubicBezTo>
                  <a:lnTo>
                    <a:pt x="55749" y="201767"/>
                  </a:lnTo>
                  <a:cubicBezTo>
                    <a:pt x="59369" y="197862"/>
                    <a:pt x="65369" y="197767"/>
                    <a:pt x="69275" y="201291"/>
                  </a:cubicBezTo>
                  <a:lnTo>
                    <a:pt x="69275" y="201291"/>
                  </a:lnTo>
                  <a:cubicBezTo>
                    <a:pt x="73085" y="204911"/>
                    <a:pt x="73275" y="210911"/>
                    <a:pt x="69656" y="214721"/>
                  </a:cubicBezTo>
                  <a:lnTo>
                    <a:pt x="69656" y="214721"/>
                  </a:lnTo>
                  <a:cubicBezTo>
                    <a:pt x="67751" y="216817"/>
                    <a:pt x="65274" y="217769"/>
                    <a:pt x="62702" y="217769"/>
                  </a:cubicBezTo>
                  <a:lnTo>
                    <a:pt x="62702" y="217769"/>
                  </a:lnTo>
                  <a:cubicBezTo>
                    <a:pt x="60416" y="217769"/>
                    <a:pt x="58035" y="216912"/>
                    <a:pt x="56225" y="215198"/>
                  </a:cubicBezTo>
                  <a:close/>
                  <a:moveTo>
                    <a:pt x="82800" y="186813"/>
                  </a:moveTo>
                  <a:cubicBezTo>
                    <a:pt x="78990" y="183194"/>
                    <a:pt x="78800" y="177193"/>
                    <a:pt x="82419" y="173383"/>
                  </a:cubicBezTo>
                  <a:lnTo>
                    <a:pt x="82419" y="173383"/>
                  </a:lnTo>
                  <a:cubicBezTo>
                    <a:pt x="85943" y="169573"/>
                    <a:pt x="92039" y="169382"/>
                    <a:pt x="95849" y="172907"/>
                  </a:cubicBezTo>
                  <a:lnTo>
                    <a:pt x="95849" y="172907"/>
                  </a:lnTo>
                  <a:cubicBezTo>
                    <a:pt x="99659" y="176526"/>
                    <a:pt x="99850" y="182527"/>
                    <a:pt x="96326" y="186432"/>
                  </a:cubicBezTo>
                  <a:lnTo>
                    <a:pt x="96326" y="186432"/>
                  </a:lnTo>
                  <a:cubicBezTo>
                    <a:pt x="94421" y="188337"/>
                    <a:pt x="91849" y="189385"/>
                    <a:pt x="89372" y="189385"/>
                  </a:cubicBezTo>
                  <a:lnTo>
                    <a:pt x="89372" y="189385"/>
                  </a:lnTo>
                  <a:cubicBezTo>
                    <a:pt x="86991" y="189385"/>
                    <a:pt x="84705" y="188528"/>
                    <a:pt x="82800" y="186813"/>
                  </a:cubicBezTo>
                  <a:close/>
                  <a:moveTo>
                    <a:pt x="109375" y="158429"/>
                  </a:moveTo>
                  <a:cubicBezTo>
                    <a:pt x="105565" y="154809"/>
                    <a:pt x="105374" y="148808"/>
                    <a:pt x="108994" y="144998"/>
                  </a:cubicBezTo>
                  <a:lnTo>
                    <a:pt x="108994" y="144998"/>
                  </a:lnTo>
                  <a:cubicBezTo>
                    <a:pt x="112613" y="141093"/>
                    <a:pt x="118614" y="140903"/>
                    <a:pt x="122424" y="144522"/>
                  </a:cubicBezTo>
                  <a:lnTo>
                    <a:pt x="122424" y="144522"/>
                  </a:lnTo>
                  <a:cubicBezTo>
                    <a:pt x="126234" y="148142"/>
                    <a:pt x="126520" y="154142"/>
                    <a:pt x="122900" y="158048"/>
                  </a:cubicBezTo>
                  <a:lnTo>
                    <a:pt x="122900" y="158048"/>
                  </a:lnTo>
                  <a:cubicBezTo>
                    <a:pt x="120995" y="159953"/>
                    <a:pt x="118519" y="161000"/>
                    <a:pt x="115947" y="161000"/>
                  </a:cubicBezTo>
                  <a:lnTo>
                    <a:pt x="115947" y="161000"/>
                  </a:lnTo>
                  <a:cubicBezTo>
                    <a:pt x="113566" y="161000"/>
                    <a:pt x="111280" y="160143"/>
                    <a:pt x="109375" y="158429"/>
                  </a:cubicBezTo>
                  <a:close/>
                  <a:moveTo>
                    <a:pt x="136045" y="130044"/>
                  </a:moveTo>
                  <a:cubicBezTo>
                    <a:pt x="132235" y="126425"/>
                    <a:pt x="132044" y="120424"/>
                    <a:pt x="135569" y="116614"/>
                  </a:cubicBezTo>
                  <a:lnTo>
                    <a:pt x="135569" y="116614"/>
                  </a:lnTo>
                  <a:cubicBezTo>
                    <a:pt x="139188" y="112709"/>
                    <a:pt x="145189" y="112518"/>
                    <a:pt x="149094" y="116138"/>
                  </a:cubicBezTo>
                  <a:lnTo>
                    <a:pt x="149094" y="116138"/>
                  </a:lnTo>
                  <a:cubicBezTo>
                    <a:pt x="152904" y="119757"/>
                    <a:pt x="153095" y="125758"/>
                    <a:pt x="149475" y="129568"/>
                  </a:cubicBezTo>
                  <a:lnTo>
                    <a:pt x="149475" y="129568"/>
                  </a:lnTo>
                  <a:cubicBezTo>
                    <a:pt x="147665" y="131663"/>
                    <a:pt x="145094" y="132616"/>
                    <a:pt x="142522" y="132616"/>
                  </a:cubicBezTo>
                  <a:lnTo>
                    <a:pt x="142522" y="132616"/>
                  </a:lnTo>
                  <a:cubicBezTo>
                    <a:pt x="140236" y="132616"/>
                    <a:pt x="137855" y="131759"/>
                    <a:pt x="136045" y="130044"/>
                  </a:cubicBezTo>
                  <a:close/>
                  <a:moveTo>
                    <a:pt x="162620" y="101660"/>
                  </a:moveTo>
                  <a:cubicBezTo>
                    <a:pt x="158810" y="98040"/>
                    <a:pt x="158619" y="92039"/>
                    <a:pt x="162239" y="88134"/>
                  </a:cubicBezTo>
                  <a:lnTo>
                    <a:pt x="162239" y="88134"/>
                  </a:lnTo>
                  <a:cubicBezTo>
                    <a:pt x="165763" y="84419"/>
                    <a:pt x="171859" y="84134"/>
                    <a:pt x="175669" y="87753"/>
                  </a:cubicBezTo>
                  <a:lnTo>
                    <a:pt x="175669" y="87753"/>
                  </a:lnTo>
                  <a:cubicBezTo>
                    <a:pt x="179479" y="91373"/>
                    <a:pt x="179669" y="97373"/>
                    <a:pt x="176145" y="101183"/>
                  </a:cubicBezTo>
                  <a:lnTo>
                    <a:pt x="176145" y="101183"/>
                  </a:lnTo>
                  <a:cubicBezTo>
                    <a:pt x="174240" y="103184"/>
                    <a:pt x="171668" y="104231"/>
                    <a:pt x="169097" y="104231"/>
                  </a:cubicBezTo>
                  <a:lnTo>
                    <a:pt x="169097" y="104231"/>
                  </a:lnTo>
                  <a:cubicBezTo>
                    <a:pt x="166811" y="104231"/>
                    <a:pt x="164525" y="103374"/>
                    <a:pt x="162620" y="101660"/>
                  </a:cubicBezTo>
                  <a:close/>
                  <a:moveTo>
                    <a:pt x="189290" y="73275"/>
                  </a:moveTo>
                  <a:cubicBezTo>
                    <a:pt x="185384" y="69656"/>
                    <a:pt x="185194" y="63655"/>
                    <a:pt x="188813" y="59845"/>
                  </a:cubicBezTo>
                  <a:lnTo>
                    <a:pt x="188813" y="59845"/>
                  </a:lnTo>
                  <a:cubicBezTo>
                    <a:pt x="192433" y="55940"/>
                    <a:pt x="198434" y="55749"/>
                    <a:pt x="202244" y="59369"/>
                  </a:cubicBezTo>
                  <a:lnTo>
                    <a:pt x="202244" y="59369"/>
                  </a:lnTo>
                  <a:cubicBezTo>
                    <a:pt x="206149" y="62988"/>
                    <a:pt x="206339" y="68989"/>
                    <a:pt x="202720" y="72799"/>
                  </a:cubicBezTo>
                  <a:lnTo>
                    <a:pt x="202720" y="72799"/>
                  </a:lnTo>
                  <a:cubicBezTo>
                    <a:pt x="200815" y="74799"/>
                    <a:pt x="198338" y="75847"/>
                    <a:pt x="195767" y="75847"/>
                  </a:cubicBezTo>
                  <a:lnTo>
                    <a:pt x="195767" y="75847"/>
                  </a:lnTo>
                  <a:cubicBezTo>
                    <a:pt x="193385" y="75847"/>
                    <a:pt x="191099" y="74990"/>
                    <a:pt x="189290" y="73275"/>
                  </a:cubicBezTo>
                  <a:close/>
                  <a:moveTo>
                    <a:pt x="215864" y="44891"/>
                  </a:moveTo>
                  <a:cubicBezTo>
                    <a:pt x="212054" y="41271"/>
                    <a:pt x="211864" y="35270"/>
                    <a:pt x="215388" y="31365"/>
                  </a:cubicBezTo>
                  <a:lnTo>
                    <a:pt x="215388" y="31365"/>
                  </a:lnTo>
                  <a:cubicBezTo>
                    <a:pt x="219008" y="27555"/>
                    <a:pt x="225008" y="27365"/>
                    <a:pt x="228914" y="30984"/>
                  </a:cubicBezTo>
                  <a:lnTo>
                    <a:pt x="228914" y="30984"/>
                  </a:lnTo>
                  <a:cubicBezTo>
                    <a:pt x="232724" y="34604"/>
                    <a:pt x="232914" y="40604"/>
                    <a:pt x="229295" y="44414"/>
                  </a:cubicBezTo>
                  <a:lnTo>
                    <a:pt x="229295" y="44414"/>
                  </a:lnTo>
                  <a:cubicBezTo>
                    <a:pt x="227485" y="46415"/>
                    <a:pt x="224913" y="47462"/>
                    <a:pt x="222341" y="47462"/>
                  </a:cubicBezTo>
                  <a:lnTo>
                    <a:pt x="222341" y="47462"/>
                  </a:lnTo>
                  <a:cubicBezTo>
                    <a:pt x="220055" y="47462"/>
                    <a:pt x="217674" y="46605"/>
                    <a:pt x="215864" y="44891"/>
                  </a:cubicBezTo>
                  <a:close/>
                  <a:moveTo>
                    <a:pt x="242439" y="16506"/>
                  </a:moveTo>
                  <a:cubicBezTo>
                    <a:pt x="238629" y="12887"/>
                    <a:pt x="238439" y="6886"/>
                    <a:pt x="242058" y="2981"/>
                  </a:cubicBezTo>
                  <a:lnTo>
                    <a:pt x="242058" y="2981"/>
                  </a:lnTo>
                  <a:cubicBezTo>
                    <a:pt x="245678" y="-829"/>
                    <a:pt x="251678" y="-1020"/>
                    <a:pt x="255488" y="2600"/>
                  </a:cubicBezTo>
                  <a:lnTo>
                    <a:pt x="255488" y="2600"/>
                  </a:lnTo>
                  <a:cubicBezTo>
                    <a:pt x="259298" y="6124"/>
                    <a:pt x="259489" y="12220"/>
                    <a:pt x="255965" y="16030"/>
                  </a:cubicBezTo>
                  <a:lnTo>
                    <a:pt x="255965" y="16030"/>
                  </a:lnTo>
                  <a:cubicBezTo>
                    <a:pt x="254060" y="18030"/>
                    <a:pt x="251488" y="19078"/>
                    <a:pt x="249011" y="19078"/>
                  </a:cubicBezTo>
                  <a:lnTo>
                    <a:pt x="249011" y="19078"/>
                  </a:lnTo>
                  <a:cubicBezTo>
                    <a:pt x="246630" y="19078"/>
                    <a:pt x="244344" y="18221"/>
                    <a:pt x="242439" y="1650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3C725E4-B3CA-9EB0-0500-417DCF1F6E19}"/>
                </a:ext>
              </a:extLst>
            </p:cNvPr>
            <p:cNvSpPr/>
            <p:nvPr/>
          </p:nvSpPr>
          <p:spPr>
            <a:xfrm>
              <a:off x="6401469" y="3213927"/>
              <a:ext cx="136581" cy="374138"/>
            </a:xfrm>
            <a:custGeom>
              <a:avLst/>
              <a:gdLst>
                <a:gd name="connsiteX0" fmla="*/ 6474 w 136581"/>
                <a:gd name="connsiteY0" fmla="*/ 373663 h 374138"/>
                <a:gd name="connsiteX1" fmla="*/ 473 w 136581"/>
                <a:gd name="connsiteY1" fmla="*/ 361661 h 374138"/>
                <a:gd name="connsiteX2" fmla="*/ 473 w 136581"/>
                <a:gd name="connsiteY2" fmla="*/ 361661 h 374138"/>
                <a:gd name="connsiteX3" fmla="*/ 12475 w 136581"/>
                <a:gd name="connsiteY3" fmla="*/ 355565 h 374138"/>
                <a:gd name="connsiteX4" fmla="*/ 12475 w 136581"/>
                <a:gd name="connsiteY4" fmla="*/ 355565 h 374138"/>
                <a:gd name="connsiteX5" fmla="*/ 18571 w 136581"/>
                <a:gd name="connsiteY5" fmla="*/ 367662 h 374138"/>
                <a:gd name="connsiteX6" fmla="*/ 18571 w 136581"/>
                <a:gd name="connsiteY6" fmla="*/ 367662 h 374138"/>
                <a:gd name="connsiteX7" fmla="*/ 9522 w 136581"/>
                <a:gd name="connsiteY7" fmla="*/ 374139 h 374138"/>
                <a:gd name="connsiteX8" fmla="*/ 9522 w 136581"/>
                <a:gd name="connsiteY8" fmla="*/ 374139 h 374138"/>
                <a:gd name="connsiteX9" fmla="*/ 6474 w 136581"/>
                <a:gd name="connsiteY9" fmla="*/ 373663 h 374138"/>
                <a:gd name="connsiteX10" fmla="*/ 18190 w 136581"/>
                <a:gd name="connsiteY10" fmla="*/ 338135 h 374138"/>
                <a:gd name="connsiteX11" fmla="*/ 12189 w 136581"/>
                <a:gd name="connsiteY11" fmla="*/ 326133 h 374138"/>
                <a:gd name="connsiteX12" fmla="*/ 12189 w 136581"/>
                <a:gd name="connsiteY12" fmla="*/ 326133 h 374138"/>
                <a:gd name="connsiteX13" fmla="*/ 24190 w 136581"/>
                <a:gd name="connsiteY13" fmla="*/ 320037 h 374138"/>
                <a:gd name="connsiteX14" fmla="*/ 24190 w 136581"/>
                <a:gd name="connsiteY14" fmla="*/ 320037 h 374138"/>
                <a:gd name="connsiteX15" fmla="*/ 30286 w 136581"/>
                <a:gd name="connsiteY15" fmla="*/ 332134 h 374138"/>
                <a:gd name="connsiteX16" fmla="*/ 30286 w 136581"/>
                <a:gd name="connsiteY16" fmla="*/ 332134 h 374138"/>
                <a:gd name="connsiteX17" fmla="*/ 21238 w 136581"/>
                <a:gd name="connsiteY17" fmla="*/ 338611 h 374138"/>
                <a:gd name="connsiteX18" fmla="*/ 21238 w 136581"/>
                <a:gd name="connsiteY18" fmla="*/ 338611 h 374138"/>
                <a:gd name="connsiteX19" fmla="*/ 18190 w 136581"/>
                <a:gd name="connsiteY19" fmla="*/ 338135 h 374138"/>
                <a:gd name="connsiteX20" fmla="*/ 30001 w 136581"/>
                <a:gd name="connsiteY20" fmla="*/ 302606 h 374138"/>
                <a:gd name="connsiteX21" fmla="*/ 24000 w 136581"/>
                <a:gd name="connsiteY21" fmla="*/ 290605 h 374138"/>
                <a:gd name="connsiteX22" fmla="*/ 24000 w 136581"/>
                <a:gd name="connsiteY22" fmla="*/ 290605 h 374138"/>
                <a:gd name="connsiteX23" fmla="*/ 36001 w 136581"/>
                <a:gd name="connsiteY23" fmla="*/ 284509 h 374138"/>
                <a:gd name="connsiteX24" fmla="*/ 36001 w 136581"/>
                <a:gd name="connsiteY24" fmla="*/ 284509 h 374138"/>
                <a:gd name="connsiteX25" fmla="*/ 42002 w 136581"/>
                <a:gd name="connsiteY25" fmla="*/ 296606 h 374138"/>
                <a:gd name="connsiteX26" fmla="*/ 42002 w 136581"/>
                <a:gd name="connsiteY26" fmla="*/ 296606 h 374138"/>
                <a:gd name="connsiteX27" fmla="*/ 32953 w 136581"/>
                <a:gd name="connsiteY27" fmla="*/ 303083 h 374138"/>
                <a:gd name="connsiteX28" fmla="*/ 32953 w 136581"/>
                <a:gd name="connsiteY28" fmla="*/ 303083 h 374138"/>
                <a:gd name="connsiteX29" fmla="*/ 30001 w 136581"/>
                <a:gd name="connsiteY29" fmla="*/ 302606 h 374138"/>
                <a:gd name="connsiteX30" fmla="*/ 41812 w 136581"/>
                <a:gd name="connsiteY30" fmla="*/ 267173 h 374138"/>
                <a:gd name="connsiteX31" fmla="*/ 35716 w 136581"/>
                <a:gd name="connsiteY31" fmla="*/ 255077 h 374138"/>
                <a:gd name="connsiteX32" fmla="*/ 35716 w 136581"/>
                <a:gd name="connsiteY32" fmla="*/ 255077 h 374138"/>
                <a:gd name="connsiteX33" fmla="*/ 47717 w 136581"/>
                <a:gd name="connsiteY33" fmla="*/ 248981 h 374138"/>
                <a:gd name="connsiteX34" fmla="*/ 47717 w 136581"/>
                <a:gd name="connsiteY34" fmla="*/ 248981 h 374138"/>
                <a:gd name="connsiteX35" fmla="*/ 53813 w 136581"/>
                <a:gd name="connsiteY35" fmla="*/ 261077 h 374138"/>
                <a:gd name="connsiteX36" fmla="*/ 53813 w 136581"/>
                <a:gd name="connsiteY36" fmla="*/ 261077 h 374138"/>
                <a:gd name="connsiteX37" fmla="*/ 44764 w 136581"/>
                <a:gd name="connsiteY37" fmla="*/ 267650 h 374138"/>
                <a:gd name="connsiteX38" fmla="*/ 44764 w 136581"/>
                <a:gd name="connsiteY38" fmla="*/ 267650 h 374138"/>
                <a:gd name="connsiteX39" fmla="*/ 41812 w 136581"/>
                <a:gd name="connsiteY39" fmla="*/ 267173 h 374138"/>
                <a:gd name="connsiteX40" fmla="*/ 53528 w 136581"/>
                <a:gd name="connsiteY40" fmla="*/ 231645 h 374138"/>
                <a:gd name="connsiteX41" fmla="*/ 47432 w 136581"/>
                <a:gd name="connsiteY41" fmla="*/ 219548 h 374138"/>
                <a:gd name="connsiteX42" fmla="*/ 47432 w 136581"/>
                <a:gd name="connsiteY42" fmla="*/ 219548 h 374138"/>
                <a:gd name="connsiteX43" fmla="*/ 59528 w 136581"/>
                <a:gd name="connsiteY43" fmla="*/ 213548 h 374138"/>
                <a:gd name="connsiteX44" fmla="*/ 59528 w 136581"/>
                <a:gd name="connsiteY44" fmla="*/ 213548 h 374138"/>
                <a:gd name="connsiteX45" fmla="*/ 65529 w 136581"/>
                <a:gd name="connsiteY45" fmla="*/ 225549 h 374138"/>
                <a:gd name="connsiteX46" fmla="*/ 65529 w 136581"/>
                <a:gd name="connsiteY46" fmla="*/ 225549 h 374138"/>
                <a:gd name="connsiteX47" fmla="*/ 56480 w 136581"/>
                <a:gd name="connsiteY47" fmla="*/ 232121 h 374138"/>
                <a:gd name="connsiteX48" fmla="*/ 56480 w 136581"/>
                <a:gd name="connsiteY48" fmla="*/ 232121 h 374138"/>
                <a:gd name="connsiteX49" fmla="*/ 53528 w 136581"/>
                <a:gd name="connsiteY49" fmla="*/ 231645 h 374138"/>
                <a:gd name="connsiteX50" fmla="*/ 65243 w 136581"/>
                <a:gd name="connsiteY50" fmla="*/ 196117 h 374138"/>
                <a:gd name="connsiteX51" fmla="*/ 59243 w 136581"/>
                <a:gd name="connsiteY51" fmla="*/ 184020 h 374138"/>
                <a:gd name="connsiteX52" fmla="*/ 59243 w 136581"/>
                <a:gd name="connsiteY52" fmla="*/ 184020 h 374138"/>
                <a:gd name="connsiteX53" fmla="*/ 71244 w 136581"/>
                <a:gd name="connsiteY53" fmla="*/ 178019 h 374138"/>
                <a:gd name="connsiteX54" fmla="*/ 71244 w 136581"/>
                <a:gd name="connsiteY54" fmla="*/ 178019 h 374138"/>
                <a:gd name="connsiteX55" fmla="*/ 77340 w 136581"/>
                <a:gd name="connsiteY55" fmla="*/ 190021 h 374138"/>
                <a:gd name="connsiteX56" fmla="*/ 77340 w 136581"/>
                <a:gd name="connsiteY56" fmla="*/ 190021 h 374138"/>
                <a:gd name="connsiteX57" fmla="*/ 68291 w 136581"/>
                <a:gd name="connsiteY57" fmla="*/ 196593 h 374138"/>
                <a:gd name="connsiteX58" fmla="*/ 68291 w 136581"/>
                <a:gd name="connsiteY58" fmla="*/ 196593 h 374138"/>
                <a:gd name="connsiteX59" fmla="*/ 65243 w 136581"/>
                <a:gd name="connsiteY59" fmla="*/ 196117 h 374138"/>
                <a:gd name="connsiteX60" fmla="*/ 77054 w 136581"/>
                <a:gd name="connsiteY60" fmla="*/ 160588 h 374138"/>
                <a:gd name="connsiteX61" fmla="*/ 70958 w 136581"/>
                <a:gd name="connsiteY61" fmla="*/ 148587 h 374138"/>
                <a:gd name="connsiteX62" fmla="*/ 70958 w 136581"/>
                <a:gd name="connsiteY62" fmla="*/ 148587 h 374138"/>
                <a:gd name="connsiteX63" fmla="*/ 83055 w 136581"/>
                <a:gd name="connsiteY63" fmla="*/ 142491 h 374138"/>
                <a:gd name="connsiteX64" fmla="*/ 83055 w 136581"/>
                <a:gd name="connsiteY64" fmla="*/ 142491 h 374138"/>
                <a:gd name="connsiteX65" fmla="*/ 89056 w 136581"/>
                <a:gd name="connsiteY65" fmla="*/ 154588 h 374138"/>
                <a:gd name="connsiteX66" fmla="*/ 89056 w 136581"/>
                <a:gd name="connsiteY66" fmla="*/ 154588 h 374138"/>
                <a:gd name="connsiteX67" fmla="*/ 80007 w 136581"/>
                <a:gd name="connsiteY67" fmla="*/ 161065 h 374138"/>
                <a:gd name="connsiteX68" fmla="*/ 80007 w 136581"/>
                <a:gd name="connsiteY68" fmla="*/ 161065 h 374138"/>
                <a:gd name="connsiteX69" fmla="*/ 77054 w 136581"/>
                <a:gd name="connsiteY69" fmla="*/ 160588 h 374138"/>
                <a:gd name="connsiteX70" fmla="*/ 88770 w 136581"/>
                <a:gd name="connsiteY70" fmla="*/ 125156 h 374138"/>
                <a:gd name="connsiteX71" fmla="*/ 82769 w 136581"/>
                <a:gd name="connsiteY71" fmla="*/ 113059 h 374138"/>
                <a:gd name="connsiteX72" fmla="*/ 82769 w 136581"/>
                <a:gd name="connsiteY72" fmla="*/ 113059 h 374138"/>
                <a:gd name="connsiteX73" fmla="*/ 94771 w 136581"/>
                <a:gd name="connsiteY73" fmla="*/ 106963 h 374138"/>
                <a:gd name="connsiteX74" fmla="*/ 94771 w 136581"/>
                <a:gd name="connsiteY74" fmla="*/ 106963 h 374138"/>
                <a:gd name="connsiteX75" fmla="*/ 100867 w 136581"/>
                <a:gd name="connsiteY75" fmla="*/ 119059 h 374138"/>
                <a:gd name="connsiteX76" fmla="*/ 100867 w 136581"/>
                <a:gd name="connsiteY76" fmla="*/ 119059 h 374138"/>
                <a:gd name="connsiteX77" fmla="*/ 91723 w 136581"/>
                <a:gd name="connsiteY77" fmla="*/ 125536 h 374138"/>
                <a:gd name="connsiteX78" fmla="*/ 91723 w 136581"/>
                <a:gd name="connsiteY78" fmla="*/ 125536 h 374138"/>
                <a:gd name="connsiteX79" fmla="*/ 88770 w 136581"/>
                <a:gd name="connsiteY79" fmla="*/ 125156 h 374138"/>
                <a:gd name="connsiteX80" fmla="*/ 100581 w 136581"/>
                <a:gd name="connsiteY80" fmla="*/ 89627 h 374138"/>
                <a:gd name="connsiteX81" fmla="*/ 94485 w 136581"/>
                <a:gd name="connsiteY81" fmla="*/ 77531 h 374138"/>
                <a:gd name="connsiteX82" fmla="*/ 94485 w 136581"/>
                <a:gd name="connsiteY82" fmla="*/ 77531 h 374138"/>
                <a:gd name="connsiteX83" fmla="*/ 106486 w 136581"/>
                <a:gd name="connsiteY83" fmla="*/ 71434 h 374138"/>
                <a:gd name="connsiteX84" fmla="*/ 106486 w 136581"/>
                <a:gd name="connsiteY84" fmla="*/ 71434 h 374138"/>
                <a:gd name="connsiteX85" fmla="*/ 112582 w 136581"/>
                <a:gd name="connsiteY85" fmla="*/ 83531 h 374138"/>
                <a:gd name="connsiteX86" fmla="*/ 112582 w 136581"/>
                <a:gd name="connsiteY86" fmla="*/ 83531 h 374138"/>
                <a:gd name="connsiteX87" fmla="*/ 103534 w 136581"/>
                <a:gd name="connsiteY87" fmla="*/ 90104 h 374138"/>
                <a:gd name="connsiteX88" fmla="*/ 103534 w 136581"/>
                <a:gd name="connsiteY88" fmla="*/ 90104 h 374138"/>
                <a:gd name="connsiteX89" fmla="*/ 100581 w 136581"/>
                <a:gd name="connsiteY89" fmla="*/ 89627 h 374138"/>
                <a:gd name="connsiteX90" fmla="*/ 112297 w 136581"/>
                <a:gd name="connsiteY90" fmla="*/ 54099 h 374138"/>
                <a:gd name="connsiteX91" fmla="*/ 106296 w 136581"/>
                <a:gd name="connsiteY91" fmla="*/ 42002 h 374138"/>
                <a:gd name="connsiteX92" fmla="*/ 106296 w 136581"/>
                <a:gd name="connsiteY92" fmla="*/ 42002 h 374138"/>
                <a:gd name="connsiteX93" fmla="*/ 118297 w 136581"/>
                <a:gd name="connsiteY93" fmla="*/ 36002 h 374138"/>
                <a:gd name="connsiteX94" fmla="*/ 118297 w 136581"/>
                <a:gd name="connsiteY94" fmla="*/ 36002 h 374138"/>
                <a:gd name="connsiteX95" fmla="*/ 124298 w 136581"/>
                <a:gd name="connsiteY95" fmla="*/ 48003 h 374138"/>
                <a:gd name="connsiteX96" fmla="*/ 124298 w 136581"/>
                <a:gd name="connsiteY96" fmla="*/ 48003 h 374138"/>
                <a:gd name="connsiteX97" fmla="*/ 115345 w 136581"/>
                <a:gd name="connsiteY97" fmla="*/ 54575 h 374138"/>
                <a:gd name="connsiteX98" fmla="*/ 115345 w 136581"/>
                <a:gd name="connsiteY98" fmla="*/ 54575 h 374138"/>
                <a:gd name="connsiteX99" fmla="*/ 112297 w 136581"/>
                <a:gd name="connsiteY99" fmla="*/ 54099 h 374138"/>
                <a:gd name="connsiteX100" fmla="*/ 124108 w 136581"/>
                <a:gd name="connsiteY100" fmla="*/ 18571 h 374138"/>
                <a:gd name="connsiteX101" fmla="*/ 118012 w 136581"/>
                <a:gd name="connsiteY101" fmla="*/ 6474 h 374138"/>
                <a:gd name="connsiteX102" fmla="*/ 118012 w 136581"/>
                <a:gd name="connsiteY102" fmla="*/ 6474 h 374138"/>
                <a:gd name="connsiteX103" fmla="*/ 130013 w 136581"/>
                <a:gd name="connsiteY103" fmla="*/ 473 h 374138"/>
                <a:gd name="connsiteX104" fmla="*/ 130013 w 136581"/>
                <a:gd name="connsiteY104" fmla="*/ 473 h 374138"/>
                <a:gd name="connsiteX105" fmla="*/ 136109 w 136581"/>
                <a:gd name="connsiteY105" fmla="*/ 12475 h 374138"/>
                <a:gd name="connsiteX106" fmla="*/ 136109 w 136581"/>
                <a:gd name="connsiteY106" fmla="*/ 12475 h 374138"/>
                <a:gd name="connsiteX107" fmla="*/ 127061 w 136581"/>
                <a:gd name="connsiteY107" fmla="*/ 19047 h 374138"/>
                <a:gd name="connsiteX108" fmla="*/ 127061 w 136581"/>
                <a:gd name="connsiteY108" fmla="*/ 19047 h 374138"/>
                <a:gd name="connsiteX109" fmla="*/ 124108 w 136581"/>
                <a:gd name="connsiteY109" fmla="*/ 18571 h 37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36581" h="374138">
                  <a:moveTo>
                    <a:pt x="6474" y="373663"/>
                  </a:moveTo>
                  <a:cubicBezTo>
                    <a:pt x="1521" y="372044"/>
                    <a:pt x="-1146" y="366614"/>
                    <a:pt x="473" y="361661"/>
                  </a:cubicBezTo>
                  <a:lnTo>
                    <a:pt x="473" y="361661"/>
                  </a:lnTo>
                  <a:cubicBezTo>
                    <a:pt x="2093" y="356613"/>
                    <a:pt x="7522" y="353946"/>
                    <a:pt x="12475" y="355565"/>
                  </a:cubicBezTo>
                  <a:lnTo>
                    <a:pt x="12475" y="355565"/>
                  </a:lnTo>
                  <a:cubicBezTo>
                    <a:pt x="17523" y="357185"/>
                    <a:pt x="20190" y="362614"/>
                    <a:pt x="18571" y="367662"/>
                  </a:cubicBezTo>
                  <a:lnTo>
                    <a:pt x="18571" y="367662"/>
                  </a:lnTo>
                  <a:cubicBezTo>
                    <a:pt x="17237" y="371567"/>
                    <a:pt x="13522" y="374139"/>
                    <a:pt x="9522" y="374139"/>
                  </a:cubicBezTo>
                  <a:lnTo>
                    <a:pt x="9522" y="374139"/>
                  </a:lnTo>
                  <a:cubicBezTo>
                    <a:pt x="8474" y="374139"/>
                    <a:pt x="7522" y="373949"/>
                    <a:pt x="6474" y="373663"/>
                  </a:cubicBezTo>
                  <a:close/>
                  <a:moveTo>
                    <a:pt x="18190" y="338135"/>
                  </a:moveTo>
                  <a:cubicBezTo>
                    <a:pt x="13237" y="336515"/>
                    <a:pt x="10570" y="331086"/>
                    <a:pt x="12189" y="326133"/>
                  </a:cubicBezTo>
                  <a:lnTo>
                    <a:pt x="12189" y="326133"/>
                  </a:lnTo>
                  <a:cubicBezTo>
                    <a:pt x="13808" y="321085"/>
                    <a:pt x="19237" y="318418"/>
                    <a:pt x="24190" y="320037"/>
                  </a:cubicBezTo>
                  <a:lnTo>
                    <a:pt x="24190" y="320037"/>
                  </a:lnTo>
                  <a:cubicBezTo>
                    <a:pt x="29239" y="321656"/>
                    <a:pt x="31906" y="327086"/>
                    <a:pt x="30286" y="332134"/>
                  </a:cubicBezTo>
                  <a:lnTo>
                    <a:pt x="30286" y="332134"/>
                  </a:lnTo>
                  <a:cubicBezTo>
                    <a:pt x="28953" y="336134"/>
                    <a:pt x="25238" y="338611"/>
                    <a:pt x="21238" y="338611"/>
                  </a:cubicBezTo>
                  <a:lnTo>
                    <a:pt x="21238" y="338611"/>
                  </a:lnTo>
                  <a:cubicBezTo>
                    <a:pt x="20285" y="338611"/>
                    <a:pt x="19237" y="338420"/>
                    <a:pt x="18190" y="338135"/>
                  </a:cubicBezTo>
                  <a:close/>
                  <a:moveTo>
                    <a:pt x="30001" y="302606"/>
                  </a:moveTo>
                  <a:cubicBezTo>
                    <a:pt x="25048" y="300987"/>
                    <a:pt x="22286" y="295653"/>
                    <a:pt x="24000" y="290605"/>
                  </a:cubicBezTo>
                  <a:lnTo>
                    <a:pt x="24000" y="290605"/>
                  </a:lnTo>
                  <a:cubicBezTo>
                    <a:pt x="25619" y="285652"/>
                    <a:pt x="30953" y="282890"/>
                    <a:pt x="36001" y="284509"/>
                  </a:cubicBezTo>
                  <a:lnTo>
                    <a:pt x="36001" y="284509"/>
                  </a:lnTo>
                  <a:cubicBezTo>
                    <a:pt x="40955" y="286223"/>
                    <a:pt x="43717" y="291557"/>
                    <a:pt x="42002" y="296606"/>
                  </a:cubicBezTo>
                  <a:lnTo>
                    <a:pt x="42002" y="296606"/>
                  </a:lnTo>
                  <a:cubicBezTo>
                    <a:pt x="40669" y="300606"/>
                    <a:pt x="36954" y="303083"/>
                    <a:pt x="32953" y="303083"/>
                  </a:cubicBezTo>
                  <a:lnTo>
                    <a:pt x="32953" y="303083"/>
                  </a:lnTo>
                  <a:cubicBezTo>
                    <a:pt x="32001" y="303083"/>
                    <a:pt x="31049" y="302987"/>
                    <a:pt x="30001" y="302606"/>
                  </a:cubicBezTo>
                  <a:close/>
                  <a:moveTo>
                    <a:pt x="41812" y="267173"/>
                  </a:moveTo>
                  <a:cubicBezTo>
                    <a:pt x="36763" y="265459"/>
                    <a:pt x="34097" y="260125"/>
                    <a:pt x="35716" y="255077"/>
                  </a:cubicBezTo>
                  <a:lnTo>
                    <a:pt x="35716" y="255077"/>
                  </a:lnTo>
                  <a:cubicBezTo>
                    <a:pt x="37335" y="250124"/>
                    <a:pt x="42764" y="247361"/>
                    <a:pt x="47717" y="248981"/>
                  </a:cubicBezTo>
                  <a:lnTo>
                    <a:pt x="47717" y="248981"/>
                  </a:lnTo>
                  <a:cubicBezTo>
                    <a:pt x="52765" y="250695"/>
                    <a:pt x="55432" y="256029"/>
                    <a:pt x="53813" y="261077"/>
                  </a:cubicBezTo>
                  <a:lnTo>
                    <a:pt x="53813" y="261077"/>
                  </a:lnTo>
                  <a:cubicBezTo>
                    <a:pt x="52480" y="265078"/>
                    <a:pt x="48765" y="267650"/>
                    <a:pt x="44764" y="267650"/>
                  </a:cubicBezTo>
                  <a:lnTo>
                    <a:pt x="44764" y="267650"/>
                  </a:lnTo>
                  <a:cubicBezTo>
                    <a:pt x="43717" y="267650"/>
                    <a:pt x="42764" y="267459"/>
                    <a:pt x="41812" y="267173"/>
                  </a:cubicBezTo>
                  <a:close/>
                  <a:moveTo>
                    <a:pt x="53528" y="231645"/>
                  </a:moveTo>
                  <a:cubicBezTo>
                    <a:pt x="48479" y="229931"/>
                    <a:pt x="45812" y="224597"/>
                    <a:pt x="47432" y="219548"/>
                  </a:cubicBezTo>
                  <a:lnTo>
                    <a:pt x="47432" y="219548"/>
                  </a:lnTo>
                  <a:cubicBezTo>
                    <a:pt x="49146" y="214595"/>
                    <a:pt x="54480" y="211928"/>
                    <a:pt x="59528" y="213548"/>
                  </a:cubicBezTo>
                  <a:lnTo>
                    <a:pt x="59528" y="213548"/>
                  </a:lnTo>
                  <a:cubicBezTo>
                    <a:pt x="64481" y="215167"/>
                    <a:pt x="67243" y="220596"/>
                    <a:pt x="65529" y="225549"/>
                  </a:cubicBezTo>
                  <a:lnTo>
                    <a:pt x="65529" y="225549"/>
                  </a:lnTo>
                  <a:cubicBezTo>
                    <a:pt x="64195" y="229550"/>
                    <a:pt x="60481" y="232121"/>
                    <a:pt x="56480" y="232121"/>
                  </a:cubicBezTo>
                  <a:lnTo>
                    <a:pt x="56480" y="232121"/>
                  </a:lnTo>
                  <a:cubicBezTo>
                    <a:pt x="55528" y="232121"/>
                    <a:pt x="54480" y="231931"/>
                    <a:pt x="53528" y="231645"/>
                  </a:cubicBezTo>
                  <a:close/>
                  <a:moveTo>
                    <a:pt x="65243" y="196117"/>
                  </a:moveTo>
                  <a:cubicBezTo>
                    <a:pt x="60290" y="194498"/>
                    <a:pt x="57528" y="189068"/>
                    <a:pt x="59243" y="184020"/>
                  </a:cubicBezTo>
                  <a:lnTo>
                    <a:pt x="59243" y="184020"/>
                  </a:lnTo>
                  <a:cubicBezTo>
                    <a:pt x="60862" y="179067"/>
                    <a:pt x="66291" y="176400"/>
                    <a:pt x="71244" y="178019"/>
                  </a:cubicBezTo>
                  <a:lnTo>
                    <a:pt x="71244" y="178019"/>
                  </a:lnTo>
                  <a:cubicBezTo>
                    <a:pt x="76197" y="179638"/>
                    <a:pt x="78959" y="185068"/>
                    <a:pt x="77340" y="190021"/>
                  </a:cubicBezTo>
                  <a:lnTo>
                    <a:pt x="77340" y="190021"/>
                  </a:lnTo>
                  <a:cubicBezTo>
                    <a:pt x="76007" y="194021"/>
                    <a:pt x="72292" y="196593"/>
                    <a:pt x="68291" y="196593"/>
                  </a:cubicBezTo>
                  <a:lnTo>
                    <a:pt x="68291" y="196593"/>
                  </a:lnTo>
                  <a:cubicBezTo>
                    <a:pt x="67243" y="196593"/>
                    <a:pt x="66291" y="196403"/>
                    <a:pt x="65243" y="196117"/>
                  </a:cubicBezTo>
                  <a:close/>
                  <a:moveTo>
                    <a:pt x="77054" y="160588"/>
                  </a:moveTo>
                  <a:cubicBezTo>
                    <a:pt x="72006" y="158969"/>
                    <a:pt x="69339" y="153540"/>
                    <a:pt x="70958" y="148587"/>
                  </a:cubicBezTo>
                  <a:lnTo>
                    <a:pt x="70958" y="148587"/>
                  </a:lnTo>
                  <a:cubicBezTo>
                    <a:pt x="72673" y="143539"/>
                    <a:pt x="78007" y="140872"/>
                    <a:pt x="83055" y="142491"/>
                  </a:cubicBezTo>
                  <a:lnTo>
                    <a:pt x="83055" y="142491"/>
                  </a:lnTo>
                  <a:cubicBezTo>
                    <a:pt x="88008" y="144206"/>
                    <a:pt x="90675" y="149540"/>
                    <a:pt x="89056" y="154588"/>
                  </a:cubicBezTo>
                  <a:lnTo>
                    <a:pt x="89056" y="154588"/>
                  </a:lnTo>
                  <a:cubicBezTo>
                    <a:pt x="87722" y="158588"/>
                    <a:pt x="84007" y="161065"/>
                    <a:pt x="80007" y="161065"/>
                  </a:cubicBezTo>
                  <a:lnTo>
                    <a:pt x="80007" y="161065"/>
                  </a:lnTo>
                  <a:cubicBezTo>
                    <a:pt x="79055" y="161065"/>
                    <a:pt x="78007" y="160874"/>
                    <a:pt x="77054" y="160588"/>
                  </a:cubicBezTo>
                  <a:close/>
                  <a:moveTo>
                    <a:pt x="88770" y="125156"/>
                  </a:moveTo>
                  <a:cubicBezTo>
                    <a:pt x="83817" y="123441"/>
                    <a:pt x="81055" y="118107"/>
                    <a:pt x="82769" y="113059"/>
                  </a:cubicBezTo>
                  <a:lnTo>
                    <a:pt x="82769" y="113059"/>
                  </a:lnTo>
                  <a:cubicBezTo>
                    <a:pt x="84388" y="108106"/>
                    <a:pt x="89818" y="105344"/>
                    <a:pt x="94771" y="106963"/>
                  </a:cubicBezTo>
                  <a:lnTo>
                    <a:pt x="94771" y="106963"/>
                  </a:lnTo>
                  <a:cubicBezTo>
                    <a:pt x="99819" y="108677"/>
                    <a:pt x="102486" y="114011"/>
                    <a:pt x="100867" y="119059"/>
                  </a:cubicBezTo>
                  <a:lnTo>
                    <a:pt x="100867" y="119059"/>
                  </a:lnTo>
                  <a:cubicBezTo>
                    <a:pt x="99533" y="123060"/>
                    <a:pt x="95818" y="125536"/>
                    <a:pt x="91723" y="125536"/>
                  </a:cubicBezTo>
                  <a:lnTo>
                    <a:pt x="91723" y="125536"/>
                  </a:lnTo>
                  <a:cubicBezTo>
                    <a:pt x="90770" y="125536"/>
                    <a:pt x="89722" y="125536"/>
                    <a:pt x="88770" y="125156"/>
                  </a:cubicBezTo>
                  <a:close/>
                  <a:moveTo>
                    <a:pt x="100581" y="89627"/>
                  </a:moveTo>
                  <a:cubicBezTo>
                    <a:pt x="95533" y="87913"/>
                    <a:pt x="92866" y="82579"/>
                    <a:pt x="94485" y="77531"/>
                  </a:cubicBezTo>
                  <a:lnTo>
                    <a:pt x="94485" y="77531"/>
                  </a:lnTo>
                  <a:cubicBezTo>
                    <a:pt x="96199" y="72578"/>
                    <a:pt x="101534" y="69815"/>
                    <a:pt x="106486" y="71434"/>
                  </a:cubicBezTo>
                  <a:lnTo>
                    <a:pt x="106486" y="71434"/>
                  </a:lnTo>
                  <a:cubicBezTo>
                    <a:pt x="111535" y="73149"/>
                    <a:pt x="114202" y="78483"/>
                    <a:pt x="112582" y="83531"/>
                  </a:cubicBezTo>
                  <a:lnTo>
                    <a:pt x="112582" y="83531"/>
                  </a:lnTo>
                  <a:cubicBezTo>
                    <a:pt x="111249" y="87532"/>
                    <a:pt x="107534" y="90104"/>
                    <a:pt x="103534" y="90104"/>
                  </a:cubicBezTo>
                  <a:lnTo>
                    <a:pt x="103534" y="90104"/>
                  </a:lnTo>
                  <a:cubicBezTo>
                    <a:pt x="102581" y="90104"/>
                    <a:pt x="101534" y="89913"/>
                    <a:pt x="100581" y="89627"/>
                  </a:cubicBezTo>
                  <a:close/>
                  <a:moveTo>
                    <a:pt x="112297" y="54099"/>
                  </a:moveTo>
                  <a:cubicBezTo>
                    <a:pt x="107249" y="52480"/>
                    <a:pt x="104582" y="47051"/>
                    <a:pt x="106296" y="42002"/>
                  </a:cubicBezTo>
                  <a:lnTo>
                    <a:pt x="106296" y="42002"/>
                  </a:lnTo>
                  <a:cubicBezTo>
                    <a:pt x="107915" y="37049"/>
                    <a:pt x="113249" y="34382"/>
                    <a:pt x="118297" y="36002"/>
                  </a:cubicBezTo>
                  <a:lnTo>
                    <a:pt x="118297" y="36002"/>
                  </a:lnTo>
                  <a:cubicBezTo>
                    <a:pt x="123251" y="37621"/>
                    <a:pt x="126013" y="43050"/>
                    <a:pt x="124298" y="48003"/>
                  </a:cubicBezTo>
                  <a:lnTo>
                    <a:pt x="124298" y="48003"/>
                  </a:lnTo>
                  <a:cubicBezTo>
                    <a:pt x="122965" y="52004"/>
                    <a:pt x="119250" y="54575"/>
                    <a:pt x="115345" y="54575"/>
                  </a:cubicBezTo>
                  <a:lnTo>
                    <a:pt x="115345" y="54575"/>
                  </a:lnTo>
                  <a:cubicBezTo>
                    <a:pt x="114297" y="54575"/>
                    <a:pt x="113345" y="54385"/>
                    <a:pt x="112297" y="54099"/>
                  </a:cubicBezTo>
                  <a:close/>
                  <a:moveTo>
                    <a:pt x="124108" y="18571"/>
                  </a:moveTo>
                  <a:cubicBezTo>
                    <a:pt x="119059" y="16952"/>
                    <a:pt x="116393" y="11522"/>
                    <a:pt x="118012" y="6474"/>
                  </a:cubicBezTo>
                  <a:lnTo>
                    <a:pt x="118012" y="6474"/>
                  </a:lnTo>
                  <a:cubicBezTo>
                    <a:pt x="119631" y="1521"/>
                    <a:pt x="125060" y="-1146"/>
                    <a:pt x="130013" y="473"/>
                  </a:cubicBezTo>
                  <a:lnTo>
                    <a:pt x="130013" y="473"/>
                  </a:lnTo>
                  <a:cubicBezTo>
                    <a:pt x="135061" y="2092"/>
                    <a:pt x="137728" y="7522"/>
                    <a:pt x="136109" y="12475"/>
                  </a:cubicBezTo>
                  <a:lnTo>
                    <a:pt x="136109" y="12475"/>
                  </a:lnTo>
                  <a:cubicBezTo>
                    <a:pt x="134776" y="16475"/>
                    <a:pt x="131061" y="19047"/>
                    <a:pt x="127061" y="19047"/>
                  </a:cubicBezTo>
                  <a:lnTo>
                    <a:pt x="127061" y="19047"/>
                  </a:lnTo>
                  <a:cubicBezTo>
                    <a:pt x="126013" y="19047"/>
                    <a:pt x="125060" y="18857"/>
                    <a:pt x="124108" y="185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B32B6D1-8423-EC9A-E039-6883935B86A2}"/>
                </a:ext>
              </a:extLst>
            </p:cNvPr>
            <p:cNvSpPr/>
            <p:nvPr/>
          </p:nvSpPr>
          <p:spPr>
            <a:xfrm>
              <a:off x="6108371" y="3158478"/>
              <a:ext cx="280248" cy="433303"/>
            </a:xfrm>
            <a:custGeom>
              <a:avLst/>
              <a:gdLst>
                <a:gd name="connsiteX0" fmla="*/ 262711 w 280248"/>
                <a:gd name="connsiteY0" fmla="*/ 428827 h 433303"/>
                <a:gd name="connsiteX1" fmla="*/ 265664 w 280248"/>
                <a:gd name="connsiteY1" fmla="*/ 415682 h 433303"/>
                <a:gd name="connsiteX2" fmla="*/ 265664 w 280248"/>
                <a:gd name="connsiteY2" fmla="*/ 415682 h 433303"/>
                <a:gd name="connsiteX3" fmla="*/ 278808 w 280248"/>
                <a:gd name="connsiteY3" fmla="*/ 418635 h 433303"/>
                <a:gd name="connsiteX4" fmla="*/ 278808 w 280248"/>
                <a:gd name="connsiteY4" fmla="*/ 418635 h 433303"/>
                <a:gd name="connsiteX5" fmla="*/ 275855 w 280248"/>
                <a:gd name="connsiteY5" fmla="*/ 431780 h 433303"/>
                <a:gd name="connsiteX6" fmla="*/ 275855 w 280248"/>
                <a:gd name="connsiteY6" fmla="*/ 431780 h 433303"/>
                <a:gd name="connsiteX7" fmla="*/ 270807 w 280248"/>
                <a:gd name="connsiteY7" fmla="*/ 433304 h 433303"/>
                <a:gd name="connsiteX8" fmla="*/ 270807 w 280248"/>
                <a:gd name="connsiteY8" fmla="*/ 433304 h 433303"/>
                <a:gd name="connsiteX9" fmla="*/ 262711 w 280248"/>
                <a:gd name="connsiteY9" fmla="*/ 428827 h 433303"/>
                <a:gd name="connsiteX10" fmla="*/ 242613 w 280248"/>
                <a:gd name="connsiteY10" fmla="*/ 396918 h 433303"/>
                <a:gd name="connsiteX11" fmla="*/ 245566 w 280248"/>
                <a:gd name="connsiteY11" fmla="*/ 383869 h 433303"/>
                <a:gd name="connsiteX12" fmla="*/ 245566 w 280248"/>
                <a:gd name="connsiteY12" fmla="*/ 383869 h 433303"/>
                <a:gd name="connsiteX13" fmla="*/ 258710 w 280248"/>
                <a:gd name="connsiteY13" fmla="*/ 386822 h 433303"/>
                <a:gd name="connsiteX14" fmla="*/ 258710 w 280248"/>
                <a:gd name="connsiteY14" fmla="*/ 386822 h 433303"/>
                <a:gd name="connsiteX15" fmla="*/ 255758 w 280248"/>
                <a:gd name="connsiteY15" fmla="*/ 399966 h 433303"/>
                <a:gd name="connsiteX16" fmla="*/ 255758 w 280248"/>
                <a:gd name="connsiteY16" fmla="*/ 399966 h 433303"/>
                <a:gd name="connsiteX17" fmla="*/ 250709 w 280248"/>
                <a:gd name="connsiteY17" fmla="*/ 401395 h 433303"/>
                <a:gd name="connsiteX18" fmla="*/ 250709 w 280248"/>
                <a:gd name="connsiteY18" fmla="*/ 401395 h 433303"/>
                <a:gd name="connsiteX19" fmla="*/ 242613 w 280248"/>
                <a:gd name="connsiteY19" fmla="*/ 396918 h 433303"/>
                <a:gd name="connsiteX20" fmla="*/ 222516 w 280248"/>
                <a:gd name="connsiteY20" fmla="*/ 365105 h 433303"/>
                <a:gd name="connsiteX21" fmla="*/ 225468 w 280248"/>
                <a:gd name="connsiteY21" fmla="*/ 351960 h 433303"/>
                <a:gd name="connsiteX22" fmla="*/ 225468 w 280248"/>
                <a:gd name="connsiteY22" fmla="*/ 351960 h 433303"/>
                <a:gd name="connsiteX23" fmla="*/ 238613 w 280248"/>
                <a:gd name="connsiteY23" fmla="*/ 354913 h 433303"/>
                <a:gd name="connsiteX24" fmla="*/ 238613 w 280248"/>
                <a:gd name="connsiteY24" fmla="*/ 354913 h 433303"/>
                <a:gd name="connsiteX25" fmla="*/ 235660 w 280248"/>
                <a:gd name="connsiteY25" fmla="*/ 368057 h 433303"/>
                <a:gd name="connsiteX26" fmla="*/ 235660 w 280248"/>
                <a:gd name="connsiteY26" fmla="*/ 368057 h 433303"/>
                <a:gd name="connsiteX27" fmla="*/ 230612 w 280248"/>
                <a:gd name="connsiteY27" fmla="*/ 369581 h 433303"/>
                <a:gd name="connsiteX28" fmla="*/ 230612 w 280248"/>
                <a:gd name="connsiteY28" fmla="*/ 369581 h 433303"/>
                <a:gd name="connsiteX29" fmla="*/ 222516 w 280248"/>
                <a:gd name="connsiteY29" fmla="*/ 365105 h 433303"/>
                <a:gd name="connsiteX30" fmla="*/ 202418 w 280248"/>
                <a:gd name="connsiteY30" fmla="*/ 333291 h 433303"/>
                <a:gd name="connsiteX31" fmla="*/ 205370 w 280248"/>
                <a:gd name="connsiteY31" fmla="*/ 320051 h 433303"/>
                <a:gd name="connsiteX32" fmla="*/ 205370 w 280248"/>
                <a:gd name="connsiteY32" fmla="*/ 320051 h 433303"/>
                <a:gd name="connsiteX33" fmla="*/ 218515 w 280248"/>
                <a:gd name="connsiteY33" fmla="*/ 323099 h 433303"/>
                <a:gd name="connsiteX34" fmla="*/ 218515 w 280248"/>
                <a:gd name="connsiteY34" fmla="*/ 323099 h 433303"/>
                <a:gd name="connsiteX35" fmla="*/ 215562 w 280248"/>
                <a:gd name="connsiteY35" fmla="*/ 336244 h 433303"/>
                <a:gd name="connsiteX36" fmla="*/ 215562 w 280248"/>
                <a:gd name="connsiteY36" fmla="*/ 336244 h 433303"/>
                <a:gd name="connsiteX37" fmla="*/ 210514 w 280248"/>
                <a:gd name="connsiteY37" fmla="*/ 337673 h 433303"/>
                <a:gd name="connsiteX38" fmla="*/ 210514 w 280248"/>
                <a:gd name="connsiteY38" fmla="*/ 337673 h 433303"/>
                <a:gd name="connsiteX39" fmla="*/ 202418 w 280248"/>
                <a:gd name="connsiteY39" fmla="*/ 333291 h 433303"/>
                <a:gd name="connsiteX40" fmla="*/ 182320 w 280248"/>
                <a:gd name="connsiteY40" fmla="*/ 301382 h 433303"/>
                <a:gd name="connsiteX41" fmla="*/ 185273 w 280248"/>
                <a:gd name="connsiteY41" fmla="*/ 288238 h 433303"/>
                <a:gd name="connsiteX42" fmla="*/ 185273 w 280248"/>
                <a:gd name="connsiteY42" fmla="*/ 288238 h 433303"/>
                <a:gd name="connsiteX43" fmla="*/ 198417 w 280248"/>
                <a:gd name="connsiteY43" fmla="*/ 291191 h 433303"/>
                <a:gd name="connsiteX44" fmla="*/ 198417 w 280248"/>
                <a:gd name="connsiteY44" fmla="*/ 291191 h 433303"/>
                <a:gd name="connsiteX45" fmla="*/ 195464 w 280248"/>
                <a:gd name="connsiteY45" fmla="*/ 304335 h 433303"/>
                <a:gd name="connsiteX46" fmla="*/ 195464 w 280248"/>
                <a:gd name="connsiteY46" fmla="*/ 304335 h 433303"/>
                <a:gd name="connsiteX47" fmla="*/ 190416 w 280248"/>
                <a:gd name="connsiteY47" fmla="*/ 305859 h 433303"/>
                <a:gd name="connsiteX48" fmla="*/ 190416 w 280248"/>
                <a:gd name="connsiteY48" fmla="*/ 305859 h 433303"/>
                <a:gd name="connsiteX49" fmla="*/ 182320 w 280248"/>
                <a:gd name="connsiteY49" fmla="*/ 301382 h 433303"/>
                <a:gd name="connsiteX50" fmla="*/ 162222 w 280248"/>
                <a:gd name="connsiteY50" fmla="*/ 269474 h 433303"/>
                <a:gd name="connsiteX51" fmla="*/ 165175 w 280248"/>
                <a:gd name="connsiteY51" fmla="*/ 256329 h 433303"/>
                <a:gd name="connsiteX52" fmla="*/ 165175 w 280248"/>
                <a:gd name="connsiteY52" fmla="*/ 256329 h 433303"/>
                <a:gd name="connsiteX53" fmla="*/ 178319 w 280248"/>
                <a:gd name="connsiteY53" fmla="*/ 259377 h 433303"/>
                <a:gd name="connsiteX54" fmla="*/ 178319 w 280248"/>
                <a:gd name="connsiteY54" fmla="*/ 259377 h 433303"/>
                <a:gd name="connsiteX55" fmla="*/ 175367 w 280248"/>
                <a:gd name="connsiteY55" fmla="*/ 272522 h 433303"/>
                <a:gd name="connsiteX56" fmla="*/ 175367 w 280248"/>
                <a:gd name="connsiteY56" fmla="*/ 272522 h 433303"/>
                <a:gd name="connsiteX57" fmla="*/ 170318 w 280248"/>
                <a:gd name="connsiteY57" fmla="*/ 273950 h 433303"/>
                <a:gd name="connsiteX58" fmla="*/ 170318 w 280248"/>
                <a:gd name="connsiteY58" fmla="*/ 273950 h 433303"/>
                <a:gd name="connsiteX59" fmla="*/ 162222 w 280248"/>
                <a:gd name="connsiteY59" fmla="*/ 269474 h 433303"/>
                <a:gd name="connsiteX60" fmla="*/ 142124 w 280248"/>
                <a:gd name="connsiteY60" fmla="*/ 237660 h 433303"/>
                <a:gd name="connsiteX61" fmla="*/ 145077 w 280248"/>
                <a:gd name="connsiteY61" fmla="*/ 224516 h 433303"/>
                <a:gd name="connsiteX62" fmla="*/ 145077 w 280248"/>
                <a:gd name="connsiteY62" fmla="*/ 224516 h 433303"/>
                <a:gd name="connsiteX63" fmla="*/ 158222 w 280248"/>
                <a:gd name="connsiteY63" fmla="*/ 227468 h 433303"/>
                <a:gd name="connsiteX64" fmla="*/ 158222 w 280248"/>
                <a:gd name="connsiteY64" fmla="*/ 227468 h 433303"/>
                <a:gd name="connsiteX65" fmla="*/ 155269 w 280248"/>
                <a:gd name="connsiteY65" fmla="*/ 240613 h 433303"/>
                <a:gd name="connsiteX66" fmla="*/ 155269 w 280248"/>
                <a:gd name="connsiteY66" fmla="*/ 240613 h 433303"/>
                <a:gd name="connsiteX67" fmla="*/ 150221 w 280248"/>
                <a:gd name="connsiteY67" fmla="*/ 242137 h 433303"/>
                <a:gd name="connsiteX68" fmla="*/ 150221 w 280248"/>
                <a:gd name="connsiteY68" fmla="*/ 242137 h 433303"/>
                <a:gd name="connsiteX69" fmla="*/ 142124 w 280248"/>
                <a:gd name="connsiteY69" fmla="*/ 237660 h 433303"/>
                <a:gd name="connsiteX70" fmla="*/ 122027 w 280248"/>
                <a:gd name="connsiteY70" fmla="*/ 205751 h 433303"/>
                <a:gd name="connsiteX71" fmla="*/ 124979 w 280248"/>
                <a:gd name="connsiteY71" fmla="*/ 192607 h 433303"/>
                <a:gd name="connsiteX72" fmla="*/ 124979 w 280248"/>
                <a:gd name="connsiteY72" fmla="*/ 192607 h 433303"/>
                <a:gd name="connsiteX73" fmla="*/ 138124 w 280248"/>
                <a:gd name="connsiteY73" fmla="*/ 195655 h 433303"/>
                <a:gd name="connsiteX74" fmla="*/ 138124 w 280248"/>
                <a:gd name="connsiteY74" fmla="*/ 195655 h 433303"/>
                <a:gd name="connsiteX75" fmla="*/ 135171 w 280248"/>
                <a:gd name="connsiteY75" fmla="*/ 208799 h 433303"/>
                <a:gd name="connsiteX76" fmla="*/ 135171 w 280248"/>
                <a:gd name="connsiteY76" fmla="*/ 208799 h 433303"/>
                <a:gd name="connsiteX77" fmla="*/ 130123 w 280248"/>
                <a:gd name="connsiteY77" fmla="*/ 210228 h 433303"/>
                <a:gd name="connsiteX78" fmla="*/ 130123 w 280248"/>
                <a:gd name="connsiteY78" fmla="*/ 210228 h 433303"/>
                <a:gd name="connsiteX79" fmla="*/ 122027 w 280248"/>
                <a:gd name="connsiteY79" fmla="*/ 205751 h 433303"/>
                <a:gd name="connsiteX80" fmla="*/ 101929 w 280248"/>
                <a:gd name="connsiteY80" fmla="*/ 173938 h 433303"/>
                <a:gd name="connsiteX81" fmla="*/ 104882 w 280248"/>
                <a:gd name="connsiteY81" fmla="*/ 160793 h 433303"/>
                <a:gd name="connsiteX82" fmla="*/ 104882 w 280248"/>
                <a:gd name="connsiteY82" fmla="*/ 160793 h 433303"/>
                <a:gd name="connsiteX83" fmla="*/ 118026 w 280248"/>
                <a:gd name="connsiteY83" fmla="*/ 163746 h 433303"/>
                <a:gd name="connsiteX84" fmla="*/ 118026 w 280248"/>
                <a:gd name="connsiteY84" fmla="*/ 163746 h 433303"/>
                <a:gd name="connsiteX85" fmla="*/ 115073 w 280248"/>
                <a:gd name="connsiteY85" fmla="*/ 176891 h 433303"/>
                <a:gd name="connsiteX86" fmla="*/ 115073 w 280248"/>
                <a:gd name="connsiteY86" fmla="*/ 176891 h 433303"/>
                <a:gd name="connsiteX87" fmla="*/ 110025 w 280248"/>
                <a:gd name="connsiteY87" fmla="*/ 178319 h 433303"/>
                <a:gd name="connsiteX88" fmla="*/ 110025 w 280248"/>
                <a:gd name="connsiteY88" fmla="*/ 178319 h 433303"/>
                <a:gd name="connsiteX89" fmla="*/ 101929 w 280248"/>
                <a:gd name="connsiteY89" fmla="*/ 173938 h 433303"/>
                <a:gd name="connsiteX90" fmla="*/ 81831 w 280248"/>
                <a:gd name="connsiteY90" fmla="*/ 142029 h 433303"/>
                <a:gd name="connsiteX91" fmla="*/ 84784 w 280248"/>
                <a:gd name="connsiteY91" fmla="*/ 128885 h 433303"/>
                <a:gd name="connsiteX92" fmla="*/ 84784 w 280248"/>
                <a:gd name="connsiteY92" fmla="*/ 128885 h 433303"/>
                <a:gd name="connsiteX93" fmla="*/ 97928 w 280248"/>
                <a:gd name="connsiteY93" fmla="*/ 131837 h 433303"/>
                <a:gd name="connsiteX94" fmla="*/ 97928 w 280248"/>
                <a:gd name="connsiteY94" fmla="*/ 131837 h 433303"/>
                <a:gd name="connsiteX95" fmla="*/ 94976 w 280248"/>
                <a:gd name="connsiteY95" fmla="*/ 145077 h 433303"/>
                <a:gd name="connsiteX96" fmla="*/ 94976 w 280248"/>
                <a:gd name="connsiteY96" fmla="*/ 145077 h 433303"/>
                <a:gd name="connsiteX97" fmla="*/ 89927 w 280248"/>
                <a:gd name="connsiteY97" fmla="*/ 146506 h 433303"/>
                <a:gd name="connsiteX98" fmla="*/ 89927 w 280248"/>
                <a:gd name="connsiteY98" fmla="*/ 146506 h 433303"/>
                <a:gd name="connsiteX99" fmla="*/ 81831 w 280248"/>
                <a:gd name="connsiteY99" fmla="*/ 142029 h 433303"/>
                <a:gd name="connsiteX100" fmla="*/ 61733 w 280248"/>
                <a:gd name="connsiteY100" fmla="*/ 110216 h 433303"/>
                <a:gd name="connsiteX101" fmla="*/ 64686 w 280248"/>
                <a:gd name="connsiteY101" fmla="*/ 97071 h 433303"/>
                <a:gd name="connsiteX102" fmla="*/ 64686 w 280248"/>
                <a:gd name="connsiteY102" fmla="*/ 97071 h 433303"/>
                <a:gd name="connsiteX103" fmla="*/ 77831 w 280248"/>
                <a:gd name="connsiteY103" fmla="*/ 100024 h 433303"/>
                <a:gd name="connsiteX104" fmla="*/ 77831 w 280248"/>
                <a:gd name="connsiteY104" fmla="*/ 100024 h 433303"/>
                <a:gd name="connsiteX105" fmla="*/ 74878 w 280248"/>
                <a:gd name="connsiteY105" fmla="*/ 113168 h 433303"/>
                <a:gd name="connsiteX106" fmla="*/ 74878 w 280248"/>
                <a:gd name="connsiteY106" fmla="*/ 113168 h 433303"/>
                <a:gd name="connsiteX107" fmla="*/ 69830 w 280248"/>
                <a:gd name="connsiteY107" fmla="*/ 114597 h 433303"/>
                <a:gd name="connsiteX108" fmla="*/ 69830 w 280248"/>
                <a:gd name="connsiteY108" fmla="*/ 114597 h 433303"/>
                <a:gd name="connsiteX109" fmla="*/ 61733 w 280248"/>
                <a:gd name="connsiteY109" fmla="*/ 110216 h 433303"/>
                <a:gd name="connsiteX110" fmla="*/ 41636 w 280248"/>
                <a:gd name="connsiteY110" fmla="*/ 78307 h 433303"/>
                <a:gd name="connsiteX111" fmla="*/ 44588 w 280248"/>
                <a:gd name="connsiteY111" fmla="*/ 65162 h 433303"/>
                <a:gd name="connsiteX112" fmla="*/ 44588 w 280248"/>
                <a:gd name="connsiteY112" fmla="*/ 65162 h 433303"/>
                <a:gd name="connsiteX113" fmla="*/ 57733 w 280248"/>
                <a:gd name="connsiteY113" fmla="*/ 68210 h 433303"/>
                <a:gd name="connsiteX114" fmla="*/ 57733 w 280248"/>
                <a:gd name="connsiteY114" fmla="*/ 68210 h 433303"/>
                <a:gd name="connsiteX115" fmla="*/ 54780 w 280248"/>
                <a:gd name="connsiteY115" fmla="*/ 81260 h 433303"/>
                <a:gd name="connsiteX116" fmla="*/ 54780 w 280248"/>
                <a:gd name="connsiteY116" fmla="*/ 81260 h 433303"/>
                <a:gd name="connsiteX117" fmla="*/ 49732 w 280248"/>
                <a:gd name="connsiteY117" fmla="*/ 82784 h 433303"/>
                <a:gd name="connsiteX118" fmla="*/ 49732 w 280248"/>
                <a:gd name="connsiteY118" fmla="*/ 82784 h 433303"/>
                <a:gd name="connsiteX119" fmla="*/ 41636 w 280248"/>
                <a:gd name="connsiteY119" fmla="*/ 78307 h 433303"/>
                <a:gd name="connsiteX120" fmla="*/ 21538 w 280248"/>
                <a:gd name="connsiteY120" fmla="*/ 46493 h 433303"/>
                <a:gd name="connsiteX121" fmla="*/ 24491 w 280248"/>
                <a:gd name="connsiteY121" fmla="*/ 33349 h 433303"/>
                <a:gd name="connsiteX122" fmla="*/ 24491 w 280248"/>
                <a:gd name="connsiteY122" fmla="*/ 33349 h 433303"/>
                <a:gd name="connsiteX123" fmla="*/ 37635 w 280248"/>
                <a:gd name="connsiteY123" fmla="*/ 36302 h 433303"/>
                <a:gd name="connsiteX124" fmla="*/ 37635 w 280248"/>
                <a:gd name="connsiteY124" fmla="*/ 36302 h 433303"/>
                <a:gd name="connsiteX125" fmla="*/ 34682 w 280248"/>
                <a:gd name="connsiteY125" fmla="*/ 49446 h 433303"/>
                <a:gd name="connsiteX126" fmla="*/ 34682 w 280248"/>
                <a:gd name="connsiteY126" fmla="*/ 49446 h 433303"/>
                <a:gd name="connsiteX127" fmla="*/ 29634 w 280248"/>
                <a:gd name="connsiteY127" fmla="*/ 50875 h 433303"/>
                <a:gd name="connsiteX128" fmla="*/ 29634 w 280248"/>
                <a:gd name="connsiteY128" fmla="*/ 50875 h 433303"/>
                <a:gd name="connsiteX129" fmla="*/ 21538 w 280248"/>
                <a:gd name="connsiteY129" fmla="*/ 46493 h 433303"/>
                <a:gd name="connsiteX130" fmla="*/ 1440 w 280248"/>
                <a:gd name="connsiteY130" fmla="*/ 14585 h 433303"/>
                <a:gd name="connsiteX131" fmla="*/ 4393 w 280248"/>
                <a:gd name="connsiteY131" fmla="*/ 1440 h 433303"/>
                <a:gd name="connsiteX132" fmla="*/ 4393 w 280248"/>
                <a:gd name="connsiteY132" fmla="*/ 1440 h 433303"/>
                <a:gd name="connsiteX133" fmla="*/ 17633 w 280248"/>
                <a:gd name="connsiteY133" fmla="*/ 4393 h 433303"/>
                <a:gd name="connsiteX134" fmla="*/ 17633 w 280248"/>
                <a:gd name="connsiteY134" fmla="*/ 4393 h 433303"/>
                <a:gd name="connsiteX135" fmla="*/ 14585 w 280248"/>
                <a:gd name="connsiteY135" fmla="*/ 17633 h 433303"/>
                <a:gd name="connsiteX136" fmla="*/ 14585 w 280248"/>
                <a:gd name="connsiteY136" fmla="*/ 17633 h 433303"/>
                <a:gd name="connsiteX137" fmla="*/ 9536 w 280248"/>
                <a:gd name="connsiteY137" fmla="*/ 19061 h 433303"/>
                <a:gd name="connsiteX138" fmla="*/ 9536 w 280248"/>
                <a:gd name="connsiteY138" fmla="*/ 19061 h 433303"/>
                <a:gd name="connsiteX139" fmla="*/ 1440 w 280248"/>
                <a:gd name="connsiteY139" fmla="*/ 14585 h 433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80248" h="433303">
                  <a:moveTo>
                    <a:pt x="262711" y="428827"/>
                  </a:moveTo>
                  <a:cubicBezTo>
                    <a:pt x="259853" y="424350"/>
                    <a:pt x="261187" y="418445"/>
                    <a:pt x="265664" y="415682"/>
                  </a:cubicBezTo>
                  <a:lnTo>
                    <a:pt x="265664" y="415682"/>
                  </a:lnTo>
                  <a:cubicBezTo>
                    <a:pt x="270141" y="412920"/>
                    <a:pt x="276046" y="414254"/>
                    <a:pt x="278808" y="418635"/>
                  </a:cubicBezTo>
                  <a:lnTo>
                    <a:pt x="278808" y="418635"/>
                  </a:lnTo>
                  <a:cubicBezTo>
                    <a:pt x="281570" y="423112"/>
                    <a:pt x="280237" y="429017"/>
                    <a:pt x="275855" y="431780"/>
                  </a:cubicBezTo>
                  <a:lnTo>
                    <a:pt x="275855" y="431780"/>
                  </a:lnTo>
                  <a:cubicBezTo>
                    <a:pt x="274236" y="432827"/>
                    <a:pt x="272522" y="433304"/>
                    <a:pt x="270807" y="433304"/>
                  </a:cubicBezTo>
                  <a:lnTo>
                    <a:pt x="270807" y="433304"/>
                  </a:lnTo>
                  <a:cubicBezTo>
                    <a:pt x="267569" y="433304"/>
                    <a:pt x="264521" y="431684"/>
                    <a:pt x="262711" y="428827"/>
                  </a:cubicBezTo>
                  <a:close/>
                  <a:moveTo>
                    <a:pt x="242613" y="396918"/>
                  </a:moveTo>
                  <a:cubicBezTo>
                    <a:pt x="239756" y="392537"/>
                    <a:pt x="241089" y="386631"/>
                    <a:pt x="245566" y="383869"/>
                  </a:cubicBezTo>
                  <a:lnTo>
                    <a:pt x="245566" y="383869"/>
                  </a:lnTo>
                  <a:cubicBezTo>
                    <a:pt x="250043" y="381011"/>
                    <a:pt x="255853" y="382345"/>
                    <a:pt x="258710" y="386822"/>
                  </a:cubicBezTo>
                  <a:lnTo>
                    <a:pt x="258710" y="386822"/>
                  </a:lnTo>
                  <a:cubicBezTo>
                    <a:pt x="261473" y="391298"/>
                    <a:pt x="260234" y="397109"/>
                    <a:pt x="255758" y="399966"/>
                  </a:cubicBezTo>
                  <a:lnTo>
                    <a:pt x="255758" y="399966"/>
                  </a:lnTo>
                  <a:cubicBezTo>
                    <a:pt x="254138" y="400919"/>
                    <a:pt x="252424" y="401395"/>
                    <a:pt x="250709" y="401395"/>
                  </a:cubicBezTo>
                  <a:lnTo>
                    <a:pt x="250709" y="401395"/>
                  </a:lnTo>
                  <a:cubicBezTo>
                    <a:pt x="247471" y="401395"/>
                    <a:pt x="244423" y="399871"/>
                    <a:pt x="242613" y="396918"/>
                  </a:cubicBezTo>
                  <a:close/>
                  <a:moveTo>
                    <a:pt x="222516" y="365105"/>
                  </a:moveTo>
                  <a:cubicBezTo>
                    <a:pt x="219658" y="360628"/>
                    <a:pt x="220991" y="354818"/>
                    <a:pt x="225468" y="351960"/>
                  </a:cubicBezTo>
                  <a:lnTo>
                    <a:pt x="225468" y="351960"/>
                  </a:lnTo>
                  <a:cubicBezTo>
                    <a:pt x="229945" y="349103"/>
                    <a:pt x="235850" y="350436"/>
                    <a:pt x="238613" y="354913"/>
                  </a:cubicBezTo>
                  <a:lnTo>
                    <a:pt x="238613" y="354913"/>
                  </a:lnTo>
                  <a:cubicBezTo>
                    <a:pt x="241470" y="359390"/>
                    <a:pt x="240041" y="365295"/>
                    <a:pt x="235660" y="368057"/>
                  </a:cubicBezTo>
                  <a:lnTo>
                    <a:pt x="235660" y="368057"/>
                  </a:lnTo>
                  <a:cubicBezTo>
                    <a:pt x="234041" y="369105"/>
                    <a:pt x="232326" y="369581"/>
                    <a:pt x="230612" y="369581"/>
                  </a:cubicBezTo>
                  <a:lnTo>
                    <a:pt x="230612" y="369581"/>
                  </a:lnTo>
                  <a:cubicBezTo>
                    <a:pt x="227373" y="369581"/>
                    <a:pt x="224325" y="367962"/>
                    <a:pt x="222516" y="365105"/>
                  </a:cubicBezTo>
                  <a:close/>
                  <a:moveTo>
                    <a:pt x="202418" y="333291"/>
                  </a:moveTo>
                  <a:cubicBezTo>
                    <a:pt x="199560" y="328719"/>
                    <a:pt x="200894" y="322909"/>
                    <a:pt x="205370" y="320051"/>
                  </a:cubicBezTo>
                  <a:lnTo>
                    <a:pt x="205370" y="320051"/>
                  </a:lnTo>
                  <a:cubicBezTo>
                    <a:pt x="209847" y="317289"/>
                    <a:pt x="215657" y="318623"/>
                    <a:pt x="218515" y="323099"/>
                  </a:cubicBezTo>
                  <a:lnTo>
                    <a:pt x="218515" y="323099"/>
                  </a:lnTo>
                  <a:cubicBezTo>
                    <a:pt x="221277" y="327481"/>
                    <a:pt x="220039" y="333386"/>
                    <a:pt x="215562" y="336244"/>
                  </a:cubicBezTo>
                  <a:lnTo>
                    <a:pt x="215562" y="336244"/>
                  </a:lnTo>
                  <a:cubicBezTo>
                    <a:pt x="213943" y="337196"/>
                    <a:pt x="212228" y="337673"/>
                    <a:pt x="210514" y="337673"/>
                  </a:cubicBezTo>
                  <a:lnTo>
                    <a:pt x="210514" y="337673"/>
                  </a:lnTo>
                  <a:cubicBezTo>
                    <a:pt x="207275" y="337673"/>
                    <a:pt x="204227" y="336149"/>
                    <a:pt x="202418" y="333291"/>
                  </a:cubicBezTo>
                  <a:close/>
                  <a:moveTo>
                    <a:pt x="182320" y="301382"/>
                  </a:moveTo>
                  <a:cubicBezTo>
                    <a:pt x="179558" y="296906"/>
                    <a:pt x="180891" y="291000"/>
                    <a:pt x="185273" y="288238"/>
                  </a:cubicBezTo>
                  <a:lnTo>
                    <a:pt x="185273" y="288238"/>
                  </a:lnTo>
                  <a:cubicBezTo>
                    <a:pt x="189749" y="285476"/>
                    <a:pt x="195655" y="286809"/>
                    <a:pt x="198417" y="291191"/>
                  </a:cubicBezTo>
                  <a:lnTo>
                    <a:pt x="198417" y="291191"/>
                  </a:lnTo>
                  <a:cubicBezTo>
                    <a:pt x="201275" y="295667"/>
                    <a:pt x="199846" y="301573"/>
                    <a:pt x="195464" y="304335"/>
                  </a:cubicBezTo>
                  <a:lnTo>
                    <a:pt x="195464" y="304335"/>
                  </a:lnTo>
                  <a:cubicBezTo>
                    <a:pt x="193845" y="305383"/>
                    <a:pt x="192131" y="305859"/>
                    <a:pt x="190416" y="305859"/>
                  </a:cubicBezTo>
                  <a:lnTo>
                    <a:pt x="190416" y="305859"/>
                  </a:lnTo>
                  <a:cubicBezTo>
                    <a:pt x="187273" y="305859"/>
                    <a:pt x="184130" y="304240"/>
                    <a:pt x="182320" y="301382"/>
                  </a:cubicBezTo>
                  <a:close/>
                  <a:moveTo>
                    <a:pt x="162222" y="269474"/>
                  </a:moveTo>
                  <a:cubicBezTo>
                    <a:pt x="159365" y="265092"/>
                    <a:pt x="160698" y="259187"/>
                    <a:pt x="165175" y="256329"/>
                  </a:cubicBezTo>
                  <a:lnTo>
                    <a:pt x="165175" y="256329"/>
                  </a:lnTo>
                  <a:cubicBezTo>
                    <a:pt x="169652" y="253567"/>
                    <a:pt x="175557" y="254900"/>
                    <a:pt x="178319" y="259377"/>
                  </a:cubicBezTo>
                  <a:lnTo>
                    <a:pt x="178319" y="259377"/>
                  </a:lnTo>
                  <a:cubicBezTo>
                    <a:pt x="181082" y="263759"/>
                    <a:pt x="179843" y="269664"/>
                    <a:pt x="175367" y="272522"/>
                  </a:cubicBezTo>
                  <a:lnTo>
                    <a:pt x="175367" y="272522"/>
                  </a:lnTo>
                  <a:cubicBezTo>
                    <a:pt x="173747" y="273474"/>
                    <a:pt x="172033" y="273950"/>
                    <a:pt x="170318" y="273950"/>
                  </a:cubicBezTo>
                  <a:lnTo>
                    <a:pt x="170318" y="273950"/>
                  </a:lnTo>
                  <a:cubicBezTo>
                    <a:pt x="167080" y="273950"/>
                    <a:pt x="164032" y="272426"/>
                    <a:pt x="162222" y="269474"/>
                  </a:cubicBezTo>
                  <a:close/>
                  <a:moveTo>
                    <a:pt x="142124" y="237660"/>
                  </a:moveTo>
                  <a:cubicBezTo>
                    <a:pt x="139362" y="233183"/>
                    <a:pt x="140600" y="227278"/>
                    <a:pt x="145077" y="224516"/>
                  </a:cubicBezTo>
                  <a:lnTo>
                    <a:pt x="145077" y="224516"/>
                  </a:lnTo>
                  <a:cubicBezTo>
                    <a:pt x="149554" y="221658"/>
                    <a:pt x="155459" y="222992"/>
                    <a:pt x="158222" y="227468"/>
                  </a:cubicBezTo>
                  <a:lnTo>
                    <a:pt x="158222" y="227468"/>
                  </a:lnTo>
                  <a:cubicBezTo>
                    <a:pt x="161079" y="231945"/>
                    <a:pt x="159650" y="237755"/>
                    <a:pt x="155269" y="240613"/>
                  </a:cubicBezTo>
                  <a:lnTo>
                    <a:pt x="155269" y="240613"/>
                  </a:lnTo>
                  <a:cubicBezTo>
                    <a:pt x="153650" y="241661"/>
                    <a:pt x="151935" y="242137"/>
                    <a:pt x="150221" y="242137"/>
                  </a:cubicBezTo>
                  <a:lnTo>
                    <a:pt x="150221" y="242137"/>
                  </a:lnTo>
                  <a:cubicBezTo>
                    <a:pt x="147077" y="242137"/>
                    <a:pt x="143934" y="240518"/>
                    <a:pt x="142124" y="237660"/>
                  </a:cubicBezTo>
                  <a:close/>
                  <a:moveTo>
                    <a:pt x="122027" y="205751"/>
                  </a:moveTo>
                  <a:cubicBezTo>
                    <a:pt x="119169" y="201275"/>
                    <a:pt x="120598" y="195464"/>
                    <a:pt x="124979" y="192607"/>
                  </a:cubicBezTo>
                  <a:lnTo>
                    <a:pt x="124979" y="192607"/>
                  </a:lnTo>
                  <a:cubicBezTo>
                    <a:pt x="129456" y="189845"/>
                    <a:pt x="135362" y="191178"/>
                    <a:pt x="138124" y="195655"/>
                  </a:cubicBezTo>
                  <a:lnTo>
                    <a:pt x="138124" y="195655"/>
                  </a:lnTo>
                  <a:cubicBezTo>
                    <a:pt x="140886" y="200036"/>
                    <a:pt x="139648" y="205942"/>
                    <a:pt x="135171" y="208799"/>
                  </a:cubicBezTo>
                  <a:lnTo>
                    <a:pt x="135171" y="208799"/>
                  </a:lnTo>
                  <a:cubicBezTo>
                    <a:pt x="133552" y="209752"/>
                    <a:pt x="131837" y="210228"/>
                    <a:pt x="130123" y="210228"/>
                  </a:cubicBezTo>
                  <a:lnTo>
                    <a:pt x="130123" y="210228"/>
                  </a:lnTo>
                  <a:cubicBezTo>
                    <a:pt x="126980" y="210228"/>
                    <a:pt x="123836" y="208609"/>
                    <a:pt x="122027" y="205751"/>
                  </a:cubicBezTo>
                  <a:close/>
                  <a:moveTo>
                    <a:pt x="101929" y="173938"/>
                  </a:moveTo>
                  <a:cubicBezTo>
                    <a:pt x="99167" y="169461"/>
                    <a:pt x="100405" y="163556"/>
                    <a:pt x="104882" y="160793"/>
                  </a:cubicBezTo>
                  <a:lnTo>
                    <a:pt x="104882" y="160793"/>
                  </a:lnTo>
                  <a:cubicBezTo>
                    <a:pt x="109358" y="157936"/>
                    <a:pt x="115264" y="159269"/>
                    <a:pt x="118026" y="163746"/>
                  </a:cubicBezTo>
                  <a:lnTo>
                    <a:pt x="118026" y="163746"/>
                  </a:lnTo>
                  <a:cubicBezTo>
                    <a:pt x="120884" y="168223"/>
                    <a:pt x="119550" y="174128"/>
                    <a:pt x="115073" y="176891"/>
                  </a:cubicBezTo>
                  <a:lnTo>
                    <a:pt x="115073" y="176891"/>
                  </a:lnTo>
                  <a:cubicBezTo>
                    <a:pt x="113454" y="177843"/>
                    <a:pt x="111740" y="178319"/>
                    <a:pt x="110025" y="178319"/>
                  </a:cubicBezTo>
                  <a:lnTo>
                    <a:pt x="110025" y="178319"/>
                  </a:lnTo>
                  <a:cubicBezTo>
                    <a:pt x="106882" y="178319"/>
                    <a:pt x="103739" y="176795"/>
                    <a:pt x="101929" y="173938"/>
                  </a:cubicBezTo>
                  <a:close/>
                  <a:moveTo>
                    <a:pt x="81831" y="142029"/>
                  </a:moveTo>
                  <a:cubicBezTo>
                    <a:pt x="78974" y="137648"/>
                    <a:pt x="80402" y="131742"/>
                    <a:pt x="84784" y="128885"/>
                  </a:cubicBezTo>
                  <a:lnTo>
                    <a:pt x="84784" y="128885"/>
                  </a:lnTo>
                  <a:cubicBezTo>
                    <a:pt x="89261" y="126122"/>
                    <a:pt x="95166" y="127456"/>
                    <a:pt x="97928" y="131837"/>
                  </a:cubicBezTo>
                  <a:lnTo>
                    <a:pt x="97928" y="131837"/>
                  </a:lnTo>
                  <a:cubicBezTo>
                    <a:pt x="100786" y="136314"/>
                    <a:pt x="99452" y="142220"/>
                    <a:pt x="94976" y="145077"/>
                  </a:cubicBezTo>
                  <a:lnTo>
                    <a:pt x="94976" y="145077"/>
                  </a:lnTo>
                  <a:cubicBezTo>
                    <a:pt x="93452" y="146030"/>
                    <a:pt x="91642" y="146506"/>
                    <a:pt x="89927" y="146506"/>
                  </a:cubicBezTo>
                  <a:lnTo>
                    <a:pt x="89927" y="146506"/>
                  </a:lnTo>
                  <a:cubicBezTo>
                    <a:pt x="86784" y="146506"/>
                    <a:pt x="83641" y="144887"/>
                    <a:pt x="81831" y="142029"/>
                  </a:cubicBezTo>
                  <a:close/>
                  <a:moveTo>
                    <a:pt x="61733" y="110216"/>
                  </a:moveTo>
                  <a:cubicBezTo>
                    <a:pt x="58971" y="105739"/>
                    <a:pt x="60305" y="99833"/>
                    <a:pt x="64686" y="97071"/>
                  </a:cubicBezTo>
                  <a:lnTo>
                    <a:pt x="64686" y="97071"/>
                  </a:lnTo>
                  <a:cubicBezTo>
                    <a:pt x="69163" y="94214"/>
                    <a:pt x="75068" y="95547"/>
                    <a:pt x="77831" y="100024"/>
                  </a:cubicBezTo>
                  <a:lnTo>
                    <a:pt x="77831" y="100024"/>
                  </a:lnTo>
                  <a:cubicBezTo>
                    <a:pt x="80688" y="104501"/>
                    <a:pt x="79355" y="110311"/>
                    <a:pt x="74878" y="113168"/>
                  </a:cubicBezTo>
                  <a:lnTo>
                    <a:pt x="74878" y="113168"/>
                  </a:lnTo>
                  <a:cubicBezTo>
                    <a:pt x="73259" y="114121"/>
                    <a:pt x="71544" y="114597"/>
                    <a:pt x="69830" y="114597"/>
                  </a:cubicBezTo>
                  <a:lnTo>
                    <a:pt x="69830" y="114597"/>
                  </a:lnTo>
                  <a:cubicBezTo>
                    <a:pt x="66591" y="114597"/>
                    <a:pt x="63543" y="113073"/>
                    <a:pt x="61733" y="110216"/>
                  </a:cubicBezTo>
                  <a:close/>
                  <a:moveTo>
                    <a:pt x="41636" y="78307"/>
                  </a:moveTo>
                  <a:cubicBezTo>
                    <a:pt x="38873" y="73830"/>
                    <a:pt x="40207" y="68020"/>
                    <a:pt x="44588" y="65162"/>
                  </a:cubicBezTo>
                  <a:lnTo>
                    <a:pt x="44588" y="65162"/>
                  </a:lnTo>
                  <a:cubicBezTo>
                    <a:pt x="49065" y="62400"/>
                    <a:pt x="54971" y="63734"/>
                    <a:pt x="57733" y="68210"/>
                  </a:cubicBezTo>
                  <a:lnTo>
                    <a:pt x="57733" y="68210"/>
                  </a:lnTo>
                  <a:cubicBezTo>
                    <a:pt x="60590" y="72592"/>
                    <a:pt x="59257" y="78497"/>
                    <a:pt x="54780" y="81260"/>
                  </a:cubicBezTo>
                  <a:lnTo>
                    <a:pt x="54780" y="81260"/>
                  </a:lnTo>
                  <a:cubicBezTo>
                    <a:pt x="53256" y="82307"/>
                    <a:pt x="51446" y="82784"/>
                    <a:pt x="49732" y="82784"/>
                  </a:cubicBezTo>
                  <a:lnTo>
                    <a:pt x="49732" y="82784"/>
                  </a:lnTo>
                  <a:cubicBezTo>
                    <a:pt x="46589" y="82784"/>
                    <a:pt x="43445" y="81164"/>
                    <a:pt x="41636" y="78307"/>
                  </a:cubicBezTo>
                  <a:close/>
                  <a:moveTo>
                    <a:pt x="21538" y="46493"/>
                  </a:moveTo>
                  <a:cubicBezTo>
                    <a:pt x="18776" y="42017"/>
                    <a:pt x="20109" y="36111"/>
                    <a:pt x="24491" y="33349"/>
                  </a:cubicBezTo>
                  <a:lnTo>
                    <a:pt x="24491" y="33349"/>
                  </a:lnTo>
                  <a:cubicBezTo>
                    <a:pt x="28967" y="30491"/>
                    <a:pt x="34873" y="31825"/>
                    <a:pt x="37635" y="36302"/>
                  </a:cubicBezTo>
                  <a:lnTo>
                    <a:pt x="37635" y="36302"/>
                  </a:lnTo>
                  <a:cubicBezTo>
                    <a:pt x="40493" y="40778"/>
                    <a:pt x="39159" y="46684"/>
                    <a:pt x="34682" y="49446"/>
                  </a:cubicBezTo>
                  <a:lnTo>
                    <a:pt x="34682" y="49446"/>
                  </a:lnTo>
                  <a:cubicBezTo>
                    <a:pt x="33063" y="50399"/>
                    <a:pt x="31349" y="50875"/>
                    <a:pt x="29634" y="50875"/>
                  </a:cubicBezTo>
                  <a:lnTo>
                    <a:pt x="29634" y="50875"/>
                  </a:lnTo>
                  <a:cubicBezTo>
                    <a:pt x="26491" y="50875"/>
                    <a:pt x="23348" y="49351"/>
                    <a:pt x="21538" y="46493"/>
                  </a:cubicBezTo>
                  <a:close/>
                  <a:moveTo>
                    <a:pt x="1440" y="14585"/>
                  </a:moveTo>
                  <a:cubicBezTo>
                    <a:pt x="-1322" y="10108"/>
                    <a:pt x="11" y="4298"/>
                    <a:pt x="4393" y="1440"/>
                  </a:cubicBezTo>
                  <a:lnTo>
                    <a:pt x="4393" y="1440"/>
                  </a:lnTo>
                  <a:cubicBezTo>
                    <a:pt x="8870" y="-1322"/>
                    <a:pt x="14775" y="11"/>
                    <a:pt x="17633" y="4393"/>
                  </a:cubicBezTo>
                  <a:lnTo>
                    <a:pt x="17633" y="4393"/>
                  </a:lnTo>
                  <a:cubicBezTo>
                    <a:pt x="20395" y="8870"/>
                    <a:pt x="19061" y="14775"/>
                    <a:pt x="14585" y="17633"/>
                  </a:cubicBezTo>
                  <a:lnTo>
                    <a:pt x="14585" y="17633"/>
                  </a:lnTo>
                  <a:cubicBezTo>
                    <a:pt x="13061" y="18585"/>
                    <a:pt x="11251" y="19061"/>
                    <a:pt x="9536" y="19061"/>
                  </a:cubicBezTo>
                  <a:lnTo>
                    <a:pt x="9536" y="19061"/>
                  </a:lnTo>
                  <a:cubicBezTo>
                    <a:pt x="6393" y="19061"/>
                    <a:pt x="3250" y="17442"/>
                    <a:pt x="1440" y="1458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6ECDD47-5B8E-7C0D-B700-CF3DC217C40F}"/>
                </a:ext>
              </a:extLst>
            </p:cNvPr>
            <p:cNvSpPr/>
            <p:nvPr/>
          </p:nvSpPr>
          <p:spPr>
            <a:xfrm>
              <a:off x="6423610" y="3619694"/>
              <a:ext cx="86912" cy="49429"/>
            </a:xfrm>
            <a:custGeom>
              <a:avLst/>
              <a:gdLst>
                <a:gd name="connsiteX0" fmla="*/ 73487 w 86912"/>
                <a:gd name="connsiteY0" fmla="*/ 48573 h 49429"/>
                <a:gd name="connsiteX1" fmla="*/ 68725 w 86912"/>
                <a:gd name="connsiteY1" fmla="*/ 36000 h 49429"/>
                <a:gd name="connsiteX2" fmla="*/ 68725 w 86912"/>
                <a:gd name="connsiteY2" fmla="*/ 36000 h 49429"/>
                <a:gd name="connsiteX3" fmla="*/ 81298 w 86912"/>
                <a:gd name="connsiteY3" fmla="*/ 31237 h 49429"/>
                <a:gd name="connsiteX4" fmla="*/ 81298 w 86912"/>
                <a:gd name="connsiteY4" fmla="*/ 31237 h 49429"/>
                <a:gd name="connsiteX5" fmla="*/ 86060 w 86912"/>
                <a:gd name="connsiteY5" fmla="*/ 43810 h 49429"/>
                <a:gd name="connsiteX6" fmla="*/ 86060 w 86912"/>
                <a:gd name="connsiteY6" fmla="*/ 43810 h 49429"/>
                <a:gd name="connsiteX7" fmla="*/ 77392 w 86912"/>
                <a:gd name="connsiteY7" fmla="*/ 49430 h 49429"/>
                <a:gd name="connsiteX8" fmla="*/ 77392 w 86912"/>
                <a:gd name="connsiteY8" fmla="*/ 49430 h 49429"/>
                <a:gd name="connsiteX9" fmla="*/ 73487 w 86912"/>
                <a:gd name="connsiteY9" fmla="*/ 48573 h 49429"/>
                <a:gd name="connsiteX10" fmla="*/ 39578 w 86912"/>
                <a:gd name="connsiteY10" fmla="*/ 33428 h 49429"/>
                <a:gd name="connsiteX11" fmla="*/ 34720 w 86912"/>
                <a:gd name="connsiteY11" fmla="*/ 20855 h 49429"/>
                <a:gd name="connsiteX12" fmla="*/ 34720 w 86912"/>
                <a:gd name="connsiteY12" fmla="*/ 20855 h 49429"/>
                <a:gd name="connsiteX13" fmla="*/ 47293 w 86912"/>
                <a:gd name="connsiteY13" fmla="*/ 16092 h 49429"/>
                <a:gd name="connsiteX14" fmla="*/ 47293 w 86912"/>
                <a:gd name="connsiteY14" fmla="*/ 16092 h 49429"/>
                <a:gd name="connsiteX15" fmla="*/ 52151 w 86912"/>
                <a:gd name="connsiteY15" fmla="*/ 28665 h 49429"/>
                <a:gd name="connsiteX16" fmla="*/ 52151 w 86912"/>
                <a:gd name="connsiteY16" fmla="*/ 28665 h 49429"/>
                <a:gd name="connsiteX17" fmla="*/ 43483 w 86912"/>
                <a:gd name="connsiteY17" fmla="*/ 34285 h 49429"/>
                <a:gd name="connsiteX18" fmla="*/ 43483 w 86912"/>
                <a:gd name="connsiteY18" fmla="*/ 34285 h 49429"/>
                <a:gd name="connsiteX19" fmla="*/ 39578 w 86912"/>
                <a:gd name="connsiteY19" fmla="*/ 33428 h 49429"/>
                <a:gd name="connsiteX20" fmla="*/ 5574 w 86912"/>
                <a:gd name="connsiteY20" fmla="*/ 18188 h 49429"/>
                <a:gd name="connsiteX21" fmla="*/ 811 w 86912"/>
                <a:gd name="connsiteY21" fmla="*/ 5615 h 49429"/>
                <a:gd name="connsiteX22" fmla="*/ 811 w 86912"/>
                <a:gd name="connsiteY22" fmla="*/ 5615 h 49429"/>
                <a:gd name="connsiteX23" fmla="*/ 13384 w 86912"/>
                <a:gd name="connsiteY23" fmla="*/ 852 h 49429"/>
                <a:gd name="connsiteX24" fmla="*/ 13384 w 86912"/>
                <a:gd name="connsiteY24" fmla="*/ 852 h 49429"/>
                <a:gd name="connsiteX25" fmla="*/ 18242 w 86912"/>
                <a:gd name="connsiteY25" fmla="*/ 13425 h 49429"/>
                <a:gd name="connsiteX26" fmla="*/ 18242 w 86912"/>
                <a:gd name="connsiteY26" fmla="*/ 13425 h 49429"/>
                <a:gd name="connsiteX27" fmla="*/ 9479 w 86912"/>
                <a:gd name="connsiteY27" fmla="*/ 19045 h 49429"/>
                <a:gd name="connsiteX28" fmla="*/ 9479 w 86912"/>
                <a:gd name="connsiteY28" fmla="*/ 19045 h 49429"/>
                <a:gd name="connsiteX29" fmla="*/ 5574 w 86912"/>
                <a:gd name="connsiteY29" fmla="*/ 18188 h 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6912" h="49429">
                  <a:moveTo>
                    <a:pt x="73487" y="48573"/>
                  </a:moveTo>
                  <a:cubicBezTo>
                    <a:pt x="68725" y="46477"/>
                    <a:pt x="66534" y="40857"/>
                    <a:pt x="68725" y="36000"/>
                  </a:cubicBezTo>
                  <a:lnTo>
                    <a:pt x="68725" y="36000"/>
                  </a:lnTo>
                  <a:cubicBezTo>
                    <a:pt x="70820" y="31237"/>
                    <a:pt x="76440" y="29046"/>
                    <a:pt x="81298" y="31237"/>
                  </a:cubicBezTo>
                  <a:lnTo>
                    <a:pt x="81298" y="31237"/>
                  </a:lnTo>
                  <a:cubicBezTo>
                    <a:pt x="86060" y="33428"/>
                    <a:pt x="88251" y="39048"/>
                    <a:pt x="86060" y="43810"/>
                  </a:cubicBezTo>
                  <a:lnTo>
                    <a:pt x="86060" y="43810"/>
                  </a:lnTo>
                  <a:cubicBezTo>
                    <a:pt x="84441" y="47334"/>
                    <a:pt x="81012" y="49430"/>
                    <a:pt x="77392" y="49430"/>
                  </a:cubicBezTo>
                  <a:lnTo>
                    <a:pt x="77392" y="49430"/>
                  </a:lnTo>
                  <a:cubicBezTo>
                    <a:pt x="76059" y="49430"/>
                    <a:pt x="74725" y="49144"/>
                    <a:pt x="73487" y="48573"/>
                  </a:cubicBezTo>
                  <a:close/>
                  <a:moveTo>
                    <a:pt x="39578" y="33428"/>
                  </a:moveTo>
                  <a:cubicBezTo>
                    <a:pt x="34720" y="31332"/>
                    <a:pt x="32625" y="25617"/>
                    <a:pt x="34720" y="20855"/>
                  </a:cubicBezTo>
                  <a:lnTo>
                    <a:pt x="34720" y="20855"/>
                  </a:lnTo>
                  <a:cubicBezTo>
                    <a:pt x="36911" y="16092"/>
                    <a:pt x="42531" y="13902"/>
                    <a:pt x="47293" y="16092"/>
                  </a:cubicBezTo>
                  <a:lnTo>
                    <a:pt x="47293" y="16092"/>
                  </a:lnTo>
                  <a:cubicBezTo>
                    <a:pt x="52151" y="18188"/>
                    <a:pt x="54247" y="23807"/>
                    <a:pt x="52151" y="28665"/>
                  </a:cubicBezTo>
                  <a:lnTo>
                    <a:pt x="52151" y="28665"/>
                  </a:lnTo>
                  <a:cubicBezTo>
                    <a:pt x="50532" y="32190"/>
                    <a:pt x="47103" y="34285"/>
                    <a:pt x="43483" y="34285"/>
                  </a:cubicBezTo>
                  <a:lnTo>
                    <a:pt x="43483" y="34285"/>
                  </a:lnTo>
                  <a:cubicBezTo>
                    <a:pt x="42150" y="34285"/>
                    <a:pt x="40816" y="33999"/>
                    <a:pt x="39578" y="33428"/>
                  </a:cubicBezTo>
                  <a:close/>
                  <a:moveTo>
                    <a:pt x="5574" y="18188"/>
                  </a:moveTo>
                  <a:cubicBezTo>
                    <a:pt x="811" y="16092"/>
                    <a:pt x="-1284" y="10473"/>
                    <a:pt x="811" y="5615"/>
                  </a:cubicBezTo>
                  <a:lnTo>
                    <a:pt x="811" y="5615"/>
                  </a:lnTo>
                  <a:cubicBezTo>
                    <a:pt x="3002" y="852"/>
                    <a:pt x="8622" y="-1339"/>
                    <a:pt x="13384" y="852"/>
                  </a:cubicBezTo>
                  <a:lnTo>
                    <a:pt x="13384" y="852"/>
                  </a:lnTo>
                  <a:cubicBezTo>
                    <a:pt x="18242" y="3043"/>
                    <a:pt x="20338" y="8663"/>
                    <a:pt x="18242" y="13425"/>
                  </a:cubicBezTo>
                  <a:lnTo>
                    <a:pt x="18242" y="13425"/>
                  </a:lnTo>
                  <a:cubicBezTo>
                    <a:pt x="16623" y="16950"/>
                    <a:pt x="13194" y="19045"/>
                    <a:pt x="9479" y="19045"/>
                  </a:cubicBezTo>
                  <a:lnTo>
                    <a:pt x="9479" y="19045"/>
                  </a:lnTo>
                  <a:cubicBezTo>
                    <a:pt x="8241" y="19045"/>
                    <a:pt x="6907" y="18759"/>
                    <a:pt x="5574" y="181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DB7D631-2189-30D6-AAE5-9D75CF167542}"/>
                </a:ext>
              </a:extLst>
            </p:cNvPr>
            <p:cNvSpPr/>
            <p:nvPr/>
          </p:nvSpPr>
          <p:spPr>
            <a:xfrm>
              <a:off x="5695910" y="3124540"/>
              <a:ext cx="372220" cy="50713"/>
            </a:xfrm>
            <a:custGeom>
              <a:avLst/>
              <a:gdLst>
                <a:gd name="connsiteX0" fmla="*/ 39 w 372220"/>
                <a:gd name="connsiteY0" fmla="*/ 42045 h 50713"/>
                <a:gd name="connsiteX1" fmla="*/ 8707 w 372220"/>
                <a:gd name="connsiteY1" fmla="*/ 31758 h 50713"/>
                <a:gd name="connsiteX2" fmla="*/ 8707 w 372220"/>
                <a:gd name="connsiteY2" fmla="*/ 31758 h 50713"/>
                <a:gd name="connsiteX3" fmla="*/ 18994 w 372220"/>
                <a:gd name="connsiteY3" fmla="*/ 40426 h 50713"/>
                <a:gd name="connsiteX4" fmla="*/ 18994 w 372220"/>
                <a:gd name="connsiteY4" fmla="*/ 40426 h 50713"/>
                <a:gd name="connsiteX5" fmla="*/ 10422 w 372220"/>
                <a:gd name="connsiteY5" fmla="*/ 50713 h 50713"/>
                <a:gd name="connsiteX6" fmla="*/ 10422 w 372220"/>
                <a:gd name="connsiteY6" fmla="*/ 50713 h 50713"/>
                <a:gd name="connsiteX7" fmla="*/ 9564 w 372220"/>
                <a:gd name="connsiteY7" fmla="*/ 50713 h 50713"/>
                <a:gd name="connsiteX8" fmla="*/ 9564 w 372220"/>
                <a:gd name="connsiteY8" fmla="*/ 50713 h 50713"/>
                <a:gd name="connsiteX9" fmla="*/ 39 w 372220"/>
                <a:gd name="connsiteY9" fmla="*/ 41950 h 50713"/>
                <a:gd name="connsiteX10" fmla="*/ 39282 w 372220"/>
                <a:gd name="connsiteY10" fmla="*/ 38521 h 50713"/>
                <a:gd name="connsiteX11" fmla="*/ 47950 w 372220"/>
                <a:gd name="connsiteY11" fmla="*/ 28234 h 50713"/>
                <a:gd name="connsiteX12" fmla="*/ 47950 w 372220"/>
                <a:gd name="connsiteY12" fmla="*/ 28234 h 50713"/>
                <a:gd name="connsiteX13" fmla="*/ 58237 w 372220"/>
                <a:gd name="connsiteY13" fmla="*/ 36807 h 50713"/>
                <a:gd name="connsiteX14" fmla="*/ 58237 w 372220"/>
                <a:gd name="connsiteY14" fmla="*/ 36807 h 50713"/>
                <a:gd name="connsiteX15" fmla="*/ 49665 w 372220"/>
                <a:gd name="connsiteY15" fmla="*/ 47189 h 50713"/>
                <a:gd name="connsiteX16" fmla="*/ 48712 w 372220"/>
                <a:gd name="connsiteY16" fmla="*/ 47189 h 50713"/>
                <a:gd name="connsiteX17" fmla="*/ 39282 w 372220"/>
                <a:gd name="connsiteY17" fmla="*/ 38521 h 50713"/>
                <a:gd name="connsiteX18" fmla="*/ 78525 w 372220"/>
                <a:gd name="connsiteY18" fmla="*/ 34997 h 50713"/>
                <a:gd name="connsiteX19" fmla="*/ 87193 w 372220"/>
                <a:gd name="connsiteY19" fmla="*/ 24710 h 50713"/>
                <a:gd name="connsiteX20" fmla="*/ 87193 w 372220"/>
                <a:gd name="connsiteY20" fmla="*/ 24710 h 50713"/>
                <a:gd name="connsiteX21" fmla="*/ 97480 w 372220"/>
                <a:gd name="connsiteY21" fmla="*/ 33378 h 50713"/>
                <a:gd name="connsiteX22" fmla="*/ 97480 w 372220"/>
                <a:gd name="connsiteY22" fmla="*/ 33378 h 50713"/>
                <a:gd name="connsiteX23" fmla="*/ 88908 w 372220"/>
                <a:gd name="connsiteY23" fmla="*/ 43665 h 50713"/>
                <a:gd name="connsiteX24" fmla="*/ 88908 w 372220"/>
                <a:gd name="connsiteY24" fmla="*/ 43665 h 50713"/>
                <a:gd name="connsiteX25" fmla="*/ 87955 w 372220"/>
                <a:gd name="connsiteY25" fmla="*/ 43665 h 50713"/>
                <a:gd name="connsiteX26" fmla="*/ 87955 w 372220"/>
                <a:gd name="connsiteY26" fmla="*/ 43665 h 50713"/>
                <a:gd name="connsiteX27" fmla="*/ 78525 w 372220"/>
                <a:gd name="connsiteY27" fmla="*/ 34902 h 50713"/>
                <a:gd name="connsiteX28" fmla="*/ 117768 w 372220"/>
                <a:gd name="connsiteY28" fmla="*/ 31473 h 50713"/>
                <a:gd name="connsiteX29" fmla="*/ 126436 w 372220"/>
                <a:gd name="connsiteY29" fmla="*/ 21186 h 50713"/>
                <a:gd name="connsiteX30" fmla="*/ 126436 w 372220"/>
                <a:gd name="connsiteY30" fmla="*/ 21186 h 50713"/>
                <a:gd name="connsiteX31" fmla="*/ 136723 w 372220"/>
                <a:gd name="connsiteY31" fmla="*/ 29758 h 50713"/>
                <a:gd name="connsiteX32" fmla="*/ 136723 w 372220"/>
                <a:gd name="connsiteY32" fmla="*/ 29758 h 50713"/>
                <a:gd name="connsiteX33" fmla="*/ 128151 w 372220"/>
                <a:gd name="connsiteY33" fmla="*/ 40140 h 50713"/>
                <a:gd name="connsiteX34" fmla="*/ 127198 w 372220"/>
                <a:gd name="connsiteY34" fmla="*/ 40140 h 50713"/>
                <a:gd name="connsiteX35" fmla="*/ 117768 w 372220"/>
                <a:gd name="connsiteY35" fmla="*/ 31473 h 50713"/>
                <a:gd name="connsiteX36" fmla="*/ 157011 w 372220"/>
                <a:gd name="connsiteY36" fmla="*/ 27948 h 50713"/>
                <a:gd name="connsiteX37" fmla="*/ 165679 w 372220"/>
                <a:gd name="connsiteY37" fmla="*/ 17661 h 50713"/>
                <a:gd name="connsiteX38" fmla="*/ 165679 w 372220"/>
                <a:gd name="connsiteY38" fmla="*/ 17661 h 50713"/>
                <a:gd name="connsiteX39" fmla="*/ 175966 w 372220"/>
                <a:gd name="connsiteY39" fmla="*/ 26329 h 50713"/>
                <a:gd name="connsiteX40" fmla="*/ 175966 w 372220"/>
                <a:gd name="connsiteY40" fmla="*/ 26329 h 50713"/>
                <a:gd name="connsiteX41" fmla="*/ 167394 w 372220"/>
                <a:gd name="connsiteY41" fmla="*/ 36616 h 50713"/>
                <a:gd name="connsiteX42" fmla="*/ 167394 w 372220"/>
                <a:gd name="connsiteY42" fmla="*/ 36616 h 50713"/>
                <a:gd name="connsiteX43" fmla="*/ 166441 w 372220"/>
                <a:gd name="connsiteY43" fmla="*/ 36616 h 50713"/>
                <a:gd name="connsiteX44" fmla="*/ 166441 w 372220"/>
                <a:gd name="connsiteY44" fmla="*/ 36616 h 50713"/>
                <a:gd name="connsiteX45" fmla="*/ 157011 w 372220"/>
                <a:gd name="connsiteY45" fmla="*/ 27853 h 50713"/>
                <a:gd name="connsiteX46" fmla="*/ 196254 w 372220"/>
                <a:gd name="connsiteY46" fmla="*/ 24424 h 50713"/>
                <a:gd name="connsiteX47" fmla="*/ 204922 w 372220"/>
                <a:gd name="connsiteY47" fmla="*/ 14137 h 50713"/>
                <a:gd name="connsiteX48" fmla="*/ 204922 w 372220"/>
                <a:gd name="connsiteY48" fmla="*/ 14137 h 50713"/>
                <a:gd name="connsiteX49" fmla="*/ 215209 w 372220"/>
                <a:gd name="connsiteY49" fmla="*/ 22710 h 50713"/>
                <a:gd name="connsiteX50" fmla="*/ 215209 w 372220"/>
                <a:gd name="connsiteY50" fmla="*/ 22710 h 50713"/>
                <a:gd name="connsiteX51" fmla="*/ 206541 w 372220"/>
                <a:gd name="connsiteY51" fmla="*/ 33092 h 50713"/>
                <a:gd name="connsiteX52" fmla="*/ 205684 w 372220"/>
                <a:gd name="connsiteY52" fmla="*/ 33092 h 50713"/>
                <a:gd name="connsiteX53" fmla="*/ 196254 w 372220"/>
                <a:gd name="connsiteY53" fmla="*/ 24424 h 50713"/>
                <a:gd name="connsiteX54" fmla="*/ 235497 w 372220"/>
                <a:gd name="connsiteY54" fmla="*/ 20900 h 50713"/>
                <a:gd name="connsiteX55" fmla="*/ 244070 w 372220"/>
                <a:gd name="connsiteY55" fmla="*/ 10613 h 50713"/>
                <a:gd name="connsiteX56" fmla="*/ 244070 w 372220"/>
                <a:gd name="connsiteY56" fmla="*/ 10613 h 50713"/>
                <a:gd name="connsiteX57" fmla="*/ 254452 w 372220"/>
                <a:gd name="connsiteY57" fmla="*/ 19281 h 50713"/>
                <a:gd name="connsiteX58" fmla="*/ 254452 w 372220"/>
                <a:gd name="connsiteY58" fmla="*/ 19281 h 50713"/>
                <a:gd name="connsiteX59" fmla="*/ 245784 w 372220"/>
                <a:gd name="connsiteY59" fmla="*/ 29568 h 50713"/>
                <a:gd name="connsiteX60" fmla="*/ 244927 w 372220"/>
                <a:gd name="connsiteY60" fmla="*/ 29568 h 50713"/>
                <a:gd name="connsiteX61" fmla="*/ 235497 w 372220"/>
                <a:gd name="connsiteY61" fmla="*/ 20900 h 50713"/>
                <a:gd name="connsiteX62" fmla="*/ 274740 w 372220"/>
                <a:gd name="connsiteY62" fmla="*/ 17376 h 50713"/>
                <a:gd name="connsiteX63" fmla="*/ 283313 w 372220"/>
                <a:gd name="connsiteY63" fmla="*/ 7089 h 50713"/>
                <a:gd name="connsiteX64" fmla="*/ 283313 w 372220"/>
                <a:gd name="connsiteY64" fmla="*/ 7089 h 50713"/>
                <a:gd name="connsiteX65" fmla="*/ 293695 w 372220"/>
                <a:gd name="connsiteY65" fmla="*/ 15661 h 50713"/>
                <a:gd name="connsiteX66" fmla="*/ 293695 w 372220"/>
                <a:gd name="connsiteY66" fmla="*/ 15661 h 50713"/>
                <a:gd name="connsiteX67" fmla="*/ 285027 w 372220"/>
                <a:gd name="connsiteY67" fmla="*/ 26043 h 50713"/>
                <a:gd name="connsiteX68" fmla="*/ 284170 w 372220"/>
                <a:gd name="connsiteY68" fmla="*/ 26043 h 50713"/>
                <a:gd name="connsiteX69" fmla="*/ 274740 w 372220"/>
                <a:gd name="connsiteY69" fmla="*/ 17376 h 50713"/>
                <a:gd name="connsiteX70" fmla="*/ 313983 w 372220"/>
                <a:gd name="connsiteY70" fmla="*/ 13851 h 50713"/>
                <a:gd name="connsiteX71" fmla="*/ 322556 w 372220"/>
                <a:gd name="connsiteY71" fmla="*/ 3564 h 50713"/>
                <a:gd name="connsiteX72" fmla="*/ 322556 w 372220"/>
                <a:gd name="connsiteY72" fmla="*/ 3564 h 50713"/>
                <a:gd name="connsiteX73" fmla="*/ 332938 w 372220"/>
                <a:gd name="connsiteY73" fmla="*/ 12137 h 50713"/>
                <a:gd name="connsiteX74" fmla="*/ 332938 w 372220"/>
                <a:gd name="connsiteY74" fmla="*/ 12137 h 50713"/>
                <a:gd name="connsiteX75" fmla="*/ 324270 w 372220"/>
                <a:gd name="connsiteY75" fmla="*/ 22519 h 50713"/>
                <a:gd name="connsiteX76" fmla="*/ 323413 w 372220"/>
                <a:gd name="connsiteY76" fmla="*/ 22519 h 50713"/>
                <a:gd name="connsiteX77" fmla="*/ 313983 w 372220"/>
                <a:gd name="connsiteY77" fmla="*/ 13851 h 50713"/>
                <a:gd name="connsiteX78" fmla="*/ 353226 w 372220"/>
                <a:gd name="connsiteY78" fmla="*/ 10327 h 50713"/>
                <a:gd name="connsiteX79" fmla="*/ 361799 w 372220"/>
                <a:gd name="connsiteY79" fmla="*/ 40 h 50713"/>
                <a:gd name="connsiteX80" fmla="*/ 361799 w 372220"/>
                <a:gd name="connsiteY80" fmla="*/ 40 h 50713"/>
                <a:gd name="connsiteX81" fmla="*/ 372181 w 372220"/>
                <a:gd name="connsiteY81" fmla="*/ 8613 h 50713"/>
                <a:gd name="connsiteX82" fmla="*/ 372181 w 372220"/>
                <a:gd name="connsiteY82" fmla="*/ 8613 h 50713"/>
                <a:gd name="connsiteX83" fmla="*/ 363513 w 372220"/>
                <a:gd name="connsiteY83" fmla="*/ 18995 h 50713"/>
                <a:gd name="connsiteX84" fmla="*/ 362656 w 372220"/>
                <a:gd name="connsiteY84" fmla="*/ 18995 h 50713"/>
                <a:gd name="connsiteX85" fmla="*/ 353226 w 372220"/>
                <a:gd name="connsiteY85" fmla="*/ 10327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372220" h="50713">
                  <a:moveTo>
                    <a:pt x="39" y="42045"/>
                  </a:moveTo>
                  <a:cubicBezTo>
                    <a:pt x="-437" y="36807"/>
                    <a:pt x="3468" y="32235"/>
                    <a:pt x="8707" y="31758"/>
                  </a:cubicBezTo>
                  <a:lnTo>
                    <a:pt x="8707" y="31758"/>
                  </a:lnTo>
                  <a:cubicBezTo>
                    <a:pt x="13946" y="31282"/>
                    <a:pt x="18518" y="35092"/>
                    <a:pt x="18994" y="40426"/>
                  </a:cubicBezTo>
                  <a:lnTo>
                    <a:pt x="18994" y="40426"/>
                  </a:lnTo>
                  <a:cubicBezTo>
                    <a:pt x="19470" y="45570"/>
                    <a:pt x="15660" y="50237"/>
                    <a:pt x="10422" y="50713"/>
                  </a:cubicBezTo>
                  <a:lnTo>
                    <a:pt x="10422" y="50713"/>
                  </a:lnTo>
                  <a:cubicBezTo>
                    <a:pt x="10422" y="50713"/>
                    <a:pt x="9850" y="50713"/>
                    <a:pt x="9564" y="50713"/>
                  </a:cubicBezTo>
                  <a:lnTo>
                    <a:pt x="9564" y="50713"/>
                  </a:lnTo>
                  <a:cubicBezTo>
                    <a:pt x="4611" y="50713"/>
                    <a:pt x="516" y="46903"/>
                    <a:pt x="39" y="41950"/>
                  </a:cubicBezTo>
                  <a:close/>
                  <a:moveTo>
                    <a:pt x="39282" y="38521"/>
                  </a:moveTo>
                  <a:cubicBezTo>
                    <a:pt x="38806" y="33378"/>
                    <a:pt x="42711" y="28710"/>
                    <a:pt x="47950" y="28234"/>
                  </a:cubicBezTo>
                  <a:lnTo>
                    <a:pt x="47950" y="28234"/>
                  </a:lnTo>
                  <a:cubicBezTo>
                    <a:pt x="53189" y="27758"/>
                    <a:pt x="57761" y="31663"/>
                    <a:pt x="58237" y="36807"/>
                  </a:cubicBezTo>
                  <a:lnTo>
                    <a:pt x="58237" y="36807"/>
                  </a:lnTo>
                  <a:cubicBezTo>
                    <a:pt x="58713" y="42141"/>
                    <a:pt x="54903" y="46713"/>
                    <a:pt x="49665" y="47189"/>
                  </a:cubicBezTo>
                  <a:lnTo>
                    <a:pt x="48712" y="47189"/>
                  </a:lnTo>
                  <a:cubicBezTo>
                    <a:pt x="43854" y="47189"/>
                    <a:pt x="39759" y="43474"/>
                    <a:pt x="39282" y="38521"/>
                  </a:cubicBezTo>
                  <a:close/>
                  <a:moveTo>
                    <a:pt x="78525" y="34997"/>
                  </a:moveTo>
                  <a:cubicBezTo>
                    <a:pt x="78049" y="29758"/>
                    <a:pt x="81954" y="25186"/>
                    <a:pt x="87193" y="24710"/>
                  </a:cubicBezTo>
                  <a:lnTo>
                    <a:pt x="87193" y="24710"/>
                  </a:lnTo>
                  <a:cubicBezTo>
                    <a:pt x="92432" y="24234"/>
                    <a:pt x="97004" y="28044"/>
                    <a:pt x="97480" y="33378"/>
                  </a:cubicBezTo>
                  <a:lnTo>
                    <a:pt x="97480" y="33378"/>
                  </a:lnTo>
                  <a:cubicBezTo>
                    <a:pt x="97956" y="38521"/>
                    <a:pt x="94051" y="43188"/>
                    <a:pt x="88908" y="43665"/>
                  </a:cubicBezTo>
                  <a:lnTo>
                    <a:pt x="88908" y="43665"/>
                  </a:lnTo>
                  <a:cubicBezTo>
                    <a:pt x="88908" y="43665"/>
                    <a:pt x="88241" y="43665"/>
                    <a:pt x="87955" y="43665"/>
                  </a:cubicBezTo>
                  <a:lnTo>
                    <a:pt x="87955" y="43665"/>
                  </a:lnTo>
                  <a:cubicBezTo>
                    <a:pt x="83097" y="43665"/>
                    <a:pt x="79002" y="39855"/>
                    <a:pt x="78525" y="34902"/>
                  </a:cubicBezTo>
                  <a:close/>
                  <a:moveTo>
                    <a:pt x="117768" y="31473"/>
                  </a:moveTo>
                  <a:cubicBezTo>
                    <a:pt x="117292" y="26329"/>
                    <a:pt x="121197" y="21662"/>
                    <a:pt x="126436" y="21186"/>
                  </a:cubicBezTo>
                  <a:lnTo>
                    <a:pt x="126436" y="21186"/>
                  </a:lnTo>
                  <a:cubicBezTo>
                    <a:pt x="131580" y="20709"/>
                    <a:pt x="136247" y="24615"/>
                    <a:pt x="136723" y="29758"/>
                  </a:cubicBezTo>
                  <a:lnTo>
                    <a:pt x="136723" y="29758"/>
                  </a:lnTo>
                  <a:cubicBezTo>
                    <a:pt x="137199" y="35092"/>
                    <a:pt x="133294" y="39664"/>
                    <a:pt x="128151" y="40140"/>
                  </a:cubicBezTo>
                  <a:lnTo>
                    <a:pt x="127198" y="40140"/>
                  </a:lnTo>
                  <a:cubicBezTo>
                    <a:pt x="122340" y="40140"/>
                    <a:pt x="118245" y="36426"/>
                    <a:pt x="117768" y="31473"/>
                  </a:cubicBezTo>
                  <a:close/>
                  <a:moveTo>
                    <a:pt x="157011" y="27948"/>
                  </a:moveTo>
                  <a:cubicBezTo>
                    <a:pt x="156535" y="22710"/>
                    <a:pt x="160440" y="18138"/>
                    <a:pt x="165679" y="17661"/>
                  </a:cubicBezTo>
                  <a:lnTo>
                    <a:pt x="165679" y="17661"/>
                  </a:lnTo>
                  <a:cubicBezTo>
                    <a:pt x="170823" y="17185"/>
                    <a:pt x="175490" y="20995"/>
                    <a:pt x="175966" y="26329"/>
                  </a:cubicBezTo>
                  <a:lnTo>
                    <a:pt x="175966" y="26329"/>
                  </a:lnTo>
                  <a:cubicBezTo>
                    <a:pt x="176442" y="31473"/>
                    <a:pt x="172537" y="36140"/>
                    <a:pt x="167394" y="36616"/>
                  </a:cubicBezTo>
                  <a:lnTo>
                    <a:pt x="167394" y="36616"/>
                  </a:lnTo>
                  <a:cubicBezTo>
                    <a:pt x="167394" y="36616"/>
                    <a:pt x="166727" y="36616"/>
                    <a:pt x="166441" y="36616"/>
                  </a:cubicBezTo>
                  <a:lnTo>
                    <a:pt x="166441" y="36616"/>
                  </a:lnTo>
                  <a:cubicBezTo>
                    <a:pt x="161583" y="36616"/>
                    <a:pt x="157488" y="32806"/>
                    <a:pt x="157011" y="27853"/>
                  </a:cubicBezTo>
                  <a:close/>
                  <a:moveTo>
                    <a:pt x="196254" y="24424"/>
                  </a:moveTo>
                  <a:cubicBezTo>
                    <a:pt x="195778" y="19281"/>
                    <a:pt x="199588" y="14613"/>
                    <a:pt x="204922" y="14137"/>
                  </a:cubicBezTo>
                  <a:lnTo>
                    <a:pt x="204922" y="14137"/>
                  </a:lnTo>
                  <a:cubicBezTo>
                    <a:pt x="210066" y="13661"/>
                    <a:pt x="214733" y="17566"/>
                    <a:pt x="215209" y="22710"/>
                  </a:cubicBezTo>
                  <a:lnTo>
                    <a:pt x="215209" y="22710"/>
                  </a:lnTo>
                  <a:cubicBezTo>
                    <a:pt x="215685" y="28044"/>
                    <a:pt x="211875" y="32616"/>
                    <a:pt x="206541" y="33092"/>
                  </a:cubicBezTo>
                  <a:lnTo>
                    <a:pt x="205684" y="33092"/>
                  </a:lnTo>
                  <a:cubicBezTo>
                    <a:pt x="200826" y="33092"/>
                    <a:pt x="196731" y="29377"/>
                    <a:pt x="196254" y="24424"/>
                  </a:cubicBezTo>
                  <a:close/>
                  <a:moveTo>
                    <a:pt x="235497" y="20900"/>
                  </a:moveTo>
                  <a:cubicBezTo>
                    <a:pt x="235021" y="15661"/>
                    <a:pt x="238831" y="11089"/>
                    <a:pt x="244070" y="10613"/>
                  </a:cubicBezTo>
                  <a:lnTo>
                    <a:pt x="244070" y="10613"/>
                  </a:lnTo>
                  <a:cubicBezTo>
                    <a:pt x="249309" y="10137"/>
                    <a:pt x="253976" y="13947"/>
                    <a:pt x="254452" y="19281"/>
                  </a:cubicBezTo>
                  <a:lnTo>
                    <a:pt x="254452" y="19281"/>
                  </a:lnTo>
                  <a:cubicBezTo>
                    <a:pt x="254928" y="24424"/>
                    <a:pt x="251023" y="29091"/>
                    <a:pt x="245784" y="29568"/>
                  </a:cubicBezTo>
                  <a:lnTo>
                    <a:pt x="244927" y="29568"/>
                  </a:lnTo>
                  <a:cubicBezTo>
                    <a:pt x="240069" y="29568"/>
                    <a:pt x="235974" y="25853"/>
                    <a:pt x="235497" y="20900"/>
                  </a:cubicBezTo>
                  <a:close/>
                  <a:moveTo>
                    <a:pt x="274740" y="17376"/>
                  </a:moveTo>
                  <a:cubicBezTo>
                    <a:pt x="274264" y="12137"/>
                    <a:pt x="278169" y="7565"/>
                    <a:pt x="283313" y="7089"/>
                  </a:cubicBezTo>
                  <a:lnTo>
                    <a:pt x="283313" y="7089"/>
                  </a:lnTo>
                  <a:cubicBezTo>
                    <a:pt x="288552" y="6612"/>
                    <a:pt x="293219" y="10518"/>
                    <a:pt x="293695" y="15661"/>
                  </a:cubicBezTo>
                  <a:lnTo>
                    <a:pt x="293695" y="15661"/>
                  </a:lnTo>
                  <a:cubicBezTo>
                    <a:pt x="294171" y="20995"/>
                    <a:pt x="290266" y="25567"/>
                    <a:pt x="285027" y="26043"/>
                  </a:cubicBezTo>
                  <a:lnTo>
                    <a:pt x="284170" y="26043"/>
                  </a:lnTo>
                  <a:cubicBezTo>
                    <a:pt x="279312" y="26043"/>
                    <a:pt x="275121" y="22329"/>
                    <a:pt x="274740" y="17376"/>
                  </a:cubicBezTo>
                  <a:close/>
                  <a:moveTo>
                    <a:pt x="313983" y="13851"/>
                  </a:moveTo>
                  <a:cubicBezTo>
                    <a:pt x="313507" y="8613"/>
                    <a:pt x="317412" y="4041"/>
                    <a:pt x="322556" y="3564"/>
                  </a:cubicBezTo>
                  <a:lnTo>
                    <a:pt x="322556" y="3564"/>
                  </a:lnTo>
                  <a:cubicBezTo>
                    <a:pt x="327795" y="3088"/>
                    <a:pt x="332462" y="6898"/>
                    <a:pt x="332938" y="12137"/>
                  </a:cubicBezTo>
                  <a:lnTo>
                    <a:pt x="332938" y="12137"/>
                  </a:lnTo>
                  <a:cubicBezTo>
                    <a:pt x="333414" y="17376"/>
                    <a:pt x="329509" y="22043"/>
                    <a:pt x="324270" y="22519"/>
                  </a:cubicBezTo>
                  <a:lnTo>
                    <a:pt x="323413" y="22519"/>
                  </a:lnTo>
                  <a:cubicBezTo>
                    <a:pt x="318555" y="22519"/>
                    <a:pt x="314364" y="18804"/>
                    <a:pt x="313983" y="13851"/>
                  </a:cubicBezTo>
                  <a:close/>
                  <a:moveTo>
                    <a:pt x="353226" y="10327"/>
                  </a:moveTo>
                  <a:cubicBezTo>
                    <a:pt x="352750" y="5088"/>
                    <a:pt x="356560" y="516"/>
                    <a:pt x="361799" y="40"/>
                  </a:cubicBezTo>
                  <a:lnTo>
                    <a:pt x="361799" y="40"/>
                  </a:lnTo>
                  <a:cubicBezTo>
                    <a:pt x="367038" y="-436"/>
                    <a:pt x="371705" y="3374"/>
                    <a:pt x="372181" y="8613"/>
                  </a:cubicBezTo>
                  <a:lnTo>
                    <a:pt x="372181" y="8613"/>
                  </a:lnTo>
                  <a:cubicBezTo>
                    <a:pt x="372657" y="13947"/>
                    <a:pt x="368752" y="18519"/>
                    <a:pt x="363513" y="18995"/>
                  </a:cubicBezTo>
                  <a:lnTo>
                    <a:pt x="362656" y="18995"/>
                  </a:lnTo>
                  <a:cubicBezTo>
                    <a:pt x="357798" y="18995"/>
                    <a:pt x="353607" y="15280"/>
                    <a:pt x="353226" y="103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BE4D208-1982-E90F-5F77-588BEA63B583}"/>
                </a:ext>
              </a:extLst>
            </p:cNvPr>
            <p:cNvSpPr/>
            <p:nvPr/>
          </p:nvSpPr>
          <p:spPr>
            <a:xfrm>
              <a:off x="6127583" y="3124540"/>
              <a:ext cx="372887" cy="50713"/>
            </a:xfrm>
            <a:custGeom>
              <a:avLst/>
              <a:gdLst>
                <a:gd name="connsiteX0" fmla="*/ 362466 w 372887"/>
                <a:gd name="connsiteY0" fmla="*/ 50713 h 50713"/>
                <a:gd name="connsiteX1" fmla="*/ 353893 w 372887"/>
                <a:gd name="connsiteY1" fmla="*/ 40331 h 50713"/>
                <a:gd name="connsiteX2" fmla="*/ 353893 w 372887"/>
                <a:gd name="connsiteY2" fmla="*/ 40331 h 50713"/>
                <a:gd name="connsiteX3" fmla="*/ 364180 w 372887"/>
                <a:gd name="connsiteY3" fmla="*/ 31758 h 50713"/>
                <a:gd name="connsiteX4" fmla="*/ 364180 w 372887"/>
                <a:gd name="connsiteY4" fmla="*/ 31758 h 50713"/>
                <a:gd name="connsiteX5" fmla="*/ 372848 w 372887"/>
                <a:gd name="connsiteY5" fmla="*/ 42141 h 50713"/>
                <a:gd name="connsiteX6" fmla="*/ 372848 w 372887"/>
                <a:gd name="connsiteY6" fmla="*/ 42141 h 50713"/>
                <a:gd name="connsiteX7" fmla="*/ 363323 w 372887"/>
                <a:gd name="connsiteY7" fmla="*/ 50713 h 50713"/>
                <a:gd name="connsiteX8" fmla="*/ 362466 w 372887"/>
                <a:gd name="connsiteY8" fmla="*/ 50713 h 50713"/>
                <a:gd name="connsiteX9" fmla="*/ 323223 w 372887"/>
                <a:gd name="connsiteY9" fmla="*/ 47189 h 50713"/>
                <a:gd name="connsiteX10" fmla="*/ 314555 w 372887"/>
                <a:gd name="connsiteY10" fmla="*/ 36902 h 50713"/>
                <a:gd name="connsiteX11" fmla="*/ 314555 w 372887"/>
                <a:gd name="connsiteY11" fmla="*/ 36902 h 50713"/>
                <a:gd name="connsiteX12" fmla="*/ 324842 w 372887"/>
                <a:gd name="connsiteY12" fmla="*/ 28234 h 50713"/>
                <a:gd name="connsiteX13" fmla="*/ 324842 w 372887"/>
                <a:gd name="connsiteY13" fmla="*/ 28234 h 50713"/>
                <a:gd name="connsiteX14" fmla="*/ 333510 w 372887"/>
                <a:gd name="connsiteY14" fmla="*/ 38521 h 50713"/>
                <a:gd name="connsiteX15" fmla="*/ 333510 w 372887"/>
                <a:gd name="connsiteY15" fmla="*/ 38521 h 50713"/>
                <a:gd name="connsiteX16" fmla="*/ 324080 w 372887"/>
                <a:gd name="connsiteY16" fmla="*/ 47189 h 50713"/>
                <a:gd name="connsiteX17" fmla="*/ 323223 w 372887"/>
                <a:gd name="connsiteY17" fmla="*/ 47189 h 50713"/>
                <a:gd name="connsiteX18" fmla="*/ 283884 w 372887"/>
                <a:gd name="connsiteY18" fmla="*/ 43665 h 50713"/>
                <a:gd name="connsiteX19" fmla="*/ 275217 w 372887"/>
                <a:gd name="connsiteY19" fmla="*/ 33378 h 50713"/>
                <a:gd name="connsiteX20" fmla="*/ 275217 w 372887"/>
                <a:gd name="connsiteY20" fmla="*/ 33378 h 50713"/>
                <a:gd name="connsiteX21" fmla="*/ 285504 w 372887"/>
                <a:gd name="connsiteY21" fmla="*/ 24710 h 50713"/>
                <a:gd name="connsiteX22" fmla="*/ 285504 w 372887"/>
                <a:gd name="connsiteY22" fmla="*/ 24710 h 50713"/>
                <a:gd name="connsiteX23" fmla="*/ 294171 w 372887"/>
                <a:gd name="connsiteY23" fmla="*/ 34997 h 50713"/>
                <a:gd name="connsiteX24" fmla="*/ 294171 w 372887"/>
                <a:gd name="connsiteY24" fmla="*/ 34997 h 50713"/>
                <a:gd name="connsiteX25" fmla="*/ 284742 w 372887"/>
                <a:gd name="connsiteY25" fmla="*/ 43665 h 50713"/>
                <a:gd name="connsiteX26" fmla="*/ 283884 w 372887"/>
                <a:gd name="connsiteY26" fmla="*/ 43665 h 50713"/>
                <a:gd name="connsiteX27" fmla="*/ 244546 w 372887"/>
                <a:gd name="connsiteY27" fmla="*/ 40140 h 50713"/>
                <a:gd name="connsiteX28" fmla="*/ 235878 w 372887"/>
                <a:gd name="connsiteY28" fmla="*/ 29758 h 50713"/>
                <a:gd name="connsiteX29" fmla="*/ 235878 w 372887"/>
                <a:gd name="connsiteY29" fmla="*/ 29758 h 50713"/>
                <a:gd name="connsiteX30" fmla="*/ 246261 w 372887"/>
                <a:gd name="connsiteY30" fmla="*/ 21186 h 50713"/>
                <a:gd name="connsiteX31" fmla="*/ 246261 w 372887"/>
                <a:gd name="connsiteY31" fmla="*/ 21186 h 50713"/>
                <a:gd name="connsiteX32" fmla="*/ 254833 w 372887"/>
                <a:gd name="connsiteY32" fmla="*/ 31473 h 50713"/>
                <a:gd name="connsiteX33" fmla="*/ 254833 w 372887"/>
                <a:gd name="connsiteY33" fmla="*/ 31473 h 50713"/>
                <a:gd name="connsiteX34" fmla="*/ 245403 w 372887"/>
                <a:gd name="connsiteY34" fmla="*/ 40236 h 50713"/>
                <a:gd name="connsiteX35" fmla="*/ 245403 w 372887"/>
                <a:gd name="connsiteY35" fmla="*/ 40236 h 50713"/>
                <a:gd name="connsiteX36" fmla="*/ 244546 w 372887"/>
                <a:gd name="connsiteY36" fmla="*/ 40236 h 50713"/>
                <a:gd name="connsiteX37" fmla="*/ 205208 w 372887"/>
                <a:gd name="connsiteY37" fmla="*/ 36616 h 50713"/>
                <a:gd name="connsiteX38" fmla="*/ 196635 w 372887"/>
                <a:gd name="connsiteY38" fmla="*/ 26234 h 50713"/>
                <a:gd name="connsiteX39" fmla="*/ 196635 w 372887"/>
                <a:gd name="connsiteY39" fmla="*/ 26234 h 50713"/>
                <a:gd name="connsiteX40" fmla="*/ 206922 w 372887"/>
                <a:gd name="connsiteY40" fmla="*/ 17661 h 50713"/>
                <a:gd name="connsiteX41" fmla="*/ 206922 w 372887"/>
                <a:gd name="connsiteY41" fmla="*/ 17661 h 50713"/>
                <a:gd name="connsiteX42" fmla="*/ 215590 w 372887"/>
                <a:gd name="connsiteY42" fmla="*/ 28044 h 50713"/>
                <a:gd name="connsiteX43" fmla="*/ 215590 w 372887"/>
                <a:gd name="connsiteY43" fmla="*/ 28044 h 50713"/>
                <a:gd name="connsiteX44" fmla="*/ 206160 w 372887"/>
                <a:gd name="connsiteY44" fmla="*/ 36616 h 50713"/>
                <a:gd name="connsiteX45" fmla="*/ 205208 w 372887"/>
                <a:gd name="connsiteY45" fmla="*/ 36616 h 50713"/>
                <a:gd name="connsiteX46" fmla="*/ 165870 w 372887"/>
                <a:gd name="connsiteY46" fmla="*/ 33092 h 50713"/>
                <a:gd name="connsiteX47" fmla="*/ 157297 w 372887"/>
                <a:gd name="connsiteY47" fmla="*/ 22805 h 50713"/>
                <a:gd name="connsiteX48" fmla="*/ 157297 w 372887"/>
                <a:gd name="connsiteY48" fmla="*/ 22805 h 50713"/>
                <a:gd name="connsiteX49" fmla="*/ 167584 w 372887"/>
                <a:gd name="connsiteY49" fmla="*/ 14137 h 50713"/>
                <a:gd name="connsiteX50" fmla="*/ 167584 w 372887"/>
                <a:gd name="connsiteY50" fmla="*/ 14137 h 50713"/>
                <a:gd name="connsiteX51" fmla="*/ 176252 w 372887"/>
                <a:gd name="connsiteY51" fmla="*/ 24424 h 50713"/>
                <a:gd name="connsiteX52" fmla="*/ 176252 w 372887"/>
                <a:gd name="connsiteY52" fmla="*/ 24424 h 50713"/>
                <a:gd name="connsiteX53" fmla="*/ 166822 w 372887"/>
                <a:gd name="connsiteY53" fmla="*/ 33092 h 50713"/>
                <a:gd name="connsiteX54" fmla="*/ 165870 w 372887"/>
                <a:gd name="connsiteY54" fmla="*/ 33092 h 50713"/>
                <a:gd name="connsiteX55" fmla="*/ 126627 w 372887"/>
                <a:gd name="connsiteY55" fmla="*/ 29568 h 50713"/>
                <a:gd name="connsiteX56" fmla="*/ 117959 w 372887"/>
                <a:gd name="connsiteY56" fmla="*/ 19281 h 50713"/>
                <a:gd name="connsiteX57" fmla="*/ 117959 w 372887"/>
                <a:gd name="connsiteY57" fmla="*/ 19281 h 50713"/>
                <a:gd name="connsiteX58" fmla="*/ 128341 w 372887"/>
                <a:gd name="connsiteY58" fmla="*/ 10613 h 50713"/>
                <a:gd name="connsiteX59" fmla="*/ 128341 w 372887"/>
                <a:gd name="connsiteY59" fmla="*/ 10613 h 50713"/>
                <a:gd name="connsiteX60" fmla="*/ 136914 w 372887"/>
                <a:gd name="connsiteY60" fmla="*/ 20900 h 50713"/>
                <a:gd name="connsiteX61" fmla="*/ 136914 w 372887"/>
                <a:gd name="connsiteY61" fmla="*/ 20900 h 50713"/>
                <a:gd name="connsiteX62" fmla="*/ 127484 w 372887"/>
                <a:gd name="connsiteY62" fmla="*/ 29568 h 50713"/>
                <a:gd name="connsiteX63" fmla="*/ 126627 w 372887"/>
                <a:gd name="connsiteY63" fmla="*/ 29568 h 50713"/>
                <a:gd name="connsiteX64" fmla="*/ 87288 w 372887"/>
                <a:gd name="connsiteY64" fmla="*/ 26043 h 50713"/>
                <a:gd name="connsiteX65" fmla="*/ 78621 w 372887"/>
                <a:gd name="connsiteY65" fmla="*/ 15661 h 50713"/>
                <a:gd name="connsiteX66" fmla="*/ 78621 w 372887"/>
                <a:gd name="connsiteY66" fmla="*/ 15661 h 50713"/>
                <a:gd name="connsiteX67" fmla="*/ 89003 w 372887"/>
                <a:gd name="connsiteY67" fmla="*/ 7089 h 50713"/>
                <a:gd name="connsiteX68" fmla="*/ 89003 w 372887"/>
                <a:gd name="connsiteY68" fmla="*/ 7089 h 50713"/>
                <a:gd name="connsiteX69" fmla="*/ 97575 w 372887"/>
                <a:gd name="connsiteY69" fmla="*/ 17376 h 50713"/>
                <a:gd name="connsiteX70" fmla="*/ 97575 w 372887"/>
                <a:gd name="connsiteY70" fmla="*/ 17376 h 50713"/>
                <a:gd name="connsiteX71" fmla="*/ 88146 w 372887"/>
                <a:gd name="connsiteY71" fmla="*/ 26043 h 50713"/>
                <a:gd name="connsiteX72" fmla="*/ 87288 w 372887"/>
                <a:gd name="connsiteY72" fmla="*/ 26043 h 50713"/>
                <a:gd name="connsiteX73" fmla="*/ 47950 w 372887"/>
                <a:gd name="connsiteY73" fmla="*/ 22519 h 50713"/>
                <a:gd name="connsiteX74" fmla="*/ 39378 w 372887"/>
                <a:gd name="connsiteY74" fmla="*/ 12137 h 50713"/>
                <a:gd name="connsiteX75" fmla="*/ 39378 w 372887"/>
                <a:gd name="connsiteY75" fmla="*/ 12137 h 50713"/>
                <a:gd name="connsiteX76" fmla="*/ 49665 w 372887"/>
                <a:gd name="connsiteY76" fmla="*/ 3564 h 50713"/>
                <a:gd name="connsiteX77" fmla="*/ 49665 w 372887"/>
                <a:gd name="connsiteY77" fmla="*/ 3564 h 50713"/>
                <a:gd name="connsiteX78" fmla="*/ 58332 w 372887"/>
                <a:gd name="connsiteY78" fmla="*/ 13851 h 50713"/>
                <a:gd name="connsiteX79" fmla="*/ 58332 w 372887"/>
                <a:gd name="connsiteY79" fmla="*/ 13851 h 50713"/>
                <a:gd name="connsiteX80" fmla="*/ 48903 w 372887"/>
                <a:gd name="connsiteY80" fmla="*/ 22519 h 50713"/>
                <a:gd name="connsiteX81" fmla="*/ 47950 w 372887"/>
                <a:gd name="connsiteY81" fmla="*/ 22519 h 50713"/>
                <a:gd name="connsiteX82" fmla="*/ 8707 w 372887"/>
                <a:gd name="connsiteY82" fmla="*/ 18995 h 50713"/>
                <a:gd name="connsiteX83" fmla="*/ 39 w 372887"/>
                <a:gd name="connsiteY83" fmla="*/ 8613 h 50713"/>
                <a:gd name="connsiteX84" fmla="*/ 39 w 372887"/>
                <a:gd name="connsiteY84" fmla="*/ 8613 h 50713"/>
                <a:gd name="connsiteX85" fmla="*/ 10326 w 372887"/>
                <a:gd name="connsiteY85" fmla="*/ 40 h 50713"/>
                <a:gd name="connsiteX86" fmla="*/ 10326 w 372887"/>
                <a:gd name="connsiteY86" fmla="*/ 40 h 50713"/>
                <a:gd name="connsiteX87" fmla="*/ 18994 w 372887"/>
                <a:gd name="connsiteY87" fmla="*/ 10327 h 50713"/>
                <a:gd name="connsiteX88" fmla="*/ 18994 w 372887"/>
                <a:gd name="connsiteY88" fmla="*/ 10327 h 50713"/>
                <a:gd name="connsiteX89" fmla="*/ 9564 w 372887"/>
                <a:gd name="connsiteY89" fmla="*/ 18995 h 50713"/>
                <a:gd name="connsiteX90" fmla="*/ 8707 w 372887"/>
                <a:gd name="connsiteY90" fmla="*/ 18995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72887" h="50713">
                  <a:moveTo>
                    <a:pt x="362466" y="50713"/>
                  </a:moveTo>
                  <a:cubicBezTo>
                    <a:pt x="357227" y="50237"/>
                    <a:pt x="353417" y="45570"/>
                    <a:pt x="353893" y="40331"/>
                  </a:cubicBezTo>
                  <a:lnTo>
                    <a:pt x="353893" y="40331"/>
                  </a:lnTo>
                  <a:cubicBezTo>
                    <a:pt x="354274" y="35187"/>
                    <a:pt x="358941" y="31282"/>
                    <a:pt x="364180" y="31758"/>
                  </a:cubicBezTo>
                  <a:lnTo>
                    <a:pt x="364180" y="31758"/>
                  </a:lnTo>
                  <a:cubicBezTo>
                    <a:pt x="369419" y="32235"/>
                    <a:pt x="373324" y="36902"/>
                    <a:pt x="372848" y="42141"/>
                  </a:cubicBezTo>
                  <a:lnTo>
                    <a:pt x="372848" y="42141"/>
                  </a:lnTo>
                  <a:cubicBezTo>
                    <a:pt x="372372" y="46998"/>
                    <a:pt x="368181" y="50713"/>
                    <a:pt x="363323" y="50713"/>
                  </a:cubicBezTo>
                  <a:lnTo>
                    <a:pt x="362466" y="50713"/>
                  </a:lnTo>
                  <a:close/>
                  <a:moveTo>
                    <a:pt x="323223" y="47189"/>
                  </a:moveTo>
                  <a:cubicBezTo>
                    <a:pt x="317984" y="46713"/>
                    <a:pt x="314079" y="42141"/>
                    <a:pt x="314555" y="36902"/>
                  </a:cubicBezTo>
                  <a:lnTo>
                    <a:pt x="314555" y="36902"/>
                  </a:lnTo>
                  <a:cubicBezTo>
                    <a:pt x="315031" y="31663"/>
                    <a:pt x="319603" y="27758"/>
                    <a:pt x="324842" y="28234"/>
                  </a:cubicBezTo>
                  <a:lnTo>
                    <a:pt x="324842" y="28234"/>
                  </a:lnTo>
                  <a:cubicBezTo>
                    <a:pt x="330081" y="28710"/>
                    <a:pt x="333986" y="33282"/>
                    <a:pt x="333510" y="38521"/>
                  </a:cubicBezTo>
                  <a:lnTo>
                    <a:pt x="333510" y="38521"/>
                  </a:lnTo>
                  <a:cubicBezTo>
                    <a:pt x="333033" y="43474"/>
                    <a:pt x="328938" y="47189"/>
                    <a:pt x="324080" y="47189"/>
                  </a:cubicBezTo>
                  <a:lnTo>
                    <a:pt x="323223" y="47189"/>
                  </a:lnTo>
                  <a:close/>
                  <a:moveTo>
                    <a:pt x="283884" y="43665"/>
                  </a:moveTo>
                  <a:cubicBezTo>
                    <a:pt x="278646" y="43188"/>
                    <a:pt x="274740" y="38616"/>
                    <a:pt x="275217" y="33378"/>
                  </a:cubicBezTo>
                  <a:lnTo>
                    <a:pt x="275217" y="33378"/>
                  </a:lnTo>
                  <a:cubicBezTo>
                    <a:pt x="275693" y="28139"/>
                    <a:pt x="280360" y="24234"/>
                    <a:pt x="285504" y="24710"/>
                  </a:cubicBezTo>
                  <a:lnTo>
                    <a:pt x="285504" y="24710"/>
                  </a:lnTo>
                  <a:cubicBezTo>
                    <a:pt x="290742" y="25186"/>
                    <a:pt x="294648" y="29758"/>
                    <a:pt x="294171" y="34997"/>
                  </a:cubicBezTo>
                  <a:lnTo>
                    <a:pt x="294171" y="34997"/>
                  </a:lnTo>
                  <a:cubicBezTo>
                    <a:pt x="293790" y="39950"/>
                    <a:pt x="289599" y="43665"/>
                    <a:pt x="284742" y="43665"/>
                  </a:cubicBezTo>
                  <a:lnTo>
                    <a:pt x="283884" y="43665"/>
                  </a:lnTo>
                  <a:close/>
                  <a:moveTo>
                    <a:pt x="244546" y="40140"/>
                  </a:moveTo>
                  <a:cubicBezTo>
                    <a:pt x="239307" y="39664"/>
                    <a:pt x="235497" y="34997"/>
                    <a:pt x="235878" y="29758"/>
                  </a:cubicBezTo>
                  <a:lnTo>
                    <a:pt x="235878" y="29758"/>
                  </a:lnTo>
                  <a:cubicBezTo>
                    <a:pt x="236355" y="24519"/>
                    <a:pt x="241022" y="20709"/>
                    <a:pt x="246261" y="21186"/>
                  </a:cubicBezTo>
                  <a:lnTo>
                    <a:pt x="246261" y="21186"/>
                  </a:lnTo>
                  <a:cubicBezTo>
                    <a:pt x="251499" y="21662"/>
                    <a:pt x="255405" y="26234"/>
                    <a:pt x="254833" y="31473"/>
                  </a:cubicBezTo>
                  <a:lnTo>
                    <a:pt x="254833" y="31473"/>
                  </a:lnTo>
                  <a:cubicBezTo>
                    <a:pt x="254452" y="36426"/>
                    <a:pt x="250261" y="40236"/>
                    <a:pt x="245403" y="40236"/>
                  </a:cubicBezTo>
                  <a:lnTo>
                    <a:pt x="245403" y="40236"/>
                  </a:lnTo>
                  <a:cubicBezTo>
                    <a:pt x="245403" y="40236"/>
                    <a:pt x="244832" y="40236"/>
                    <a:pt x="244546" y="40236"/>
                  </a:cubicBezTo>
                  <a:close/>
                  <a:moveTo>
                    <a:pt x="205208" y="36616"/>
                  </a:moveTo>
                  <a:cubicBezTo>
                    <a:pt x="199969" y="36140"/>
                    <a:pt x="196159" y="31473"/>
                    <a:pt x="196635" y="26234"/>
                  </a:cubicBezTo>
                  <a:lnTo>
                    <a:pt x="196635" y="26234"/>
                  </a:lnTo>
                  <a:cubicBezTo>
                    <a:pt x="197016" y="20995"/>
                    <a:pt x="201684" y="17185"/>
                    <a:pt x="206922" y="17661"/>
                  </a:cubicBezTo>
                  <a:lnTo>
                    <a:pt x="206922" y="17661"/>
                  </a:lnTo>
                  <a:cubicBezTo>
                    <a:pt x="212161" y="18138"/>
                    <a:pt x="216066" y="22805"/>
                    <a:pt x="215590" y="28044"/>
                  </a:cubicBezTo>
                  <a:lnTo>
                    <a:pt x="215590" y="28044"/>
                  </a:lnTo>
                  <a:cubicBezTo>
                    <a:pt x="215114" y="32901"/>
                    <a:pt x="211018" y="36616"/>
                    <a:pt x="206160" y="36616"/>
                  </a:cubicBezTo>
                  <a:lnTo>
                    <a:pt x="205208" y="36616"/>
                  </a:lnTo>
                  <a:close/>
                  <a:moveTo>
                    <a:pt x="165870" y="33092"/>
                  </a:moveTo>
                  <a:cubicBezTo>
                    <a:pt x="160631" y="32616"/>
                    <a:pt x="156821" y="28044"/>
                    <a:pt x="157297" y="22805"/>
                  </a:cubicBezTo>
                  <a:lnTo>
                    <a:pt x="157297" y="22805"/>
                  </a:lnTo>
                  <a:cubicBezTo>
                    <a:pt x="157773" y="17566"/>
                    <a:pt x="162345" y="13661"/>
                    <a:pt x="167584" y="14137"/>
                  </a:cubicBezTo>
                  <a:lnTo>
                    <a:pt x="167584" y="14137"/>
                  </a:lnTo>
                  <a:cubicBezTo>
                    <a:pt x="172823" y="14613"/>
                    <a:pt x="176728" y="19185"/>
                    <a:pt x="176252" y="24424"/>
                  </a:cubicBezTo>
                  <a:lnTo>
                    <a:pt x="176252" y="24424"/>
                  </a:lnTo>
                  <a:cubicBezTo>
                    <a:pt x="175776" y="29377"/>
                    <a:pt x="171680" y="33092"/>
                    <a:pt x="166822" y="33092"/>
                  </a:cubicBezTo>
                  <a:lnTo>
                    <a:pt x="165870" y="33092"/>
                  </a:lnTo>
                  <a:close/>
                  <a:moveTo>
                    <a:pt x="126627" y="29568"/>
                  </a:moveTo>
                  <a:cubicBezTo>
                    <a:pt x="121388" y="29091"/>
                    <a:pt x="117483" y="24519"/>
                    <a:pt x="117959" y="19281"/>
                  </a:cubicBezTo>
                  <a:lnTo>
                    <a:pt x="117959" y="19281"/>
                  </a:lnTo>
                  <a:cubicBezTo>
                    <a:pt x="118435" y="14042"/>
                    <a:pt x="123102" y="10137"/>
                    <a:pt x="128341" y="10613"/>
                  </a:cubicBezTo>
                  <a:lnTo>
                    <a:pt x="128341" y="10613"/>
                  </a:lnTo>
                  <a:cubicBezTo>
                    <a:pt x="133485" y="11089"/>
                    <a:pt x="137390" y="15661"/>
                    <a:pt x="136914" y="20900"/>
                  </a:cubicBezTo>
                  <a:lnTo>
                    <a:pt x="136914" y="20900"/>
                  </a:lnTo>
                  <a:cubicBezTo>
                    <a:pt x="136533" y="25853"/>
                    <a:pt x="132342" y="29568"/>
                    <a:pt x="127484" y="29568"/>
                  </a:cubicBezTo>
                  <a:lnTo>
                    <a:pt x="126627" y="29568"/>
                  </a:lnTo>
                  <a:close/>
                  <a:moveTo>
                    <a:pt x="87288" y="26043"/>
                  </a:moveTo>
                  <a:cubicBezTo>
                    <a:pt x="82050" y="25567"/>
                    <a:pt x="78240" y="20900"/>
                    <a:pt x="78621" y="15661"/>
                  </a:cubicBezTo>
                  <a:lnTo>
                    <a:pt x="78621" y="15661"/>
                  </a:lnTo>
                  <a:cubicBezTo>
                    <a:pt x="79097" y="10518"/>
                    <a:pt x="83764" y="6612"/>
                    <a:pt x="89003" y="7089"/>
                  </a:cubicBezTo>
                  <a:lnTo>
                    <a:pt x="89003" y="7089"/>
                  </a:lnTo>
                  <a:cubicBezTo>
                    <a:pt x="94242" y="7565"/>
                    <a:pt x="98147" y="12137"/>
                    <a:pt x="97575" y="17376"/>
                  </a:cubicBezTo>
                  <a:lnTo>
                    <a:pt x="97575" y="17376"/>
                  </a:lnTo>
                  <a:cubicBezTo>
                    <a:pt x="97194" y="22329"/>
                    <a:pt x="93003" y="26043"/>
                    <a:pt x="88146" y="26043"/>
                  </a:cubicBezTo>
                  <a:lnTo>
                    <a:pt x="87288" y="26043"/>
                  </a:lnTo>
                  <a:close/>
                  <a:moveTo>
                    <a:pt x="47950" y="22519"/>
                  </a:moveTo>
                  <a:cubicBezTo>
                    <a:pt x="42711" y="22043"/>
                    <a:pt x="38901" y="17376"/>
                    <a:pt x="39378" y="12137"/>
                  </a:cubicBezTo>
                  <a:lnTo>
                    <a:pt x="39378" y="12137"/>
                  </a:lnTo>
                  <a:cubicBezTo>
                    <a:pt x="39854" y="6898"/>
                    <a:pt x="44426" y="3088"/>
                    <a:pt x="49665" y="3564"/>
                  </a:cubicBezTo>
                  <a:lnTo>
                    <a:pt x="49665" y="3564"/>
                  </a:lnTo>
                  <a:cubicBezTo>
                    <a:pt x="54903" y="4041"/>
                    <a:pt x="58809" y="8613"/>
                    <a:pt x="58332" y="13851"/>
                  </a:cubicBezTo>
                  <a:lnTo>
                    <a:pt x="58332" y="13851"/>
                  </a:lnTo>
                  <a:cubicBezTo>
                    <a:pt x="57856" y="18804"/>
                    <a:pt x="53760" y="22519"/>
                    <a:pt x="48903" y="22519"/>
                  </a:cubicBezTo>
                  <a:lnTo>
                    <a:pt x="47950" y="22519"/>
                  </a:lnTo>
                  <a:close/>
                  <a:moveTo>
                    <a:pt x="8707" y="18995"/>
                  </a:moveTo>
                  <a:cubicBezTo>
                    <a:pt x="3468" y="18519"/>
                    <a:pt x="-437" y="13851"/>
                    <a:pt x="39" y="8613"/>
                  </a:cubicBezTo>
                  <a:lnTo>
                    <a:pt x="39" y="8613"/>
                  </a:lnTo>
                  <a:cubicBezTo>
                    <a:pt x="516" y="3374"/>
                    <a:pt x="5088" y="-436"/>
                    <a:pt x="10326" y="40"/>
                  </a:cubicBezTo>
                  <a:lnTo>
                    <a:pt x="10326" y="40"/>
                  </a:lnTo>
                  <a:cubicBezTo>
                    <a:pt x="15565" y="516"/>
                    <a:pt x="19470" y="5088"/>
                    <a:pt x="18994" y="10327"/>
                  </a:cubicBezTo>
                  <a:lnTo>
                    <a:pt x="18994" y="10327"/>
                  </a:lnTo>
                  <a:cubicBezTo>
                    <a:pt x="18518" y="15280"/>
                    <a:pt x="14422" y="18995"/>
                    <a:pt x="9564" y="18995"/>
                  </a:cubicBezTo>
                  <a:lnTo>
                    <a:pt x="8707" y="189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B4E1268-1575-1A7A-B5F7-51509E0AEBA4}"/>
                </a:ext>
              </a:extLst>
            </p:cNvPr>
            <p:cNvSpPr/>
            <p:nvPr/>
          </p:nvSpPr>
          <p:spPr>
            <a:xfrm>
              <a:off x="5687906" y="3621891"/>
              <a:ext cx="92996" cy="48852"/>
            </a:xfrm>
            <a:custGeom>
              <a:avLst/>
              <a:gdLst>
                <a:gd name="connsiteX0" fmla="*/ 709 w 92996"/>
                <a:gd name="connsiteY0" fmla="*/ 42852 h 48852"/>
                <a:gd name="connsiteX1" fmla="*/ 5948 w 92996"/>
                <a:gd name="connsiteY1" fmla="*/ 30470 h 48852"/>
                <a:gd name="connsiteX2" fmla="*/ 5948 w 92996"/>
                <a:gd name="connsiteY2" fmla="*/ 30470 h 48852"/>
                <a:gd name="connsiteX3" fmla="*/ 18331 w 92996"/>
                <a:gd name="connsiteY3" fmla="*/ 35708 h 48852"/>
                <a:gd name="connsiteX4" fmla="*/ 18331 w 92996"/>
                <a:gd name="connsiteY4" fmla="*/ 35708 h 48852"/>
                <a:gd name="connsiteX5" fmla="*/ 13092 w 92996"/>
                <a:gd name="connsiteY5" fmla="*/ 48091 h 48852"/>
                <a:gd name="connsiteX6" fmla="*/ 13092 w 92996"/>
                <a:gd name="connsiteY6" fmla="*/ 48091 h 48852"/>
                <a:gd name="connsiteX7" fmla="*/ 9568 w 92996"/>
                <a:gd name="connsiteY7" fmla="*/ 48853 h 48852"/>
                <a:gd name="connsiteX8" fmla="*/ 9568 w 92996"/>
                <a:gd name="connsiteY8" fmla="*/ 48853 h 48852"/>
                <a:gd name="connsiteX9" fmla="*/ 709 w 92996"/>
                <a:gd name="connsiteY9" fmla="*/ 42852 h 48852"/>
                <a:gd name="connsiteX10" fmla="*/ 37666 w 92996"/>
                <a:gd name="connsiteY10" fmla="*/ 27993 h 48852"/>
                <a:gd name="connsiteX11" fmla="*/ 42905 w 92996"/>
                <a:gd name="connsiteY11" fmla="*/ 15611 h 48852"/>
                <a:gd name="connsiteX12" fmla="*/ 42905 w 92996"/>
                <a:gd name="connsiteY12" fmla="*/ 15611 h 48852"/>
                <a:gd name="connsiteX13" fmla="*/ 55383 w 92996"/>
                <a:gd name="connsiteY13" fmla="*/ 20849 h 48852"/>
                <a:gd name="connsiteX14" fmla="*/ 55383 w 92996"/>
                <a:gd name="connsiteY14" fmla="*/ 20849 h 48852"/>
                <a:gd name="connsiteX15" fmla="*/ 50049 w 92996"/>
                <a:gd name="connsiteY15" fmla="*/ 33232 h 48852"/>
                <a:gd name="connsiteX16" fmla="*/ 50049 w 92996"/>
                <a:gd name="connsiteY16" fmla="*/ 33232 h 48852"/>
                <a:gd name="connsiteX17" fmla="*/ 46525 w 92996"/>
                <a:gd name="connsiteY17" fmla="*/ 33899 h 48852"/>
                <a:gd name="connsiteX18" fmla="*/ 46525 w 92996"/>
                <a:gd name="connsiteY18" fmla="*/ 33899 h 48852"/>
                <a:gd name="connsiteX19" fmla="*/ 37666 w 92996"/>
                <a:gd name="connsiteY19" fmla="*/ 27993 h 48852"/>
                <a:gd name="connsiteX20" fmla="*/ 74623 w 92996"/>
                <a:gd name="connsiteY20" fmla="*/ 13134 h 48852"/>
                <a:gd name="connsiteX21" fmla="*/ 79957 w 92996"/>
                <a:gd name="connsiteY21" fmla="*/ 656 h 48852"/>
                <a:gd name="connsiteX22" fmla="*/ 79957 w 92996"/>
                <a:gd name="connsiteY22" fmla="*/ 656 h 48852"/>
                <a:gd name="connsiteX23" fmla="*/ 92340 w 92996"/>
                <a:gd name="connsiteY23" fmla="*/ 5990 h 48852"/>
                <a:gd name="connsiteX24" fmla="*/ 92340 w 92996"/>
                <a:gd name="connsiteY24" fmla="*/ 5990 h 48852"/>
                <a:gd name="connsiteX25" fmla="*/ 87006 w 92996"/>
                <a:gd name="connsiteY25" fmla="*/ 18373 h 48852"/>
                <a:gd name="connsiteX26" fmla="*/ 87006 w 92996"/>
                <a:gd name="connsiteY26" fmla="*/ 18373 h 48852"/>
                <a:gd name="connsiteX27" fmla="*/ 83482 w 92996"/>
                <a:gd name="connsiteY27" fmla="*/ 19040 h 48852"/>
                <a:gd name="connsiteX28" fmla="*/ 83482 w 92996"/>
                <a:gd name="connsiteY28" fmla="*/ 19040 h 48852"/>
                <a:gd name="connsiteX29" fmla="*/ 74623 w 92996"/>
                <a:gd name="connsiteY29" fmla="*/ 13134 h 48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2996" h="48852">
                  <a:moveTo>
                    <a:pt x="709" y="42852"/>
                  </a:moveTo>
                  <a:cubicBezTo>
                    <a:pt x="-1291" y="37994"/>
                    <a:pt x="1090" y="32375"/>
                    <a:pt x="5948" y="30470"/>
                  </a:cubicBezTo>
                  <a:lnTo>
                    <a:pt x="5948" y="30470"/>
                  </a:lnTo>
                  <a:cubicBezTo>
                    <a:pt x="10901" y="28469"/>
                    <a:pt x="16426" y="30851"/>
                    <a:pt x="18331" y="35708"/>
                  </a:cubicBezTo>
                  <a:lnTo>
                    <a:pt x="18331" y="35708"/>
                  </a:lnTo>
                  <a:cubicBezTo>
                    <a:pt x="20331" y="40566"/>
                    <a:pt x="17950" y="46186"/>
                    <a:pt x="13092" y="48091"/>
                  </a:cubicBezTo>
                  <a:lnTo>
                    <a:pt x="13092" y="48091"/>
                  </a:lnTo>
                  <a:cubicBezTo>
                    <a:pt x="11949" y="48567"/>
                    <a:pt x="10711" y="48853"/>
                    <a:pt x="9568" y="48853"/>
                  </a:cubicBezTo>
                  <a:lnTo>
                    <a:pt x="9568" y="48853"/>
                  </a:lnTo>
                  <a:cubicBezTo>
                    <a:pt x="5758" y="48853"/>
                    <a:pt x="2233" y="46567"/>
                    <a:pt x="709" y="42852"/>
                  </a:cubicBezTo>
                  <a:close/>
                  <a:moveTo>
                    <a:pt x="37666" y="27993"/>
                  </a:moveTo>
                  <a:cubicBezTo>
                    <a:pt x="35666" y="23135"/>
                    <a:pt x="38047" y="17516"/>
                    <a:pt x="42905" y="15611"/>
                  </a:cubicBezTo>
                  <a:lnTo>
                    <a:pt x="42905" y="15611"/>
                  </a:lnTo>
                  <a:cubicBezTo>
                    <a:pt x="47858" y="13610"/>
                    <a:pt x="53383" y="15992"/>
                    <a:pt x="55383" y="20849"/>
                  </a:cubicBezTo>
                  <a:lnTo>
                    <a:pt x="55383" y="20849"/>
                  </a:lnTo>
                  <a:cubicBezTo>
                    <a:pt x="57288" y="25707"/>
                    <a:pt x="54907" y="31327"/>
                    <a:pt x="50049" y="33232"/>
                  </a:cubicBezTo>
                  <a:lnTo>
                    <a:pt x="50049" y="33232"/>
                  </a:lnTo>
                  <a:cubicBezTo>
                    <a:pt x="48906" y="33708"/>
                    <a:pt x="47668" y="33899"/>
                    <a:pt x="46525" y="33899"/>
                  </a:cubicBezTo>
                  <a:lnTo>
                    <a:pt x="46525" y="33899"/>
                  </a:lnTo>
                  <a:cubicBezTo>
                    <a:pt x="42715" y="33899"/>
                    <a:pt x="39190" y="31708"/>
                    <a:pt x="37666" y="27993"/>
                  </a:cubicBezTo>
                  <a:close/>
                  <a:moveTo>
                    <a:pt x="74623" y="13134"/>
                  </a:moveTo>
                  <a:cubicBezTo>
                    <a:pt x="72623" y="8181"/>
                    <a:pt x="75004" y="2657"/>
                    <a:pt x="79957" y="656"/>
                  </a:cubicBezTo>
                  <a:lnTo>
                    <a:pt x="79957" y="656"/>
                  </a:lnTo>
                  <a:cubicBezTo>
                    <a:pt x="84815" y="-1249"/>
                    <a:pt x="90340" y="1133"/>
                    <a:pt x="92340" y="5990"/>
                  </a:cubicBezTo>
                  <a:lnTo>
                    <a:pt x="92340" y="5990"/>
                  </a:lnTo>
                  <a:cubicBezTo>
                    <a:pt x="94245" y="10848"/>
                    <a:pt x="91864" y="16373"/>
                    <a:pt x="87006" y="18373"/>
                  </a:cubicBezTo>
                  <a:lnTo>
                    <a:pt x="87006" y="18373"/>
                  </a:lnTo>
                  <a:cubicBezTo>
                    <a:pt x="85863" y="18849"/>
                    <a:pt x="84625" y="19040"/>
                    <a:pt x="83482" y="19040"/>
                  </a:cubicBezTo>
                  <a:lnTo>
                    <a:pt x="83482" y="19040"/>
                  </a:lnTo>
                  <a:cubicBezTo>
                    <a:pt x="79672" y="19040"/>
                    <a:pt x="76147" y="16849"/>
                    <a:pt x="74623" y="1313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4532AD5-D3BA-3D2D-6D1F-5FC1E0AD9283}"/>
                </a:ext>
              </a:extLst>
            </p:cNvPr>
            <p:cNvSpPr/>
            <p:nvPr/>
          </p:nvSpPr>
          <p:spPr>
            <a:xfrm>
              <a:off x="5660653" y="3210727"/>
              <a:ext cx="144686" cy="379339"/>
            </a:xfrm>
            <a:custGeom>
              <a:avLst/>
              <a:gdLst>
                <a:gd name="connsiteX0" fmla="*/ 126165 w 144686"/>
                <a:gd name="connsiteY0" fmla="*/ 372958 h 379339"/>
                <a:gd name="connsiteX1" fmla="*/ 131975 w 144686"/>
                <a:gd name="connsiteY1" fmla="*/ 360861 h 379339"/>
                <a:gd name="connsiteX2" fmla="*/ 131975 w 144686"/>
                <a:gd name="connsiteY2" fmla="*/ 360861 h 379339"/>
                <a:gd name="connsiteX3" fmla="*/ 144167 w 144686"/>
                <a:gd name="connsiteY3" fmla="*/ 366672 h 379339"/>
                <a:gd name="connsiteX4" fmla="*/ 144167 w 144686"/>
                <a:gd name="connsiteY4" fmla="*/ 366672 h 379339"/>
                <a:gd name="connsiteX5" fmla="*/ 138261 w 144686"/>
                <a:gd name="connsiteY5" fmla="*/ 378768 h 379339"/>
                <a:gd name="connsiteX6" fmla="*/ 138261 w 144686"/>
                <a:gd name="connsiteY6" fmla="*/ 378768 h 379339"/>
                <a:gd name="connsiteX7" fmla="*/ 135118 w 144686"/>
                <a:gd name="connsiteY7" fmla="*/ 379340 h 379339"/>
                <a:gd name="connsiteX8" fmla="*/ 135118 w 144686"/>
                <a:gd name="connsiteY8" fmla="*/ 379340 h 379339"/>
                <a:gd name="connsiteX9" fmla="*/ 126165 w 144686"/>
                <a:gd name="connsiteY9" fmla="*/ 372958 h 379339"/>
                <a:gd name="connsiteX10" fmla="*/ 113592 w 144686"/>
                <a:gd name="connsiteY10" fmla="*/ 336954 h 379339"/>
                <a:gd name="connsiteX11" fmla="*/ 119402 w 144686"/>
                <a:gd name="connsiteY11" fmla="*/ 324762 h 379339"/>
                <a:gd name="connsiteX12" fmla="*/ 119402 w 144686"/>
                <a:gd name="connsiteY12" fmla="*/ 324762 h 379339"/>
                <a:gd name="connsiteX13" fmla="*/ 131594 w 144686"/>
                <a:gd name="connsiteY13" fmla="*/ 330667 h 379339"/>
                <a:gd name="connsiteX14" fmla="*/ 131594 w 144686"/>
                <a:gd name="connsiteY14" fmla="*/ 330667 h 379339"/>
                <a:gd name="connsiteX15" fmla="*/ 125688 w 144686"/>
                <a:gd name="connsiteY15" fmla="*/ 342764 h 379339"/>
                <a:gd name="connsiteX16" fmla="*/ 125688 w 144686"/>
                <a:gd name="connsiteY16" fmla="*/ 342764 h 379339"/>
                <a:gd name="connsiteX17" fmla="*/ 122545 w 144686"/>
                <a:gd name="connsiteY17" fmla="*/ 343335 h 379339"/>
                <a:gd name="connsiteX18" fmla="*/ 122545 w 144686"/>
                <a:gd name="connsiteY18" fmla="*/ 343335 h 379339"/>
                <a:gd name="connsiteX19" fmla="*/ 113592 w 144686"/>
                <a:gd name="connsiteY19" fmla="*/ 336954 h 379339"/>
                <a:gd name="connsiteX20" fmla="*/ 101019 w 144686"/>
                <a:gd name="connsiteY20" fmla="*/ 300854 h 379339"/>
                <a:gd name="connsiteX21" fmla="*/ 106924 w 144686"/>
                <a:gd name="connsiteY21" fmla="*/ 288757 h 379339"/>
                <a:gd name="connsiteX22" fmla="*/ 106924 w 144686"/>
                <a:gd name="connsiteY22" fmla="*/ 288757 h 379339"/>
                <a:gd name="connsiteX23" fmla="*/ 119021 w 144686"/>
                <a:gd name="connsiteY23" fmla="*/ 294567 h 379339"/>
                <a:gd name="connsiteX24" fmla="*/ 119021 w 144686"/>
                <a:gd name="connsiteY24" fmla="*/ 294567 h 379339"/>
                <a:gd name="connsiteX25" fmla="*/ 113115 w 144686"/>
                <a:gd name="connsiteY25" fmla="*/ 306759 h 379339"/>
                <a:gd name="connsiteX26" fmla="*/ 113115 w 144686"/>
                <a:gd name="connsiteY26" fmla="*/ 306759 h 379339"/>
                <a:gd name="connsiteX27" fmla="*/ 109972 w 144686"/>
                <a:gd name="connsiteY27" fmla="*/ 307236 h 379339"/>
                <a:gd name="connsiteX28" fmla="*/ 109972 w 144686"/>
                <a:gd name="connsiteY28" fmla="*/ 307236 h 379339"/>
                <a:gd name="connsiteX29" fmla="*/ 101019 w 144686"/>
                <a:gd name="connsiteY29" fmla="*/ 300854 h 379339"/>
                <a:gd name="connsiteX30" fmla="*/ 88446 w 144686"/>
                <a:gd name="connsiteY30" fmla="*/ 264849 h 379339"/>
                <a:gd name="connsiteX31" fmla="*/ 94351 w 144686"/>
                <a:gd name="connsiteY31" fmla="*/ 252753 h 379339"/>
                <a:gd name="connsiteX32" fmla="*/ 94351 w 144686"/>
                <a:gd name="connsiteY32" fmla="*/ 252753 h 379339"/>
                <a:gd name="connsiteX33" fmla="*/ 106448 w 144686"/>
                <a:gd name="connsiteY33" fmla="*/ 258563 h 379339"/>
                <a:gd name="connsiteX34" fmla="*/ 106448 w 144686"/>
                <a:gd name="connsiteY34" fmla="*/ 258563 h 379339"/>
                <a:gd name="connsiteX35" fmla="*/ 100638 w 144686"/>
                <a:gd name="connsiteY35" fmla="*/ 270660 h 379339"/>
                <a:gd name="connsiteX36" fmla="*/ 100638 w 144686"/>
                <a:gd name="connsiteY36" fmla="*/ 270660 h 379339"/>
                <a:gd name="connsiteX37" fmla="*/ 97494 w 144686"/>
                <a:gd name="connsiteY37" fmla="*/ 271231 h 379339"/>
                <a:gd name="connsiteX38" fmla="*/ 97494 w 144686"/>
                <a:gd name="connsiteY38" fmla="*/ 271231 h 379339"/>
                <a:gd name="connsiteX39" fmla="*/ 88446 w 144686"/>
                <a:gd name="connsiteY39" fmla="*/ 264849 h 379339"/>
                <a:gd name="connsiteX40" fmla="*/ 75873 w 144686"/>
                <a:gd name="connsiteY40" fmla="*/ 228845 h 379339"/>
                <a:gd name="connsiteX41" fmla="*/ 81778 w 144686"/>
                <a:gd name="connsiteY41" fmla="*/ 216653 h 379339"/>
                <a:gd name="connsiteX42" fmla="*/ 81778 w 144686"/>
                <a:gd name="connsiteY42" fmla="*/ 216653 h 379339"/>
                <a:gd name="connsiteX43" fmla="*/ 93875 w 144686"/>
                <a:gd name="connsiteY43" fmla="*/ 222558 h 379339"/>
                <a:gd name="connsiteX44" fmla="*/ 93875 w 144686"/>
                <a:gd name="connsiteY44" fmla="*/ 222558 h 379339"/>
                <a:gd name="connsiteX45" fmla="*/ 88065 w 144686"/>
                <a:gd name="connsiteY45" fmla="*/ 234655 h 379339"/>
                <a:gd name="connsiteX46" fmla="*/ 88065 w 144686"/>
                <a:gd name="connsiteY46" fmla="*/ 234655 h 379339"/>
                <a:gd name="connsiteX47" fmla="*/ 84921 w 144686"/>
                <a:gd name="connsiteY47" fmla="*/ 235227 h 379339"/>
                <a:gd name="connsiteX48" fmla="*/ 84921 w 144686"/>
                <a:gd name="connsiteY48" fmla="*/ 235227 h 379339"/>
                <a:gd name="connsiteX49" fmla="*/ 75873 w 144686"/>
                <a:gd name="connsiteY49" fmla="*/ 228845 h 379339"/>
                <a:gd name="connsiteX50" fmla="*/ 63395 w 144686"/>
                <a:gd name="connsiteY50" fmla="*/ 192840 h 379339"/>
                <a:gd name="connsiteX51" fmla="*/ 69205 w 144686"/>
                <a:gd name="connsiteY51" fmla="*/ 180648 h 379339"/>
                <a:gd name="connsiteX52" fmla="*/ 69205 w 144686"/>
                <a:gd name="connsiteY52" fmla="*/ 180648 h 379339"/>
                <a:gd name="connsiteX53" fmla="*/ 81302 w 144686"/>
                <a:gd name="connsiteY53" fmla="*/ 186459 h 379339"/>
                <a:gd name="connsiteX54" fmla="*/ 81302 w 144686"/>
                <a:gd name="connsiteY54" fmla="*/ 186459 h 379339"/>
                <a:gd name="connsiteX55" fmla="*/ 75492 w 144686"/>
                <a:gd name="connsiteY55" fmla="*/ 198651 h 379339"/>
                <a:gd name="connsiteX56" fmla="*/ 75492 w 144686"/>
                <a:gd name="connsiteY56" fmla="*/ 198651 h 379339"/>
                <a:gd name="connsiteX57" fmla="*/ 72348 w 144686"/>
                <a:gd name="connsiteY57" fmla="*/ 199222 h 379339"/>
                <a:gd name="connsiteX58" fmla="*/ 72348 w 144686"/>
                <a:gd name="connsiteY58" fmla="*/ 199222 h 379339"/>
                <a:gd name="connsiteX59" fmla="*/ 63395 w 144686"/>
                <a:gd name="connsiteY59" fmla="*/ 192840 h 379339"/>
                <a:gd name="connsiteX60" fmla="*/ 50822 w 144686"/>
                <a:gd name="connsiteY60" fmla="*/ 156741 h 379339"/>
                <a:gd name="connsiteX61" fmla="*/ 56632 w 144686"/>
                <a:gd name="connsiteY61" fmla="*/ 144644 h 379339"/>
                <a:gd name="connsiteX62" fmla="*/ 56632 w 144686"/>
                <a:gd name="connsiteY62" fmla="*/ 144644 h 379339"/>
                <a:gd name="connsiteX63" fmla="*/ 68729 w 144686"/>
                <a:gd name="connsiteY63" fmla="*/ 150454 h 379339"/>
                <a:gd name="connsiteX64" fmla="*/ 68729 w 144686"/>
                <a:gd name="connsiteY64" fmla="*/ 150454 h 379339"/>
                <a:gd name="connsiteX65" fmla="*/ 62919 w 144686"/>
                <a:gd name="connsiteY65" fmla="*/ 162551 h 379339"/>
                <a:gd name="connsiteX66" fmla="*/ 62919 w 144686"/>
                <a:gd name="connsiteY66" fmla="*/ 162551 h 379339"/>
                <a:gd name="connsiteX67" fmla="*/ 59775 w 144686"/>
                <a:gd name="connsiteY67" fmla="*/ 163122 h 379339"/>
                <a:gd name="connsiteX68" fmla="*/ 59775 w 144686"/>
                <a:gd name="connsiteY68" fmla="*/ 163122 h 379339"/>
                <a:gd name="connsiteX69" fmla="*/ 50822 w 144686"/>
                <a:gd name="connsiteY69" fmla="*/ 156741 h 379339"/>
                <a:gd name="connsiteX70" fmla="*/ 38249 w 144686"/>
                <a:gd name="connsiteY70" fmla="*/ 120736 h 379339"/>
                <a:gd name="connsiteX71" fmla="*/ 44059 w 144686"/>
                <a:gd name="connsiteY71" fmla="*/ 108639 h 379339"/>
                <a:gd name="connsiteX72" fmla="*/ 44059 w 144686"/>
                <a:gd name="connsiteY72" fmla="*/ 108639 h 379339"/>
                <a:gd name="connsiteX73" fmla="*/ 56251 w 144686"/>
                <a:gd name="connsiteY73" fmla="*/ 114450 h 379339"/>
                <a:gd name="connsiteX74" fmla="*/ 56251 w 144686"/>
                <a:gd name="connsiteY74" fmla="*/ 114450 h 379339"/>
                <a:gd name="connsiteX75" fmla="*/ 50346 w 144686"/>
                <a:gd name="connsiteY75" fmla="*/ 126546 h 379339"/>
                <a:gd name="connsiteX76" fmla="*/ 50346 w 144686"/>
                <a:gd name="connsiteY76" fmla="*/ 126546 h 379339"/>
                <a:gd name="connsiteX77" fmla="*/ 47202 w 144686"/>
                <a:gd name="connsiteY77" fmla="*/ 127118 h 379339"/>
                <a:gd name="connsiteX78" fmla="*/ 47202 w 144686"/>
                <a:gd name="connsiteY78" fmla="*/ 127118 h 379339"/>
                <a:gd name="connsiteX79" fmla="*/ 38249 w 144686"/>
                <a:gd name="connsiteY79" fmla="*/ 120736 h 379339"/>
                <a:gd name="connsiteX80" fmla="*/ 25676 w 144686"/>
                <a:gd name="connsiteY80" fmla="*/ 84732 h 379339"/>
                <a:gd name="connsiteX81" fmla="*/ 31486 w 144686"/>
                <a:gd name="connsiteY81" fmla="*/ 72540 h 379339"/>
                <a:gd name="connsiteX82" fmla="*/ 31486 w 144686"/>
                <a:gd name="connsiteY82" fmla="*/ 72540 h 379339"/>
                <a:gd name="connsiteX83" fmla="*/ 43678 w 144686"/>
                <a:gd name="connsiteY83" fmla="*/ 78350 h 379339"/>
                <a:gd name="connsiteX84" fmla="*/ 43678 w 144686"/>
                <a:gd name="connsiteY84" fmla="*/ 78350 h 379339"/>
                <a:gd name="connsiteX85" fmla="*/ 37773 w 144686"/>
                <a:gd name="connsiteY85" fmla="*/ 90542 h 379339"/>
                <a:gd name="connsiteX86" fmla="*/ 37773 w 144686"/>
                <a:gd name="connsiteY86" fmla="*/ 90542 h 379339"/>
                <a:gd name="connsiteX87" fmla="*/ 34629 w 144686"/>
                <a:gd name="connsiteY87" fmla="*/ 91113 h 379339"/>
                <a:gd name="connsiteX88" fmla="*/ 34629 w 144686"/>
                <a:gd name="connsiteY88" fmla="*/ 91113 h 379339"/>
                <a:gd name="connsiteX89" fmla="*/ 25676 w 144686"/>
                <a:gd name="connsiteY89" fmla="*/ 84732 h 379339"/>
                <a:gd name="connsiteX90" fmla="*/ 13103 w 144686"/>
                <a:gd name="connsiteY90" fmla="*/ 48632 h 379339"/>
                <a:gd name="connsiteX91" fmla="*/ 19008 w 144686"/>
                <a:gd name="connsiteY91" fmla="*/ 36535 h 379339"/>
                <a:gd name="connsiteX92" fmla="*/ 19008 w 144686"/>
                <a:gd name="connsiteY92" fmla="*/ 36535 h 379339"/>
                <a:gd name="connsiteX93" fmla="*/ 31105 w 144686"/>
                <a:gd name="connsiteY93" fmla="*/ 42345 h 379339"/>
                <a:gd name="connsiteX94" fmla="*/ 31105 w 144686"/>
                <a:gd name="connsiteY94" fmla="*/ 42345 h 379339"/>
                <a:gd name="connsiteX95" fmla="*/ 25200 w 144686"/>
                <a:gd name="connsiteY95" fmla="*/ 54537 h 379339"/>
                <a:gd name="connsiteX96" fmla="*/ 25200 w 144686"/>
                <a:gd name="connsiteY96" fmla="*/ 54537 h 379339"/>
                <a:gd name="connsiteX97" fmla="*/ 22056 w 144686"/>
                <a:gd name="connsiteY97" fmla="*/ 55014 h 379339"/>
                <a:gd name="connsiteX98" fmla="*/ 22056 w 144686"/>
                <a:gd name="connsiteY98" fmla="*/ 55014 h 379339"/>
                <a:gd name="connsiteX99" fmla="*/ 13103 w 144686"/>
                <a:gd name="connsiteY99" fmla="*/ 48632 h 379339"/>
                <a:gd name="connsiteX100" fmla="*/ 530 w 144686"/>
                <a:gd name="connsiteY100" fmla="*/ 12627 h 379339"/>
                <a:gd name="connsiteX101" fmla="*/ 6435 w 144686"/>
                <a:gd name="connsiteY101" fmla="*/ 531 h 379339"/>
                <a:gd name="connsiteX102" fmla="*/ 6435 w 144686"/>
                <a:gd name="connsiteY102" fmla="*/ 531 h 379339"/>
                <a:gd name="connsiteX103" fmla="*/ 18532 w 144686"/>
                <a:gd name="connsiteY103" fmla="*/ 6341 h 379339"/>
                <a:gd name="connsiteX104" fmla="*/ 18532 w 144686"/>
                <a:gd name="connsiteY104" fmla="*/ 6341 h 379339"/>
                <a:gd name="connsiteX105" fmla="*/ 12722 w 144686"/>
                <a:gd name="connsiteY105" fmla="*/ 18438 h 379339"/>
                <a:gd name="connsiteX106" fmla="*/ 12722 w 144686"/>
                <a:gd name="connsiteY106" fmla="*/ 18438 h 379339"/>
                <a:gd name="connsiteX107" fmla="*/ 9579 w 144686"/>
                <a:gd name="connsiteY107" fmla="*/ 19009 h 379339"/>
                <a:gd name="connsiteX108" fmla="*/ 9579 w 144686"/>
                <a:gd name="connsiteY108" fmla="*/ 19009 h 379339"/>
                <a:gd name="connsiteX109" fmla="*/ 530 w 144686"/>
                <a:gd name="connsiteY109" fmla="*/ 12627 h 37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44686" h="379339">
                  <a:moveTo>
                    <a:pt x="126165" y="372958"/>
                  </a:moveTo>
                  <a:cubicBezTo>
                    <a:pt x="124355" y="368005"/>
                    <a:pt x="127022" y="362576"/>
                    <a:pt x="131975" y="360861"/>
                  </a:cubicBezTo>
                  <a:lnTo>
                    <a:pt x="131975" y="360861"/>
                  </a:lnTo>
                  <a:cubicBezTo>
                    <a:pt x="137023" y="359052"/>
                    <a:pt x="142357" y="361719"/>
                    <a:pt x="144167" y="366672"/>
                  </a:cubicBezTo>
                  <a:lnTo>
                    <a:pt x="144167" y="366672"/>
                  </a:lnTo>
                  <a:cubicBezTo>
                    <a:pt x="145881" y="371625"/>
                    <a:pt x="143214" y="377054"/>
                    <a:pt x="138261" y="378768"/>
                  </a:cubicBezTo>
                  <a:lnTo>
                    <a:pt x="138261" y="378768"/>
                  </a:lnTo>
                  <a:cubicBezTo>
                    <a:pt x="137214" y="379149"/>
                    <a:pt x="136166" y="379340"/>
                    <a:pt x="135118" y="379340"/>
                  </a:cubicBezTo>
                  <a:lnTo>
                    <a:pt x="135118" y="379340"/>
                  </a:lnTo>
                  <a:cubicBezTo>
                    <a:pt x="131213" y="379340"/>
                    <a:pt x="127498" y="376863"/>
                    <a:pt x="126165" y="372958"/>
                  </a:cubicBezTo>
                  <a:close/>
                  <a:moveTo>
                    <a:pt x="113592" y="336954"/>
                  </a:moveTo>
                  <a:cubicBezTo>
                    <a:pt x="111877" y="331905"/>
                    <a:pt x="114449" y="326476"/>
                    <a:pt x="119402" y="324762"/>
                  </a:cubicBezTo>
                  <a:lnTo>
                    <a:pt x="119402" y="324762"/>
                  </a:lnTo>
                  <a:cubicBezTo>
                    <a:pt x="124355" y="323047"/>
                    <a:pt x="129879" y="325619"/>
                    <a:pt x="131594" y="330667"/>
                  </a:cubicBezTo>
                  <a:lnTo>
                    <a:pt x="131594" y="330667"/>
                  </a:lnTo>
                  <a:cubicBezTo>
                    <a:pt x="133308" y="335620"/>
                    <a:pt x="130737" y="341049"/>
                    <a:pt x="125688" y="342764"/>
                  </a:cubicBezTo>
                  <a:lnTo>
                    <a:pt x="125688" y="342764"/>
                  </a:lnTo>
                  <a:cubicBezTo>
                    <a:pt x="124641" y="343145"/>
                    <a:pt x="123593" y="343335"/>
                    <a:pt x="122545" y="343335"/>
                  </a:cubicBezTo>
                  <a:lnTo>
                    <a:pt x="122545" y="343335"/>
                  </a:lnTo>
                  <a:cubicBezTo>
                    <a:pt x="118640" y="343335"/>
                    <a:pt x="114925" y="340859"/>
                    <a:pt x="113592" y="336954"/>
                  </a:cubicBezTo>
                  <a:close/>
                  <a:moveTo>
                    <a:pt x="101019" y="300854"/>
                  </a:moveTo>
                  <a:cubicBezTo>
                    <a:pt x="99304" y="295901"/>
                    <a:pt x="101876" y="290472"/>
                    <a:pt x="106924" y="288757"/>
                  </a:cubicBezTo>
                  <a:lnTo>
                    <a:pt x="106924" y="288757"/>
                  </a:lnTo>
                  <a:cubicBezTo>
                    <a:pt x="111877" y="287043"/>
                    <a:pt x="117306" y="289614"/>
                    <a:pt x="119021" y="294567"/>
                  </a:cubicBezTo>
                  <a:lnTo>
                    <a:pt x="119021" y="294567"/>
                  </a:lnTo>
                  <a:cubicBezTo>
                    <a:pt x="120735" y="299520"/>
                    <a:pt x="118068" y="305045"/>
                    <a:pt x="113115" y="306759"/>
                  </a:cubicBezTo>
                  <a:lnTo>
                    <a:pt x="113115" y="306759"/>
                  </a:lnTo>
                  <a:cubicBezTo>
                    <a:pt x="112068" y="307045"/>
                    <a:pt x="111020" y="307236"/>
                    <a:pt x="109972" y="307236"/>
                  </a:cubicBezTo>
                  <a:lnTo>
                    <a:pt x="109972" y="307236"/>
                  </a:lnTo>
                  <a:cubicBezTo>
                    <a:pt x="106067" y="307236"/>
                    <a:pt x="102352" y="304759"/>
                    <a:pt x="101019" y="300854"/>
                  </a:cubicBezTo>
                  <a:close/>
                  <a:moveTo>
                    <a:pt x="88446" y="264849"/>
                  </a:moveTo>
                  <a:cubicBezTo>
                    <a:pt x="86731" y="259896"/>
                    <a:pt x="89398" y="254467"/>
                    <a:pt x="94351" y="252753"/>
                  </a:cubicBezTo>
                  <a:lnTo>
                    <a:pt x="94351" y="252753"/>
                  </a:lnTo>
                  <a:cubicBezTo>
                    <a:pt x="99304" y="250943"/>
                    <a:pt x="104733" y="253610"/>
                    <a:pt x="106448" y="258563"/>
                  </a:cubicBezTo>
                  <a:lnTo>
                    <a:pt x="106448" y="258563"/>
                  </a:lnTo>
                  <a:cubicBezTo>
                    <a:pt x="108162" y="263516"/>
                    <a:pt x="105591" y="268945"/>
                    <a:pt x="100638" y="270660"/>
                  </a:cubicBezTo>
                  <a:lnTo>
                    <a:pt x="100638" y="270660"/>
                  </a:lnTo>
                  <a:cubicBezTo>
                    <a:pt x="99590" y="271041"/>
                    <a:pt x="98542" y="271231"/>
                    <a:pt x="97494" y="271231"/>
                  </a:cubicBezTo>
                  <a:lnTo>
                    <a:pt x="97494" y="271231"/>
                  </a:lnTo>
                  <a:cubicBezTo>
                    <a:pt x="93494" y="271231"/>
                    <a:pt x="89874" y="268755"/>
                    <a:pt x="88446" y="264849"/>
                  </a:cubicBezTo>
                  <a:close/>
                  <a:moveTo>
                    <a:pt x="75873" y="228845"/>
                  </a:moveTo>
                  <a:cubicBezTo>
                    <a:pt x="74158" y="223892"/>
                    <a:pt x="76825" y="218463"/>
                    <a:pt x="81778" y="216653"/>
                  </a:cubicBezTo>
                  <a:lnTo>
                    <a:pt x="81778" y="216653"/>
                  </a:lnTo>
                  <a:cubicBezTo>
                    <a:pt x="86731" y="214938"/>
                    <a:pt x="92160" y="217605"/>
                    <a:pt x="93875" y="222558"/>
                  </a:cubicBezTo>
                  <a:lnTo>
                    <a:pt x="93875" y="222558"/>
                  </a:lnTo>
                  <a:cubicBezTo>
                    <a:pt x="95685" y="227511"/>
                    <a:pt x="93018" y="232941"/>
                    <a:pt x="88065" y="234655"/>
                  </a:cubicBezTo>
                  <a:lnTo>
                    <a:pt x="88065" y="234655"/>
                  </a:lnTo>
                  <a:cubicBezTo>
                    <a:pt x="87017" y="235036"/>
                    <a:pt x="85969" y="235227"/>
                    <a:pt x="84921" y="235227"/>
                  </a:cubicBezTo>
                  <a:lnTo>
                    <a:pt x="84921" y="235227"/>
                  </a:lnTo>
                  <a:cubicBezTo>
                    <a:pt x="80921" y="235227"/>
                    <a:pt x="77301" y="232750"/>
                    <a:pt x="75873" y="228845"/>
                  </a:cubicBezTo>
                  <a:close/>
                  <a:moveTo>
                    <a:pt x="63395" y="192840"/>
                  </a:moveTo>
                  <a:cubicBezTo>
                    <a:pt x="61585" y="187792"/>
                    <a:pt x="64252" y="182363"/>
                    <a:pt x="69205" y="180648"/>
                  </a:cubicBezTo>
                  <a:lnTo>
                    <a:pt x="69205" y="180648"/>
                  </a:lnTo>
                  <a:cubicBezTo>
                    <a:pt x="74158" y="178934"/>
                    <a:pt x="79587" y="181506"/>
                    <a:pt x="81302" y="186459"/>
                  </a:cubicBezTo>
                  <a:lnTo>
                    <a:pt x="81302" y="186459"/>
                  </a:lnTo>
                  <a:cubicBezTo>
                    <a:pt x="83016" y="191412"/>
                    <a:pt x="80445" y="196936"/>
                    <a:pt x="75492" y="198651"/>
                  </a:cubicBezTo>
                  <a:lnTo>
                    <a:pt x="75492" y="198651"/>
                  </a:lnTo>
                  <a:cubicBezTo>
                    <a:pt x="74444" y="199032"/>
                    <a:pt x="73396" y="199222"/>
                    <a:pt x="72348" y="199222"/>
                  </a:cubicBezTo>
                  <a:lnTo>
                    <a:pt x="72348" y="199222"/>
                  </a:lnTo>
                  <a:cubicBezTo>
                    <a:pt x="68443" y="199222"/>
                    <a:pt x="64728" y="196746"/>
                    <a:pt x="63395" y="192840"/>
                  </a:cubicBezTo>
                  <a:close/>
                  <a:moveTo>
                    <a:pt x="50822" y="156741"/>
                  </a:moveTo>
                  <a:cubicBezTo>
                    <a:pt x="49107" y="151788"/>
                    <a:pt x="51679" y="146358"/>
                    <a:pt x="56632" y="144644"/>
                  </a:cubicBezTo>
                  <a:lnTo>
                    <a:pt x="56632" y="144644"/>
                  </a:lnTo>
                  <a:cubicBezTo>
                    <a:pt x="61585" y="142929"/>
                    <a:pt x="67014" y="145501"/>
                    <a:pt x="68729" y="150454"/>
                  </a:cubicBezTo>
                  <a:lnTo>
                    <a:pt x="68729" y="150454"/>
                  </a:lnTo>
                  <a:cubicBezTo>
                    <a:pt x="70539" y="155407"/>
                    <a:pt x="67872" y="160932"/>
                    <a:pt x="62919" y="162551"/>
                  </a:cubicBezTo>
                  <a:lnTo>
                    <a:pt x="62919" y="162551"/>
                  </a:lnTo>
                  <a:cubicBezTo>
                    <a:pt x="61871" y="162932"/>
                    <a:pt x="60823" y="163122"/>
                    <a:pt x="59775" y="163122"/>
                  </a:cubicBezTo>
                  <a:lnTo>
                    <a:pt x="59775" y="163122"/>
                  </a:lnTo>
                  <a:cubicBezTo>
                    <a:pt x="55870" y="163122"/>
                    <a:pt x="52155" y="160646"/>
                    <a:pt x="50822" y="156741"/>
                  </a:cubicBezTo>
                  <a:close/>
                  <a:moveTo>
                    <a:pt x="38249" y="120736"/>
                  </a:moveTo>
                  <a:cubicBezTo>
                    <a:pt x="36439" y="115783"/>
                    <a:pt x="39106" y="110354"/>
                    <a:pt x="44059" y="108639"/>
                  </a:cubicBezTo>
                  <a:lnTo>
                    <a:pt x="44059" y="108639"/>
                  </a:lnTo>
                  <a:cubicBezTo>
                    <a:pt x="49107" y="106830"/>
                    <a:pt x="54537" y="109497"/>
                    <a:pt x="56251" y="114450"/>
                  </a:cubicBezTo>
                  <a:lnTo>
                    <a:pt x="56251" y="114450"/>
                  </a:lnTo>
                  <a:cubicBezTo>
                    <a:pt x="57966" y="119403"/>
                    <a:pt x="55299" y="124832"/>
                    <a:pt x="50346" y="126546"/>
                  </a:cubicBezTo>
                  <a:lnTo>
                    <a:pt x="50346" y="126546"/>
                  </a:lnTo>
                  <a:cubicBezTo>
                    <a:pt x="49298" y="126927"/>
                    <a:pt x="48250" y="127118"/>
                    <a:pt x="47202" y="127118"/>
                  </a:cubicBezTo>
                  <a:lnTo>
                    <a:pt x="47202" y="127118"/>
                  </a:lnTo>
                  <a:cubicBezTo>
                    <a:pt x="43297" y="127118"/>
                    <a:pt x="39582" y="124641"/>
                    <a:pt x="38249" y="120736"/>
                  </a:cubicBezTo>
                  <a:close/>
                  <a:moveTo>
                    <a:pt x="25676" y="84732"/>
                  </a:moveTo>
                  <a:cubicBezTo>
                    <a:pt x="23961" y="79779"/>
                    <a:pt x="26533" y="74254"/>
                    <a:pt x="31486" y="72540"/>
                  </a:cubicBezTo>
                  <a:lnTo>
                    <a:pt x="31486" y="72540"/>
                  </a:lnTo>
                  <a:cubicBezTo>
                    <a:pt x="36439" y="70825"/>
                    <a:pt x="41868" y="73397"/>
                    <a:pt x="43678" y="78350"/>
                  </a:cubicBezTo>
                  <a:lnTo>
                    <a:pt x="43678" y="78350"/>
                  </a:lnTo>
                  <a:cubicBezTo>
                    <a:pt x="45393" y="83398"/>
                    <a:pt x="42726" y="88827"/>
                    <a:pt x="37773" y="90542"/>
                  </a:cubicBezTo>
                  <a:lnTo>
                    <a:pt x="37773" y="90542"/>
                  </a:lnTo>
                  <a:cubicBezTo>
                    <a:pt x="36725" y="90923"/>
                    <a:pt x="35677" y="91113"/>
                    <a:pt x="34629" y="91113"/>
                  </a:cubicBezTo>
                  <a:lnTo>
                    <a:pt x="34629" y="91113"/>
                  </a:lnTo>
                  <a:cubicBezTo>
                    <a:pt x="30724" y="91113"/>
                    <a:pt x="27009" y="88637"/>
                    <a:pt x="25676" y="84732"/>
                  </a:cubicBezTo>
                  <a:close/>
                  <a:moveTo>
                    <a:pt x="13103" y="48632"/>
                  </a:moveTo>
                  <a:cubicBezTo>
                    <a:pt x="11388" y="43679"/>
                    <a:pt x="13960" y="38250"/>
                    <a:pt x="19008" y="36535"/>
                  </a:cubicBezTo>
                  <a:lnTo>
                    <a:pt x="19008" y="36535"/>
                  </a:lnTo>
                  <a:cubicBezTo>
                    <a:pt x="23961" y="34821"/>
                    <a:pt x="29391" y="37392"/>
                    <a:pt x="31105" y="42345"/>
                  </a:cubicBezTo>
                  <a:lnTo>
                    <a:pt x="31105" y="42345"/>
                  </a:lnTo>
                  <a:cubicBezTo>
                    <a:pt x="32820" y="47298"/>
                    <a:pt x="30248" y="52728"/>
                    <a:pt x="25200" y="54537"/>
                  </a:cubicBezTo>
                  <a:lnTo>
                    <a:pt x="25200" y="54537"/>
                  </a:lnTo>
                  <a:cubicBezTo>
                    <a:pt x="24152" y="54823"/>
                    <a:pt x="23104" y="55014"/>
                    <a:pt x="22056" y="55014"/>
                  </a:cubicBezTo>
                  <a:lnTo>
                    <a:pt x="22056" y="55014"/>
                  </a:lnTo>
                  <a:cubicBezTo>
                    <a:pt x="18151" y="55014"/>
                    <a:pt x="14436" y="52537"/>
                    <a:pt x="13103" y="48632"/>
                  </a:cubicBezTo>
                  <a:close/>
                  <a:moveTo>
                    <a:pt x="530" y="12627"/>
                  </a:moveTo>
                  <a:cubicBezTo>
                    <a:pt x="-1185" y="7674"/>
                    <a:pt x="1387" y="2245"/>
                    <a:pt x="6435" y="531"/>
                  </a:cubicBezTo>
                  <a:lnTo>
                    <a:pt x="6435" y="531"/>
                  </a:lnTo>
                  <a:cubicBezTo>
                    <a:pt x="11388" y="-1184"/>
                    <a:pt x="16818" y="1388"/>
                    <a:pt x="18532" y="6341"/>
                  </a:cubicBezTo>
                  <a:lnTo>
                    <a:pt x="18532" y="6341"/>
                  </a:lnTo>
                  <a:cubicBezTo>
                    <a:pt x="20247" y="11294"/>
                    <a:pt x="17675" y="16723"/>
                    <a:pt x="12722" y="18438"/>
                  </a:cubicBezTo>
                  <a:lnTo>
                    <a:pt x="12722" y="18438"/>
                  </a:lnTo>
                  <a:cubicBezTo>
                    <a:pt x="11674" y="18819"/>
                    <a:pt x="10626" y="19009"/>
                    <a:pt x="9579" y="19009"/>
                  </a:cubicBezTo>
                  <a:lnTo>
                    <a:pt x="9579" y="19009"/>
                  </a:lnTo>
                  <a:cubicBezTo>
                    <a:pt x="5578" y="19009"/>
                    <a:pt x="1959" y="16533"/>
                    <a:pt x="530" y="126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A767883F-8518-AA3B-85B4-04D744F2B596}"/>
                </a:ext>
              </a:extLst>
            </p:cNvPr>
            <p:cNvSpPr/>
            <p:nvPr/>
          </p:nvSpPr>
          <p:spPr>
            <a:xfrm>
              <a:off x="5835777" y="3607021"/>
              <a:ext cx="535971" cy="19050"/>
            </a:xfrm>
            <a:custGeom>
              <a:avLst/>
              <a:gdLst>
                <a:gd name="connsiteX0" fmla="*/ 517017 w 535971"/>
                <a:gd name="connsiteY0" fmla="*/ 9525 h 19050"/>
                <a:gd name="connsiteX1" fmla="*/ 526542 w 535971"/>
                <a:gd name="connsiteY1" fmla="*/ 0 h 19050"/>
                <a:gd name="connsiteX2" fmla="*/ 526542 w 535971"/>
                <a:gd name="connsiteY2" fmla="*/ 0 h 19050"/>
                <a:gd name="connsiteX3" fmla="*/ 535972 w 535971"/>
                <a:gd name="connsiteY3" fmla="*/ 9525 h 19050"/>
                <a:gd name="connsiteX4" fmla="*/ 535972 w 535971"/>
                <a:gd name="connsiteY4" fmla="*/ 9525 h 19050"/>
                <a:gd name="connsiteX5" fmla="*/ 526542 w 535971"/>
                <a:gd name="connsiteY5" fmla="*/ 19050 h 19050"/>
                <a:gd name="connsiteX6" fmla="*/ 526542 w 535971"/>
                <a:gd name="connsiteY6" fmla="*/ 19050 h 19050"/>
                <a:gd name="connsiteX7" fmla="*/ 517017 w 535971"/>
                <a:gd name="connsiteY7" fmla="*/ 9525 h 19050"/>
                <a:gd name="connsiteX8" fmla="*/ 480060 w 535971"/>
                <a:gd name="connsiteY8" fmla="*/ 9525 h 19050"/>
                <a:gd name="connsiteX9" fmla="*/ 489585 w 535971"/>
                <a:gd name="connsiteY9" fmla="*/ 0 h 19050"/>
                <a:gd name="connsiteX10" fmla="*/ 489585 w 535971"/>
                <a:gd name="connsiteY10" fmla="*/ 0 h 19050"/>
                <a:gd name="connsiteX11" fmla="*/ 499110 w 535971"/>
                <a:gd name="connsiteY11" fmla="*/ 9525 h 19050"/>
                <a:gd name="connsiteX12" fmla="*/ 499110 w 535971"/>
                <a:gd name="connsiteY12" fmla="*/ 9525 h 19050"/>
                <a:gd name="connsiteX13" fmla="*/ 489585 w 535971"/>
                <a:gd name="connsiteY13" fmla="*/ 19050 h 19050"/>
                <a:gd name="connsiteX14" fmla="*/ 489585 w 535971"/>
                <a:gd name="connsiteY14" fmla="*/ 19050 h 19050"/>
                <a:gd name="connsiteX15" fmla="*/ 480060 w 535971"/>
                <a:gd name="connsiteY15" fmla="*/ 9525 h 19050"/>
                <a:gd name="connsiteX16" fmla="*/ 443103 w 535971"/>
                <a:gd name="connsiteY16" fmla="*/ 9525 h 19050"/>
                <a:gd name="connsiteX17" fmla="*/ 452628 w 535971"/>
                <a:gd name="connsiteY17" fmla="*/ 0 h 19050"/>
                <a:gd name="connsiteX18" fmla="*/ 452628 w 535971"/>
                <a:gd name="connsiteY18" fmla="*/ 0 h 19050"/>
                <a:gd name="connsiteX19" fmla="*/ 462153 w 535971"/>
                <a:gd name="connsiteY19" fmla="*/ 9525 h 19050"/>
                <a:gd name="connsiteX20" fmla="*/ 462153 w 535971"/>
                <a:gd name="connsiteY20" fmla="*/ 9525 h 19050"/>
                <a:gd name="connsiteX21" fmla="*/ 452628 w 535971"/>
                <a:gd name="connsiteY21" fmla="*/ 19050 h 19050"/>
                <a:gd name="connsiteX22" fmla="*/ 452628 w 535971"/>
                <a:gd name="connsiteY22" fmla="*/ 19050 h 19050"/>
                <a:gd name="connsiteX23" fmla="*/ 443103 w 535971"/>
                <a:gd name="connsiteY23" fmla="*/ 9525 h 19050"/>
                <a:gd name="connsiteX24" fmla="*/ 406146 w 535971"/>
                <a:gd name="connsiteY24" fmla="*/ 9525 h 19050"/>
                <a:gd name="connsiteX25" fmla="*/ 415671 w 535971"/>
                <a:gd name="connsiteY25" fmla="*/ 0 h 19050"/>
                <a:gd name="connsiteX26" fmla="*/ 415671 w 535971"/>
                <a:gd name="connsiteY26" fmla="*/ 0 h 19050"/>
                <a:gd name="connsiteX27" fmla="*/ 425291 w 535971"/>
                <a:gd name="connsiteY27" fmla="*/ 9525 h 19050"/>
                <a:gd name="connsiteX28" fmla="*/ 425291 w 535971"/>
                <a:gd name="connsiteY28" fmla="*/ 9525 h 19050"/>
                <a:gd name="connsiteX29" fmla="*/ 415671 w 535971"/>
                <a:gd name="connsiteY29" fmla="*/ 19050 h 19050"/>
                <a:gd name="connsiteX30" fmla="*/ 415671 w 535971"/>
                <a:gd name="connsiteY30" fmla="*/ 19050 h 19050"/>
                <a:gd name="connsiteX31" fmla="*/ 406146 w 535971"/>
                <a:gd name="connsiteY31" fmla="*/ 9525 h 19050"/>
                <a:gd name="connsiteX32" fmla="*/ 369284 w 535971"/>
                <a:gd name="connsiteY32" fmla="*/ 9525 h 19050"/>
                <a:gd name="connsiteX33" fmla="*/ 378809 w 535971"/>
                <a:gd name="connsiteY33" fmla="*/ 0 h 19050"/>
                <a:gd name="connsiteX34" fmla="*/ 378809 w 535971"/>
                <a:gd name="connsiteY34" fmla="*/ 0 h 19050"/>
                <a:gd name="connsiteX35" fmla="*/ 388334 w 535971"/>
                <a:gd name="connsiteY35" fmla="*/ 9525 h 19050"/>
                <a:gd name="connsiteX36" fmla="*/ 388334 w 535971"/>
                <a:gd name="connsiteY36" fmla="*/ 9525 h 19050"/>
                <a:gd name="connsiteX37" fmla="*/ 378809 w 535971"/>
                <a:gd name="connsiteY37" fmla="*/ 19050 h 19050"/>
                <a:gd name="connsiteX38" fmla="*/ 378809 w 535971"/>
                <a:gd name="connsiteY38" fmla="*/ 19050 h 19050"/>
                <a:gd name="connsiteX39" fmla="*/ 369284 w 535971"/>
                <a:gd name="connsiteY39" fmla="*/ 9525 h 19050"/>
                <a:gd name="connsiteX40" fmla="*/ 332327 w 535971"/>
                <a:gd name="connsiteY40" fmla="*/ 9525 h 19050"/>
                <a:gd name="connsiteX41" fmla="*/ 341852 w 535971"/>
                <a:gd name="connsiteY41" fmla="*/ 0 h 19050"/>
                <a:gd name="connsiteX42" fmla="*/ 341852 w 535971"/>
                <a:gd name="connsiteY42" fmla="*/ 0 h 19050"/>
                <a:gd name="connsiteX43" fmla="*/ 351377 w 535971"/>
                <a:gd name="connsiteY43" fmla="*/ 9525 h 19050"/>
                <a:gd name="connsiteX44" fmla="*/ 351377 w 535971"/>
                <a:gd name="connsiteY44" fmla="*/ 9525 h 19050"/>
                <a:gd name="connsiteX45" fmla="*/ 341852 w 535971"/>
                <a:gd name="connsiteY45" fmla="*/ 19050 h 19050"/>
                <a:gd name="connsiteX46" fmla="*/ 341852 w 535971"/>
                <a:gd name="connsiteY46" fmla="*/ 19050 h 19050"/>
                <a:gd name="connsiteX47" fmla="*/ 332327 w 535971"/>
                <a:gd name="connsiteY47" fmla="*/ 9525 h 19050"/>
                <a:gd name="connsiteX48" fmla="*/ 295466 w 535971"/>
                <a:gd name="connsiteY48" fmla="*/ 9525 h 19050"/>
                <a:gd name="connsiteX49" fmla="*/ 304991 w 535971"/>
                <a:gd name="connsiteY49" fmla="*/ 0 h 19050"/>
                <a:gd name="connsiteX50" fmla="*/ 304991 w 535971"/>
                <a:gd name="connsiteY50" fmla="*/ 0 h 19050"/>
                <a:gd name="connsiteX51" fmla="*/ 314420 w 535971"/>
                <a:gd name="connsiteY51" fmla="*/ 9525 h 19050"/>
                <a:gd name="connsiteX52" fmla="*/ 314420 w 535971"/>
                <a:gd name="connsiteY52" fmla="*/ 9525 h 19050"/>
                <a:gd name="connsiteX53" fmla="*/ 304991 w 535971"/>
                <a:gd name="connsiteY53" fmla="*/ 19050 h 19050"/>
                <a:gd name="connsiteX54" fmla="*/ 304991 w 535971"/>
                <a:gd name="connsiteY54" fmla="*/ 19050 h 19050"/>
                <a:gd name="connsiteX55" fmla="*/ 295466 w 535971"/>
                <a:gd name="connsiteY55" fmla="*/ 9525 h 19050"/>
                <a:gd name="connsiteX56" fmla="*/ 258509 w 535971"/>
                <a:gd name="connsiteY56" fmla="*/ 9525 h 19050"/>
                <a:gd name="connsiteX57" fmla="*/ 268034 w 535971"/>
                <a:gd name="connsiteY57" fmla="*/ 0 h 19050"/>
                <a:gd name="connsiteX58" fmla="*/ 268034 w 535971"/>
                <a:gd name="connsiteY58" fmla="*/ 0 h 19050"/>
                <a:gd name="connsiteX59" fmla="*/ 277559 w 535971"/>
                <a:gd name="connsiteY59" fmla="*/ 9525 h 19050"/>
                <a:gd name="connsiteX60" fmla="*/ 277559 w 535971"/>
                <a:gd name="connsiteY60" fmla="*/ 9525 h 19050"/>
                <a:gd name="connsiteX61" fmla="*/ 268034 w 535971"/>
                <a:gd name="connsiteY61" fmla="*/ 19050 h 19050"/>
                <a:gd name="connsiteX62" fmla="*/ 268034 w 535971"/>
                <a:gd name="connsiteY62" fmla="*/ 19050 h 19050"/>
                <a:gd name="connsiteX63" fmla="*/ 258509 w 535971"/>
                <a:gd name="connsiteY63" fmla="*/ 9525 h 19050"/>
                <a:gd name="connsiteX64" fmla="*/ 221551 w 535971"/>
                <a:gd name="connsiteY64" fmla="*/ 9525 h 19050"/>
                <a:gd name="connsiteX65" fmla="*/ 231076 w 535971"/>
                <a:gd name="connsiteY65" fmla="*/ 0 h 19050"/>
                <a:gd name="connsiteX66" fmla="*/ 231076 w 535971"/>
                <a:gd name="connsiteY66" fmla="*/ 0 h 19050"/>
                <a:gd name="connsiteX67" fmla="*/ 240601 w 535971"/>
                <a:gd name="connsiteY67" fmla="*/ 9525 h 19050"/>
                <a:gd name="connsiteX68" fmla="*/ 240601 w 535971"/>
                <a:gd name="connsiteY68" fmla="*/ 9525 h 19050"/>
                <a:gd name="connsiteX69" fmla="*/ 231076 w 535971"/>
                <a:gd name="connsiteY69" fmla="*/ 19050 h 19050"/>
                <a:gd name="connsiteX70" fmla="*/ 231076 w 535971"/>
                <a:gd name="connsiteY70" fmla="*/ 19050 h 19050"/>
                <a:gd name="connsiteX71" fmla="*/ 221551 w 535971"/>
                <a:gd name="connsiteY71" fmla="*/ 9525 h 19050"/>
                <a:gd name="connsiteX72" fmla="*/ 184595 w 535971"/>
                <a:gd name="connsiteY72" fmla="*/ 9525 h 19050"/>
                <a:gd name="connsiteX73" fmla="*/ 194120 w 535971"/>
                <a:gd name="connsiteY73" fmla="*/ 0 h 19050"/>
                <a:gd name="connsiteX74" fmla="*/ 194120 w 535971"/>
                <a:gd name="connsiteY74" fmla="*/ 0 h 19050"/>
                <a:gd name="connsiteX75" fmla="*/ 203645 w 535971"/>
                <a:gd name="connsiteY75" fmla="*/ 9525 h 19050"/>
                <a:gd name="connsiteX76" fmla="*/ 203645 w 535971"/>
                <a:gd name="connsiteY76" fmla="*/ 9525 h 19050"/>
                <a:gd name="connsiteX77" fmla="*/ 194120 w 535971"/>
                <a:gd name="connsiteY77" fmla="*/ 19050 h 19050"/>
                <a:gd name="connsiteX78" fmla="*/ 194120 w 535971"/>
                <a:gd name="connsiteY78" fmla="*/ 19050 h 19050"/>
                <a:gd name="connsiteX79" fmla="*/ 184595 w 535971"/>
                <a:gd name="connsiteY79" fmla="*/ 9525 h 19050"/>
                <a:gd name="connsiteX80" fmla="*/ 147638 w 535971"/>
                <a:gd name="connsiteY80" fmla="*/ 9525 h 19050"/>
                <a:gd name="connsiteX81" fmla="*/ 157258 w 535971"/>
                <a:gd name="connsiteY81" fmla="*/ 0 h 19050"/>
                <a:gd name="connsiteX82" fmla="*/ 157258 w 535971"/>
                <a:gd name="connsiteY82" fmla="*/ 0 h 19050"/>
                <a:gd name="connsiteX83" fmla="*/ 166783 w 535971"/>
                <a:gd name="connsiteY83" fmla="*/ 9525 h 19050"/>
                <a:gd name="connsiteX84" fmla="*/ 166783 w 535971"/>
                <a:gd name="connsiteY84" fmla="*/ 9525 h 19050"/>
                <a:gd name="connsiteX85" fmla="*/ 157258 w 535971"/>
                <a:gd name="connsiteY85" fmla="*/ 19050 h 19050"/>
                <a:gd name="connsiteX86" fmla="*/ 157258 w 535971"/>
                <a:gd name="connsiteY86" fmla="*/ 19050 h 19050"/>
                <a:gd name="connsiteX87" fmla="*/ 147638 w 535971"/>
                <a:gd name="connsiteY87" fmla="*/ 9525 h 19050"/>
                <a:gd name="connsiteX88" fmla="*/ 110776 w 535971"/>
                <a:gd name="connsiteY88" fmla="*/ 9525 h 19050"/>
                <a:gd name="connsiteX89" fmla="*/ 120301 w 535971"/>
                <a:gd name="connsiteY89" fmla="*/ 0 h 19050"/>
                <a:gd name="connsiteX90" fmla="*/ 120301 w 535971"/>
                <a:gd name="connsiteY90" fmla="*/ 0 h 19050"/>
                <a:gd name="connsiteX91" fmla="*/ 129826 w 535971"/>
                <a:gd name="connsiteY91" fmla="*/ 9525 h 19050"/>
                <a:gd name="connsiteX92" fmla="*/ 129826 w 535971"/>
                <a:gd name="connsiteY92" fmla="*/ 9525 h 19050"/>
                <a:gd name="connsiteX93" fmla="*/ 120301 w 535971"/>
                <a:gd name="connsiteY93" fmla="*/ 19050 h 19050"/>
                <a:gd name="connsiteX94" fmla="*/ 120301 w 535971"/>
                <a:gd name="connsiteY94" fmla="*/ 19050 h 19050"/>
                <a:gd name="connsiteX95" fmla="*/ 110776 w 535971"/>
                <a:gd name="connsiteY95" fmla="*/ 9525 h 19050"/>
                <a:gd name="connsiteX96" fmla="*/ 73819 w 535971"/>
                <a:gd name="connsiteY96" fmla="*/ 9525 h 19050"/>
                <a:gd name="connsiteX97" fmla="*/ 83344 w 535971"/>
                <a:gd name="connsiteY97" fmla="*/ 0 h 19050"/>
                <a:gd name="connsiteX98" fmla="*/ 83344 w 535971"/>
                <a:gd name="connsiteY98" fmla="*/ 0 h 19050"/>
                <a:gd name="connsiteX99" fmla="*/ 92869 w 535971"/>
                <a:gd name="connsiteY99" fmla="*/ 9525 h 19050"/>
                <a:gd name="connsiteX100" fmla="*/ 92869 w 535971"/>
                <a:gd name="connsiteY100" fmla="*/ 9525 h 19050"/>
                <a:gd name="connsiteX101" fmla="*/ 83344 w 535971"/>
                <a:gd name="connsiteY101" fmla="*/ 19050 h 19050"/>
                <a:gd name="connsiteX102" fmla="*/ 83344 w 535971"/>
                <a:gd name="connsiteY102" fmla="*/ 19050 h 19050"/>
                <a:gd name="connsiteX103" fmla="*/ 73819 w 535971"/>
                <a:gd name="connsiteY103" fmla="*/ 9525 h 19050"/>
                <a:gd name="connsiteX104" fmla="*/ 36957 w 535971"/>
                <a:gd name="connsiteY104" fmla="*/ 9525 h 19050"/>
                <a:gd name="connsiteX105" fmla="*/ 46482 w 535971"/>
                <a:gd name="connsiteY105" fmla="*/ 0 h 19050"/>
                <a:gd name="connsiteX106" fmla="*/ 46482 w 535971"/>
                <a:gd name="connsiteY106" fmla="*/ 0 h 19050"/>
                <a:gd name="connsiteX107" fmla="*/ 55912 w 535971"/>
                <a:gd name="connsiteY107" fmla="*/ 9525 h 19050"/>
                <a:gd name="connsiteX108" fmla="*/ 55912 w 535971"/>
                <a:gd name="connsiteY108" fmla="*/ 9525 h 19050"/>
                <a:gd name="connsiteX109" fmla="*/ 46482 w 535971"/>
                <a:gd name="connsiteY109" fmla="*/ 19050 h 19050"/>
                <a:gd name="connsiteX110" fmla="*/ 46482 w 535971"/>
                <a:gd name="connsiteY110" fmla="*/ 19050 h 19050"/>
                <a:gd name="connsiteX111" fmla="*/ 36957 w 535971"/>
                <a:gd name="connsiteY111" fmla="*/ 9525 h 19050"/>
                <a:gd name="connsiteX112" fmla="*/ 0 w 535971"/>
                <a:gd name="connsiteY112" fmla="*/ 9525 h 19050"/>
                <a:gd name="connsiteX113" fmla="*/ 9525 w 535971"/>
                <a:gd name="connsiteY113" fmla="*/ 0 h 19050"/>
                <a:gd name="connsiteX114" fmla="*/ 9525 w 535971"/>
                <a:gd name="connsiteY114" fmla="*/ 0 h 19050"/>
                <a:gd name="connsiteX115" fmla="*/ 19050 w 535971"/>
                <a:gd name="connsiteY115" fmla="*/ 9525 h 19050"/>
                <a:gd name="connsiteX116" fmla="*/ 19050 w 535971"/>
                <a:gd name="connsiteY116" fmla="*/ 9525 h 19050"/>
                <a:gd name="connsiteX117" fmla="*/ 9525 w 535971"/>
                <a:gd name="connsiteY117" fmla="*/ 19050 h 19050"/>
                <a:gd name="connsiteX118" fmla="*/ 9525 w 535971"/>
                <a:gd name="connsiteY118" fmla="*/ 19050 h 19050"/>
                <a:gd name="connsiteX119" fmla="*/ 0 w 535971"/>
                <a:gd name="connsiteY119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535971" h="19050">
                  <a:moveTo>
                    <a:pt x="517017" y="9525"/>
                  </a:moveTo>
                  <a:cubicBezTo>
                    <a:pt x="517017" y="4286"/>
                    <a:pt x="521208" y="0"/>
                    <a:pt x="526542" y="0"/>
                  </a:cubicBezTo>
                  <a:lnTo>
                    <a:pt x="526542" y="0"/>
                  </a:lnTo>
                  <a:cubicBezTo>
                    <a:pt x="531781" y="0"/>
                    <a:pt x="535972" y="4286"/>
                    <a:pt x="535972" y="9525"/>
                  </a:cubicBezTo>
                  <a:lnTo>
                    <a:pt x="535972" y="9525"/>
                  </a:lnTo>
                  <a:cubicBezTo>
                    <a:pt x="535972" y="14764"/>
                    <a:pt x="531781" y="19050"/>
                    <a:pt x="526542" y="19050"/>
                  </a:cubicBezTo>
                  <a:lnTo>
                    <a:pt x="526542" y="19050"/>
                  </a:lnTo>
                  <a:cubicBezTo>
                    <a:pt x="521208" y="19050"/>
                    <a:pt x="517017" y="14764"/>
                    <a:pt x="517017" y="9525"/>
                  </a:cubicBezTo>
                  <a:close/>
                  <a:moveTo>
                    <a:pt x="480060" y="9525"/>
                  </a:moveTo>
                  <a:cubicBezTo>
                    <a:pt x="480060" y="4286"/>
                    <a:pt x="484346" y="0"/>
                    <a:pt x="489585" y="0"/>
                  </a:cubicBezTo>
                  <a:lnTo>
                    <a:pt x="489585" y="0"/>
                  </a:lnTo>
                  <a:cubicBezTo>
                    <a:pt x="494824" y="0"/>
                    <a:pt x="499110" y="4286"/>
                    <a:pt x="499110" y="9525"/>
                  </a:cubicBezTo>
                  <a:lnTo>
                    <a:pt x="499110" y="9525"/>
                  </a:lnTo>
                  <a:cubicBezTo>
                    <a:pt x="499110" y="14764"/>
                    <a:pt x="494824" y="19050"/>
                    <a:pt x="489585" y="19050"/>
                  </a:cubicBezTo>
                  <a:lnTo>
                    <a:pt x="489585" y="19050"/>
                  </a:lnTo>
                  <a:cubicBezTo>
                    <a:pt x="484346" y="19050"/>
                    <a:pt x="480060" y="14764"/>
                    <a:pt x="480060" y="9525"/>
                  </a:cubicBezTo>
                  <a:close/>
                  <a:moveTo>
                    <a:pt x="443103" y="9525"/>
                  </a:moveTo>
                  <a:cubicBezTo>
                    <a:pt x="443103" y="4286"/>
                    <a:pt x="447389" y="0"/>
                    <a:pt x="452628" y="0"/>
                  </a:cubicBezTo>
                  <a:lnTo>
                    <a:pt x="452628" y="0"/>
                  </a:lnTo>
                  <a:cubicBezTo>
                    <a:pt x="457867" y="0"/>
                    <a:pt x="462153" y="4286"/>
                    <a:pt x="462153" y="9525"/>
                  </a:cubicBezTo>
                  <a:lnTo>
                    <a:pt x="462153" y="9525"/>
                  </a:lnTo>
                  <a:cubicBezTo>
                    <a:pt x="462153" y="14764"/>
                    <a:pt x="457867" y="19050"/>
                    <a:pt x="452628" y="19050"/>
                  </a:cubicBezTo>
                  <a:lnTo>
                    <a:pt x="452628" y="19050"/>
                  </a:lnTo>
                  <a:cubicBezTo>
                    <a:pt x="447389" y="19050"/>
                    <a:pt x="443103" y="14764"/>
                    <a:pt x="443103" y="9525"/>
                  </a:cubicBezTo>
                  <a:close/>
                  <a:moveTo>
                    <a:pt x="406146" y="9525"/>
                  </a:moveTo>
                  <a:cubicBezTo>
                    <a:pt x="406146" y="4286"/>
                    <a:pt x="410432" y="0"/>
                    <a:pt x="415671" y="0"/>
                  </a:cubicBezTo>
                  <a:lnTo>
                    <a:pt x="415671" y="0"/>
                  </a:lnTo>
                  <a:cubicBezTo>
                    <a:pt x="421005" y="0"/>
                    <a:pt x="425291" y="4286"/>
                    <a:pt x="425291" y="9525"/>
                  </a:cubicBezTo>
                  <a:lnTo>
                    <a:pt x="425291" y="9525"/>
                  </a:lnTo>
                  <a:cubicBezTo>
                    <a:pt x="425291" y="14764"/>
                    <a:pt x="421005" y="19050"/>
                    <a:pt x="415671" y="19050"/>
                  </a:cubicBezTo>
                  <a:lnTo>
                    <a:pt x="415671" y="19050"/>
                  </a:lnTo>
                  <a:cubicBezTo>
                    <a:pt x="410432" y="19050"/>
                    <a:pt x="406146" y="14764"/>
                    <a:pt x="406146" y="9525"/>
                  </a:cubicBezTo>
                  <a:close/>
                  <a:moveTo>
                    <a:pt x="369284" y="9525"/>
                  </a:moveTo>
                  <a:cubicBezTo>
                    <a:pt x="369284" y="4286"/>
                    <a:pt x="373475" y="0"/>
                    <a:pt x="378809" y="0"/>
                  </a:cubicBezTo>
                  <a:lnTo>
                    <a:pt x="378809" y="0"/>
                  </a:lnTo>
                  <a:cubicBezTo>
                    <a:pt x="384048" y="0"/>
                    <a:pt x="388334" y="4286"/>
                    <a:pt x="388334" y="9525"/>
                  </a:cubicBezTo>
                  <a:lnTo>
                    <a:pt x="388334" y="9525"/>
                  </a:lnTo>
                  <a:cubicBezTo>
                    <a:pt x="388334" y="14764"/>
                    <a:pt x="384048" y="19050"/>
                    <a:pt x="378809" y="19050"/>
                  </a:cubicBezTo>
                  <a:lnTo>
                    <a:pt x="378809" y="19050"/>
                  </a:lnTo>
                  <a:cubicBezTo>
                    <a:pt x="373475" y="19050"/>
                    <a:pt x="369284" y="14764"/>
                    <a:pt x="369284" y="9525"/>
                  </a:cubicBezTo>
                  <a:close/>
                  <a:moveTo>
                    <a:pt x="332327" y="9525"/>
                  </a:moveTo>
                  <a:cubicBezTo>
                    <a:pt x="332327" y="4286"/>
                    <a:pt x="336614" y="0"/>
                    <a:pt x="341852" y="0"/>
                  </a:cubicBezTo>
                  <a:lnTo>
                    <a:pt x="341852" y="0"/>
                  </a:lnTo>
                  <a:cubicBezTo>
                    <a:pt x="347091" y="0"/>
                    <a:pt x="351377" y="4286"/>
                    <a:pt x="351377" y="9525"/>
                  </a:cubicBezTo>
                  <a:lnTo>
                    <a:pt x="351377" y="9525"/>
                  </a:lnTo>
                  <a:cubicBezTo>
                    <a:pt x="351377" y="14764"/>
                    <a:pt x="347091" y="19050"/>
                    <a:pt x="341852" y="19050"/>
                  </a:cubicBezTo>
                  <a:lnTo>
                    <a:pt x="341852" y="19050"/>
                  </a:lnTo>
                  <a:cubicBezTo>
                    <a:pt x="336614" y="19050"/>
                    <a:pt x="332327" y="14764"/>
                    <a:pt x="332327" y="9525"/>
                  </a:cubicBezTo>
                  <a:close/>
                  <a:moveTo>
                    <a:pt x="295466" y="9525"/>
                  </a:moveTo>
                  <a:cubicBezTo>
                    <a:pt x="295466" y="4286"/>
                    <a:pt x="299657" y="0"/>
                    <a:pt x="304991" y="0"/>
                  </a:cubicBezTo>
                  <a:lnTo>
                    <a:pt x="304991" y="0"/>
                  </a:lnTo>
                  <a:cubicBezTo>
                    <a:pt x="310229" y="0"/>
                    <a:pt x="314420" y="4286"/>
                    <a:pt x="314420" y="9525"/>
                  </a:cubicBezTo>
                  <a:lnTo>
                    <a:pt x="314420" y="9525"/>
                  </a:lnTo>
                  <a:cubicBezTo>
                    <a:pt x="314420" y="14764"/>
                    <a:pt x="310229" y="19050"/>
                    <a:pt x="304991" y="19050"/>
                  </a:cubicBezTo>
                  <a:lnTo>
                    <a:pt x="304991" y="19050"/>
                  </a:lnTo>
                  <a:cubicBezTo>
                    <a:pt x="299657" y="19050"/>
                    <a:pt x="295466" y="14764"/>
                    <a:pt x="295466" y="9525"/>
                  </a:cubicBezTo>
                  <a:close/>
                  <a:moveTo>
                    <a:pt x="258509" y="9525"/>
                  </a:moveTo>
                  <a:cubicBezTo>
                    <a:pt x="258509" y="4286"/>
                    <a:pt x="262699" y="0"/>
                    <a:pt x="268034" y="0"/>
                  </a:cubicBezTo>
                  <a:lnTo>
                    <a:pt x="268034" y="0"/>
                  </a:lnTo>
                  <a:cubicBezTo>
                    <a:pt x="273272" y="0"/>
                    <a:pt x="277559" y="4286"/>
                    <a:pt x="277559" y="9525"/>
                  </a:cubicBezTo>
                  <a:lnTo>
                    <a:pt x="277559" y="9525"/>
                  </a:lnTo>
                  <a:cubicBezTo>
                    <a:pt x="277559" y="14764"/>
                    <a:pt x="273272" y="19050"/>
                    <a:pt x="268034" y="19050"/>
                  </a:cubicBezTo>
                  <a:lnTo>
                    <a:pt x="268034" y="19050"/>
                  </a:lnTo>
                  <a:cubicBezTo>
                    <a:pt x="262699" y="19050"/>
                    <a:pt x="258509" y="14764"/>
                    <a:pt x="258509" y="9525"/>
                  </a:cubicBezTo>
                  <a:close/>
                  <a:moveTo>
                    <a:pt x="221551" y="9525"/>
                  </a:moveTo>
                  <a:cubicBezTo>
                    <a:pt x="221551" y="4286"/>
                    <a:pt x="225838" y="0"/>
                    <a:pt x="231076" y="0"/>
                  </a:cubicBezTo>
                  <a:lnTo>
                    <a:pt x="231076" y="0"/>
                  </a:lnTo>
                  <a:cubicBezTo>
                    <a:pt x="236315" y="0"/>
                    <a:pt x="240601" y="4286"/>
                    <a:pt x="240601" y="9525"/>
                  </a:cubicBezTo>
                  <a:lnTo>
                    <a:pt x="240601" y="9525"/>
                  </a:lnTo>
                  <a:cubicBezTo>
                    <a:pt x="240601" y="14764"/>
                    <a:pt x="236315" y="19050"/>
                    <a:pt x="231076" y="19050"/>
                  </a:cubicBezTo>
                  <a:lnTo>
                    <a:pt x="231076" y="19050"/>
                  </a:lnTo>
                  <a:cubicBezTo>
                    <a:pt x="225838" y="19050"/>
                    <a:pt x="221551" y="14764"/>
                    <a:pt x="221551" y="9525"/>
                  </a:cubicBezTo>
                  <a:close/>
                  <a:moveTo>
                    <a:pt x="184595" y="9525"/>
                  </a:moveTo>
                  <a:cubicBezTo>
                    <a:pt x="184595" y="4286"/>
                    <a:pt x="188881" y="0"/>
                    <a:pt x="194120" y="0"/>
                  </a:cubicBezTo>
                  <a:lnTo>
                    <a:pt x="194120" y="0"/>
                  </a:lnTo>
                  <a:cubicBezTo>
                    <a:pt x="199453" y="0"/>
                    <a:pt x="203645" y="4286"/>
                    <a:pt x="203645" y="9525"/>
                  </a:cubicBezTo>
                  <a:lnTo>
                    <a:pt x="203645" y="9525"/>
                  </a:lnTo>
                  <a:cubicBezTo>
                    <a:pt x="203645" y="14764"/>
                    <a:pt x="199453" y="19050"/>
                    <a:pt x="194120" y="19050"/>
                  </a:cubicBezTo>
                  <a:lnTo>
                    <a:pt x="194120" y="19050"/>
                  </a:lnTo>
                  <a:cubicBezTo>
                    <a:pt x="188881" y="19050"/>
                    <a:pt x="184595" y="14764"/>
                    <a:pt x="184595" y="9525"/>
                  </a:cubicBezTo>
                  <a:close/>
                  <a:moveTo>
                    <a:pt x="147638" y="9525"/>
                  </a:moveTo>
                  <a:cubicBezTo>
                    <a:pt x="147638" y="4286"/>
                    <a:pt x="151924" y="0"/>
                    <a:pt x="157258" y="0"/>
                  </a:cubicBezTo>
                  <a:lnTo>
                    <a:pt x="157258" y="0"/>
                  </a:lnTo>
                  <a:cubicBezTo>
                    <a:pt x="162497" y="0"/>
                    <a:pt x="166783" y="4286"/>
                    <a:pt x="166783" y="9525"/>
                  </a:cubicBezTo>
                  <a:lnTo>
                    <a:pt x="166783" y="9525"/>
                  </a:lnTo>
                  <a:cubicBezTo>
                    <a:pt x="166783" y="14764"/>
                    <a:pt x="162497" y="19050"/>
                    <a:pt x="157258" y="19050"/>
                  </a:cubicBezTo>
                  <a:lnTo>
                    <a:pt x="157258" y="19050"/>
                  </a:lnTo>
                  <a:cubicBezTo>
                    <a:pt x="151924" y="19050"/>
                    <a:pt x="147638" y="14764"/>
                    <a:pt x="147638" y="9525"/>
                  </a:cubicBezTo>
                  <a:close/>
                  <a:moveTo>
                    <a:pt x="110776" y="9525"/>
                  </a:moveTo>
                  <a:cubicBezTo>
                    <a:pt x="110776" y="4286"/>
                    <a:pt x="114967" y="0"/>
                    <a:pt x="120301" y="0"/>
                  </a:cubicBezTo>
                  <a:lnTo>
                    <a:pt x="120301" y="0"/>
                  </a:lnTo>
                  <a:cubicBezTo>
                    <a:pt x="125540" y="0"/>
                    <a:pt x="129826" y="4286"/>
                    <a:pt x="129826" y="9525"/>
                  </a:cubicBezTo>
                  <a:lnTo>
                    <a:pt x="129826" y="9525"/>
                  </a:lnTo>
                  <a:cubicBezTo>
                    <a:pt x="129826" y="14764"/>
                    <a:pt x="125540" y="19050"/>
                    <a:pt x="120301" y="19050"/>
                  </a:cubicBezTo>
                  <a:lnTo>
                    <a:pt x="120301" y="19050"/>
                  </a:lnTo>
                  <a:cubicBezTo>
                    <a:pt x="114967" y="19050"/>
                    <a:pt x="110776" y="14764"/>
                    <a:pt x="110776" y="9525"/>
                  </a:cubicBezTo>
                  <a:close/>
                  <a:moveTo>
                    <a:pt x="73819" y="9525"/>
                  </a:moveTo>
                  <a:cubicBezTo>
                    <a:pt x="73819" y="4286"/>
                    <a:pt x="78105" y="0"/>
                    <a:pt x="83344" y="0"/>
                  </a:cubicBezTo>
                  <a:lnTo>
                    <a:pt x="83344" y="0"/>
                  </a:lnTo>
                  <a:cubicBezTo>
                    <a:pt x="88582" y="0"/>
                    <a:pt x="92869" y="4286"/>
                    <a:pt x="92869" y="9525"/>
                  </a:cubicBezTo>
                  <a:lnTo>
                    <a:pt x="92869" y="9525"/>
                  </a:lnTo>
                  <a:cubicBezTo>
                    <a:pt x="92869" y="14764"/>
                    <a:pt x="88582" y="19050"/>
                    <a:pt x="83344" y="19050"/>
                  </a:cubicBezTo>
                  <a:lnTo>
                    <a:pt x="83344" y="19050"/>
                  </a:lnTo>
                  <a:cubicBezTo>
                    <a:pt x="78105" y="19050"/>
                    <a:pt x="73819" y="14764"/>
                    <a:pt x="73819" y="9525"/>
                  </a:cubicBezTo>
                  <a:close/>
                  <a:moveTo>
                    <a:pt x="36957" y="9525"/>
                  </a:moveTo>
                  <a:cubicBezTo>
                    <a:pt x="36957" y="4286"/>
                    <a:pt x="41148" y="0"/>
                    <a:pt x="46482" y="0"/>
                  </a:cubicBezTo>
                  <a:lnTo>
                    <a:pt x="46482" y="0"/>
                  </a:lnTo>
                  <a:cubicBezTo>
                    <a:pt x="51721" y="0"/>
                    <a:pt x="55912" y="4286"/>
                    <a:pt x="55912" y="9525"/>
                  </a:cubicBezTo>
                  <a:lnTo>
                    <a:pt x="55912" y="9525"/>
                  </a:lnTo>
                  <a:cubicBezTo>
                    <a:pt x="55912" y="14764"/>
                    <a:pt x="51721" y="19050"/>
                    <a:pt x="46482" y="19050"/>
                  </a:cubicBezTo>
                  <a:lnTo>
                    <a:pt x="46482" y="19050"/>
                  </a:lnTo>
                  <a:cubicBezTo>
                    <a:pt x="41148" y="19050"/>
                    <a:pt x="36957" y="14764"/>
                    <a:pt x="36957" y="9525"/>
                  </a:cubicBezTo>
                  <a:close/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F8B3F55-800D-B81C-BC23-BC279BBAFD35}"/>
                </a:ext>
              </a:extLst>
            </p:cNvPr>
            <p:cNvSpPr/>
            <p:nvPr/>
          </p:nvSpPr>
          <p:spPr>
            <a:xfrm>
              <a:off x="6538341" y="341585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E250998-767D-B68E-9FAA-980DAF807737}"/>
                </a:ext>
              </a:extLst>
            </p:cNvPr>
            <p:cNvSpPr/>
            <p:nvPr/>
          </p:nvSpPr>
          <p:spPr>
            <a:xfrm>
              <a:off x="6535483" y="361121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3653042-87BD-51CC-14A8-7170D89343A3}"/>
                </a:ext>
              </a:extLst>
            </p:cNvPr>
            <p:cNvSpPr/>
            <p:nvPr/>
          </p:nvSpPr>
          <p:spPr>
            <a:xfrm>
              <a:off x="6483381" y="370255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5FA202F-CCFA-9022-0CF3-1DC7456CD553}"/>
                </a:ext>
              </a:extLst>
            </p:cNvPr>
            <p:cNvSpPr/>
            <p:nvPr/>
          </p:nvSpPr>
          <p:spPr>
            <a:xfrm>
              <a:off x="5801296" y="361016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BC6B6501-F4B3-2CAB-9759-E76505799C15}"/>
                </a:ext>
              </a:extLst>
            </p:cNvPr>
            <p:cNvSpPr/>
            <p:nvPr/>
          </p:nvSpPr>
          <p:spPr>
            <a:xfrm>
              <a:off x="5641943" y="3618547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D19B794-D03E-44EE-052A-68DEB404D466}"/>
                </a:ext>
              </a:extLst>
            </p:cNvPr>
            <p:cNvSpPr/>
            <p:nvPr/>
          </p:nvSpPr>
          <p:spPr>
            <a:xfrm>
              <a:off x="5639180" y="3454526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EB3667EE-D506-6483-B3D0-ED2E05FE54FD}"/>
                </a:ext>
              </a:extLst>
            </p:cNvPr>
            <p:cNvSpPr/>
            <p:nvPr/>
          </p:nvSpPr>
          <p:spPr>
            <a:xfrm>
              <a:off x="5640038" y="322630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1BD1E81-515B-A252-C461-E101F76F6159}"/>
                </a:ext>
              </a:extLst>
            </p:cNvPr>
            <p:cNvSpPr/>
            <p:nvPr/>
          </p:nvSpPr>
          <p:spPr>
            <a:xfrm>
              <a:off x="5696902" y="312753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73629453-800B-DD66-F2E8-3A9003949BDE}"/>
                </a:ext>
              </a:extLst>
            </p:cNvPr>
            <p:cNvSpPr/>
            <p:nvPr/>
          </p:nvSpPr>
          <p:spPr>
            <a:xfrm>
              <a:off x="6036087" y="293646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1AA58E63-557B-92A6-AED2-04B473C3148F}"/>
                </a:ext>
              </a:extLst>
            </p:cNvPr>
            <p:cNvSpPr/>
            <p:nvPr/>
          </p:nvSpPr>
          <p:spPr>
            <a:xfrm>
              <a:off x="6143243" y="2933699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C6E608AD-093F-7161-87AF-1E7349B98C86}"/>
                </a:ext>
              </a:extLst>
            </p:cNvPr>
            <p:cNvSpPr/>
            <p:nvPr/>
          </p:nvSpPr>
          <p:spPr>
            <a:xfrm>
              <a:off x="6088284" y="3122866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D3071854-6BB6-87B8-D1C4-50E71899AB4D}"/>
                </a:ext>
              </a:extLst>
            </p:cNvPr>
            <p:cNvSpPr/>
            <p:nvPr/>
          </p:nvSpPr>
          <p:spPr>
            <a:xfrm>
              <a:off x="6391084" y="3604545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26F575-8DBC-16B2-0478-B157D778DCB9}"/>
                </a:ext>
              </a:extLst>
            </p:cNvPr>
            <p:cNvSpPr/>
            <p:nvPr/>
          </p:nvSpPr>
          <p:spPr>
            <a:xfrm>
              <a:off x="6537388" y="322259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10784299-9808-3928-9FAC-074FA25A928A}"/>
                </a:ext>
              </a:extLst>
            </p:cNvPr>
            <p:cNvSpPr/>
            <p:nvPr/>
          </p:nvSpPr>
          <p:spPr>
            <a:xfrm>
              <a:off x="6069901" y="3911250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EAE3757A-9D52-AAD6-FA45-87CDF3921220}"/>
                </a:ext>
              </a:extLst>
            </p:cNvPr>
            <p:cNvSpPr/>
            <p:nvPr/>
          </p:nvSpPr>
          <p:spPr>
            <a:xfrm>
              <a:off x="5692235" y="370627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21E4C40D-9751-FF7B-2D65-4EC7F63D6AB7}"/>
                </a:ext>
              </a:extLst>
            </p:cNvPr>
            <p:cNvSpPr/>
            <p:nvPr/>
          </p:nvSpPr>
          <p:spPr>
            <a:xfrm>
              <a:off x="6033611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FB0BA53-2E3B-D359-8F69-555727F49983}"/>
                </a:ext>
              </a:extLst>
            </p:cNvPr>
            <p:cNvSpPr/>
            <p:nvPr/>
          </p:nvSpPr>
          <p:spPr>
            <a:xfrm>
              <a:off x="6149149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E1D6E87F-9B67-4D05-79B2-B166E606C2FD}"/>
                </a:ext>
              </a:extLst>
            </p:cNvPr>
            <p:cNvSpPr/>
            <p:nvPr/>
          </p:nvSpPr>
          <p:spPr>
            <a:xfrm>
              <a:off x="6121812" y="391258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0" name="Graphic 3">
            <a:extLst>
              <a:ext uri="{FF2B5EF4-FFF2-40B4-BE49-F238E27FC236}">
                <a16:creationId xmlns:a16="http://schemas.microsoft.com/office/drawing/2014/main" id="{23753DB0-EDBE-D39B-CDEB-8A3398375E90}"/>
              </a:ext>
            </a:extLst>
          </p:cNvPr>
          <p:cNvSpPr/>
          <p:nvPr userDrawn="1"/>
        </p:nvSpPr>
        <p:spPr>
          <a:xfrm rot="1382093">
            <a:off x="250054" y="5911532"/>
            <a:ext cx="1641905" cy="1797857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4A69F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7BE3764-EF99-5C55-02AB-DCB99F83DC60}"/>
              </a:ext>
            </a:extLst>
          </p:cNvPr>
          <p:cNvGrpSpPr/>
          <p:nvPr userDrawn="1"/>
        </p:nvGrpSpPr>
        <p:grpSpPr>
          <a:xfrm>
            <a:off x="-201546" y="5661974"/>
            <a:ext cx="910956" cy="913815"/>
            <a:chOff x="5600613" y="586069"/>
            <a:chExt cx="3320474" cy="3330895"/>
          </a:xfrm>
          <a:solidFill>
            <a:srgbClr val="212D5E"/>
          </a:solidFill>
        </p:grpSpPr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F93607B0-C59D-A3DF-C6A9-8C0AC0F995CE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ED62FE2-2673-16C2-DEAB-15E9F1810E07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7B0AB9B-E40C-BFF4-F8AE-EC7D3157F9B1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DE98A08-2CA2-94C1-5D26-9247BEFC05F1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ECC78493-9B6C-73DC-D74D-7EFF30A584F4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EF7D0411-886C-07D2-52DC-38A2C1C7E5FC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8" name="Graphic 43">
            <a:extLst>
              <a:ext uri="{FF2B5EF4-FFF2-40B4-BE49-F238E27FC236}">
                <a16:creationId xmlns:a16="http://schemas.microsoft.com/office/drawing/2014/main" id="{14F8FDB0-6218-DF01-D732-A8397D2DF3C1}"/>
              </a:ext>
            </a:extLst>
          </p:cNvPr>
          <p:cNvSpPr/>
          <p:nvPr userDrawn="1"/>
        </p:nvSpPr>
        <p:spPr>
          <a:xfrm>
            <a:off x="6002769" y="-949529"/>
            <a:ext cx="1714379" cy="1714379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9" name="Graphic 77">
            <a:extLst>
              <a:ext uri="{FF2B5EF4-FFF2-40B4-BE49-F238E27FC236}">
                <a16:creationId xmlns:a16="http://schemas.microsoft.com/office/drawing/2014/main" id="{A5933FEF-0927-AB90-EA05-2A27AE61B089}"/>
              </a:ext>
            </a:extLst>
          </p:cNvPr>
          <p:cNvSpPr/>
          <p:nvPr userDrawn="1"/>
        </p:nvSpPr>
        <p:spPr>
          <a:xfrm rot="809673">
            <a:off x="7350927" y="-600481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FF1EBC8-0BCD-E67A-5CF3-F9B3BC7EA34A}"/>
              </a:ext>
            </a:extLst>
          </p:cNvPr>
          <p:cNvGrpSpPr/>
          <p:nvPr userDrawn="1"/>
        </p:nvGrpSpPr>
        <p:grpSpPr>
          <a:xfrm rot="19071695">
            <a:off x="8755377" y="-700543"/>
            <a:ext cx="1074477" cy="962017"/>
            <a:chOff x="5586412" y="1068343"/>
            <a:chExt cx="3151197" cy="2821379"/>
          </a:xfrm>
          <a:solidFill>
            <a:srgbClr val="4B64FF"/>
          </a:solidFill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FC83C31C-4122-E789-9297-044159A15686}"/>
                </a:ext>
              </a:extLst>
            </p:cNvPr>
            <p:cNvSpPr/>
            <p:nvPr/>
          </p:nvSpPr>
          <p:spPr>
            <a:xfrm>
              <a:off x="5994119" y="3831017"/>
              <a:ext cx="1083991" cy="58705"/>
            </a:xfrm>
            <a:custGeom>
              <a:avLst/>
              <a:gdLst>
                <a:gd name="connsiteX0" fmla="*/ 1025287 w 1083991"/>
                <a:gd name="connsiteY0" fmla="*/ 29353 h 58705"/>
                <a:gd name="connsiteX1" fmla="*/ 1054639 w 1083991"/>
                <a:gd name="connsiteY1" fmla="*/ 0 h 58705"/>
                <a:gd name="connsiteX2" fmla="*/ 1054639 w 1083991"/>
                <a:gd name="connsiteY2" fmla="*/ 0 h 58705"/>
                <a:gd name="connsiteX3" fmla="*/ 1083992 w 1083991"/>
                <a:gd name="connsiteY3" fmla="*/ 29353 h 58705"/>
                <a:gd name="connsiteX4" fmla="*/ 1083992 w 1083991"/>
                <a:gd name="connsiteY4" fmla="*/ 29353 h 58705"/>
                <a:gd name="connsiteX5" fmla="*/ 1054639 w 1083991"/>
                <a:gd name="connsiteY5" fmla="*/ 58705 h 58705"/>
                <a:gd name="connsiteX6" fmla="*/ 1054639 w 1083991"/>
                <a:gd name="connsiteY6" fmla="*/ 58705 h 58705"/>
                <a:gd name="connsiteX7" fmla="*/ 1025287 w 1083991"/>
                <a:gd name="connsiteY7" fmla="*/ 29353 h 58705"/>
                <a:gd name="connsiteX8" fmla="*/ 0 w 1083991"/>
                <a:gd name="connsiteY8" fmla="*/ 29353 h 58705"/>
                <a:gd name="connsiteX9" fmla="*/ 29353 w 1083991"/>
                <a:gd name="connsiteY9" fmla="*/ 0 h 58705"/>
                <a:gd name="connsiteX10" fmla="*/ 29353 w 1083991"/>
                <a:gd name="connsiteY10" fmla="*/ 0 h 58705"/>
                <a:gd name="connsiteX11" fmla="*/ 58705 w 1083991"/>
                <a:gd name="connsiteY11" fmla="*/ 29353 h 58705"/>
                <a:gd name="connsiteX12" fmla="*/ 58705 w 1083991"/>
                <a:gd name="connsiteY12" fmla="*/ 29353 h 58705"/>
                <a:gd name="connsiteX13" fmla="*/ 29353 w 1083991"/>
                <a:gd name="connsiteY13" fmla="*/ 58705 h 58705"/>
                <a:gd name="connsiteX14" fmla="*/ 29353 w 1083991"/>
                <a:gd name="connsiteY14" fmla="*/ 58705 h 58705"/>
                <a:gd name="connsiteX15" fmla="*/ 0 w 1083991"/>
                <a:gd name="connsiteY15" fmla="*/ 29353 h 58705"/>
                <a:gd name="connsiteX16" fmla="*/ 911398 w 1083991"/>
                <a:gd name="connsiteY16" fmla="*/ 29353 h 58705"/>
                <a:gd name="connsiteX17" fmla="*/ 940751 w 1083991"/>
                <a:gd name="connsiteY17" fmla="*/ 0 h 58705"/>
                <a:gd name="connsiteX18" fmla="*/ 940751 w 1083991"/>
                <a:gd name="connsiteY18" fmla="*/ 0 h 58705"/>
                <a:gd name="connsiteX19" fmla="*/ 970104 w 1083991"/>
                <a:gd name="connsiteY19" fmla="*/ 29353 h 58705"/>
                <a:gd name="connsiteX20" fmla="*/ 970104 w 1083991"/>
                <a:gd name="connsiteY20" fmla="*/ 29353 h 58705"/>
                <a:gd name="connsiteX21" fmla="*/ 940751 w 1083991"/>
                <a:gd name="connsiteY21" fmla="*/ 58705 h 58705"/>
                <a:gd name="connsiteX22" fmla="*/ 940751 w 1083991"/>
                <a:gd name="connsiteY22" fmla="*/ 58705 h 58705"/>
                <a:gd name="connsiteX23" fmla="*/ 911398 w 1083991"/>
                <a:gd name="connsiteY23" fmla="*/ 29353 h 58705"/>
                <a:gd name="connsiteX24" fmla="*/ 797510 w 1083991"/>
                <a:gd name="connsiteY24" fmla="*/ 29353 h 58705"/>
                <a:gd name="connsiteX25" fmla="*/ 826863 w 1083991"/>
                <a:gd name="connsiteY25" fmla="*/ 0 h 58705"/>
                <a:gd name="connsiteX26" fmla="*/ 826863 w 1083991"/>
                <a:gd name="connsiteY26" fmla="*/ 0 h 58705"/>
                <a:gd name="connsiteX27" fmla="*/ 856216 w 1083991"/>
                <a:gd name="connsiteY27" fmla="*/ 29353 h 58705"/>
                <a:gd name="connsiteX28" fmla="*/ 856216 w 1083991"/>
                <a:gd name="connsiteY28" fmla="*/ 29353 h 58705"/>
                <a:gd name="connsiteX29" fmla="*/ 826863 w 1083991"/>
                <a:gd name="connsiteY29" fmla="*/ 58705 h 58705"/>
                <a:gd name="connsiteX30" fmla="*/ 826863 w 1083991"/>
                <a:gd name="connsiteY30" fmla="*/ 58705 h 58705"/>
                <a:gd name="connsiteX31" fmla="*/ 797510 w 1083991"/>
                <a:gd name="connsiteY31" fmla="*/ 29353 h 58705"/>
                <a:gd name="connsiteX32" fmla="*/ 455846 w 1083991"/>
                <a:gd name="connsiteY32" fmla="*/ 29353 h 58705"/>
                <a:gd name="connsiteX33" fmla="*/ 484905 w 1083991"/>
                <a:gd name="connsiteY33" fmla="*/ 0 h 58705"/>
                <a:gd name="connsiteX34" fmla="*/ 484905 w 1083991"/>
                <a:gd name="connsiteY34" fmla="*/ 0 h 58705"/>
                <a:gd name="connsiteX35" fmla="*/ 514551 w 1083991"/>
                <a:gd name="connsiteY35" fmla="*/ 29353 h 58705"/>
                <a:gd name="connsiteX36" fmla="*/ 514551 w 1083991"/>
                <a:gd name="connsiteY36" fmla="*/ 29353 h 58705"/>
                <a:gd name="connsiteX37" fmla="*/ 484905 w 1083991"/>
                <a:gd name="connsiteY37" fmla="*/ 58705 h 58705"/>
                <a:gd name="connsiteX38" fmla="*/ 484905 w 1083991"/>
                <a:gd name="connsiteY38" fmla="*/ 58705 h 58705"/>
                <a:gd name="connsiteX39" fmla="*/ 455846 w 1083991"/>
                <a:gd name="connsiteY39" fmla="*/ 29353 h 58705"/>
                <a:gd name="connsiteX40" fmla="*/ 113888 w 1083991"/>
                <a:gd name="connsiteY40" fmla="*/ 29353 h 58705"/>
                <a:gd name="connsiteX41" fmla="*/ 143241 w 1083991"/>
                <a:gd name="connsiteY41" fmla="*/ 0 h 58705"/>
                <a:gd name="connsiteX42" fmla="*/ 143241 w 1083991"/>
                <a:gd name="connsiteY42" fmla="*/ 0 h 58705"/>
                <a:gd name="connsiteX43" fmla="*/ 172593 w 1083991"/>
                <a:gd name="connsiteY43" fmla="*/ 29353 h 58705"/>
                <a:gd name="connsiteX44" fmla="*/ 172593 w 1083991"/>
                <a:gd name="connsiteY44" fmla="*/ 29353 h 58705"/>
                <a:gd name="connsiteX45" fmla="*/ 143241 w 1083991"/>
                <a:gd name="connsiteY45" fmla="*/ 58705 h 58705"/>
                <a:gd name="connsiteX46" fmla="*/ 143241 w 1083991"/>
                <a:gd name="connsiteY46" fmla="*/ 58705 h 58705"/>
                <a:gd name="connsiteX47" fmla="*/ 113888 w 1083991"/>
                <a:gd name="connsiteY47" fmla="*/ 29353 h 58705"/>
                <a:gd name="connsiteX48" fmla="*/ 683622 w 1083991"/>
                <a:gd name="connsiteY48" fmla="*/ 29353 h 58705"/>
                <a:gd name="connsiteX49" fmla="*/ 712975 w 1083991"/>
                <a:gd name="connsiteY49" fmla="*/ 0 h 58705"/>
                <a:gd name="connsiteX50" fmla="*/ 712975 w 1083991"/>
                <a:gd name="connsiteY50" fmla="*/ 0 h 58705"/>
                <a:gd name="connsiteX51" fmla="*/ 742327 w 1083991"/>
                <a:gd name="connsiteY51" fmla="*/ 29353 h 58705"/>
                <a:gd name="connsiteX52" fmla="*/ 742327 w 1083991"/>
                <a:gd name="connsiteY52" fmla="*/ 29353 h 58705"/>
                <a:gd name="connsiteX53" fmla="*/ 712975 w 1083991"/>
                <a:gd name="connsiteY53" fmla="*/ 58705 h 58705"/>
                <a:gd name="connsiteX54" fmla="*/ 712975 w 1083991"/>
                <a:gd name="connsiteY54" fmla="*/ 58705 h 58705"/>
                <a:gd name="connsiteX55" fmla="*/ 683622 w 1083991"/>
                <a:gd name="connsiteY55" fmla="*/ 29353 h 58705"/>
                <a:gd name="connsiteX56" fmla="*/ 569734 w 1083991"/>
                <a:gd name="connsiteY56" fmla="*/ 29353 h 58705"/>
                <a:gd name="connsiteX57" fmla="*/ 599087 w 1083991"/>
                <a:gd name="connsiteY57" fmla="*/ 0 h 58705"/>
                <a:gd name="connsiteX58" fmla="*/ 599087 w 1083991"/>
                <a:gd name="connsiteY58" fmla="*/ 0 h 58705"/>
                <a:gd name="connsiteX59" fmla="*/ 628439 w 1083991"/>
                <a:gd name="connsiteY59" fmla="*/ 29353 h 58705"/>
                <a:gd name="connsiteX60" fmla="*/ 628439 w 1083991"/>
                <a:gd name="connsiteY60" fmla="*/ 29353 h 58705"/>
                <a:gd name="connsiteX61" fmla="*/ 599087 w 1083991"/>
                <a:gd name="connsiteY61" fmla="*/ 58705 h 58705"/>
                <a:gd name="connsiteX62" fmla="*/ 599087 w 1083991"/>
                <a:gd name="connsiteY62" fmla="*/ 58705 h 58705"/>
                <a:gd name="connsiteX63" fmla="*/ 569734 w 1083991"/>
                <a:gd name="connsiteY63" fmla="*/ 29353 h 58705"/>
                <a:gd name="connsiteX64" fmla="*/ 341958 w 1083991"/>
                <a:gd name="connsiteY64" fmla="*/ 29353 h 58705"/>
                <a:gd name="connsiteX65" fmla="*/ 371017 w 1083991"/>
                <a:gd name="connsiteY65" fmla="*/ 0 h 58705"/>
                <a:gd name="connsiteX66" fmla="*/ 371017 w 1083991"/>
                <a:gd name="connsiteY66" fmla="*/ 0 h 58705"/>
                <a:gd name="connsiteX67" fmla="*/ 400663 w 1083991"/>
                <a:gd name="connsiteY67" fmla="*/ 29353 h 58705"/>
                <a:gd name="connsiteX68" fmla="*/ 400663 w 1083991"/>
                <a:gd name="connsiteY68" fmla="*/ 29353 h 58705"/>
                <a:gd name="connsiteX69" fmla="*/ 371017 w 1083991"/>
                <a:gd name="connsiteY69" fmla="*/ 58705 h 58705"/>
                <a:gd name="connsiteX70" fmla="*/ 371017 w 1083991"/>
                <a:gd name="connsiteY70" fmla="*/ 58705 h 58705"/>
                <a:gd name="connsiteX71" fmla="*/ 341958 w 1083991"/>
                <a:gd name="connsiteY71" fmla="*/ 29353 h 58705"/>
                <a:gd name="connsiteX72" fmla="*/ 227776 w 1083991"/>
                <a:gd name="connsiteY72" fmla="*/ 29353 h 58705"/>
                <a:gd name="connsiteX73" fmla="*/ 257129 w 1083991"/>
                <a:gd name="connsiteY73" fmla="*/ 0 h 58705"/>
                <a:gd name="connsiteX74" fmla="*/ 257129 w 1083991"/>
                <a:gd name="connsiteY74" fmla="*/ 0 h 58705"/>
                <a:gd name="connsiteX75" fmla="*/ 286481 w 1083991"/>
                <a:gd name="connsiteY75" fmla="*/ 29353 h 58705"/>
                <a:gd name="connsiteX76" fmla="*/ 286481 w 1083991"/>
                <a:gd name="connsiteY76" fmla="*/ 29353 h 58705"/>
                <a:gd name="connsiteX77" fmla="*/ 257129 w 1083991"/>
                <a:gd name="connsiteY77" fmla="*/ 58705 h 58705"/>
                <a:gd name="connsiteX78" fmla="*/ 257129 w 1083991"/>
                <a:gd name="connsiteY78" fmla="*/ 58705 h 58705"/>
                <a:gd name="connsiteX79" fmla="*/ 227776 w 1083991"/>
                <a:gd name="connsiteY79" fmla="*/ 29353 h 58705"/>
                <a:gd name="connsiteX80" fmla="*/ 143241 w 1083991"/>
                <a:gd name="connsiteY80" fmla="*/ 0 h 58705"/>
                <a:gd name="connsiteX81" fmla="*/ 143241 w 1083991"/>
                <a:gd name="connsiteY81" fmla="*/ 0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1083991" h="58705">
                  <a:moveTo>
                    <a:pt x="1025287" y="29353"/>
                  </a:moveTo>
                  <a:cubicBezTo>
                    <a:pt x="1025287" y="13209"/>
                    <a:pt x="1038495" y="0"/>
                    <a:pt x="1054639" y="0"/>
                  </a:cubicBezTo>
                  <a:lnTo>
                    <a:pt x="1054639" y="0"/>
                  </a:lnTo>
                  <a:cubicBezTo>
                    <a:pt x="1070783" y="0"/>
                    <a:pt x="1083992" y="13209"/>
                    <a:pt x="1083992" y="29353"/>
                  </a:cubicBezTo>
                  <a:lnTo>
                    <a:pt x="1083992" y="29353"/>
                  </a:lnTo>
                  <a:cubicBezTo>
                    <a:pt x="1083992" y="45496"/>
                    <a:pt x="1070783" y="58705"/>
                    <a:pt x="1054639" y="58705"/>
                  </a:cubicBezTo>
                  <a:lnTo>
                    <a:pt x="1054639" y="58705"/>
                  </a:lnTo>
                  <a:cubicBezTo>
                    <a:pt x="1038495" y="58705"/>
                    <a:pt x="1025287" y="45496"/>
                    <a:pt x="1025287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790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  <a:moveTo>
                    <a:pt x="911398" y="29353"/>
                  </a:moveTo>
                  <a:cubicBezTo>
                    <a:pt x="911398" y="13209"/>
                    <a:pt x="924607" y="0"/>
                    <a:pt x="940751" y="0"/>
                  </a:cubicBezTo>
                  <a:lnTo>
                    <a:pt x="940751" y="0"/>
                  </a:lnTo>
                  <a:cubicBezTo>
                    <a:pt x="956895" y="0"/>
                    <a:pt x="970104" y="13209"/>
                    <a:pt x="970104" y="29353"/>
                  </a:cubicBezTo>
                  <a:lnTo>
                    <a:pt x="970104" y="29353"/>
                  </a:lnTo>
                  <a:cubicBezTo>
                    <a:pt x="970104" y="45496"/>
                    <a:pt x="956895" y="58705"/>
                    <a:pt x="940751" y="58705"/>
                  </a:cubicBezTo>
                  <a:lnTo>
                    <a:pt x="940751" y="58705"/>
                  </a:lnTo>
                  <a:cubicBezTo>
                    <a:pt x="924607" y="58705"/>
                    <a:pt x="911398" y="45496"/>
                    <a:pt x="911398" y="29353"/>
                  </a:cubicBezTo>
                  <a:close/>
                  <a:moveTo>
                    <a:pt x="797510" y="29353"/>
                  </a:moveTo>
                  <a:cubicBezTo>
                    <a:pt x="797510" y="13209"/>
                    <a:pt x="810719" y="0"/>
                    <a:pt x="826863" y="0"/>
                  </a:cubicBezTo>
                  <a:lnTo>
                    <a:pt x="826863" y="0"/>
                  </a:lnTo>
                  <a:cubicBezTo>
                    <a:pt x="843007" y="0"/>
                    <a:pt x="856216" y="13209"/>
                    <a:pt x="856216" y="29353"/>
                  </a:cubicBezTo>
                  <a:lnTo>
                    <a:pt x="856216" y="29353"/>
                  </a:lnTo>
                  <a:cubicBezTo>
                    <a:pt x="856216" y="45496"/>
                    <a:pt x="843007" y="58705"/>
                    <a:pt x="826863" y="58705"/>
                  </a:cubicBezTo>
                  <a:lnTo>
                    <a:pt x="826863" y="58705"/>
                  </a:lnTo>
                  <a:cubicBezTo>
                    <a:pt x="810719" y="58705"/>
                    <a:pt x="797510" y="45496"/>
                    <a:pt x="797510" y="29353"/>
                  </a:cubicBezTo>
                  <a:close/>
                  <a:moveTo>
                    <a:pt x="455846" y="29353"/>
                  </a:moveTo>
                  <a:cubicBezTo>
                    <a:pt x="455846" y="12915"/>
                    <a:pt x="468761" y="0"/>
                    <a:pt x="484905" y="0"/>
                  </a:cubicBezTo>
                  <a:lnTo>
                    <a:pt x="484905" y="0"/>
                  </a:lnTo>
                  <a:cubicBezTo>
                    <a:pt x="501343" y="0"/>
                    <a:pt x="514551" y="13209"/>
                    <a:pt x="514551" y="29353"/>
                  </a:cubicBezTo>
                  <a:lnTo>
                    <a:pt x="514551" y="29353"/>
                  </a:lnTo>
                  <a:cubicBezTo>
                    <a:pt x="514551" y="45496"/>
                    <a:pt x="501343" y="58705"/>
                    <a:pt x="484905" y="58705"/>
                  </a:cubicBezTo>
                  <a:lnTo>
                    <a:pt x="484905" y="58705"/>
                  </a:lnTo>
                  <a:cubicBezTo>
                    <a:pt x="468761" y="58705"/>
                    <a:pt x="455846" y="45496"/>
                    <a:pt x="455846" y="29353"/>
                  </a:cubicBezTo>
                  <a:close/>
                  <a:moveTo>
                    <a:pt x="113888" y="29353"/>
                  </a:moveTo>
                  <a:cubicBezTo>
                    <a:pt x="113888" y="13209"/>
                    <a:pt x="127097" y="0"/>
                    <a:pt x="143241" y="0"/>
                  </a:cubicBezTo>
                  <a:lnTo>
                    <a:pt x="143241" y="0"/>
                  </a:lnTo>
                  <a:cubicBezTo>
                    <a:pt x="159385" y="0"/>
                    <a:pt x="172593" y="13209"/>
                    <a:pt x="172593" y="29353"/>
                  </a:cubicBezTo>
                  <a:lnTo>
                    <a:pt x="172593" y="29353"/>
                  </a:lnTo>
                  <a:cubicBezTo>
                    <a:pt x="172593" y="45496"/>
                    <a:pt x="159678" y="58705"/>
                    <a:pt x="143241" y="58705"/>
                  </a:cubicBezTo>
                  <a:lnTo>
                    <a:pt x="143241" y="58705"/>
                  </a:lnTo>
                  <a:cubicBezTo>
                    <a:pt x="127097" y="58705"/>
                    <a:pt x="113888" y="45496"/>
                    <a:pt x="113888" y="29353"/>
                  </a:cubicBezTo>
                  <a:close/>
                  <a:moveTo>
                    <a:pt x="683622" y="29353"/>
                  </a:moveTo>
                  <a:cubicBezTo>
                    <a:pt x="683622" y="13209"/>
                    <a:pt x="696537" y="0"/>
                    <a:pt x="712975" y="0"/>
                  </a:cubicBezTo>
                  <a:lnTo>
                    <a:pt x="712975" y="0"/>
                  </a:lnTo>
                  <a:cubicBezTo>
                    <a:pt x="729119" y="0"/>
                    <a:pt x="742327" y="13209"/>
                    <a:pt x="742327" y="29353"/>
                  </a:cubicBezTo>
                  <a:lnTo>
                    <a:pt x="742327" y="29353"/>
                  </a:lnTo>
                  <a:cubicBezTo>
                    <a:pt x="742327" y="45496"/>
                    <a:pt x="729119" y="58705"/>
                    <a:pt x="712975" y="58705"/>
                  </a:cubicBezTo>
                  <a:lnTo>
                    <a:pt x="712975" y="58705"/>
                  </a:lnTo>
                  <a:cubicBezTo>
                    <a:pt x="696537" y="58705"/>
                    <a:pt x="683622" y="45496"/>
                    <a:pt x="683622" y="29353"/>
                  </a:cubicBezTo>
                  <a:close/>
                  <a:moveTo>
                    <a:pt x="569734" y="29353"/>
                  </a:moveTo>
                  <a:cubicBezTo>
                    <a:pt x="569734" y="13209"/>
                    <a:pt x="582649" y="0"/>
                    <a:pt x="599087" y="0"/>
                  </a:cubicBezTo>
                  <a:lnTo>
                    <a:pt x="599087" y="0"/>
                  </a:lnTo>
                  <a:cubicBezTo>
                    <a:pt x="615231" y="0"/>
                    <a:pt x="628439" y="13209"/>
                    <a:pt x="628439" y="29353"/>
                  </a:cubicBezTo>
                  <a:lnTo>
                    <a:pt x="628439" y="29353"/>
                  </a:lnTo>
                  <a:cubicBezTo>
                    <a:pt x="628439" y="45496"/>
                    <a:pt x="615231" y="58705"/>
                    <a:pt x="599087" y="58705"/>
                  </a:cubicBezTo>
                  <a:lnTo>
                    <a:pt x="599087" y="58705"/>
                  </a:lnTo>
                  <a:cubicBezTo>
                    <a:pt x="582649" y="58705"/>
                    <a:pt x="569734" y="45496"/>
                    <a:pt x="569734" y="29353"/>
                  </a:cubicBezTo>
                  <a:close/>
                  <a:moveTo>
                    <a:pt x="341958" y="29353"/>
                  </a:moveTo>
                  <a:cubicBezTo>
                    <a:pt x="341958" y="13209"/>
                    <a:pt x="354873" y="0"/>
                    <a:pt x="371017" y="0"/>
                  </a:cubicBezTo>
                  <a:lnTo>
                    <a:pt x="371017" y="0"/>
                  </a:lnTo>
                  <a:cubicBezTo>
                    <a:pt x="387454" y="0"/>
                    <a:pt x="400663" y="13209"/>
                    <a:pt x="400663" y="29353"/>
                  </a:cubicBezTo>
                  <a:lnTo>
                    <a:pt x="400663" y="29353"/>
                  </a:lnTo>
                  <a:cubicBezTo>
                    <a:pt x="400663" y="45496"/>
                    <a:pt x="387454" y="58705"/>
                    <a:pt x="371017" y="58705"/>
                  </a:cubicBezTo>
                  <a:lnTo>
                    <a:pt x="371017" y="58705"/>
                  </a:lnTo>
                  <a:cubicBezTo>
                    <a:pt x="354873" y="58705"/>
                    <a:pt x="341958" y="45496"/>
                    <a:pt x="341958" y="29353"/>
                  </a:cubicBezTo>
                  <a:close/>
                  <a:moveTo>
                    <a:pt x="227776" y="29353"/>
                  </a:moveTo>
                  <a:cubicBezTo>
                    <a:pt x="227776" y="13209"/>
                    <a:pt x="240985" y="0"/>
                    <a:pt x="257129" y="0"/>
                  </a:cubicBezTo>
                  <a:lnTo>
                    <a:pt x="257129" y="0"/>
                  </a:lnTo>
                  <a:cubicBezTo>
                    <a:pt x="273566" y="0"/>
                    <a:pt x="286481" y="12915"/>
                    <a:pt x="286481" y="29353"/>
                  </a:cubicBezTo>
                  <a:lnTo>
                    <a:pt x="286481" y="29353"/>
                  </a:lnTo>
                  <a:cubicBezTo>
                    <a:pt x="286481" y="45496"/>
                    <a:pt x="273566" y="58705"/>
                    <a:pt x="257129" y="58705"/>
                  </a:cubicBezTo>
                  <a:lnTo>
                    <a:pt x="257129" y="58705"/>
                  </a:lnTo>
                  <a:cubicBezTo>
                    <a:pt x="240985" y="58705"/>
                    <a:pt x="227776" y="45496"/>
                    <a:pt x="227776" y="29353"/>
                  </a:cubicBezTo>
                  <a:close/>
                  <a:moveTo>
                    <a:pt x="143241" y="0"/>
                  </a:moveTo>
                  <a:lnTo>
                    <a:pt x="143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FA9E1FF8-2C47-4701-68EA-47EEA7D6F390}"/>
                </a:ext>
              </a:extLst>
            </p:cNvPr>
            <p:cNvSpPr/>
            <p:nvPr/>
          </p:nvSpPr>
          <p:spPr>
            <a:xfrm>
              <a:off x="5770907" y="3814769"/>
              <a:ext cx="58385" cy="58808"/>
            </a:xfrm>
            <a:custGeom>
              <a:avLst/>
              <a:gdLst>
                <a:gd name="connsiteX0" fmla="*/ 20092 w 58385"/>
                <a:gd name="connsiteY0" fmla="*/ 57341 h 58808"/>
                <a:gd name="connsiteX1" fmla="*/ 1600 w 58385"/>
                <a:gd name="connsiteY1" fmla="*/ 20063 h 58808"/>
                <a:gd name="connsiteX2" fmla="*/ 1600 w 58385"/>
                <a:gd name="connsiteY2" fmla="*/ 20063 h 58808"/>
                <a:gd name="connsiteX3" fmla="*/ 38584 w 58385"/>
                <a:gd name="connsiteY3" fmla="*/ 1571 h 58808"/>
                <a:gd name="connsiteX4" fmla="*/ 38584 w 58385"/>
                <a:gd name="connsiteY4" fmla="*/ 1571 h 58808"/>
                <a:gd name="connsiteX5" fmla="*/ 56783 w 58385"/>
                <a:gd name="connsiteY5" fmla="*/ 38849 h 58808"/>
                <a:gd name="connsiteX6" fmla="*/ 56783 w 58385"/>
                <a:gd name="connsiteY6" fmla="*/ 38849 h 58808"/>
                <a:gd name="connsiteX7" fmla="*/ 29192 w 58385"/>
                <a:gd name="connsiteY7" fmla="*/ 58809 h 58808"/>
                <a:gd name="connsiteX8" fmla="*/ 29192 w 58385"/>
                <a:gd name="connsiteY8" fmla="*/ 58809 h 58808"/>
                <a:gd name="connsiteX9" fmla="*/ 19799 w 58385"/>
                <a:gd name="connsiteY9" fmla="*/ 57341 h 58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385" h="58808">
                  <a:moveTo>
                    <a:pt x="20092" y="57341"/>
                  </a:moveTo>
                  <a:cubicBezTo>
                    <a:pt x="4535" y="52057"/>
                    <a:pt x="-3683" y="35326"/>
                    <a:pt x="1600" y="20063"/>
                  </a:cubicBezTo>
                  <a:lnTo>
                    <a:pt x="1600" y="20063"/>
                  </a:lnTo>
                  <a:cubicBezTo>
                    <a:pt x="6590" y="4800"/>
                    <a:pt x="23321" y="-3712"/>
                    <a:pt x="38584" y="1571"/>
                  </a:cubicBezTo>
                  <a:lnTo>
                    <a:pt x="38584" y="1571"/>
                  </a:lnTo>
                  <a:cubicBezTo>
                    <a:pt x="53848" y="6855"/>
                    <a:pt x="62067" y="23292"/>
                    <a:pt x="56783" y="38849"/>
                  </a:cubicBezTo>
                  <a:lnTo>
                    <a:pt x="56783" y="38849"/>
                  </a:lnTo>
                  <a:cubicBezTo>
                    <a:pt x="52674" y="50883"/>
                    <a:pt x="41226" y="58809"/>
                    <a:pt x="29192" y="58809"/>
                  </a:cubicBezTo>
                  <a:lnTo>
                    <a:pt x="29192" y="58809"/>
                  </a:lnTo>
                  <a:cubicBezTo>
                    <a:pt x="25963" y="58809"/>
                    <a:pt x="22734" y="58222"/>
                    <a:pt x="19799" y="573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58901E3-E7CE-2EB8-F471-96A0B911813B}"/>
                </a:ext>
              </a:extLst>
            </p:cNvPr>
            <p:cNvSpPr/>
            <p:nvPr/>
          </p:nvSpPr>
          <p:spPr>
            <a:xfrm>
              <a:off x="5586412" y="3522639"/>
              <a:ext cx="74480" cy="188031"/>
            </a:xfrm>
            <a:custGeom>
              <a:avLst/>
              <a:gdLst>
                <a:gd name="connsiteX0" fmla="*/ 17612 w 74480"/>
                <a:gd name="connsiteY0" fmla="*/ 168952 h 188031"/>
                <a:gd name="connsiteX1" fmla="*/ 34636 w 74480"/>
                <a:gd name="connsiteY1" fmla="*/ 131088 h 188031"/>
                <a:gd name="connsiteX2" fmla="*/ 34636 w 74480"/>
                <a:gd name="connsiteY2" fmla="*/ 131088 h 188031"/>
                <a:gd name="connsiteX3" fmla="*/ 72501 w 74480"/>
                <a:gd name="connsiteY3" fmla="*/ 148112 h 188031"/>
                <a:gd name="connsiteX4" fmla="*/ 72501 w 74480"/>
                <a:gd name="connsiteY4" fmla="*/ 148112 h 188031"/>
                <a:gd name="connsiteX5" fmla="*/ 55476 w 74480"/>
                <a:gd name="connsiteY5" fmla="*/ 185977 h 188031"/>
                <a:gd name="connsiteX6" fmla="*/ 55476 w 74480"/>
                <a:gd name="connsiteY6" fmla="*/ 185977 h 188031"/>
                <a:gd name="connsiteX7" fmla="*/ 45203 w 74480"/>
                <a:gd name="connsiteY7" fmla="*/ 188031 h 188031"/>
                <a:gd name="connsiteX8" fmla="*/ 45203 w 74480"/>
                <a:gd name="connsiteY8" fmla="*/ 188031 h 188031"/>
                <a:gd name="connsiteX9" fmla="*/ 17612 w 74480"/>
                <a:gd name="connsiteY9" fmla="*/ 168952 h 188031"/>
                <a:gd name="connsiteX10" fmla="*/ 26124 w 74480"/>
                <a:gd name="connsiteY10" fmla="*/ 58587 h 188031"/>
                <a:gd name="connsiteX11" fmla="*/ 294 w 74480"/>
                <a:gd name="connsiteY11" fmla="*/ 26299 h 188031"/>
                <a:gd name="connsiteX12" fmla="*/ 0 w 74480"/>
                <a:gd name="connsiteY12" fmla="*/ 26299 h 188031"/>
                <a:gd name="connsiteX13" fmla="*/ 32288 w 74480"/>
                <a:gd name="connsiteY13" fmla="*/ 175 h 188031"/>
                <a:gd name="connsiteX14" fmla="*/ 32288 w 74480"/>
                <a:gd name="connsiteY14" fmla="*/ 175 h 188031"/>
                <a:gd name="connsiteX15" fmla="*/ 58412 w 74480"/>
                <a:gd name="connsiteY15" fmla="*/ 32756 h 188031"/>
                <a:gd name="connsiteX16" fmla="*/ 58412 w 74480"/>
                <a:gd name="connsiteY16" fmla="*/ 32756 h 188031"/>
                <a:gd name="connsiteX17" fmla="*/ 29059 w 74480"/>
                <a:gd name="connsiteY17" fmla="*/ 58880 h 188031"/>
                <a:gd name="connsiteX18" fmla="*/ 29059 w 74480"/>
                <a:gd name="connsiteY18" fmla="*/ 58880 h 188031"/>
                <a:gd name="connsiteX19" fmla="*/ 25830 w 74480"/>
                <a:gd name="connsiteY19" fmla="*/ 58587 h 18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4480" h="188031">
                  <a:moveTo>
                    <a:pt x="17612" y="168952"/>
                  </a:moveTo>
                  <a:cubicBezTo>
                    <a:pt x="12035" y="153689"/>
                    <a:pt x="19373" y="136664"/>
                    <a:pt x="34636" y="131088"/>
                  </a:cubicBezTo>
                  <a:lnTo>
                    <a:pt x="34636" y="131088"/>
                  </a:lnTo>
                  <a:cubicBezTo>
                    <a:pt x="49899" y="125217"/>
                    <a:pt x="66924" y="133142"/>
                    <a:pt x="72501" y="148112"/>
                  </a:cubicBezTo>
                  <a:lnTo>
                    <a:pt x="72501" y="148112"/>
                  </a:lnTo>
                  <a:cubicBezTo>
                    <a:pt x="78371" y="163375"/>
                    <a:pt x="70740" y="180400"/>
                    <a:pt x="55476" y="185977"/>
                  </a:cubicBezTo>
                  <a:lnTo>
                    <a:pt x="55476" y="185977"/>
                  </a:lnTo>
                  <a:cubicBezTo>
                    <a:pt x="51954" y="187444"/>
                    <a:pt x="48432" y="188031"/>
                    <a:pt x="45203" y="188031"/>
                  </a:cubicBezTo>
                  <a:lnTo>
                    <a:pt x="45203" y="188031"/>
                  </a:lnTo>
                  <a:cubicBezTo>
                    <a:pt x="33168" y="188031"/>
                    <a:pt x="22014" y="180693"/>
                    <a:pt x="17612" y="168952"/>
                  </a:cubicBezTo>
                  <a:close/>
                  <a:moveTo>
                    <a:pt x="26124" y="58587"/>
                  </a:moveTo>
                  <a:cubicBezTo>
                    <a:pt x="9980" y="56825"/>
                    <a:pt x="-1468" y="42443"/>
                    <a:pt x="294" y="26299"/>
                  </a:cubicBezTo>
                  <a:lnTo>
                    <a:pt x="0" y="26299"/>
                  </a:lnTo>
                  <a:cubicBezTo>
                    <a:pt x="1761" y="10155"/>
                    <a:pt x="16144" y="-1586"/>
                    <a:pt x="32288" y="175"/>
                  </a:cubicBezTo>
                  <a:lnTo>
                    <a:pt x="32288" y="175"/>
                  </a:lnTo>
                  <a:cubicBezTo>
                    <a:pt x="48432" y="2230"/>
                    <a:pt x="60173" y="16612"/>
                    <a:pt x="58412" y="32756"/>
                  </a:cubicBezTo>
                  <a:lnTo>
                    <a:pt x="58412" y="32756"/>
                  </a:lnTo>
                  <a:cubicBezTo>
                    <a:pt x="56651" y="47726"/>
                    <a:pt x="43735" y="58880"/>
                    <a:pt x="29059" y="58880"/>
                  </a:cubicBezTo>
                  <a:lnTo>
                    <a:pt x="29059" y="58880"/>
                  </a:lnTo>
                  <a:cubicBezTo>
                    <a:pt x="29059" y="58880"/>
                    <a:pt x="27004" y="58880"/>
                    <a:pt x="25830" y="5858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7E00A6D-DCA4-F071-7EF8-D2C700F9F480}"/>
                </a:ext>
              </a:extLst>
            </p:cNvPr>
            <p:cNvSpPr/>
            <p:nvPr/>
          </p:nvSpPr>
          <p:spPr>
            <a:xfrm>
              <a:off x="5685993" y="2892297"/>
              <a:ext cx="292439" cy="464087"/>
            </a:xfrm>
            <a:custGeom>
              <a:avLst/>
              <a:gdLst>
                <a:gd name="connsiteX0" fmla="*/ 14894 w 292439"/>
                <a:gd name="connsiteY0" fmla="*/ 460272 h 464087"/>
                <a:gd name="connsiteX1" fmla="*/ 4033 w 292439"/>
                <a:gd name="connsiteY1" fmla="*/ 420059 h 464087"/>
                <a:gd name="connsiteX2" fmla="*/ 4033 w 292439"/>
                <a:gd name="connsiteY2" fmla="*/ 420059 h 464087"/>
                <a:gd name="connsiteX3" fmla="*/ 43953 w 292439"/>
                <a:gd name="connsiteY3" fmla="*/ 409198 h 464087"/>
                <a:gd name="connsiteX4" fmla="*/ 43953 w 292439"/>
                <a:gd name="connsiteY4" fmla="*/ 409198 h 464087"/>
                <a:gd name="connsiteX5" fmla="*/ 54813 w 292439"/>
                <a:gd name="connsiteY5" fmla="*/ 449411 h 464087"/>
                <a:gd name="connsiteX6" fmla="*/ 54813 w 292439"/>
                <a:gd name="connsiteY6" fmla="*/ 449411 h 464087"/>
                <a:gd name="connsiteX7" fmla="*/ 29570 w 292439"/>
                <a:gd name="connsiteY7" fmla="*/ 464087 h 464087"/>
                <a:gd name="connsiteX8" fmla="*/ 29570 w 292439"/>
                <a:gd name="connsiteY8" fmla="*/ 464087 h 464087"/>
                <a:gd name="connsiteX9" fmla="*/ 14894 w 292439"/>
                <a:gd name="connsiteY9" fmla="*/ 460272 h 464087"/>
                <a:gd name="connsiteX10" fmla="*/ 73012 w 292439"/>
                <a:gd name="connsiteY10" fmla="*/ 358712 h 464087"/>
                <a:gd name="connsiteX11" fmla="*/ 62445 w 292439"/>
                <a:gd name="connsiteY11" fmla="*/ 318792 h 464087"/>
                <a:gd name="connsiteX12" fmla="*/ 62445 w 292439"/>
                <a:gd name="connsiteY12" fmla="*/ 318792 h 464087"/>
                <a:gd name="connsiteX13" fmla="*/ 102365 w 292439"/>
                <a:gd name="connsiteY13" fmla="*/ 307932 h 464087"/>
                <a:gd name="connsiteX14" fmla="*/ 102365 w 292439"/>
                <a:gd name="connsiteY14" fmla="*/ 307932 h 464087"/>
                <a:gd name="connsiteX15" fmla="*/ 113225 w 292439"/>
                <a:gd name="connsiteY15" fmla="*/ 348145 h 464087"/>
                <a:gd name="connsiteX16" fmla="*/ 113225 w 292439"/>
                <a:gd name="connsiteY16" fmla="*/ 348145 h 464087"/>
                <a:gd name="connsiteX17" fmla="*/ 87688 w 292439"/>
                <a:gd name="connsiteY17" fmla="*/ 362821 h 464087"/>
                <a:gd name="connsiteX18" fmla="*/ 87688 w 292439"/>
                <a:gd name="connsiteY18" fmla="*/ 362821 h 464087"/>
                <a:gd name="connsiteX19" fmla="*/ 73012 w 292439"/>
                <a:gd name="connsiteY19" fmla="*/ 358712 h 464087"/>
                <a:gd name="connsiteX20" fmla="*/ 131424 w 292439"/>
                <a:gd name="connsiteY20" fmla="*/ 257445 h 464087"/>
                <a:gd name="connsiteX21" fmla="*/ 120857 w 292439"/>
                <a:gd name="connsiteY21" fmla="*/ 217232 h 464087"/>
                <a:gd name="connsiteX22" fmla="*/ 120857 w 292439"/>
                <a:gd name="connsiteY22" fmla="*/ 217232 h 464087"/>
                <a:gd name="connsiteX23" fmla="*/ 160776 w 292439"/>
                <a:gd name="connsiteY23" fmla="*/ 206665 h 464087"/>
                <a:gd name="connsiteX24" fmla="*/ 160776 w 292439"/>
                <a:gd name="connsiteY24" fmla="*/ 206665 h 464087"/>
                <a:gd name="connsiteX25" fmla="*/ 171637 w 292439"/>
                <a:gd name="connsiteY25" fmla="*/ 246585 h 464087"/>
                <a:gd name="connsiteX26" fmla="*/ 171637 w 292439"/>
                <a:gd name="connsiteY26" fmla="*/ 246585 h 464087"/>
                <a:gd name="connsiteX27" fmla="*/ 146100 w 292439"/>
                <a:gd name="connsiteY27" fmla="*/ 261261 h 464087"/>
                <a:gd name="connsiteX28" fmla="*/ 146100 w 292439"/>
                <a:gd name="connsiteY28" fmla="*/ 261261 h 464087"/>
                <a:gd name="connsiteX29" fmla="*/ 131424 w 292439"/>
                <a:gd name="connsiteY29" fmla="*/ 257445 h 464087"/>
                <a:gd name="connsiteX30" fmla="*/ 190129 w 292439"/>
                <a:gd name="connsiteY30" fmla="*/ 156179 h 464087"/>
                <a:gd name="connsiteX31" fmla="*/ 179268 w 292439"/>
                <a:gd name="connsiteY31" fmla="*/ 115966 h 464087"/>
                <a:gd name="connsiteX32" fmla="*/ 179268 w 292439"/>
                <a:gd name="connsiteY32" fmla="*/ 115966 h 464087"/>
                <a:gd name="connsiteX33" fmla="*/ 219481 w 292439"/>
                <a:gd name="connsiteY33" fmla="*/ 105105 h 464087"/>
                <a:gd name="connsiteX34" fmla="*/ 219481 w 292439"/>
                <a:gd name="connsiteY34" fmla="*/ 105105 h 464087"/>
                <a:gd name="connsiteX35" fmla="*/ 230048 w 292439"/>
                <a:gd name="connsiteY35" fmla="*/ 145318 h 464087"/>
                <a:gd name="connsiteX36" fmla="*/ 230048 w 292439"/>
                <a:gd name="connsiteY36" fmla="*/ 145318 h 464087"/>
                <a:gd name="connsiteX37" fmla="*/ 204512 w 292439"/>
                <a:gd name="connsiteY37" fmla="*/ 159994 h 464087"/>
                <a:gd name="connsiteX38" fmla="*/ 204512 w 292439"/>
                <a:gd name="connsiteY38" fmla="*/ 159994 h 464087"/>
                <a:gd name="connsiteX39" fmla="*/ 190129 w 292439"/>
                <a:gd name="connsiteY39" fmla="*/ 156179 h 464087"/>
                <a:gd name="connsiteX40" fmla="*/ 248541 w 292439"/>
                <a:gd name="connsiteY40" fmla="*/ 54912 h 464087"/>
                <a:gd name="connsiteX41" fmla="*/ 237680 w 292439"/>
                <a:gd name="connsiteY41" fmla="*/ 14699 h 464087"/>
                <a:gd name="connsiteX42" fmla="*/ 237680 w 292439"/>
                <a:gd name="connsiteY42" fmla="*/ 14699 h 464087"/>
                <a:gd name="connsiteX43" fmla="*/ 277893 w 292439"/>
                <a:gd name="connsiteY43" fmla="*/ 3839 h 464087"/>
                <a:gd name="connsiteX44" fmla="*/ 277893 w 292439"/>
                <a:gd name="connsiteY44" fmla="*/ 3839 h 464087"/>
                <a:gd name="connsiteX45" fmla="*/ 288460 w 292439"/>
                <a:gd name="connsiteY45" fmla="*/ 44052 h 464087"/>
                <a:gd name="connsiteX46" fmla="*/ 288460 w 292439"/>
                <a:gd name="connsiteY46" fmla="*/ 44052 h 464087"/>
                <a:gd name="connsiteX47" fmla="*/ 263217 w 292439"/>
                <a:gd name="connsiteY47" fmla="*/ 58728 h 464087"/>
                <a:gd name="connsiteX48" fmla="*/ 263217 w 292439"/>
                <a:gd name="connsiteY48" fmla="*/ 58728 h 464087"/>
                <a:gd name="connsiteX49" fmla="*/ 248541 w 292439"/>
                <a:gd name="connsiteY49" fmla="*/ 54912 h 46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92439" h="464087">
                  <a:moveTo>
                    <a:pt x="14894" y="460272"/>
                  </a:moveTo>
                  <a:cubicBezTo>
                    <a:pt x="511" y="452053"/>
                    <a:pt x="-4185" y="434148"/>
                    <a:pt x="4033" y="420059"/>
                  </a:cubicBezTo>
                  <a:lnTo>
                    <a:pt x="4033" y="420059"/>
                  </a:lnTo>
                  <a:cubicBezTo>
                    <a:pt x="11959" y="405969"/>
                    <a:pt x="29864" y="401273"/>
                    <a:pt x="43953" y="409198"/>
                  </a:cubicBezTo>
                  <a:lnTo>
                    <a:pt x="43953" y="409198"/>
                  </a:lnTo>
                  <a:cubicBezTo>
                    <a:pt x="58042" y="417417"/>
                    <a:pt x="62739" y="435322"/>
                    <a:pt x="54813" y="449411"/>
                  </a:cubicBezTo>
                  <a:lnTo>
                    <a:pt x="54813" y="449411"/>
                  </a:lnTo>
                  <a:cubicBezTo>
                    <a:pt x="49530" y="458804"/>
                    <a:pt x="39550" y="464087"/>
                    <a:pt x="29570" y="464087"/>
                  </a:cubicBezTo>
                  <a:lnTo>
                    <a:pt x="29570" y="464087"/>
                  </a:lnTo>
                  <a:cubicBezTo>
                    <a:pt x="24580" y="464087"/>
                    <a:pt x="19297" y="462914"/>
                    <a:pt x="14894" y="460272"/>
                  </a:cubicBezTo>
                  <a:close/>
                  <a:moveTo>
                    <a:pt x="73012" y="358712"/>
                  </a:moveTo>
                  <a:cubicBezTo>
                    <a:pt x="58923" y="350786"/>
                    <a:pt x="54226" y="332588"/>
                    <a:pt x="62445" y="318792"/>
                  </a:cubicBezTo>
                  <a:lnTo>
                    <a:pt x="62445" y="318792"/>
                  </a:lnTo>
                  <a:cubicBezTo>
                    <a:pt x="70370" y="304703"/>
                    <a:pt x="88275" y="299713"/>
                    <a:pt x="102365" y="307932"/>
                  </a:cubicBezTo>
                  <a:lnTo>
                    <a:pt x="102365" y="307932"/>
                  </a:lnTo>
                  <a:cubicBezTo>
                    <a:pt x="116454" y="315857"/>
                    <a:pt x="121150" y="334055"/>
                    <a:pt x="113225" y="348145"/>
                  </a:cubicBezTo>
                  <a:lnTo>
                    <a:pt x="113225" y="348145"/>
                  </a:lnTo>
                  <a:cubicBezTo>
                    <a:pt x="107648" y="357538"/>
                    <a:pt x="97668" y="362821"/>
                    <a:pt x="87688" y="362821"/>
                  </a:cubicBezTo>
                  <a:lnTo>
                    <a:pt x="87688" y="362821"/>
                  </a:lnTo>
                  <a:cubicBezTo>
                    <a:pt x="82698" y="362821"/>
                    <a:pt x="77708" y="361353"/>
                    <a:pt x="73012" y="358712"/>
                  </a:cubicBezTo>
                  <a:close/>
                  <a:moveTo>
                    <a:pt x="131424" y="257445"/>
                  </a:moveTo>
                  <a:cubicBezTo>
                    <a:pt x="117334" y="249226"/>
                    <a:pt x="112638" y="231321"/>
                    <a:pt x="120857" y="217232"/>
                  </a:cubicBezTo>
                  <a:lnTo>
                    <a:pt x="120857" y="217232"/>
                  </a:lnTo>
                  <a:cubicBezTo>
                    <a:pt x="128782" y="203436"/>
                    <a:pt x="146687" y="198447"/>
                    <a:pt x="160776" y="206665"/>
                  </a:cubicBezTo>
                  <a:lnTo>
                    <a:pt x="160776" y="206665"/>
                  </a:lnTo>
                  <a:cubicBezTo>
                    <a:pt x="174866" y="214590"/>
                    <a:pt x="179562" y="232495"/>
                    <a:pt x="171637" y="246585"/>
                  </a:cubicBezTo>
                  <a:lnTo>
                    <a:pt x="171637" y="246585"/>
                  </a:lnTo>
                  <a:cubicBezTo>
                    <a:pt x="166060" y="255978"/>
                    <a:pt x="156373" y="261261"/>
                    <a:pt x="146100" y="261261"/>
                  </a:cubicBezTo>
                  <a:lnTo>
                    <a:pt x="146100" y="261261"/>
                  </a:lnTo>
                  <a:cubicBezTo>
                    <a:pt x="141110" y="261261"/>
                    <a:pt x="136120" y="260087"/>
                    <a:pt x="131424" y="257445"/>
                  </a:cubicBezTo>
                  <a:close/>
                  <a:moveTo>
                    <a:pt x="190129" y="156179"/>
                  </a:moveTo>
                  <a:cubicBezTo>
                    <a:pt x="176040" y="147960"/>
                    <a:pt x="171050" y="130055"/>
                    <a:pt x="179268" y="115966"/>
                  </a:cubicBezTo>
                  <a:lnTo>
                    <a:pt x="179268" y="115966"/>
                  </a:lnTo>
                  <a:cubicBezTo>
                    <a:pt x="187194" y="101876"/>
                    <a:pt x="205392" y="97180"/>
                    <a:pt x="219481" y="105105"/>
                  </a:cubicBezTo>
                  <a:lnTo>
                    <a:pt x="219481" y="105105"/>
                  </a:lnTo>
                  <a:cubicBezTo>
                    <a:pt x="233277" y="113324"/>
                    <a:pt x="238267" y="131229"/>
                    <a:pt x="230048" y="145318"/>
                  </a:cubicBezTo>
                  <a:lnTo>
                    <a:pt x="230048" y="145318"/>
                  </a:lnTo>
                  <a:cubicBezTo>
                    <a:pt x="224471" y="154711"/>
                    <a:pt x="214785" y="159994"/>
                    <a:pt x="204512" y="159994"/>
                  </a:cubicBezTo>
                  <a:lnTo>
                    <a:pt x="204512" y="159994"/>
                  </a:lnTo>
                  <a:cubicBezTo>
                    <a:pt x="199522" y="159994"/>
                    <a:pt x="194532" y="158821"/>
                    <a:pt x="190129" y="156179"/>
                  </a:cubicBezTo>
                  <a:close/>
                  <a:moveTo>
                    <a:pt x="248541" y="54912"/>
                  </a:moveTo>
                  <a:cubicBezTo>
                    <a:pt x="234451" y="46693"/>
                    <a:pt x="229461" y="28788"/>
                    <a:pt x="237680" y="14699"/>
                  </a:cubicBezTo>
                  <a:lnTo>
                    <a:pt x="237680" y="14699"/>
                  </a:lnTo>
                  <a:cubicBezTo>
                    <a:pt x="245899" y="610"/>
                    <a:pt x="263804" y="-4087"/>
                    <a:pt x="277893" y="3839"/>
                  </a:cubicBezTo>
                  <a:lnTo>
                    <a:pt x="277893" y="3839"/>
                  </a:lnTo>
                  <a:cubicBezTo>
                    <a:pt x="291689" y="12057"/>
                    <a:pt x="296679" y="29962"/>
                    <a:pt x="288460" y="44052"/>
                  </a:cubicBezTo>
                  <a:lnTo>
                    <a:pt x="288460" y="44052"/>
                  </a:lnTo>
                  <a:cubicBezTo>
                    <a:pt x="283177" y="53445"/>
                    <a:pt x="273197" y="58728"/>
                    <a:pt x="263217" y="58728"/>
                  </a:cubicBezTo>
                  <a:lnTo>
                    <a:pt x="263217" y="58728"/>
                  </a:lnTo>
                  <a:cubicBezTo>
                    <a:pt x="258227" y="58728"/>
                    <a:pt x="252943" y="57554"/>
                    <a:pt x="248541" y="549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53FA575F-FC32-3530-159B-74D6E6A2D120}"/>
                </a:ext>
              </a:extLst>
            </p:cNvPr>
            <p:cNvSpPr/>
            <p:nvPr/>
          </p:nvSpPr>
          <p:spPr>
            <a:xfrm>
              <a:off x="6035278" y="1307036"/>
              <a:ext cx="855937" cy="1443804"/>
            </a:xfrm>
            <a:custGeom>
              <a:avLst/>
              <a:gdLst>
                <a:gd name="connsiteX0" fmla="*/ 14611 w 855937"/>
                <a:gd name="connsiteY0" fmla="*/ 1439989 h 1443804"/>
                <a:gd name="connsiteX1" fmla="*/ 4044 w 855937"/>
                <a:gd name="connsiteY1" fmla="*/ 1399776 h 1443804"/>
                <a:gd name="connsiteX2" fmla="*/ 4044 w 855937"/>
                <a:gd name="connsiteY2" fmla="*/ 1399776 h 1443804"/>
                <a:gd name="connsiteX3" fmla="*/ 43964 w 855937"/>
                <a:gd name="connsiteY3" fmla="*/ 1389209 h 1443804"/>
                <a:gd name="connsiteX4" fmla="*/ 43964 w 855937"/>
                <a:gd name="connsiteY4" fmla="*/ 1389209 h 1443804"/>
                <a:gd name="connsiteX5" fmla="*/ 54824 w 855937"/>
                <a:gd name="connsiteY5" fmla="*/ 1429128 h 1443804"/>
                <a:gd name="connsiteX6" fmla="*/ 54824 w 855937"/>
                <a:gd name="connsiteY6" fmla="*/ 1429128 h 1443804"/>
                <a:gd name="connsiteX7" fmla="*/ 29287 w 855937"/>
                <a:gd name="connsiteY7" fmla="*/ 1443805 h 1443804"/>
                <a:gd name="connsiteX8" fmla="*/ 29287 w 855937"/>
                <a:gd name="connsiteY8" fmla="*/ 1443805 h 1443804"/>
                <a:gd name="connsiteX9" fmla="*/ 14611 w 855937"/>
                <a:gd name="connsiteY9" fmla="*/ 1439989 h 1443804"/>
                <a:gd name="connsiteX10" fmla="*/ 71849 w 855937"/>
                <a:gd name="connsiteY10" fmla="*/ 1341071 h 1443804"/>
                <a:gd name="connsiteX11" fmla="*/ 60988 w 855937"/>
                <a:gd name="connsiteY11" fmla="*/ 1300858 h 1443804"/>
                <a:gd name="connsiteX12" fmla="*/ 60988 w 855937"/>
                <a:gd name="connsiteY12" fmla="*/ 1300858 h 1443804"/>
                <a:gd name="connsiteX13" fmla="*/ 101201 w 855937"/>
                <a:gd name="connsiteY13" fmla="*/ 1290291 h 1443804"/>
                <a:gd name="connsiteX14" fmla="*/ 101201 w 855937"/>
                <a:gd name="connsiteY14" fmla="*/ 1290291 h 1443804"/>
                <a:gd name="connsiteX15" fmla="*/ 111768 w 855937"/>
                <a:gd name="connsiteY15" fmla="*/ 1330210 h 1443804"/>
                <a:gd name="connsiteX16" fmla="*/ 111768 w 855937"/>
                <a:gd name="connsiteY16" fmla="*/ 1330210 h 1443804"/>
                <a:gd name="connsiteX17" fmla="*/ 86525 w 855937"/>
                <a:gd name="connsiteY17" fmla="*/ 1344886 h 1443804"/>
                <a:gd name="connsiteX18" fmla="*/ 86525 w 855937"/>
                <a:gd name="connsiteY18" fmla="*/ 1344886 h 1443804"/>
                <a:gd name="connsiteX19" fmla="*/ 71849 w 855937"/>
                <a:gd name="connsiteY19" fmla="*/ 1341071 h 1443804"/>
                <a:gd name="connsiteX20" fmla="*/ 129086 w 855937"/>
                <a:gd name="connsiteY20" fmla="*/ 1242152 h 1443804"/>
                <a:gd name="connsiteX21" fmla="*/ 118226 w 855937"/>
                <a:gd name="connsiteY21" fmla="*/ 1202233 h 1443804"/>
                <a:gd name="connsiteX22" fmla="*/ 118226 w 855937"/>
                <a:gd name="connsiteY22" fmla="*/ 1202233 h 1443804"/>
                <a:gd name="connsiteX23" fmla="*/ 158439 w 855937"/>
                <a:gd name="connsiteY23" fmla="*/ 1191372 h 1443804"/>
                <a:gd name="connsiteX24" fmla="*/ 158439 w 855937"/>
                <a:gd name="connsiteY24" fmla="*/ 1191372 h 1443804"/>
                <a:gd name="connsiteX25" fmla="*/ 169006 w 855937"/>
                <a:gd name="connsiteY25" fmla="*/ 1231585 h 1443804"/>
                <a:gd name="connsiteX26" fmla="*/ 169006 w 855937"/>
                <a:gd name="connsiteY26" fmla="*/ 1231585 h 1443804"/>
                <a:gd name="connsiteX27" fmla="*/ 143469 w 855937"/>
                <a:gd name="connsiteY27" fmla="*/ 1246262 h 1443804"/>
                <a:gd name="connsiteX28" fmla="*/ 143469 w 855937"/>
                <a:gd name="connsiteY28" fmla="*/ 1246262 h 1443804"/>
                <a:gd name="connsiteX29" fmla="*/ 129086 w 855937"/>
                <a:gd name="connsiteY29" fmla="*/ 1242152 h 1443804"/>
                <a:gd name="connsiteX30" fmla="*/ 186030 w 855937"/>
                <a:gd name="connsiteY30" fmla="*/ 1143528 h 1443804"/>
                <a:gd name="connsiteX31" fmla="*/ 175463 w 855937"/>
                <a:gd name="connsiteY31" fmla="*/ 1103315 h 1443804"/>
                <a:gd name="connsiteX32" fmla="*/ 175463 w 855937"/>
                <a:gd name="connsiteY32" fmla="*/ 1103315 h 1443804"/>
                <a:gd name="connsiteX33" fmla="*/ 215676 w 855937"/>
                <a:gd name="connsiteY33" fmla="*/ 1092748 h 1443804"/>
                <a:gd name="connsiteX34" fmla="*/ 215676 w 855937"/>
                <a:gd name="connsiteY34" fmla="*/ 1092748 h 1443804"/>
                <a:gd name="connsiteX35" fmla="*/ 226243 w 855937"/>
                <a:gd name="connsiteY35" fmla="*/ 1132667 h 1443804"/>
                <a:gd name="connsiteX36" fmla="*/ 226243 w 855937"/>
                <a:gd name="connsiteY36" fmla="*/ 1132667 h 1443804"/>
                <a:gd name="connsiteX37" fmla="*/ 200707 w 855937"/>
                <a:gd name="connsiteY37" fmla="*/ 1147343 h 1443804"/>
                <a:gd name="connsiteX38" fmla="*/ 200707 w 855937"/>
                <a:gd name="connsiteY38" fmla="*/ 1147343 h 1443804"/>
                <a:gd name="connsiteX39" fmla="*/ 186030 w 855937"/>
                <a:gd name="connsiteY39" fmla="*/ 1143528 h 1443804"/>
                <a:gd name="connsiteX40" fmla="*/ 243268 w 855937"/>
                <a:gd name="connsiteY40" fmla="*/ 1044609 h 1443804"/>
                <a:gd name="connsiteX41" fmla="*/ 232701 w 855937"/>
                <a:gd name="connsiteY41" fmla="*/ 1004690 h 1443804"/>
                <a:gd name="connsiteX42" fmla="*/ 232701 w 855937"/>
                <a:gd name="connsiteY42" fmla="*/ 1004690 h 1443804"/>
                <a:gd name="connsiteX43" fmla="*/ 272914 w 855937"/>
                <a:gd name="connsiteY43" fmla="*/ 993829 h 1443804"/>
                <a:gd name="connsiteX44" fmla="*/ 272914 w 855937"/>
                <a:gd name="connsiteY44" fmla="*/ 993829 h 1443804"/>
                <a:gd name="connsiteX45" fmla="*/ 283481 w 855937"/>
                <a:gd name="connsiteY45" fmla="*/ 1034042 h 1443804"/>
                <a:gd name="connsiteX46" fmla="*/ 283481 w 855937"/>
                <a:gd name="connsiteY46" fmla="*/ 1034042 h 1443804"/>
                <a:gd name="connsiteX47" fmla="*/ 258238 w 855937"/>
                <a:gd name="connsiteY47" fmla="*/ 1048719 h 1443804"/>
                <a:gd name="connsiteX48" fmla="*/ 258238 w 855937"/>
                <a:gd name="connsiteY48" fmla="*/ 1048719 h 1443804"/>
                <a:gd name="connsiteX49" fmla="*/ 243268 w 855937"/>
                <a:gd name="connsiteY49" fmla="*/ 1044609 h 1443804"/>
                <a:gd name="connsiteX50" fmla="*/ 300506 w 855937"/>
                <a:gd name="connsiteY50" fmla="*/ 945985 h 1443804"/>
                <a:gd name="connsiteX51" fmla="*/ 289939 w 855937"/>
                <a:gd name="connsiteY51" fmla="*/ 905771 h 1443804"/>
                <a:gd name="connsiteX52" fmla="*/ 289939 w 855937"/>
                <a:gd name="connsiteY52" fmla="*/ 905771 h 1443804"/>
                <a:gd name="connsiteX53" fmla="*/ 329858 w 855937"/>
                <a:gd name="connsiteY53" fmla="*/ 895205 h 1443804"/>
                <a:gd name="connsiteX54" fmla="*/ 329858 w 855937"/>
                <a:gd name="connsiteY54" fmla="*/ 895205 h 1443804"/>
                <a:gd name="connsiteX55" fmla="*/ 340719 w 855937"/>
                <a:gd name="connsiteY55" fmla="*/ 935124 h 1443804"/>
                <a:gd name="connsiteX56" fmla="*/ 340719 w 855937"/>
                <a:gd name="connsiteY56" fmla="*/ 935124 h 1443804"/>
                <a:gd name="connsiteX57" fmla="*/ 315182 w 855937"/>
                <a:gd name="connsiteY57" fmla="*/ 949800 h 1443804"/>
                <a:gd name="connsiteX58" fmla="*/ 315182 w 855937"/>
                <a:gd name="connsiteY58" fmla="*/ 949800 h 1443804"/>
                <a:gd name="connsiteX59" fmla="*/ 300506 w 855937"/>
                <a:gd name="connsiteY59" fmla="*/ 945985 h 1443804"/>
                <a:gd name="connsiteX60" fmla="*/ 357743 w 855937"/>
                <a:gd name="connsiteY60" fmla="*/ 847066 h 1443804"/>
                <a:gd name="connsiteX61" fmla="*/ 347176 w 855937"/>
                <a:gd name="connsiteY61" fmla="*/ 807147 h 1443804"/>
                <a:gd name="connsiteX62" fmla="*/ 346883 w 855937"/>
                <a:gd name="connsiteY62" fmla="*/ 807147 h 1443804"/>
                <a:gd name="connsiteX63" fmla="*/ 387096 w 855937"/>
                <a:gd name="connsiteY63" fmla="*/ 796286 h 1443804"/>
                <a:gd name="connsiteX64" fmla="*/ 387096 w 855937"/>
                <a:gd name="connsiteY64" fmla="*/ 796286 h 1443804"/>
                <a:gd name="connsiteX65" fmla="*/ 397956 w 855937"/>
                <a:gd name="connsiteY65" fmla="*/ 836499 h 1443804"/>
                <a:gd name="connsiteX66" fmla="*/ 397956 w 855937"/>
                <a:gd name="connsiteY66" fmla="*/ 836499 h 1443804"/>
                <a:gd name="connsiteX67" fmla="*/ 372713 w 855937"/>
                <a:gd name="connsiteY67" fmla="*/ 851176 h 1443804"/>
                <a:gd name="connsiteX68" fmla="*/ 372713 w 855937"/>
                <a:gd name="connsiteY68" fmla="*/ 851176 h 1443804"/>
                <a:gd name="connsiteX69" fmla="*/ 358037 w 855937"/>
                <a:gd name="connsiteY69" fmla="*/ 847066 h 1443804"/>
                <a:gd name="connsiteX70" fmla="*/ 414981 w 855937"/>
                <a:gd name="connsiteY70" fmla="*/ 748148 h 1443804"/>
                <a:gd name="connsiteX71" fmla="*/ 404120 w 855937"/>
                <a:gd name="connsiteY71" fmla="*/ 708228 h 1443804"/>
                <a:gd name="connsiteX72" fmla="*/ 404120 w 855937"/>
                <a:gd name="connsiteY72" fmla="*/ 708228 h 1443804"/>
                <a:gd name="connsiteX73" fmla="*/ 444333 w 855937"/>
                <a:gd name="connsiteY73" fmla="*/ 697368 h 1443804"/>
                <a:gd name="connsiteX74" fmla="*/ 444333 w 855937"/>
                <a:gd name="connsiteY74" fmla="*/ 697368 h 1443804"/>
                <a:gd name="connsiteX75" fmla="*/ 454900 w 855937"/>
                <a:gd name="connsiteY75" fmla="*/ 737581 h 1443804"/>
                <a:gd name="connsiteX76" fmla="*/ 454900 w 855937"/>
                <a:gd name="connsiteY76" fmla="*/ 737581 h 1443804"/>
                <a:gd name="connsiteX77" fmla="*/ 429657 w 855937"/>
                <a:gd name="connsiteY77" fmla="*/ 752257 h 1443804"/>
                <a:gd name="connsiteX78" fmla="*/ 429657 w 855937"/>
                <a:gd name="connsiteY78" fmla="*/ 752257 h 1443804"/>
                <a:gd name="connsiteX79" fmla="*/ 414981 w 855937"/>
                <a:gd name="connsiteY79" fmla="*/ 748148 h 1443804"/>
                <a:gd name="connsiteX80" fmla="*/ 471925 w 855937"/>
                <a:gd name="connsiteY80" fmla="*/ 649523 h 1443804"/>
                <a:gd name="connsiteX81" fmla="*/ 461358 w 855937"/>
                <a:gd name="connsiteY81" fmla="*/ 609310 h 1443804"/>
                <a:gd name="connsiteX82" fmla="*/ 461358 w 855937"/>
                <a:gd name="connsiteY82" fmla="*/ 609310 h 1443804"/>
                <a:gd name="connsiteX83" fmla="*/ 501277 w 855937"/>
                <a:gd name="connsiteY83" fmla="*/ 598450 h 1443804"/>
                <a:gd name="connsiteX84" fmla="*/ 501277 w 855937"/>
                <a:gd name="connsiteY84" fmla="*/ 598450 h 1443804"/>
                <a:gd name="connsiteX85" fmla="*/ 512138 w 855937"/>
                <a:gd name="connsiteY85" fmla="*/ 638663 h 1443804"/>
                <a:gd name="connsiteX86" fmla="*/ 512138 w 855937"/>
                <a:gd name="connsiteY86" fmla="*/ 638663 h 1443804"/>
                <a:gd name="connsiteX87" fmla="*/ 486601 w 855937"/>
                <a:gd name="connsiteY87" fmla="*/ 653339 h 1443804"/>
                <a:gd name="connsiteX88" fmla="*/ 486601 w 855937"/>
                <a:gd name="connsiteY88" fmla="*/ 653339 h 1443804"/>
                <a:gd name="connsiteX89" fmla="*/ 471925 w 855937"/>
                <a:gd name="connsiteY89" fmla="*/ 649523 h 1443804"/>
                <a:gd name="connsiteX90" fmla="*/ 528869 w 855937"/>
                <a:gd name="connsiteY90" fmla="*/ 550605 h 1443804"/>
                <a:gd name="connsiteX91" fmla="*/ 518008 w 855937"/>
                <a:gd name="connsiteY91" fmla="*/ 510392 h 1443804"/>
                <a:gd name="connsiteX92" fmla="*/ 518008 w 855937"/>
                <a:gd name="connsiteY92" fmla="*/ 510392 h 1443804"/>
                <a:gd name="connsiteX93" fmla="*/ 557928 w 855937"/>
                <a:gd name="connsiteY93" fmla="*/ 499531 h 1443804"/>
                <a:gd name="connsiteX94" fmla="*/ 557928 w 855937"/>
                <a:gd name="connsiteY94" fmla="*/ 499531 h 1443804"/>
                <a:gd name="connsiteX95" fmla="*/ 568788 w 855937"/>
                <a:gd name="connsiteY95" fmla="*/ 539744 h 1443804"/>
                <a:gd name="connsiteX96" fmla="*/ 568788 w 855937"/>
                <a:gd name="connsiteY96" fmla="*/ 539744 h 1443804"/>
                <a:gd name="connsiteX97" fmla="*/ 543252 w 855937"/>
                <a:gd name="connsiteY97" fmla="*/ 554421 h 1443804"/>
                <a:gd name="connsiteX98" fmla="*/ 543252 w 855937"/>
                <a:gd name="connsiteY98" fmla="*/ 554421 h 1443804"/>
                <a:gd name="connsiteX99" fmla="*/ 528575 w 855937"/>
                <a:gd name="connsiteY99" fmla="*/ 550605 h 1443804"/>
                <a:gd name="connsiteX100" fmla="*/ 585813 w 855937"/>
                <a:gd name="connsiteY100" fmla="*/ 451687 h 1443804"/>
                <a:gd name="connsiteX101" fmla="*/ 574952 w 855937"/>
                <a:gd name="connsiteY101" fmla="*/ 411474 h 1443804"/>
                <a:gd name="connsiteX102" fmla="*/ 574952 w 855937"/>
                <a:gd name="connsiteY102" fmla="*/ 411474 h 1443804"/>
                <a:gd name="connsiteX103" fmla="*/ 615165 w 855937"/>
                <a:gd name="connsiteY103" fmla="*/ 400613 h 1443804"/>
                <a:gd name="connsiteX104" fmla="*/ 615165 w 855937"/>
                <a:gd name="connsiteY104" fmla="*/ 400613 h 1443804"/>
                <a:gd name="connsiteX105" fmla="*/ 626026 w 855937"/>
                <a:gd name="connsiteY105" fmla="*/ 440826 h 1443804"/>
                <a:gd name="connsiteX106" fmla="*/ 626026 w 855937"/>
                <a:gd name="connsiteY106" fmla="*/ 440826 h 1443804"/>
                <a:gd name="connsiteX107" fmla="*/ 600489 w 855937"/>
                <a:gd name="connsiteY107" fmla="*/ 455502 h 1443804"/>
                <a:gd name="connsiteX108" fmla="*/ 600489 w 855937"/>
                <a:gd name="connsiteY108" fmla="*/ 455502 h 1443804"/>
                <a:gd name="connsiteX109" fmla="*/ 585813 w 855937"/>
                <a:gd name="connsiteY109" fmla="*/ 451687 h 1443804"/>
                <a:gd name="connsiteX110" fmla="*/ 642757 w 855937"/>
                <a:gd name="connsiteY110" fmla="*/ 352475 h 1443804"/>
                <a:gd name="connsiteX111" fmla="*/ 631896 w 855937"/>
                <a:gd name="connsiteY111" fmla="*/ 312555 h 1443804"/>
                <a:gd name="connsiteX112" fmla="*/ 631896 w 855937"/>
                <a:gd name="connsiteY112" fmla="*/ 312555 h 1443804"/>
                <a:gd name="connsiteX113" fmla="*/ 671816 w 855937"/>
                <a:gd name="connsiteY113" fmla="*/ 301695 h 1443804"/>
                <a:gd name="connsiteX114" fmla="*/ 671816 w 855937"/>
                <a:gd name="connsiteY114" fmla="*/ 301695 h 1443804"/>
                <a:gd name="connsiteX115" fmla="*/ 682676 w 855937"/>
                <a:gd name="connsiteY115" fmla="*/ 341614 h 1443804"/>
                <a:gd name="connsiteX116" fmla="*/ 682676 w 855937"/>
                <a:gd name="connsiteY116" fmla="*/ 341614 h 1443804"/>
                <a:gd name="connsiteX117" fmla="*/ 657140 w 855937"/>
                <a:gd name="connsiteY117" fmla="*/ 356291 h 1443804"/>
                <a:gd name="connsiteX118" fmla="*/ 657140 w 855937"/>
                <a:gd name="connsiteY118" fmla="*/ 356291 h 1443804"/>
                <a:gd name="connsiteX119" fmla="*/ 642757 w 855937"/>
                <a:gd name="connsiteY119" fmla="*/ 352475 h 1443804"/>
                <a:gd name="connsiteX120" fmla="*/ 699407 w 855937"/>
                <a:gd name="connsiteY120" fmla="*/ 253263 h 1443804"/>
                <a:gd name="connsiteX121" fmla="*/ 688547 w 855937"/>
                <a:gd name="connsiteY121" fmla="*/ 213343 h 1443804"/>
                <a:gd name="connsiteX122" fmla="*/ 688253 w 855937"/>
                <a:gd name="connsiteY122" fmla="*/ 213343 h 1443804"/>
                <a:gd name="connsiteX123" fmla="*/ 728467 w 855937"/>
                <a:gd name="connsiteY123" fmla="*/ 202483 h 1443804"/>
                <a:gd name="connsiteX124" fmla="*/ 728467 w 855937"/>
                <a:gd name="connsiteY124" fmla="*/ 202483 h 1443804"/>
                <a:gd name="connsiteX125" fmla="*/ 739327 w 855937"/>
                <a:gd name="connsiteY125" fmla="*/ 242403 h 1443804"/>
                <a:gd name="connsiteX126" fmla="*/ 739327 w 855937"/>
                <a:gd name="connsiteY126" fmla="*/ 242403 h 1443804"/>
                <a:gd name="connsiteX127" fmla="*/ 713790 w 855937"/>
                <a:gd name="connsiteY127" fmla="*/ 257372 h 1443804"/>
                <a:gd name="connsiteX128" fmla="*/ 713790 w 855937"/>
                <a:gd name="connsiteY128" fmla="*/ 257372 h 1443804"/>
                <a:gd name="connsiteX129" fmla="*/ 699407 w 855937"/>
                <a:gd name="connsiteY129" fmla="*/ 253263 h 1443804"/>
                <a:gd name="connsiteX130" fmla="*/ 755764 w 855937"/>
                <a:gd name="connsiteY130" fmla="*/ 154345 h 1443804"/>
                <a:gd name="connsiteX131" fmla="*/ 744904 w 855937"/>
                <a:gd name="connsiteY131" fmla="*/ 114132 h 1443804"/>
                <a:gd name="connsiteX132" fmla="*/ 744904 w 855937"/>
                <a:gd name="connsiteY132" fmla="*/ 114132 h 1443804"/>
                <a:gd name="connsiteX133" fmla="*/ 784823 w 855937"/>
                <a:gd name="connsiteY133" fmla="*/ 103271 h 1443804"/>
                <a:gd name="connsiteX134" fmla="*/ 784823 w 855937"/>
                <a:gd name="connsiteY134" fmla="*/ 103271 h 1443804"/>
                <a:gd name="connsiteX135" fmla="*/ 795978 w 855937"/>
                <a:gd name="connsiteY135" fmla="*/ 143191 h 1443804"/>
                <a:gd name="connsiteX136" fmla="*/ 795978 w 855937"/>
                <a:gd name="connsiteY136" fmla="*/ 143191 h 1443804"/>
                <a:gd name="connsiteX137" fmla="*/ 770147 w 855937"/>
                <a:gd name="connsiteY137" fmla="*/ 158161 h 1443804"/>
                <a:gd name="connsiteX138" fmla="*/ 770147 w 855937"/>
                <a:gd name="connsiteY138" fmla="*/ 158161 h 1443804"/>
                <a:gd name="connsiteX139" fmla="*/ 755764 w 855937"/>
                <a:gd name="connsiteY139" fmla="*/ 154345 h 1443804"/>
                <a:gd name="connsiteX140" fmla="*/ 812121 w 855937"/>
                <a:gd name="connsiteY140" fmla="*/ 54839 h 1443804"/>
                <a:gd name="connsiteX141" fmla="*/ 800968 w 855937"/>
                <a:gd name="connsiteY141" fmla="*/ 14920 h 1443804"/>
                <a:gd name="connsiteX142" fmla="*/ 800968 w 855937"/>
                <a:gd name="connsiteY142" fmla="*/ 14920 h 1443804"/>
                <a:gd name="connsiteX143" fmla="*/ 840887 w 855937"/>
                <a:gd name="connsiteY143" fmla="*/ 3766 h 1443804"/>
                <a:gd name="connsiteX144" fmla="*/ 840887 w 855937"/>
                <a:gd name="connsiteY144" fmla="*/ 3766 h 1443804"/>
                <a:gd name="connsiteX145" fmla="*/ 852041 w 855937"/>
                <a:gd name="connsiteY145" fmla="*/ 43685 h 1443804"/>
                <a:gd name="connsiteX146" fmla="*/ 852041 w 855937"/>
                <a:gd name="connsiteY146" fmla="*/ 43685 h 1443804"/>
                <a:gd name="connsiteX147" fmla="*/ 826504 w 855937"/>
                <a:gd name="connsiteY147" fmla="*/ 58655 h 1443804"/>
                <a:gd name="connsiteX148" fmla="*/ 826504 w 855937"/>
                <a:gd name="connsiteY148" fmla="*/ 58655 h 1443804"/>
                <a:gd name="connsiteX149" fmla="*/ 812121 w 855937"/>
                <a:gd name="connsiteY149" fmla="*/ 54839 h 1443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855937" h="1443804">
                  <a:moveTo>
                    <a:pt x="14611" y="1439989"/>
                  </a:moveTo>
                  <a:cubicBezTo>
                    <a:pt x="522" y="1431770"/>
                    <a:pt x="-4175" y="1413865"/>
                    <a:pt x="4044" y="1399776"/>
                  </a:cubicBezTo>
                  <a:lnTo>
                    <a:pt x="4044" y="1399776"/>
                  </a:lnTo>
                  <a:cubicBezTo>
                    <a:pt x="11969" y="1385687"/>
                    <a:pt x="29874" y="1380990"/>
                    <a:pt x="43964" y="1389209"/>
                  </a:cubicBezTo>
                  <a:lnTo>
                    <a:pt x="43964" y="1389209"/>
                  </a:lnTo>
                  <a:cubicBezTo>
                    <a:pt x="58053" y="1397134"/>
                    <a:pt x="62749" y="1415039"/>
                    <a:pt x="54824" y="1429128"/>
                  </a:cubicBezTo>
                  <a:lnTo>
                    <a:pt x="54824" y="1429128"/>
                  </a:lnTo>
                  <a:cubicBezTo>
                    <a:pt x="49247" y="1438521"/>
                    <a:pt x="39561" y="1443805"/>
                    <a:pt x="29287" y="1443805"/>
                  </a:cubicBezTo>
                  <a:lnTo>
                    <a:pt x="29287" y="1443805"/>
                  </a:lnTo>
                  <a:cubicBezTo>
                    <a:pt x="24297" y="1443805"/>
                    <a:pt x="19307" y="1442631"/>
                    <a:pt x="14611" y="1439989"/>
                  </a:cubicBezTo>
                  <a:close/>
                  <a:moveTo>
                    <a:pt x="71849" y="1341071"/>
                  </a:moveTo>
                  <a:cubicBezTo>
                    <a:pt x="57759" y="1332852"/>
                    <a:pt x="53063" y="1314947"/>
                    <a:pt x="60988" y="1300858"/>
                  </a:cubicBezTo>
                  <a:lnTo>
                    <a:pt x="60988" y="1300858"/>
                  </a:lnTo>
                  <a:cubicBezTo>
                    <a:pt x="69207" y="1286768"/>
                    <a:pt x="87112" y="1282072"/>
                    <a:pt x="101201" y="1290291"/>
                  </a:cubicBezTo>
                  <a:lnTo>
                    <a:pt x="101201" y="1290291"/>
                  </a:lnTo>
                  <a:cubicBezTo>
                    <a:pt x="115291" y="1298216"/>
                    <a:pt x="119987" y="1316414"/>
                    <a:pt x="111768" y="1330210"/>
                  </a:cubicBezTo>
                  <a:lnTo>
                    <a:pt x="111768" y="1330210"/>
                  </a:lnTo>
                  <a:cubicBezTo>
                    <a:pt x="106485" y="1339603"/>
                    <a:pt x="96505" y="1344886"/>
                    <a:pt x="86525" y="1344886"/>
                  </a:cubicBezTo>
                  <a:lnTo>
                    <a:pt x="86525" y="1344886"/>
                  </a:lnTo>
                  <a:cubicBezTo>
                    <a:pt x="81535" y="1344886"/>
                    <a:pt x="76252" y="1343712"/>
                    <a:pt x="71849" y="1341071"/>
                  </a:cubicBezTo>
                  <a:close/>
                  <a:moveTo>
                    <a:pt x="129086" y="1242152"/>
                  </a:moveTo>
                  <a:cubicBezTo>
                    <a:pt x="114997" y="1234227"/>
                    <a:pt x="110007" y="1216029"/>
                    <a:pt x="118226" y="1202233"/>
                  </a:cubicBezTo>
                  <a:lnTo>
                    <a:pt x="118226" y="1202233"/>
                  </a:lnTo>
                  <a:cubicBezTo>
                    <a:pt x="126445" y="1188144"/>
                    <a:pt x="144350" y="1183154"/>
                    <a:pt x="158439" y="1191372"/>
                  </a:cubicBezTo>
                  <a:lnTo>
                    <a:pt x="158439" y="1191372"/>
                  </a:lnTo>
                  <a:cubicBezTo>
                    <a:pt x="172235" y="1199591"/>
                    <a:pt x="177225" y="1217496"/>
                    <a:pt x="169006" y="1231585"/>
                  </a:cubicBezTo>
                  <a:lnTo>
                    <a:pt x="169006" y="1231585"/>
                  </a:lnTo>
                  <a:cubicBezTo>
                    <a:pt x="163722" y="1240978"/>
                    <a:pt x="153742" y="1246262"/>
                    <a:pt x="143469" y="1246262"/>
                  </a:cubicBezTo>
                  <a:lnTo>
                    <a:pt x="143469" y="1246262"/>
                  </a:lnTo>
                  <a:cubicBezTo>
                    <a:pt x="138479" y="1246262"/>
                    <a:pt x="133489" y="1244794"/>
                    <a:pt x="129086" y="1242152"/>
                  </a:cubicBezTo>
                  <a:close/>
                  <a:moveTo>
                    <a:pt x="186030" y="1143528"/>
                  </a:moveTo>
                  <a:cubicBezTo>
                    <a:pt x="172235" y="1135309"/>
                    <a:pt x="167245" y="1117404"/>
                    <a:pt x="175463" y="1103315"/>
                  </a:cubicBezTo>
                  <a:lnTo>
                    <a:pt x="175463" y="1103315"/>
                  </a:lnTo>
                  <a:cubicBezTo>
                    <a:pt x="183682" y="1089225"/>
                    <a:pt x="201587" y="1084529"/>
                    <a:pt x="215676" y="1092748"/>
                  </a:cubicBezTo>
                  <a:lnTo>
                    <a:pt x="215676" y="1092748"/>
                  </a:lnTo>
                  <a:cubicBezTo>
                    <a:pt x="229472" y="1100673"/>
                    <a:pt x="234462" y="1118578"/>
                    <a:pt x="226243" y="1132667"/>
                  </a:cubicBezTo>
                  <a:lnTo>
                    <a:pt x="226243" y="1132667"/>
                  </a:lnTo>
                  <a:cubicBezTo>
                    <a:pt x="220666" y="1142060"/>
                    <a:pt x="210980" y="1147343"/>
                    <a:pt x="200707" y="1147343"/>
                  </a:cubicBezTo>
                  <a:lnTo>
                    <a:pt x="200707" y="1147343"/>
                  </a:lnTo>
                  <a:cubicBezTo>
                    <a:pt x="195717" y="1147343"/>
                    <a:pt x="190727" y="1146169"/>
                    <a:pt x="186030" y="1143528"/>
                  </a:cubicBezTo>
                  <a:close/>
                  <a:moveTo>
                    <a:pt x="243268" y="1044609"/>
                  </a:moveTo>
                  <a:cubicBezTo>
                    <a:pt x="229472" y="1036390"/>
                    <a:pt x="224482" y="1018485"/>
                    <a:pt x="232701" y="1004690"/>
                  </a:cubicBezTo>
                  <a:lnTo>
                    <a:pt x="232701" y="1004690"/>
                  </a:lnTo>
                  <a:cubicBezTo>
                    <a:pt x="240626" y="990600"/>
                    <a:pt x="258825" y="985610"/>
                    <a:pt x="272914" y="993829"/>
                  </a:cubicBezTo>
                  <a:lnTo>
                    <a:pt x="272914" y="993829"/>
                  </a:lnTo>
                  <a:cubicBezTo>
                    <a:pt x="286710" y="1002048"/>
                    <a:pt x="291700" y="1019953"/>
                    <a:pt x="283481" y="1034042"/>
                  </a:cubicBezTo>
                  <a:lnTo>
                    <a:pt x="283481" y="1034042"/>
                  </a:lnTo>
                  <a:cubicBezTo>
                    <a:pt x="277904" y="1043435"/>
                    <a:pt x="268218" y="1048719"/>
                    <a:pt x="258238" y="1048719"/>
                  </a:cubicBezTo>
                  <a:lnTo>
                    <a:pt x="258238" y="1048719"/>
                  </a:lnTo>
                  <a:cubicBezTo>
                    <a:pt x="252954" y="1048719"/>
                    <a:pt x="247964" y="1047251"/>
                    <a:pt x="243268" y="1044609"/>
                  </a:cubicBezTo>
                  <a:close/>
                  <a:moveTo>
                    <a:pt x="300506" y="945985"/>
                  </a:moveTo>
                  <a:cubicBezTo>
                    <a:pt x="286710" y="937766"/>
                    <a:pt x="281720" y="919861"/>
                    <a:pt x="289939" y="905771"/>
                  </a:cubicBezTo>
                  <a:lnTo>
                    <a:pt x="289939" y="905771"/>
                  </a:lnTo>
                  <a:cubicBezTo>
                    <a:pt x="297864" y="891682"/>
                    <a:pt x="316062" y="886986"/>
                    <a:pt x="329858" y="895205"/>
                  </a:cubicBezTo>
                  <a:lnTo>
                    <a:pt x="329858" y="895205"/>
                  </a:lnTo>
                  <a:cubicBezTo>
                    <a:pt x="343947" y="903130"/>
                    <a:pt x="348644" y="921328"/>
                    <a:pt x="340719" y="935124"/>
                  </a:cubicBezTo>
                  <a:lnTo>
                    <a:pt x="340719" y="935124"/>
                  </a:lnTo>
                  <a:cubicBezTo>
                    <a:pt x="335142" y="944517"/>
                    <a:pt x="325455" y="949800"/>
                    <a:pt x="315182" y="949800"/>
                  </a:cubicBezTo>
                  <a:lnTo>
                    <a:pt x="315182" y="949800"/>
                  </a:lnTo>
                  <a:cubicBezTo>
                    <a:pt x="310192" y="949800"/>
                    <a:pt x="305202" y="948626"/>
                    <a:pt x="300506" y="945985"/>
                  </a:cubicBezTo>
                  <a:close/>
                  <a:moveTo>
                    <a:pt x="357743" y="847066"/>
                  </a:moveTo>
                  <a:cubicBezTo>
                    <a:pt x="343654" y="838847"/>
                    <a:pt x="338957" y="820942"/>
                    <a:pt x="347176" y="807147"/>
                  </a:cubicBezTo>
                  <a:lnTo>
                    <a:pt x="346883" y="807147"/>
                  </a:lnTo>
                  <a:cubicBezTo>
                    <a:pt x="355101" y="792764"/>
                    <a:pt x="373006" y="788067"/>
                    <a:pt x="387096" y="796286"/>
                  </a:cubicBezTo>
                  <a:lnTo>
                    <a:pt x="387096" y="796286"/>
                  </a:lnTo>
                  <a:cubicBezTo>
                    <a:pt x="401185" y="804505"/>
                    <a:pt x="405881" y="822410"/>
                    <a:pt x="397956" y="836499"/>
                  </a:cubicBezTo>
                  <a:lnTo>
                    <a:pt x="397956" y="836499"/>
                  </a:lnTo>
                  <a:cubicBezTo>
                    <a:pt x="392673" y="845892"/>
                    <a:pt x="382986" y="851176"/>
                    <a:pt x="372713" y="851176"/>
                  </a:cubicBezTo>
                  <a:lnTo>
                    <a:pt x="372713" y="851176"/>
                  </a:lnTo>
                  <a:cubicBezTo>
                    <a:pt x="367723" y="851176"/>
                    <a:pt x="362733" y="849708"/>
                    <a:pt x="358037" y="847066"/>
                  </a:cubicBezTo>
                  <a:close/>
                  <a:moveTo>
                    <a:pt x="414981" y="748148"/>
                  </a:moveTo>
                  <a:cubicBezTo>
                    <a:pt x="400891" y="740223"/>
                    <a:pt x="396195" y="722318"/>
                    <a:pt x="404120" y="708228"/>
                  </a:cubicBezTo>
                  <a:lnTo>
                    <a:pt x="404120" y="708228"/>
                  </a:lnTo>
                  <a:cubicBezTo>
                    <a:pt x="412339" y="694139"/>
                    <a:pt x="430244" y="689149"/>
                    <a:pt x="444333" y="697368"/>
                  </a:cubicBezTo>
                  <a:lnTo>
                    <a:pt x="444333" y="697368"/>
                  </a:lnTo>
                  <a:cubicBezTo>
                    <a:pt x="458423" y="705587"/>
                    <a:pt x="463119" y="723492"/>
                    <a:pt x="454900" y="737581"/>
                  </a:cubicBezTo>
                  <a:lnTo>
                    <a:pt x="454900" y="737581"/>
                  </a:lnTo>
                  <a:cubicBezTo>
                    <a:pt x="449617" y="746974"/>
                    <a:pt x="439637" y="752257"/>
                    <a:pt x="429657" y="752257"/>
                  </a:cubicBezTo>
                  <a:lnTo>
                    <a:pt x="429657" y="752257"/>
                  </a:lnTo>
                  <a:cubicBezTo>
                    <a:pt x="424667" y="752257"/>
                    <a:pt x="419384" y="750790"/>
                    <a:pt x="414981" y="748148"/>
                  </a:cubicBezTo>
                  <a:close/>
                  <a:moveTo>
                    <a:pt x="471925" y="649523"/>
                  </a:moveTo>
                  <a:cubicBezTo>
                    <a:pt x="457835" y="641304"/>
                    <a:pt x="453139" y="623399"/>
                    <a:pt x="461358" y="609310"/>
                  </a:cubicBezTo>
                  <a:lnTo>
                    <a:pt x="461358" y="609310"/>
                  </a:lnTo>
                  <a:cubicBezTo>
                    <a:pt x="469283" y="595221"/>
                    <a:pt x="487188" y="590524"/>
                    <a:pt x="501277" y="598450"/>
                  </a:cubicBezTo>
                  <a:lnTo>
                    <a:pt x="501277" y="598450"/>
                  </a:lnTo>
                  <a:cubicBezTo>
                    <a:pt x="515367" y="606668"/>
                    <a:pt x="520063" y="624573"/>
                    <a:pt x="512138" y="638663"/>
                  </a:cubicBezTo>
                  <a:lnTo>
                    <a:pt x="512138" y="638663"/>
                  </a:lnTo>
                  <a:cubicBezTo>
                    <a:pt x="506561" y="648056"/>
                    <a:pt x="496874" y="653339"/>
                    <a:pt x="486601" y="653339"/>
                  </a:cubicBezTo>
                  <a:lnTo>
                    <a:pt x="486601" y="653339"/>
                  </a:lnTo>
                  <a:cubicBezTo>
                    <a:pt x="481611" y="653339"/>
                    <a:pt x="476621" y="652165"/>
                    <a:pt x="471925" y="649523"/>
                  </a:cubicBezTo>
                  <a:close/>
                  <a:moveTo>
                    <a:pt x="528869" y="550605"/>
                  </a:moveTo>
                  <a:cubicBezTo>
                    <a:pt x="515073" y="542386"/>
                    <a:pt x="510083" y="524481"/>
                    <a:pt x="518008" y="510392"/>
                  </a:cubicBezTo>
                  <a:lnTo>
                    <a:pt x="518008" y="510392"/>
                  </a:lnTo>
                  <a:cubicBezTo>
                    <a:pt x="525934" y="496303"/>
                    <a:pt x="543839" y="491606"/>
                    <a:pt x="557928" y="499531"/>
                  </a:cubicBezTo>
                  <a:lnTo>
                    <a:pt x="557928" y="499531"/>
                  </a:lnTo>
                  <a:cubicBezTo>
                    <a:pt x="572017" y="507750"/>
                    <a:pt x="577007" y="525655"/>
                    <a:pt x="568788" y="539744"/>
                  </a:cubicBezTo>
                  <a:lnTo>
                    <a:pt x="568788" y="539744"/>
                  </a:lnTo>
                  <a:cubicBezTo>
                    <a:pt x="563211" y="549137"/>
                    <a:pt x="553525" y="554421"/>
                    <a:pt x="543252" y="554421"/>
                  </a:cubicBezTo>
                  <a:lnTo>
                    <a:pt x="543252" y="554421"/>
                  </a:lnTo>
                  <a:cubicBezTo>
                    <a:pt x="538262" y="554421"/>
                    <a:pt x="533272" y="553247"/>
                    <a:pt x="528575" y="550605"/>
                  </a:cubicBezTo>
                  <a:close/>
                  <a:moveTo>
                    <a:pt x="585813" y="451687"/>
                  </a:moveTo>
                  <a:cubicBezTo>
                    <a:pt x="571724" y="443468"/>
                    <a:pt x="567027" y="425563"/>
                    <a:pt x="574952" y="411474"/>
                  </a:cubicBezTo>
                  <a:lnTo>
                    <a:pt x="574952" y="411474"/>
                  </a:lnTo>
                  <a:cubicBezTo>
                    <a:pt x="583171" y="397384"/>
                    <a:pt x="601076" y="392394"/>
                    <a:pt x="615165" y="400613"/>
                  </a:cubicBezTo>
                  <a:lnTo>
                    <a:pt x="615165" y="400613"/>
                  </a:lnTo>
                  <a:cubicBezTo>
                    <a:pt x="629255" y="408832"/>
                    <a:pt x="633951" y="426737"/>
                    <a:pt x="626026" y="440826"/>
                  </a:cubicBezTo>
                  <a:lnTo>
                    <a:pt x="626026" y="440826"/>
                  </a:lnTo>
                  <a:cubicBezTo>
                    <a:pt x="620449" y="450219"/>
                    <a:pt x="610469" y="455502"/>
                    <a:pt x="600489" y="455502"/>
                  </a:cubicBezTo>
                  <a:lnTo>
                    <a:pt x="600489" y="455502"/>
                  </a:lnTo>
                  <a:cubicBezTo>
                    <a:pt x="595499" y="455502"/>
                    <a:pt x="590509" y="454035"/>
                    <a:pt x="585813" y="451687"/>
                  </a:cubicBezTo>
                  <a:close/>
                  <a:moveTo>
                    <a:pt x="642757" y="352475"/>
                  </a:moveTo>
                  <a:cubicBezTo>
                    <a:pt x="628668" y="344550"/>
                    <a:pt x="623678" y="326645"/>
                    <a:pt x="631896" y="312555"/>
                  </a:cubicBezTo>
                  <a:lnTo>
                    <a:pt x="631896" y="312555"/>
                  </a:lnTo>
                  <a:cubicBezTo>
                    <a:pt x="639822" y="298466"/>
                    <a:pt x="657727" y="293476"/>
                    <a:pt x="671816" y="301695"/>
                  </a:cubicBezTo>
                  <a:lnTo>
                    <a:pt x="671816" y="301695"/>
                  </a:lnTo>
                  <a:cubicBezTo>
                    <a:pt x="685905" y="309620"/>
                    <a:pt x="690895" y="327525"/>
                    <a:pt x="682676" y="341614"/>
                  </a:cubicBezTo>
                  <a:lnTo>
                    <a:pt x="682676" y="341614"/>
                  </a:lnTo>
                  <a:cubicBezTo>
                    <a:pt x="677393" y="351007"/>
                    <a:pt x="667413" y="356291"/>
                    <a:pt x="657140" y="356291"/>
                  </a:cubicBezTo>
                  <a:lnTo>
                    <a:pt x="657140" y="356291"/>
                  </a:lnTo>
                  <a:cubicBezTo>
                    <a:pt x="652150" y="356291"/>
                    <a:pt x="647160" y="355117"/>
                    <a:pt x="642757" y="352475"/>
                  </a:cubicBezTo>
                  <a:close/>
                  <a:moveTo>
                    <a:pt x="699407" y="253263"/>
                  </a:moveTo>
                  <a:cubicBezTo>
                    <a:pt x="685318" y="245338"/>
                    <a:pt x="680328" y="227433"/>
                    <a:pt x="688547" y="213343"/>
                  </a:cubicBezTo>
                  <a:lnTo>
                    <a:pt x="688253" y="213343"/>
                  </a:lnTo>
                  <a:cubicBezTo>
                    <a:pt x="696472" y="199254"/>
                    <a:pt x="714377" y="194264"/>
                    <a:pt x="728467" y="202483"/>
                  </a:cubicBezTo>
                  <a:lnTo>
                    <a:pt x="728467" y="202483"/>
                  </a:lnTo>
                  <a:cubicBezTo>
                    <a:pt x="742262" y="210408"/>
                    <a:pt x="747546" y="228313"/>
                    <a:pt x="739327" y="242403"/>
                  </a:cubicBezTo>
                  <a:lnTo>
                    <a:pt x="739327" y="242403"/>
                  </a:lnTo>
                  <a:cubicBezTo>
                    <a:pt x="733750" y="251795"/>
                    <a:pt x="724064" y="257372"/>
                    <a:pt x="713790" y="257372"/>
                  </a:cubicBezTo>
                  <a:lnTo>
                    <a:pt x="713790" y="257372"/>
                  </a:lnTo>
                  <a:cubicBezTo>
                    <a:pt x="708800" y="257372"/>
                    <a:pt x="703810" y="255905"/>
                    <a:pt x="699407" y="253263"/>
                  </a:cubicBezTo>
                  <a:close/>
                  <a:moveTo>
                    <a:pt x="755764" y="154345"/>
                  </a:moveTo>
                  <a:cubicBezTo>
                    <a:pt x="741675" y="146126"/>
                    <a:pt x="736685" y="128221"/>
                    <a:pt x="744904" y="114132"/>
                  </a:cubicBezTo>
                  <a:lnTo>
                    <a:pt x="744904" y="114132"/>
                  </a:lnTo>
                  <a:cubicBezTo>
                    <a:pt x="752829" y="100042"/>
                    <a:pt x="770734" y="95052"/>
                    <a:pt x="784823" y="103271"/>
                  </a:cubicBezTo>
                  <a:lnTo>
                    <a:pt x="784823" y="103271"/>
                  </a:lnTo>
                  <a:cubicBezTo>
                    <a:pt x="798913" y="111196"/>
                    <a:pt x="803903" y="129101"/>
                    <a:pt x="795978" y="143191"/>
                  </a:cubicBezTo>
                  <a:lnTo>
                    <a:pt x="795978" y="143191"/>
                  </a:lnTo>
                  <a:cubicBezTo>
                    <a:pt x="790401" y="152584"/>
                    <a:pt x="780421" y="158161"/>
                    <a:pt x="770147" y="158161"/>
                  </a:cubicBezTo>
                  <a:lnTo>
                    <a:pt x="770147" y="158161"/>
                  </a:lnTo>
                  <a:cubicBezTo>
                    <a:pt x="765451" y="158161"/>
                    <a:pt x="760461" y="156693"/>
                    <a:pt x="755764" y="154345"/>
                  </a:cubicBezTo>
                  <a:close/>
                  <a:moveTo>
                    <a:pt x="812121" y="54839"/>
                  </a:moveTo>
                  <a:cubicBezTo>
                    <a:pt x="798032" y="46914"/>
                    <a:pt x="793042" y="29009"/>
                    <a:pt x="800968" y="14920"/>
                  </a:cubicBezTo>
                  <a:lnTo>
                    <a:pt x="800968" y="14920"/>
                  </a:lnTo>
                  <a:cubicBezTo>
                    <a:pt x="808893" y="831"/>
                    <a:pt x="826798" y="-4159"/>
                    <a:pt x="840887" y="3766"/>
                  </a:cubicBezTo>
                  <a:lnTo>
                    <a:pt x="840887" y="3766"/>
                  </a:lnTo>
                  <a:cubicBezTo>
                    <a:pt x="854976" y="11691"/>
                    <a:pt x="860260" y="29596"/>
                    <a:pt x="852041" y="43685"/>
                  </a:cubicBezTo>
                  <a:lnTo>
                    <a:pt x="852041" y="43685"/>
                  </a:lnTo>
                  <a:cubicBezTo>
                    <a:pt x="846758" y="53372"/>
                    <a:pt x="836778" y="58655"/>
                    <a:pt x="826504" y="58655"/>
                  </a:cubicBezTo>
                  <a:lnTo>
                    <a:pt x="826504" y="58655"/>
                  </a:lnTo>
                  <a:cubicBezTo>
                    <a:pt x="821808" y="58655"/>
                    <a:pt x="816818" y="57481"/>
                    <a:pt x="812121" y="5483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B6771F22-E937-6EC2-635C-84E1FDDEDF78}"/>
                </a:ext>
              </a:extLst>
            </p:cNvPr>
            <p:cNvSpPr/>
            <p:nvPr/>
          </p:nvSpPr>
          <p:spPr>
            <a:xfrm>
              <a:off x="6967294" y="1068343"/>
              <a:ext cx="394625" cy="108610"/>
            </a:xfrm>
            <a:custGeom>
              <a:avLst/>
              <a:gdLst>
                <a:gd name="connsiteX0" fmla="*/ 5734 w 394625"/>
                <a:gd name="connsiteY0" fmla="*/ 96576 h 108610"/>
                <a:gd name="connsiteX1" fmla="*/ 11898 w 394625"/>
                <a:gd name="connsiteY1" fmla="*/ 55483 h 108610"/>
                <a:gd name="connsiteX2" fmla="*/ 11898 w 394625"/>
                <a:gd name="connsiteY2" fmla="*/ 55483 h 108610"/>
                <a:gd name="connsiteX3" fmla="*/ 52992 w 394625"/>
                <a:gd name="connsiteY3" fmla="*/ 61647 h 108610"/>
                <a:gd name="connsiteX4" fmla="*/ 52992 w 394625"/>
                <a:gd name="connsiteY4" fmla="*/ 61647 h 108610"/>
                <a:gd name="connsiteX5" fmla="*/ 46828 w 394625"/>
                <a:gd name="connsiteY5" fmla="*/ 102740 h 108610"/>
                <a:gd name="connsiteX6" fmla="*/ 46828 w 394625"/>
                <a:gd name="connsiteY6" fmla="*/ 102740 h 108610"/>
                <a:gd name="connsiteX7" fmla="*/ 29510 w 394625"/>
                <a:gd name="connsiteY7" fmla="*/ 108611 h 108610"/>
                <a:gd name="connsiteX8" fmla="*/ 29510 w 394625"/>
                <a:gd name="connsiteY8" fmla="*/ 108611 h 108610"/>
                <a:gd name="connsiteX9" fmla="*/ 5734 w 394625"/>
                <a:gd name="connsiteY9" fmla="*/ 96576 h 108610"/>
                <a:gd name="connsiteX10" fmla="*/ 347692 w 394625"/>
                <a:gd name="connsiteY10" fmla="*/ 101566 h 108610"/>
                <a:gd name="connsiteX11" fmla="*/ 341822 w 394625"/>
                <a:gd name="connsiteY11" fmla="*/ 60473 h 108610"/>
                <a:gd name="connsiteX12" fmla="*/ 341822 w 394625"/>
                <a:gd name="connsiteY12" fmla="*/ 60473 h 108610"/>
                <a:gd name="connsiteX13" fmla="*/ 382915 w 394625"/>
                <a:gd name="connsiteY13" fmla="*/ 54309 h 108610"/>
                <a:gd name="connsiteX14" fmla="*/ 382915 w 394625"/>
                <a:gd name="connsiteY14" fmla="*/ 54309 h 108610"/>
                <a:gd name="connsiteX15" fmla="*/ 388786 w 394625"/>
                <a:gd name="connsiteY15" fmla="*/ 95402 h 108610"/>
                <a:gd name="connsiteX16" fmla="*/ 388786 w 394625"/>
                <a:gd name="connsiteY16" fmla="*/ 95402 h 108610"/>
                <a:gd name="connsiteX17" fmla="*/ 365304 w 394625"/>
                <a:gd name="connsiteY17" fmla="*/ 107143 h 108610"/>
                <a:gd name="connsiteX18" fmla="*/ 365304 w 394625"/>
                <a:gd name="connsiteY18" fmla="*/ 107143 h 108610"/>
                <a:gd name="connsiteX19" fmla="*/ 347692 w 394625"/>
                <a:gd name="connsiteY19" fmla="*/ 101566 h 108610"/>
                <a:gd name="connsiteX20" fmla="*/ 109055 w 394625"/>
                <a:gd name="connsiteY20" fmla="*/ 36697 h 108610"/>
                <a:gd name="connsiteX21" fmla="*/ 131657 w 394625"/>
                <a:gd name="connsiteY21" fmla="*/ 1474 h 108610"/>
                <a:gd name="connsiteX22" fmla="*/ 131657 w 394625"/>
                <a:gd name="connsiteY22" fmla="*/ 1474 h 108610"/>
                <a:gd name="connsiteX23" fmla="*/ 166587 w 394625"/>
                <a:gd name="connsiteY23" fmla="*/ 24075 h 108610"/>
                <a:gd name="connsiteX24" fmla="*/ 166587 w 394625"/>
                <a:gd name="connsiteY24" fmla="*/ 24075 h 108610"/>
                <a:gd name="connsiteX25" fmla="*/ 143985 w 394625"/>
                <a:gd name="connsiteY25" fmla="*/ 59005 h 108610"/>
                <a:gd name="connsiteX26" fmla="*/ 143985 w 394625"/>
                <a:gd name="connsiteY26" fmla="*/ 59005 h 108610"/>
                <a:gd name="connsiteX27" fmla="*/ 137821 w 394625"/>
                <a:gd name="connsiteY27" fmla="*/ 59592 h 108610"/>
                <a:gd name="connsiteX28" fmla="*/ 137821 w 394625"/>
                <a:gd name="connsiteY28" fmla="*/ 59592 h 108610"/>
                <a:gd name="connsiteX29" fmla="*/ 109055 w 394625"/>
                <a:gd name="connsiteY29" fmla="*/ 36697 h 108610"/>
                <a:gd name="connsiteX30" fmla="*/ 250829 w 394625"/>
                <a:gd name="connsiteY30" fmla="*/ 58124 h 108610"/>
                <a:gd name="connsiteX31" fmla="*/ 227934 w 394625"/>
                <a:gd name="connsiteY31" fmla="*/ 23488 h 108610"/>
                <a:gd name="connsiteX32" fmla="*/ 227934 w 394625"/>
                <a:gd name="connsiteY32" fmla="*/ 23488 h 108610"/>
                <a:gd name="connsiteX33" fmla="*/ 262863 w 394625"/>
                <a:gd name="connsiteY33" fmla="*/ 593 h 108610"/>
                <a:gd name="connsiteX34" fmla="*/ 262863 w 394625"/>
                <a:gd name="connsiteY34" fmla="*/ 593 h 108610"/>
                <a:gd name="connsiteX35" fmla="*/ 285465 w 394625"/>
                <a:gd name="connsiteY35" fmla="*/ 35229 h 108610"/>
                <a:gd name="connsiteX36" fmla="*/ 285465 w 394625"/>
                <a:gd name="connsiteY36" fmla="*/ 35229 h 108610"/>
                <a:gd name="connsiteX37" fmla="*/ 256699 w 394625"/>
                <a:gd name="connsiteY37" fmla="*/ 58712 h 108610"/>
                <a:gd name="connsiteX38" fmla="*/ 256699 w 394625"/>
                <a:gd name="connsiteY38" fmla="*/ 58712 h 108610"/>
                <a:gd name="connsiteX39" fmla="*/ 250829 w 394625"/>
                <a:gd name="connsiteY39" fmla="*/ 58124 h 108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94625" h="108610">
                  <a:moveTo>
                    <a:pt x="5734" y="96576"/>
                  </a:moveTo>
                  <a:cubicBezTo>
                    <a:pt x="-3952" y="83661"/>
                    <a:pt x="-1017" y="65169"/>
                    <a:pt x="11898" y="55483"/>
                  </a:cubicBezTo>
                  <a:lnTo>
                    <a:pt x="11898" y="55483"/>
                  </a:lnTo>
                  <a:cubicBezTo>
                    <a:pt x="25107" y="45796"/>
                    <a:pt x="43306" y="48732"/>
                    <a:pt x="52992" y="61647"/>
                  </a:cubicBezTo>
                  <a:lnTo>
                    <a:pt x="52992" y="61647"/>
                  </a:lnTo>
                  <a:cubicBezTo>
                    <a:pt x="62678" y="74855"/>
                    <a:pt x="59743" y="93348"/>
                    <a:pt x="46828" y="102740"/>
                  </a:cubicBezTo>
                  <a:lnTo>
                    <a:pt x="46828" y="102740"/>
                  </a:lnTo>
                  <a:cubicBezTo>
                    <a:pt x="41544" y="106850"/>
                    <a:pt x="35380" y="108611"/>
                    <a:pt x="29510" y="108611"/>
                  </a:cubicBezTo>
                  <a:lnTo>
                    <a:pt x="29510" y="108611"/>
                  </a:lnTo>
                  <a:cubicBezTo>
                    <a:pt x="20411" y="108611"/>
                    <a:pt x="11605" y="104502"/>
                    <a:pt x="5734" y="96576"/>
                  </a:cubicBezTo>
                  <a:close/>
                  <a:moveTo>
                    <a:pt x="347692" y="101566"/>
                  </a:moveTo>
                  <a:cubicBezTo>
                    <a:pt x="334777" y="91880"/>
                    <a:pt x="332135" y="73388"/>
                    <a:pt x="341822" y="60473"/>
                  </a:cubicBezTo>
                  <a:lnTo>
                    <a:pt x="341822" y="60473"/>
                  </a:lnTo>
                  <a:cubicBezTo>
                    <a:pt x="351508" y="47264"/>
                    <a:pt x="369707" y="44622"/>
                    <a:pt x="382915" y="54309"/>
                  </a:cubicBezTo>
                  <a:lnTo>
                    <a:pt x="382915" y="54309"/>
                  </a:lnTo>
                  <a:cubicBezTo>
                    <a:pt x="395830" y="63995"/>
                    <a:pt x="398472" y="82487"/>
                    <a:pt x="388786" y="95402"/>
                  </a:cubicBezTo>
                  <a:lnTo>
                    <a:pt x="388786" y="95402"/>
                  </a:lnTo>
                  <a:cubicBezTo>
                    <a:pt x="382915" y="103328"/>
                    <a:pt x="374110" y="107143"/>
                    <a:pt x="365304" y="107143"/>
                  </a:cubicBezTo>
                  <a:lnTo>
                    <a:pt x="365304" y="107143"/>
                  </a:lnTo>
                  <a:cubicBezTo>
                    <a:pt x="359140" y="107143"/>
                    <a:pt x="352976" y="105382"/>
                    <a:pt x="347692" y="101566"/>
                  </a:cubicBezTo>
                  <a:close/>
                  <a:moveTo>
                    <a:pt x="109055" y="36697"/>
                  </a:moveTo>
                  <a:cubicBezTo>
                    <a:pt x="105533" y="20847"/>
                    <a:pt x="115807" y="4996"/>
                    <a:pt x="131657" y="1474"/>
                  </a:cubicBezTo>
                  <a:lnTo>
                    <a:pt x="131657" y="1474"/>
                  </a:lnTo>
                  <a:cubicBezTo>
                    <a:pt x="147507" y="-1755"/>
                    <a:pt x="163064" y="8225"/>
                    <a:pt x="166587" y="24075"/>
                  </a:cubicBezTo>
                  <a:lnTo>
                    <a:pt x="166587" y="24075"/>
                  </a:lnTo>
                  <a:cubicBezTo>
                    <a:pt x="170109" y="39632"/>
                    <a:pt x="159836" y="55483"/>
                    <a:pt x="143985" y="59005"/>
                  </a:cubicBezTo>
                  <a:lnTo>
                    <a:pt x="143985" y="59005"/>
                  </a:lnTo>
                  <a:cubicBezTo>
                    <a:pt x="141930" y="59005"/>
                    <a:pt x="139876" y="59592"/>
                    <a:pt x="137821" y="59592"/>
                  </a:cubicBezTo>
                  <a:lnTo>
                    <a:pt x="137821" y="59592"/>
                  </a:lnTo>
                  <a:cubicBezTo>
                    <a:pt x="124319" y="59592"/>
                    <a:pt x="112284" y="50199"/>
                    <a:pt x="109055" y="36697"/>
                  </a:cubicBezTo>
                  <a:close/>
                  <a:moveTo>
                    <a:pt x="250829" y="58124"/>
                  </a:moveTo>
                  <a:cubicBezTo>
                    <a:pt x="234978" y="54896"/>
                    <a:pt x="224705" y="39339"/>
                    <a:pt x="227934" y="23488"/>
                  </a:cubicBezTo>
                  <a:lnTo>
                    <a:pt x="227934" y="23488"/>
                  </a:lnTo>
                  <a:cubicBezTo>
                    <a:pt x="231162" y="7638"/>
                    <a:pt x="247013" y="-2635"/>
                    <a:pt x="262863" y="593"/>
                  </a:cubicBezTo>
                  <a:lnTo>
                    <a:pt x="262863" y="593"/>
                  </a:lnTo>
                  <a:cubicBezTo>
                    <a:pt x="278420" y="3822"/>
                    <a:pt x="288694" y="19379"/>
                    <a:pt x="285465" y="35229"/>
                  </a:cubicBezTo>
                  <a:lnTo>
                    <a:pt x="285465" y="35229"/>
                  </a:lnTo>
                  <a:cubicBezTo>
                    <a:pt x="282529" y="49319"/>
                    <a:pt x="270495" y="58712"/>
                    <a:pt x="256699" y="58712"/>
                  </a:cubicBezTo>
                  <a:lnTo>
                    <a:pt x="256699" y="58712"/>
                  </a:lnTo>
                  <a:cubicBezTo>
                    <a:pt x="254938" y="58712"/>
                    <a:pt x="252883" y="58712"/>
                    <a:pt x="250829" y="581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D1A18D1-C4A8-F2E6-69B0-8769C9F0DE5F}"/>
                </a:ext>
              </a:extLst>
            </p:cNvPr>
            <p:cNvSpPr/>
            <p:nvPr/>
          </p:nvSpPr>
          <p:spPr>
            <a:xfrm>
              <a:off x="7441049" y="1312320"/>
              <a:ext cx="360831" cy="584947"/>
            </a:xfrm>
            <a:custGeom>
              <a:avLst/>
              <a:gdLst>
                <a:gd name="connsiteX0" fmla="*/ 306007 w 360831"/>
                <a:gd name="connsiteY0" fmla="*/ 570271 h 584947"/>
                <a:gd name="connsiteX1" fmla="*/ 316868 w 360831"/>
                <a:gd name="connsiteY1" fmla="*/ 530058 h 584947"/>
                <a:gd name="connsiteX2" fmla="*/ 316868 w 360831"/>
                <a:gd name="connsiteY2" fmla="*/ 530058 h 584947"/>
                <a:gd name="connsiteX3" fmla="*/ 356787 w 360831"/>
                <a:gd name="connsiteY3" fmla="*/ 540919 h 584947"/>
                <a:gd name="connsiteX4" fmla="*/ 356787 w 360831"/>
                <a:gd name="connsiteY4" fmla="*/ 540919 h 584947"/>
                <a:gd name="connsiteX5" fmla="*/ 346221 w 360831"/>
                <a:gd name="connsiteY5" fmla="*/ 581132 h 584947"/>
                <a:gd name="connsiteX6" fmla="*/ 346221 w 360831"/>
                <a:gd name="connsiteY6" fmla="*/ 581132 h 584947"/>
                <a:gd name="connsiteX7" fmla="*/ 331544 w 360831"/>
                <a:gd name="connsiteY7" fmla="*/ 584947 h 584947"/>
                <a:gd name="connsiteX8" fmla="*/ 331544 w 360831"/>
                <a:gd name="connsiteY8" fmla="*/ 584947 h 584947"/>
                <a:gd name="connsiteX9" fmla="*/ 306007 w 360831"/>
                <a:gd name="connsiteY9" fmla="*/ 570271 h 584947"/>
                <a:gd name="connsiteX10" fmla="*/ 245541 w 360831"/>
                <a:gd name="connsiteY10" fmla="*/ 464895 h 584947"/>
                <a:gd name="connsiteX11" fmla="*/ 245541 w 360831"/>
                <a:gd name="connsiteY11" fmla="*/ 464895 h 584947"/>
                <a:gd name="connsiteX12" fmla="*/ 256108 w 360831"/>
                <a:gd name="connsiteY12" fmla="*/ 424976 h 584947"/>
                <a:gd name="connsiteX13" fmla="*/ 256108 w 360831"/>
                <a:gd name="connsiteY13" fmla="*/ 424976 h 584947"/>
                <a:gd name="connsiteX14" fmla="*/ 296321 w 360831"/>
                <a:gd name="connsiteY14" fmla="*/ 435836 h 584947"/>
                <a:gd name="connsiteX15" fmla="*/ 296321 w 360831"/>
                <a:gd name="connsiteY15" fmla="*/ 435836 h 584947"/>
                <a:gd name="connsiteX16" fmla="*/ 285461 w 360831"/>
                <a:gd name="connsiteY16" fmla="*/ 475756 h 584947"/>
                <a:gd name="connsiteX17" fmla="*/ 285461 w 360831"/>
                <a:gd name="connsiteY17" fmla="*/ 475756 h 584947"/>
                <a:gd name="connsiteX18" fmla="*/ 270784 w 360831"/>
                <a:gd name="connsiteY18" fmla="*/ 479865 h 584947"/>
                <a:gd name="connsiteX19" fmla="*/ 270784 w 360831"/>
                <a:gd name="connsiteY19" fmla="*/ 479865 h 584947"/>
                <a:gd name="connsiteX20" fmla="*/ 245541 w 360831"/>
                <a:gd name="connsiteY20" fmla="*/ 464895 h 584947"/>
                <a:gd name="connsiteX21" fmla="*/ 184781 w 360831"/>
                <a:gd name="connsiteY21" fmla="*/ 359813 h 584947"/>
                <a:gd name="connsiteX22" fmla="*/ 184781 w 360831"/>
                <a:gd name="connsiteY22" fmla="*/ 359813 h 584947"/>
                <a:gd name="connsiteX23" fmla="*/ 195642 w 360831"/>
                <a:gd name="connsiteY23" fmla="*/ 319893 h 584947"/>
                <a:gd name="connsiteX24" fmla="*/ 195642 w 360831"/>
                <a:gd name="connsiteY24" fmla="*/ 319893 h 584947"/>
                <a:gd name="connsiteX25" fmla="*/ 235561 w 360831"/>
                <a:gd name="connsiteY25" fmla="*/ 330460 h 584947"/>
                <a:gd name="connsiteX26" fmla="*/ 235561 w 360831"/>
                <a:gd name="connsiteY26" fmla="*/ 330460 h 584947"/>
                <a:gd name="connsiteX27" fmla="*/ 224994 w 360831"/>
                <a:gd name="connsiteY27" fmla="*/ 370673 h 584947"/>
                <a:gd name="connsiteX28" fmla="*/ 224994 w 360831"/>
                <a:gd name="connsiteY28" fmla="*/ 370673 h 584947"/>
                <a:gd name="connsiteX29" fmla="*/ 210318 w 360831"/>
                <a:gd name="connsiteY29" fmla="*/ 374489 h 584947"/>
                <a:gd name="connsiteX30" fmla="*/ 210318 w 360831"/>
                <a:gd name="connsiteY30" fmla="*/ 374489 h 584947"/>
                <a:gd name="connsiteX31" fmla="*/ 184781 w 360831"/>
                <a:gd name="connsiteY31" fmla="*/ 359813 h 584947"/>
                <a:gd name="connsiteX32" fmla="*/ 124315 w 360831"/>
                <a:gd name="connsiteY32" fmla="*/ 254731 h 584947"/>
                <a:gd name="connsiteX33" fmla="*/ 135175 w 360831"/>
                <a:gd name="connsiteY33" fmla="*/ 214518 h 584947"/>
                <a:gd name="connsiteX34" fmla="*/ 135175 w 360831"/>
                <a:gd name="connsiteY34" fmla="*/ 214518 h 584947"/>
                <a:gd name="connsiteX35" fmla="*/ 175095 w 360831"/>
                <a:gd name="connsiteY35" fmla="*/ 225378 h 584947"/>
                <a:gd name="connsiteX36" fmla="*/ 175095 w 360831"/>
                <a:gd name="connsiteY36" fmla="*/ 225378 h 584947"/>
                <a:gd name="connsiteX37" fmla="*/ 164528 w 360831"/>
                <a:gd name="connsiteY37" fmla="*/ 265591 h 584947"/>
                <a:gd name="connsiteX38" fmla="*/ 164528 w 360831"/>
                <a:gd name="connsiteY38" fmla="*/ 265591 h 584947"/>
                <a:gd name="connsiteX39" fmla="*/ 149852 w 360831"/>
                <a:gd name="connsiteY39" fmla="*/ 269407 h 584947"/>
                <a:gd name="connsiteX40" fmla="*/ 149852 w 360831"/>
                <a:gd name="connsiteY40" fmla="*/ 269407 h 584947"/>
                <a:gd name="connsiteX41" fmla="*/ 124315 w 360831"/>
                <a:gd name="connsiteY41" fmla="*/ 254731 h 584947"/>
                <a:gd name="connsiteX42" fmla="*/ 63848 w 360831"/>
                <a:gd name="connsiteY42" fmla="*/ 149355 h 584947"/>
                <a:gd name="connsiteX43" fmla="*/ 75002 w 360831"/>
                <a:gd name="connsiteY43" fmla="*/ 109435 h 584947"/>
                <a:gd name="connsiteX44" fmla="*/ 75002 w 360831"/>
                <a:gd name="connsiteY44" fmla="*/ 109435 h 584947"/>
                <a:gd name="connsiteX45" fmla="*/ 114922 w 360831"/>
                <a:gd name="connsiteY45" fmla="*/ 120296 h 584947"/>
                <a:gd name="connsiteX46" fmla="*/ 114922 w 360831"/>
                <a:gd name="connsiteY46" fmla="*/ 120296 h 584947"/>
                <a:gd name="connsiteX47" fmla="*/ 104062 w 360831"/>
                <a:gd name="connsiteY47" fmla="*/ 160215 h 584947"/>
                <a:gd name="connsiteX48" fmla="*/ 104062 w 360831"/>
                <a:gd name="connsiteY48" fmla="*/ 160215 h 584947"/>
                <a:gd name="connsiteX49" fmla="*/ 89385 w 360831"/>
                <a:gd name="connsiteY49" fmla="*/ 164031 h 584947"/>
                <a:gd name="connsiteX50" fmla="*/ 89385 w 360831"/>
                <a:gd name="connsiteY50" fmla="*/ 164031 h 584947"/>
                <a:gd name="connsiteX51" fmla="*/ 63848 w 360831"/>
                <a:gd name="connsiteY51" fmla="*/ 149355 h 584947"/>
                <a:gd name="connsiteX52" fmla="*/ 3969 w 360831"/>
                <a:gd name="connsiteY52" fmla="*/ 43979 h 584947"/>
                <a:gd name="connsiteX53" fmla="*/ 14830 w 360831"/>
                <a:gd name="connsiteY53" fmla="*/ 3766 h 584947"/>
                <a:gd name="connsiteX54" fmla="*/ 14830 w 360831"/>
                <a:gd name="connsiteY54" fmla="*/ 3766 h 584947"/>
                <a:gd name="connsiteX55" fmla="*/ 55043 w 360831"/>
                <a:gd name="connsiteY55" fmla="*/ 14920 h 584947"/>
                <a:gd name="connsiteX56" fmla="*/ 55043 w 360831"/>
                <a:gd name="connsiteY56" fmla="*/ 14920 h 584947"/>
                <a:gd name="connsiteX57" fmla="*/ 43889 w 360831"/>
                <a:gd name="connsiteY57" fmla="*/ 54839 h 584947"/>
                <a:gd name="connsiteX58" fmla="*/ 43889 w 360831"/>
                <a:gd name="connsiteY58" fmla="*/ 54839 h 584947"/>
                <a:gd name="connsiteX59" fmla="*/ 29506 w 360831"/>
                <a:gd name="connsiteY59" fmla="*/ 58655 h 584947"/>
                <a:gd name="connsiteX60" fmla="*/ 29506 w 360831"/>
                <a:gd name="connsiteY60" fmla="*/ 58655 h 584947"/>
                <a:gd name="connsiteX61" fmla="*/ 3969 w 360831"/>
                <a:gd name="connsiteY61" fmla="*/ 43979 h 58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60831" h="584947">
                  <a:moveTo>
                    <a:pt x="306007" y="570271"/>
                  </a:moveTo>
                  <a:cubicBezTo>
                    <a:pt x="297789" y="556182"/>
                    <a:pt x="302779" y="538277"/>
                    <a:pt x="316868" y="530058"/>
                  </a:cubicBezTo>
                  <a:lnTo>
                    <a:pt x="316868" y="530058"/>
                  </a:lnTo>
                  <a:cubicBezTo>
                    <a:pt x="330957" y="522133"/>
                    <a:pt x="348862" y="526829"/>
                    <a:pt x="356787" y="540919"/>
                  </a:cubicBezTo>
                  <a:lnTo>
                    <a:pt x="356787" y="540919"/>
                  </a:lnTo>
                  <a:cubicBezTo>
                    <a:pt x="365006" y="555008"/>
                    <a:pt x="360310" y="572913"/>
                    <a:pt x="346221" y="581132"/>
                  </a:cubicBezTo>
                  <a:lnTo>
                    <a:pt x="346221" y="581132"/>
                  </a:lnTo>
                  <a:cubicBezTo>
                    <a:pt x="341524" y="583773"/>
                    <a:pt x="336534" y="584947"/>
                    <a:pt x="331544" y="584947"/>
                  </a:cubicBezTo>
                  <a:lnTo>
                    <a:pt x="331544" y="584947"/>
                  </a:lnTo>
                  <a:cubicBezTo>
                    <a:pt x="321271" y="584947"/>
                    <a:pt x="311291" y="579664"/>
                    <a:pt x="306007" y="570271"/>
                  </a:cubicBezTo>
                  <a:close/>
                  <a:moveTo>
                    <a:pt x="245541" y="464895"/>
                  </a:moveTo>
                  <a:lnTo>
                    <a:pt x="245541" y="464895"/>
                  </a:lnTo>
                  <a:cubicBezTo>
                    <a:pt x="237322" y="451100"/>
                    <a:pt x="242019" y="432901"/>
                    <a:pt x="256108" y="424976"/>
                  </a:cubicBezTo>
                  <a:lnTo>
                    <a:pt x="256108" y="424976"/>
                  </a:lnTo>
                  <a:cubicBezTo>
                    <a:pt x="270197" y="416757"/>
                    <a:pt x="288102" y="421747"/>
                    <a:pt x="296321" y="435836"/>
                  </a:cubicBezTo>
                  <a:lnTo>
                    <a:pt x="296321" y="435836"/>
                  </a:lnTo>
                  <a:cubicBezTo>
                    <a:pt x="304246" y="449925"/>
                    <a:pt x="299550" y="467831"/>
                    <a:pt x="285461" y="475756"/>
                  </a:cubicBezTo>
                  <a:lnTo>
                    <a:pt x="285461" y="475756"/>
                  </a:lnTo>
                  <a:cubicBezTo>
                    <a:pt x="280764" y="478398"/>
                    <a:pt x="275774" y="479865"/>
                    <a:pt x="270784" y="479865"/>
                  </a:cubicBezTo>
                  <a:lnTo>
                    <a:pt x="270784" y="479865"/>
                  </a:lnTo>
                  <a:cubicBezTo>
                    <a:pt x="260804" y="479865"/>
                    <a:pt x="250825" y="474582"/>
                    <a:pt x="245541" y="464895"/>
                  </a:cubicBezTo>
                  <a:close/>
                  <a:moveTo>
                    <a:pt x="184781" y="359813"/>
                  </a:moveTo>
                  <a:lnTo>
                    <a:pt x="184781" y="359813"/>
                  </a:lnTo>
                  <a:cubicBezTo>
                    <a:pt x="176562" y="345724"/>
                    <a:pt x="181552" y="327819"/>
                    <a:pt x="195642" y="319893"/>
                  </a:cubicBezTo>
                  <a:lnTo>
                    <a:pt x="195642" y="319893"/>
                  </a:lnTo>
                  <a:cubicBezTo>
                    <a:pt x="209731" y="311675"/>
                    <a:pt x="227636" y="316665"/>
                    <a:pt x="235561" y="330460"/>
                  </a:cubicBezTo>
                  <a:lnTo>
                    <a:pt x="235561" y="330460"/>
                  </a:lnTo>
                  <a:cubicBezTo>
                    <a:pt x="243780" y="344550"/>
                    <a:pt x="238790" y="362455"/>
                    <a:pt x="224994" y="370673"/>
                  </a:cubicBezTo>
                  <a:lnTo>
                    <a:pt x="224994" y="370673"/>
                  </a:lnTo>
                  <a:cubicBezTo>
                    <a:pt x="220298" y="373315"/>
                    <a:pt x="215308" y="374489"/>
                    <a:pt x="210318" y="374489"/>
                  </a:cubicBezTo>
                  <a:lnTo>
                    <a:pt x="210318" y="374489"/>
                  </a:lnTo>
                  <a:cubicBezTo>
                    <a:pt x="200045" y="374489"/>
                    <a:pt x="190358" y="369206"/>
                    <a:pt x="184781" y="359813"/>
                  </a:cubicBezTo>
                  <a:close/>
                  <a:moveTo>
                    <a:pt x="124315" y="254731"/>
                  </a:moveTo>
                  <a:cubicBezTo>
                    <a:pt x="116390" y="240641"/>
                    <a:pt x="121086" y="222736"/>
                    <a:pt x="135175" y="214518"/>
                  </a:cubicBezTo>
                  <a:lnTo>
                    <a:pt x="135175" y="214518"/>
                  </a:lnTo>
                  <a:cubicBezTo>
                    <a:pt x="149264" y="206592"/>
                    <a:pt x="167170" y="211289"/>
                    <a:pt x="175095" y="225378"/>
                  </a:cubicBezTo>
                  <a:lnTo>
                    <a:pt x="175095" y="225378"/>
                  </a:lnTo>
                  <a:cubicBezTo>
                    <a:pt x="183314" y="239467"/>
                    <a:pt x="178617" y="257372"/>
                    <a:pt x="164528" y="265591"/>
                  </a:cubicBezTo>
                  <a:lnTo>
                    <a:pt x="164528" y="265591"/>
                  </a:lnTo>
                  <a:cubicBezTo>
                    <a:pt x="159831" y="268233"/>
                    <a:pt x="154841" y="269407"/>
                    <a:pt x="149852" y="269407"/>
                  </a:cubicBezTo>
                  <a:lnTo>
                    <a:pt x="149852" y="269407"/>
                  </a:lnTo>
                  <a:cubicBezTo>
                    <a:pt x="139578" y="269407"/>
                    <a:pt x="129892" y="264123"/>
                    <a:pt x="124315" y="254731"/>
                  </a:cubicBezTo>
                  <a:close/>
                  <a:moveTo>
                    <a:pt x="63848" y="149355"/>
                  </a:moveTo>
                  <a:cubicBezTo>
                    <a:pt x="55923" y="135266"/>
                    <a:pt x="60620" y="117360"/>
                    <a:pt x="75002" y="109435"/>
                  </a:cubicBezTo>
                  <a:lnTo>
                    <a:pt x="75002" y="109435"/>
                  </a:lnTo>
                  <a:cubicBezTo>
                    <a:pt x="89092" y="101217"/>
                    <a:pt x="106997" y="106206"/>
                    <a:pt x="114922" y="120296"/>
                  </a:cubicBezTo>
                  <a:lnTo>
                    <a:pt x="114922" y="120296"/>
                  </a:lnTo>
                  <a:cubicBezTo>
                    <a:pt x="122847" y="134385"/>
                    <a:pt x="118151" y="152290"/>
                    <a:pt x="104062" y="160215"/>
                  </a:cubicBezTo>
                  <a:lnTo>
                    <a:pt x="104062" y="160215"/>
                  </a:lnTo>
                  <a:cubicBezTo>
                    <a:pt x="99365" y="162857"/>
                    <a:pt x="94375" y="164031"/>
                    <a:pt x="89385" y="164031"/>
                  </a:cubicBezTo>
                  <a:lnTo>
                    <a:pt x="89385" y="164031"/>
                  </a:lnTo>
                  <a:cubicBezTo>
                    <a:pt x="79112" y="164031"/>
                    <a:pt x="69426" y="158748"/>
                    <a:pt x="63848" y="149355"/>
                  </a:cubicBezTo>
                  <a:close/>
                  <a:moveTo>
                    <a:pt x="3969" y="43979"/>
                  </a:move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919" y="-4159"/>
                    <a:pt x="46824" y="831"/>
                    <a:pt x="55043" y="14920"/>
                  </a:cubicBezTo>
                  <a:lnTo>
                    <a:pt x="55043" y="14920"/>
                  </a:lnTo>
                  <a:cubicBezTo>
                    <a:pt x="62968" y="29009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192" y="57481"/>
                    <a:pt x="34202" y="58655"/>
                    <a:pt x="29506" y="58655"/>
                  </a:cubicBezTo>
                  <a:lnTo>
                    <a:pt x="29506" y="58655"/>
                  </a:lnTo>
                  <a:cubicBezTo>
                    <a:pt x="19232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597A89BF-7881-F22A-F806-04D72E6F8E68}"/>
                </a:ext>
              </a:extLst>
            </p:cNvPr>
            <p:cNvSpPr/>
            <p:nvPr/>
          </p:nvSpPr>
          <p:spPr>
            <a:xfrm>
              <a:off x="7863433" y="2047896"/>
              <a:ext cx="776987" cy="1309076"/>
            </a:xfrm>
            <a:custGeom>
              <a:avLst/>
              <a:gdLst>
                <a:gd name="connsiteX0" fmla="*/ 722227 w 776987"/>
                <a:gd name="connsiteY0" fmla="*/ 1294400 h 1309076"/>
                <a:gd name="connsiteX1" fmla="*/ 733088 w 776987"/>
                <a:gd name="connsiteY1" fmla="*/ 1254480 h 1309076"/>
                <a:gd name="connsiteX2" fmla="*/ 733088 w 776987"/>
                <a:gd name="connsiteY2" fmla="*/ 1254480 h 1309076"/>
                <a:gd name="connsiteX3" fmla="*/ 773008 w 776987"/>
                <a:gd name="connsiteY3" fmla="*/ 1265047 h 1309076"/>
                <a:gd name="connsiteX4" fmla="*/ 773008 w 776987"/>
                <a:gd name="connsiteY4" fmla="*/ 1265047 h 1309076"/>
                <a:gd name="connsiteX5" fmla="*/ 762441 w 776987"/>
                <a:gd name="connsiteY5" fmla="*/ 1305260 h 1309076"/>
                <a:gd name="connsiteX6" fmla="*/ 762441 w 776987"/>
                <a:gd name="connsiteY6" fmla="*/ 1305260 h 1309076"/>
                <a:gd name="connsiteX7" fmla="*/ 747764 w 776987"/>
                <a:gd name="connsiteY7" fmla="*/ 1309076 h 1309076"/>
                <a:gd name="connsiteX8" fmla="*/ 747764 w 776987"/>
                <a:gd name="connsiteY8" fmla="*/ 1309076 h 1309076"/>
                <a:gd name="connsiteX9" fmla="*/ 722227 w 776987"/>
                <a:gd name="connsiteY9" fmla="*/ 1294400 h 1309076"/>
                <a:gd name="connsiteX10" fmla="*/ 662055 w 776987"/>
                <a:gd name="connsiteY10" fmla="*/ 1190198 h 1309076"/>
                <a:gd name="connsiteX11" fmla="*/ 662055 w 776987"/>
                <a:gd name="connsiteY11" fmla="*/ 1190198 h 1309076"/>
                <a:gd name="connsiteX12" fmla="*/ 672915 w 776987"/>
                <a:gd name="connsiteY12" fmla="*/ 1150279 h 1309076"/>
                <a:gd name="connsiteX13" fmla="*/ 672915 w 776987"/>
                <a:gd name="connsiteY13" fmla="*/ 1150279 h 1309076"/>
                <a:gd name="connsiteX14" fmla="*/ 713128 w 776987"/>
                <a:gd name="connsiteY14" fmla="*/ 1161139 h 1309076"/>
                <a:gd name="connsiteX15" fmla="*/ 713128 w 776987"/>
                <a:gd name="connsiteY15" fmla="*/ 1161139 h 1309076"/>
                <a:gd name="connsiteX16" fmla="*/ 702268 w 776987"/>
                <a:gd name="connsiteY16" fmla="*/ 1201059 h 1309076"/>
                <a:gd name="connsiteX17" fmla="*/ 702268 w 776987"/>
                <a:gd name="connsiteY17" fmla="*/ 1201059 h 1309076"/>
                <a:gd name="connsiteX18" fmla="*/ 687591 w 776987"/>
                <a:gd name="connsiteY18" fmla="*/ 1205168 h 1309076"/>
                <a:gd name="connsiteX19" fmla="*/ 687591 w 776987"/>
                <a:gd name="connsiteY19" fmla="*/ 1205168 h 1309076"/>
                <a:gd name="connsiteX20" fmla="*/ 662055 w 776987"/>
                <a:gd name="connsiteY20" fmla="*/ 1190198 h 1309076"/>
                <a:gd name="connsiteX21" fmla="*/ 602175 w 776987"/>
                <a:gd name="connsiteY21" fmla="*/ 1086290 h 1309076"/>
                <a:gd name="connsiteX22" fmla="*/ 613036 w 776987"/>
                <a:gd name="connsiteY22" fmla="*/ 1046077 h 1309076"/>
                <a:gd name="connsiteX23" fmla="*/ 613036 w 776987"/>
                <a:gd name="connsiteY23" fmla="*/ 1046077 h 1309076"/>
                <a:gd name="connsiteX24" fmla="*/ 652955 w 776987"/>
                <a:gd name="connsiteY24" fmla="*/ 1056937 h 1309076"/>
                <a:gd name="connsiteX25" fmla="*/ 652955 w 776987"/>
                <a:gd name="connsiteY25" fmla="*/ 1056937 h 1309076"/>
                <a:gd name="connsiteX26" fmla="*/ 642095 w 776987"/>
                <a:gd name="connsiteY26" fmla="*/ 1097150 h 1309076"/>
                <a:gd name="connsiteX27" fmla="*/ 642095 w 776987"/>
                <a:gd name="connsiteY27" fmla="*/ 1097150 h 1309076"/>
                <a:gd name="connsiteX28" fmla="*/ 627712 w 776987"/>
                <a:gd name="connsiteY28" fmla="*/ 1100966 h 1309076"/>
                <a:gd name="connsiteX29" fmla="*/ 627712 w 776987"/>
                <a:gd name="connsiteY29" fmla="*/ 1100966 h 1309076"/>
                <a:gd name="connsiteX30" fmla="*/ 602175 w 776987"/>
                <a:gd name="connsiteY30" fmla="*/ 1086290 h 1309076"/>
                <a:gd name="connsiteX31" fmla="*/ 542296 w 776987"/>
                <a:gd name="connsiteY31" fmla="*/ 982088 h 1309076"/>
                <a:gd name="connsiteX32" fmla="*/ 552863 w 776987"/>
                <a:gd name="connsiteY32" fmla="*/ 942169 h 1309076"/>
                <a:gd name="connsiteX33" fmla="*/ 552863 w 776987"/>
                <a:gd name="connsiteY33" fmla="*/ 942169 h 1309076"/>
                <a:gd name="connsiteX34" fmla="*/ 593076 w 776987"/>
                <a:gd name="connsiteY34" fmla="*/ 952736 h 1309076"/>
                <a:gd name="connsiteX35" fmla="*/ 593076 w 776987"/>
                <a:gd name="connsiteY35" fmla="*/ 952736 h 1309076"/>
                <a:gd name="connsiteX36" fmla="*/ 582216 w 776987"/>
                <a:gd name="connsiteY36" fmla="*/ 992949 h 1309076"/>
                <a:gd name="connsiteX37" fmla="*/ 582216 w 776987"/>
                <a:gd name="connsiteY37" fmla="*/ 992949 h 1309076"/>
                <a:gd name="connsiteX38" fmla="*/ 567539 w 776987"/>
                <a:gd name="connsiteY38" fmla="*/ 996765 h 1309076"/>
                <a:gd name="connsiteX39" fmla="*/ 567539 w 776987"/>
                <a:gd name="connsiteY39" fmla="*/ 996765 h 1309076"/>
                <a:gd name="connsiteX40" fmla="*/ 542296 w 776987"/>
                <a:gd name="connsiteY40" fmla="*/ 982088 h 1309076"/>
                <a:gd name="connsiteX41" fmla="*/ 482123 w 776987"/>
                <a:gd name="connsiteY41" fmla="*/ 877886 h 1309076"/>
                <a:gd name="connsiteX42" fmla="*/ 492984 w 776987"/>
                <a:gd name="connsiteY42" fmla="*/ 837967 h 1309076"/>
                <a:gd name="connsiteX43" fmla="*/ 492984 w 776987"/>
                <a:gd name="connsiteY43" fmla="*/ 837967 h 1309076"/>
                <a:gd name="connsiteX44" fmla="*/ 533197 w 776987"/>
                <a:gd name="connsiteY44" fmla="*/ 848827 h 1309076"/>
                <a:gd name="connsiteX45" fmla="*/ 533197 w 776987"/>
                <a:gd name="connsiteY45" fmla="*/ 848827 h 1309076"/>
                <a:gd name="connsiteX46" fmla="*/ 522336 w 776987"/>
                <a:gd name="connsiteY46" fmla="*/ 888747 h 1309076"/>
                <a:gd name="connsiteX47" fmla="*/ 522336 w 776987"/>
                <a:gd name="connsiteY47" fmla="*/ 888747 h 1309076"/>
                <a:gd name="connsiteX48" fmla="*/ 507660 w 776987"/>
                <a:gd name="connsiteY48" fmla="*/ 892563 h 1309076"/>
                <a:gd name="connsiteX49" fmla="*/ 507660 w 776987"/>
                <a:gd name="connsiteY49" fmla="*/ 892563 h 1309076"/>
                <a:gd name="connsiteX50" fmla="*/ 482123 w 776987"/>
                <a:gd name="connsiteY50" fmla="*/ 877886 h 1309076"/>
                <a:gd name="connsiteX51" fmla="*/ 422244 w 776987"/>
                <a:gd name="connsiteY51" fmla="*/ 773685 h 1309076"/>
                <a:gd name="connsiteX52" fmla="*/ 433104 w 776987"/>
                <a:gd name="connsiteY52" fmla="*/ 733765 h 1309076"/>
                <a:gd name="connsiteX53" fmla="*/ 433104 w 776987"/>
                <a:gd name="connsiteY53" fmla="*/ 733765 h 1309076"/>
                <a:gd name="connsiteX54" fmla="*/ 473317 w 776987"/>
                <a:gd name="connsiteY54" fmla="*/ 744626 h 1309076"/>
                <a:gd name="connsiteX55" fmla="*/ 473317 w 776987"/>
                <a:gd name="connsiteY55" fmla="*/ 744626 h 1309076"/>
                <a:gd name="connsiteX56" fmla="*/ 462457 w 776987"/>
                <a:gd name="connsiteY56" fmla="*/ 784545 h 1309076"/>
                <a:gd name="connsiteX57" fmla="*/ 462457 w 776987"/>
                <a:gd name="connsiteY57" fmla="*/ 784545 h 1309076"/>
                <a:gd name="connsiteX58" fmla="*/ 447781 w 776987"/>
                <a:gd name="connsiteY58" fmla="*/ 788361 h 1309076"/>
                <a:gd name="connsiteX59" fmla="*/ 447781 w 776987"/>
                <a:gd name="connsiteY59" fmla="*/ 788361 h 1309076"/>
                <a:gd name="connsiteX60" fmla="*/ 422244 w 776987"/>
                <a:gd name="connsiteY60" fmla="*/ 773685 h 1309076"/>
                <a:gd name="connsiteX61" fmla="*/ 362658 w 776987"/>
                <a:gd name="connsiteY61" fmla="*/ 669483 h 1309076"/>
                <a:gd name="connsiteX62" fmla="*/ 373225 w 776987"/>
                <a:gd name="connsiteY62" fmla="*/ 629563 h 1309076"/>
                <a:gd name="connsiteX63" fmla="*/ 373225 w 776987"/>
                <a:gd name="connsiteY63" fmla="*/ 629563 h 1309076"/>
                <a:gd name="connsiteX64" fmla="*/ 413438 w 776987"/>
                <a:gd name="connsiteY64" fmla="*/ 640424 h 1309076"/>
                <a:gd name="connsiteX65" fmla="*/ 413438 w 776987"/>
                <a:gd name="connsiteY65" fmla="*/ 640424 h 1309076"/>
                <a:gd name="connsiteX66" fmla="*/ 402578 w 776987"/>
                <a:gd name="connsiteY66" fmla="*/ 680343 h 1309076"/>
                <a:gd name="connsiteX67" fmla="*/ 402578 w 776987"/>
                <a:gd name="connsiteY67" fmla="*/ 680343 h 1309076"/>
                <a:gd name="connsiteX68" fmla="*/ 387901 w 776987"/>
                <a:gd name="connsiteY68" fmla="*/ 684159 h 1309076"/>
                <a:gd name="connsiteX69" fmla="*/ 387901 w 776987"/>
                <a:gd name="connsiteY69" fmla="*/ 684159 h 1309076"/>
                <a:gd name="connsiteX70" fmla="*/ 362658 w 776987"/>
                <a:gd name="connsiteY70" fmla="*/ 669483 h 1309076"/>
                <a:gd name="connsiteX71" fmla="*/ 302779 w 776987"/>
                <a:gd name="connsiteY71" fmla="*/ 565281 h 1309076"/>
                <a:gd name="connsiteX72" fmla="*/ 313639 w 776987"/>
                <a:gd name="connsiteY72" fmla="*/ 525362 h 1309076"/>
                <a:gd name="connsiteX73" fmla="*/ 313639 w 776987"/>
                <a:gd name="connsiteY73" fmla="*/ 525362 h 1309076"/>
                <a:gd name="connsiteX74" fmla="*/ 353559 w 776987"/>
                <a:gd name="connsiteY74" fmla="*/ 536222 h 1309076"/>
                <a:gd name="connsiteX75" fmla="*/ 353559 w 776987"/>
                <a:gd name="connsiteY75" fmla="*/ 536222 h 1309076"/>
                <a:gd name="connsiteX76" fmla="*/ 342698 w 776987"/>
                <a:gd name="connsiteY76" fmla="*/ 576142 h 1309076"/>
                <a:gd name="connsiteX77" fmla="*/ 342698 w 776987"/>
                <a:gd name="connsiteY77" fmla="*/ 576142 h 1309076"/>
                <a:gd name="connsiteX78" fmla="*/ 328316 w 776987"/>
                <a:gd name="connsiteY78" fmla="*/ 579958 h 1309076"/>
                <a:gd name="connsiteX79" fmla="*/ 328316 w 776987"/>
                <a:gd name="connsiteY79" fmla="*/ 579958 h 1309076"/>
                <a:gd name="connsiteX80" fmla="*/ 302779 w 776987"/>
                <a:gd name="connsiteY80" fmla="*/ 565281 h 1309076"/>
                <a:gd name="connsiteX81" fmla="*/ 242899 w 776987"/>
                <a:gd name="connsiteY81" fmla="*/ 461079 h 1309076"/>
                <a:gd name="connsiteX82" fmla="*/ 242899 w 776987"/>
                <a:gd name="connsiteY82" fmla="*/ 461079 h 1309076"/>
                <a:gd name="connsiteX83" fmla="*/ 253760 w 776987"/>
                <a:gd name="connsiteY83" fmla="*/ 420866 h 1309076"/>
                <a:gd name="connsiteX84" fmla="*/ 253760 w 776987"/>
                <a:gd name="connsiteY84" fmla="*/ 420866 h 1309076"/>
                <a:gd name="connsiteX85" fmla="*/ 293973 w 776987"/>
                <a:gd name="connsiteY85" fmla="*/ 431727 h 1309076"/>
                <a:gd name="connsiteX86" fmla="*/ 293973 w 776987"/>
                <a:gd name="connsiteY86" fmla="*/ 431727 h 1309076"/>
                <a:gd name="connsiteX87" fmla="*/ 283112 w 776987"/>
                <a:gd name="connsiteY87" fmla="*/ 471940 h 1309076"/>
                <a:gd name="connsiteX88" fmla="*/ 283112 w 776987"/>
                <a:gd name="connsiteY88" fmla="*/ 471940 h 1309076"/>
                <a:gd name="connsiteX89" fmla="*/ 268436 w 776987"/>
                <a:gd name="connsiteY89" fmla="*/ 475756 h 1309076"/>
                <a:gd name="connsiteX90" fmla="*/ 268436 w 776987"/>
                <a:gd name="connsiteY90" fmla="*/ 475756 h 1309076"/>
                <a:gd name="connsiteX91" fmla="*/ 242899 w 776987"/>
                <a:gd name="connsiteY91" fmla="*/ 461079 h 1309076"/>
                <a:gd name="connsiteX92" fmla="*/ 183314 w 776987"/>
                <a:gd name="connsiteY92" fmla="*/ 356584 h 1309076"/>
                <a:gd name="connsiteX93" fmla="*/ 194174 w 776987"/>
                <a:gd name="connsiteY93" fmla="*/ 316665 h 1309076"/>
                <a:gd name="connsiteX94" fmla="*/ 194174 w 776987"/>
                <a:gd name="connsiteY94" fmla="*/ 316665 h 1309076"/>
                <a:gd name="connsiteX95" fmla="*/ 234094 w 776987"/>
                <a:gd name="connsiteY95" fmla="*/ 327525 h 1309076"/>
                <a:gd name="connsiteX96" fmla="*/ 234094 w 776987"/>
                <a:gd name="connsiteY96" fmla="*/ 327525 h 1309076"/>
                <a:gd name="connsiteX97" fmla="*/ 223233 w 776987"/>
                <a:gd name="connsiteY97" fmla="*/ 367445 h 1309076"/>
                <a:gd name="connsiteX98" fmla="*/ 223233 w 776987"/>
                <a:gd name="connsiteY98" fmla="*/ 367445 h 1309076"/>
                <a:gd name="connsiteX99" fmla="*/ 208557 w 776987"/>
                <a:gd name="connsiteY99" fmla="*/ 371554 h 1309076"/>
                <a:gd name="connsiteX100" fmla="*/ 208557 w 776987"/>
                <a:gd name="connsiteY100" fmla="*/ 371554 h 1309076"/>
                <a:gd name="connsiteX101" fmla="*/ 183314 w 776987"/>
                <a:gd name="connsiteY101" fmla="*/ 356584 h 1309076"/>
                <a:gd name="connsiteX102" fmla="*/ 123434 w 776987"/>
                <a:gd name="connsiteY102" fmla="*/ 252382 h 1309076"/>
                <a:gd name="connsiteX103" fmla="*/ 134295 w 776987"/>
                <a:gd name="connsiteY103" fmla="*/ 212463 h 1309076"/>
                <a:gd name="connsiteX104" fmla="*/ 134295 w 776987"/>
                <a:gd name="connsiteY104" fmla="*/ 212463 h 1309076"/>
                <a:gd name="connsiteX105" fmla="*/ 174508 w 776987"/>
                <a:gd name="connsiteY105" fmla="*/ 223323 h 1309076"/>
                <a:gd name="connsiteX106" fmla="*/ 174508 w 776987"/>
                <a:gd name="connsiteY106" fmla="*/ 223323 h 1309076"/>
                <a:gd name="connsiteX107" fmla="*/ 163647 w 776987"/>
                <a:gd name="connsiteY107" fmla="*/ 263243 h 1309076"/>
                <a:gd name="connsiteX108" fmla="*/ 163647 w 776987"/>
                <a:gd name="connsiteY108" fmla="*/ 263243 h 1309076"/>
                <a:gd name="connsiteX109" fmla="*/ 148971 w 776987"/>
                <a:gd name="connsiteY109" fmla="*/ 267352 h 1309076"/>
                <a:gd name="connsiteX110" fmla="*/ 148971 w 776987"/>
                <a:gd name="connsiteY110" fmla="*/ 267352 h 1309076"/>
                <a:gd name="connsiteX111" fmla="*/ 123434 w 776987"/>
                <a:gd name="connsiteY111" fmla="*/ 252382 h 1309076"/>
                <a:gd name="connsiteX112" fmla="*/ 63555 w 776987"/>
                <a:gd name="connsiteY112" fmla="*/ 148181 h 1309076"/>
                <a:gd name="connsiteX113" fmla="*/ 74415 w 776987"/>
                <a:gd name="connsiteY113" fmla="*/ 108261 h 1309076"/>
                <a:gd name="connsiteX114" fmla="*/ 74415 w 776987"/>
                <a:gd name="connsiteY114" fmla="*/ 108261 h 1309076"/>
                <a:gd name="connsiteX115" fmla="*/ 114629 w 776987"/>
                <a:gd name="connsiteY115" fmla="*/ 119122 h 1309076"/>
                <a:gd name="connsiteX116" fmla="*/ 114629 w 776987"/>
                <a:gd name="connsiteY116" fmla="*/ 119122 h 1309076"/>
                <a:gd name="connsiteX117" fmla="*/ 103768 w 776987"/>
                <a:gd name="connsiteY117" fmla="*/ 159041 h 1309076"/>
                <a:gd name="connsiteX118" fmla="*/ 103768 w 776987"/>
                <a:gd name="connsiteY118" fmla="*/ 159041 h 1309076"/>
                <a:gd name="connsiteX119" fmla="*/ 89092 w 776987"/>
                <a:gd name="connsiteY119" fmla="*/ 162857 h 1309076"/>
                <a:gd name="connsiteX120" fmla="*/ 89092 w 776987"/>
                <a:gd name="connsiteY120" fmla="*/ 162857 h 1309076"/>
                <a:gd name="connsiteX121" fmla="*/ 63555 w 776987"/>
                <a:gd name="connsiteY121" fmla="*/ 148181 h 1309076"/>
                <a:gd name="connsiteX122" fmla="*/ 3969 w 776987"/>
                <a:gd name="connsiteY122" fmla="*/ 43979 h 1309076"/>
                <a:gd name="connsiteX123" fmla="*/ 3969 w 776987"/>
                <a:gd name="connsiteY123" fmla="*/ 43979 h 1309076"/>
                <a:gd name="connsiteX124" fmla="*/ 14830 w 776987"/>
                <a:gd name="connsiteY124" fmla="*/ 3766 h 1309076"/>
                <a:gd name="connsiteX125" fmla="*/ 14830 w 776987"/>
                <a:gd name="connsiteY125" fmla="*/ 3766 h 1309076"/>
                <a:gd name="connsiteX126" fmla="*/ 54749 w 776987"/>
                <a:gd name="connsiteY126" fmla="*/ 14920 h 1309076"/>
                <a:gd name="connsiteX127" fmla="*/ 54749 w 776987"/>
                <a:gd name="connsiteY127" fmla="*/ 14920 h 1309076"/>
                <a:gd name="connsiteX128" fmla="*/ 43889 w 776987"/>
                <a:gd name="connsiteY128" fmla="*/ 54839 h 1309076"/>
                <a:gd name="connsiteX129" fmla="*/ 43889 w 776987"/>
                <a:gd name="connsiteY129" fmla="*/ 54839 h 1309076"/>
                <a:gd name="connsiteX130" fmla="*/ 29506 w 776987"/>
                <a:gd name="connsiteY130" fmla="*/ 58655 h 1309076"/>
                <a:gd name="connsiteX131" fmla="*/ 29506 w 776987"/>
                <a:gd name="connsiteY131" fmla="*/ 58655 h 1309076"/>
                <a:gd name="connsiteX132" fmla="*/ 3969 w 776987"/>
                <a:gd name="connsiteY132" fmla="*/ 43979 h 130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776987" h="1309076">
                  <a:moveTo>
                    <a:pt x="722227" y="1294400"/>
                  </a:moveTo>
                  <a:cubicBezTo>
                    <a:pt x="714009" y="1280604"/>
                    <a:pt x="718999" y="1262406"/>
                    <a:pt x="733088" y="1254480"/>
                  </a:cubicBezTo>
                  <a:lnTo>
                    <a:pt x="733088" y="1254480"/>
                  </a:lnTo>
                  <a:cubicBezTo>
                    <a:pt x="746884" y="1246262"/>
                    <a:pt x="765082" y="1250958"/>
                    <a:pt x="773008" y="1265047"/>
                  </a:cubicBezTo>
                  <a:lnTo>
                    <a:pt x="773008" y="1265047"/>
                  </a:lnTo>
                  <a:cubicBezTo>
                    <a:pt x="781226" y="1279136"/>
                    <a:pt x="776236" y="1297042"/>
                    <a:pt x="762441" y="1305260"/>
                  </a:cubicBezTo>
                  <a:lnTo>
                    <a:pt x="762441" y="1305260"/>
                  </a:lnTo>
                  <a:cubicBezTo>
                    <a:pt x="757744" y="1307902"/>
                    <a:pt x="752754" y="1309076"/>
                    <a:pt x="747764" y="1309076"/>
                  </a:cubicBezTo>
                  <a:lnTo>
                    <a:pt x="747764" y="1309076"/>
                  </a:lnTo>
                  <a:cubicBezTo>
                    <a:pt x="737491" y="1309076"/>
                    <a:pt x="727805" y="1303793"/>
                    <a:pt x="722227" y="1294400"/>
                  </a:cubicBezTo>
                  <a:close/>
                  <a:moveTo>
                    <a:pt x="662055" y="1190198"/>
                  </a:moveTo>
                  <a:lnTo>
                    <a:pt x="662055" y="1190198"/>
                  </a:lnTo>
                  <a:cubicBezTo>
                    <a:pt x="654129" y="1176402"/>
                    <a:pt x="658826" y="1158497"/>
                    <a:pt x="672915" y="1150279"/>
                  </a:cubicBezTo>
                  <a:lnTo>
                    <a:pt x="672915" y="1150279"/>
                  </a:lnTo>
                  <a:cubicBezTo>
                    <a:pt x="687004" y="1142060"/>
                    <a:pt x="704909" y="1147050"/>
                    <a:pt x="713128" y="1161139"/>
                  </a:cubicBezTo>
                  <a:lnTo>
                    <a:pt x="713128" y="1161139"/>
                  </a:lnTo>
                  <a:cubicBezTo>
                    <a:pt x="721053" y="1175228"/>
                    <a:pt x="716357" y="1193133"/>
                    <a:pt x="702268" y="1201059"/>
                  </a:cubicBezTo>
                  <a:lnTo>
                    <a:pt x="702268" y="1201059"/>
                  </a:lnTo>
                  <a:cubicBezTo>
                    <a:pt x="697571" y="1203700"/>
                    <a:pt x="692581" y="1205168"/>
                    <a:pt x="687591" y="1205168"/>
                  </a:cubicBezTo>
                  <a:lnTo>
                    <a:pt x="687591" y="1205168"/>
                  </a:lnTo>
                  <a:cubicBezTo>
                    <a:pt x="677612" y="1205168"/>
                    <a:pt x="667632" y="1199885"/>
                    <a:pt x="662055" y="1190198"/>
                  </a:cubicBezTo>
                  <a:close/>
                  <a:moveTo>
                    <a:pt x="602175" y="1086290"/>
                  </a:moveTo>
                  <a:cubicBezTo>
                    <a:pt x="593956" y="1072201"/>
                    <a:pt x="598947" y="1054296"/>
                    <a:pt x="613036" y="1046077"/>
                  </a:cubicBezTo>
                  <a:lnTo>
                    <a:pt x="613036" y="1046077"/>
                  </a:lnTo>
                  <a:cubicBezTo>
                    <a:pt x="626831" y="1038152"/>
                    <a:pt x="645030" y="1042848"/>
                    <a:pt x="652955" y="1056937"/>
                  </a:cubicBezTo>
                  <a:lnTo>
                    <a:pt x="652955" y="1056937"/>
                  </a:lnTo>
                  <a:cubicBezTo>
                    <a:pt x="661174" y="1071027"/>
                    <a:pt x="656184" y="1088932"/>
                    <a:pt x="642095" y="1097150"/>
                  </a:cubicBezTo>
                  <a:lnTo>
                    <a:pt x="642095" y="1097150"/>
                  </a:lnTo>
                  <a:cubicBezTo>
                    <a:pt x="637692" y="1099792"/>
                    <a:pt x="632702" y="1100966"/>
                    <a:pt x="627712" y="1100966"/>
                  </a:cubicBezTo>
                  <a:lnTo>
                    <a:pt x="627712" y="1100966"/>
                  </a:lnTo>
                  <a:cubicBezTo>
                    <a:pt x="617439" y="1100966"/>
                    <a:pt x="607459" y="1095683"/>
                    <a:pt x="602175" y="1086290"/>
                  </a:cubicBezTo>
                  <a:close/>
                  <a:moveTo>
                    <a:pt x="542296" y="982088"/>
                  </a:moveTo>
                  <a:cubicBezTo>
                    <a:pt x="534077" y="967999"/>
                    <a:pt x="538774" y="950094"/>
                    <a:pt x="552863" y="942169"/>
                  </a:cubicBezTo>
                  <a:lnTo>
                    <a:pt x="552863" y="942169"/>
                  </a:lnTo>
                  <a:cubicBezTo>
                    <a:pt x="566952" y="933950"/>
                    <a:pt x="584857" y="938646"/>
                    <a:pt x="593076" y="952736"/>
                  </a:cubicBezTo>
                  <a:lnTo>
                    <a:pt x="593076" y="952736"/>
                  </a:lnTo>
                  <a:cubicBezTo>
                    <a:pt x="601001" y="966825"/>
                    <a:pt x="596305" y="984730"/>
                    <a:pt x="582216" y="992949"/>
                  </a:cubicBezTo>
                  <a:lnTo>
                    <a:pt x="582216" y="992949"/>
                  </a:lnTo>
                  <a:cubicBezTo>
                    <a:pt x="577519" y="995590"/>
                    <a:pt x="572529" y="996765"/>
                    <a:pt x="567539" y="996765"/>
                  </a:cubicBezTo>
                  <a:lnTo>
                    <a:pt x="567539" y="996765"/>
                  </a:lnTo>
                  <a:cubicBezTo>
                    <a:pt x="557266" y="996765"/>
                    <a:pt x="547580" y="991481"/>
                    <a:pt x="542296" y="982088"/>
                  </a:cubicBezTo>
                  <a:close/>
                  <a:moveTo>
                    <a:pt x="482123" y="877886"/>
                  </a:moveTo>
                  <a:cubicBezTo>
                    <a:pt x="474198" y="863797"/>
                    <a:pt x="478894" y="845892"/>
                    <a:pt x="492984" y="837967"/>
                  </a:cubicBezTo>
                  <a:lnTo>
                    <a:pt x="492984" y="837967"/>
                  </a:lnTo>
                  <a:cubicBezTo>
                    <a:pt x="507073" y="829748"/>
                    <a:pt x="524978" y="834738"/>
                    <a:pt x="533197" y="848827"/>
                  </a:cubicBezTo>
                  <a:lnTo>
                    <a:pt x="533197" y="848827"/>
                  </a:lnTo>
                  <a:cubicBezTo>
                    <a:pt x="541122" y="862623"/>
                    <a:pt x="536425" y="880528"/>
                    <a:pt x="522336" y="888747"/>
                  </a:cubicBezTo>
                  <a:lnTo>
                    <a:pt x="522336" y="888747"/>
                  </a:lnTo>
                  <a:cubicBezTo>
                    <a:pt x="517640" y="891389"/>
                    <a:pt x="512650" y="892563"/>
                    <a:pt x="507660" y="892563"/>
                  </a:cubicBezTo>
                  <a:lnTo>
                    <a:pt x="507660" y="892563"/>
                  </a:lnTo>
                  <a:cubicBezTo>
                    <a:pt x="497386" y="892563"/>
                    <a:pt x="487700" y="887279"/>
                    <a:pt x="482123" y="877886"/>
                  </a:cubicBezTo>
                  <a:close/>
                  <a:moveTo>
                    <a:pt x="422244" y="773685"/>
                  </a:moveTo>
                  <a:cubicBezTo>
                    <a:pt x="414319" y="759595"/>
                    <a:pt x="419015" y="741690"/>
                    <a:pt x="433104" y="733765"/>
                  </a:cubicBezTo>
                  <a:lnTo>
                    <a:pt x="433104" y="733765"/>
                  </a:lnTo>
                  <a:cubicBezTo>
                    <a:pt x="447193" y="725546"/>
                    <a:pt x="465099" y="730536"/>
                    <a:pt x="473317" y="744626"/>
                  </a:cubicBezTo>
                  <a:lnTo>
                    <a:pt x="473317" y="744626"/>
                  </a:lnTo>
                  <a:cubicBezTo>
                    <a:pt x="481243" y="758715"/>
                    <a:pt x="476546" y="776326"/>
                    <a:pt x="462457" y="784545"/>
                  </a:cubicBezTo>
                  <a:lnTo>
                    <a:pt x="462457" y="784545"/>
                  </a:lnTo>
                  <a:cubicBezTo>
                    <a:pt x="457760" y="787187"/>
                    <a:pt x="452771" y="788361"/>
                    <a:pt x="447781" y="788361"/>
                  </a:cubicBezTo>
                  <a:lnTo>
                    <a:pt x="447781" y="788361"/>
                  </a:lnTo>
                  <a:cubicBezTo>
                    <a:pt x="437801" y="788361"/>
                    <a:pt x="427821" y="783078"/>
                    <a:pt x="422244" y="773685"/>
                  </a:cubicBezTo>
                  <a:close/>
                  <a:moveTo>
                    <a:pt x="362658" y="669483"/>
                  </a:moveTo>
                  <a:cubicBezTo>
                    <a:pt x="354439" y="655394"/>
                    <a:pt x="359136" y="637489"/>
                    <a:pt x="373225" y="629563"/>
                  </a:cubicBezTo>
                  <a:lnTo>
                    <a:pt x="373225" y="629563"/>
                  </a:lnTo>
                  <a:cubicBezTo>
                    <a:pt x="387314" y="621345"/>
                    <a:pt x="405219" y="626335"/>
                    <a:pt x="413438" y="640424"/>
                  </a:cubicBezTo>
                  <a:lnTo>
                    <a:pt x="413438" y="640424"/>
                  </a:lnTo>
                  <a:cubicBezTo>
                    <a:pt x="421363" y="654220"/>
                    <a:pt x="416667" y="672418"/>
                    <a:pt x="402578" y="680343"/>
                  </a:cubicBezTo>
                  <a:lnTo>
                    <a:pt x="402578" y="680343"/>
                  </a:lnTo>
                  <a:cubicBezTo>
                    <a:pt x="397881" y="682985"/>
                    <a:pt x="392891" y="684159"/>
                    <a:pt x="387901" y="684159"/>
                  </a:cubicBezTo>
                  <a:lnTo>
                    <a:pt x="387901" y="684159"/>
                  </a:lnTo>
                  <a:cubicBezTo>
                    <a:pt x="377921" y="684159"/>
                    <a:pt x="367941" y="678876"/>
                    <a:pt x="362658" y="669483"/>
                  </a:cubicBezTo>
                  <a:close/>
                  <a:moveTo>
                    <a:pt x="302779" y="565281"/>
                  </a:moveTo>
                  <a:cubicBezTo>
                    <a:pt x="294560" y="551192"/>
                    <a:pt x="299550" y="533287"/>
                    <a:pt x="313639" y="525362"/>
                  </a:cubicBezTo>
                  <a:lnTo>
                    <a:pt x="313639" y="525362"/>
                  </a:lnTo>
                  <a:cubicBezTo>
                    <a:pt x="327728" y="517143"/>
                    <a:pt x="345633" y="522133"/>
                    <a:pt x="353559" y="536222"/>
                  </a:cubicBezTo>
                  <a:lnTo>
                    <a:pt x="353559" y="536222"/>
                  </a:lnTo>
                  <a:cubicBezTo>
                    <a:pt x="361777" y="550018"/>
                    <a:pt x="356788" y="567923"/>
                    <a:pt x="342698" y="576142"/>
                  </a:cubicBezTo>
                  <a:lnTo>
                    <a:pt x="342698" y="576142"/>
                  </a:lnTo>
                  <a:cubicBezTo>
                    <a:pt x="338295" y="578783"/>
                    <a:pt x="333012" y="579958"/>
                    <a:pt x="328316" y="579958"/>
                  </a:cubicBezTo>
                  <a:lnTo>
                    <a:pt x="328316" y="579958"/>
                  </a:lnTo>
                  <a:cubicBezTo>
                    <a:pt x="318042" y="579958"/>
                    <a:pt x="308062" y="574674"/>
                    <a:pt x="302779" y="565281"/>
                  </a:cubicBezTo>
                  <a:close/>
                  <a:moveTo>
                    <a:pt x="242899" y="461079"/>
                  </a:moveTo>
                  <a:lnTo>
                    <a:pt x="242899" y="461079"/>
                  </a:lnTo>
                  <a:cubicBezTo>
                    <a:pt x="234974" y="446990"/>
                    <a:pt x="239964" y="429085"/>
                    <a:pt x="253760" y="420866"/>
                  </a:cubicBezTo>
                  <a:lnTo>
                    <a:pt x="253760" y="420866"/>
                  </a:lnTo>
                  <a:cubicBezTo>
                    <a:pt x="267849" y="412941"/>
                    <a:pt x="285754" y="417638"/>
                    <a:pt x="293973" y="431727"/>
                  </a:cubicBezTo>
                  <a:lnTo>
                    <a:pt x="293973" y="431727"/>
                  </a:lnTo>
                  <a:cubicBezTo>
                    <a:pt x="301898" y="445816"/>
                    <a:pt x="297202" y="463721"/>
                    <a:pt x="283112" y="471940"/>
                  </a:cubicBezTo>
                  <a:lnTo>
                    <a:pt x="283112" y="471940"/>
                  </a:lnTo>
                  <a:cubicBezTo>
                    <a:pt x="278416" y="474582"/>
                    <a:pt x="273426" y="475756"/>
                    <a:pt x="268436" y="475756"/>
                  </a:cubicBezTo>
                  <a:lnTo>
                    <a:pt x="268436" y="475756"/>
                  </a:lnTo>
                  <a:cubicBezTo>
                    <a:pt x="258456" y="475756"/>
                    <a:pt x="248476" y="470472"/>
                    <a:pt x="242899" y="461079"/>
                  </a:cubicBezTo>
                  <a:close/>
                  <a:moveTo>
                    <a:pt x="183314" y="356584"/>
                  </a:moveTo>
                  <a:cubicBezTo>
                    <a:pt x="175095" y="342495"/>
                    <a:pt x="180085" y="324590"/>
                    <a:pt x="194174" y="316665"/>
                  </a:cubicBezTo>
                  <a:lnTo>
                    <a:pt x="194174" y="316665"/>
                  </a:lnTo>
                  <a:cubicBezTo>
                    <a:pt x="208263" y="308446"/>
                    <a:pt x="226168" y="313436"/>
                    <a:pt x="234094" y="327525"/>
                  </a:cubicBezTo>
                  <a:lnTo>
                    <a:pt x="234094" y="327525"/>
                  </a:lnTo>
                  <a:cubicBezTo>
                    <a:pt x="242312" y="341614"/>
                    <a:pt x="237322" y="359519"/>
                    <a:pt x="223233" y="367445"/>
                  </a:cubicBezTo>
                  <a:lnTo>
                    <a:pt x="223233" y="367445"/>
                  </a:lnTo>
                  <a:cubicBezTo>
                    <a:pt x="218830" y="370086"/>
                    <a:pt x="213547" y="371554"/>
                    <a:pt x="208557" y="371554"/>
                  </a:cubicBezTo>
                  <a:lnTo>
                    <a:pt x="208557" y="371554"/>
                  </a:lnTo>
                  <a:cubicBezTo>
                    <a:pt x="198577" y="371554"/>
                    <a:pt x="188597" y="366270"/>
                    <a:pt x="183314" y="356584"/>
                  </a:cubicBezTo>
                  <a:close/>
                  <a:moveTo>
                    <a:pt x="123434" y="252382"/>
                  </a:moveTo>
                  <a:cubicBezTo>
                    <a:pt x="115216" y="238293"/>
                    <a:pt x="120205" y="220388"/>
                    <a:pt x="134295" y="212463"/>
                  </a:cubicBezTo>
                  <a:lnTo>
                    <a:pt x="134295" y="212463"/>
                  </a:lnTo>
                  <a:cubicBezTo>
                    <a:pt x="148384" y="204244"/>
                    <a:pt x="166289" y="209234"/>
                    <a:pt x="174508" y="223323"/>
                  </a:cubicBezTo>
                  <a:lnTo>
                    <a:pt x="174508" y="223323"/>
                  </a:lnTo>
                  <a:cubicBezTo>
                    <a:pt x="182433" y="237413"/>
                    <a:pt x="177443" y="255318"/>
                    <a:pt x="163647" y="263243"/>
                  </a:cubicBezTo>
                  <a:lnTo>
                    <a:pt x="163647" y="263243"/>
                  </a:lnTo>
                  <a:cubicBezTo>
                    <a:pt x="158951" y="265885"/>
                    <a:pt x="153961" y="267352"/>
                    <a:pt x="148971" y="267352"/>
                  </a:cubicBezTo>
                  <a:lnTo>
                    <a:pt x="148971" y="267352"/>
                  </a:lnTo>
                  <a:cubicBezTo>
                    <a:pt x="138698" y="267352"/>
                    <a:pt x="129011" y="261775"/>
                    <a:pt x="123434" y="252382"/>
                  </a:cubicBezTo>
                  <a:close/>
                  <a:moveTo>
                    <a:pt x="63555" y="148181"/>
                  </a:moveTo>
                  <a:cubicBezTo>
                    <a:pt x="55630" y="134091"/>
                    <a:pt x="60326" y="116186"/>
                    <a:pt x="74415" y="108261"/>
                  </a:cubicBezTo>
                  <a:lnTo>
                    <a:pt x="74415" y="108261"/>
                  </a:lnTo>
                  <a:cubicBezTo>
                    <a:pt x="88505" y="100042"/>
                    <a:pt x="106703" y="105032"/>
                    <a:pt x="114629" y="119122"/>
                  </a:cubicBezTo>
                  <a:lnTo>
                    <a:pt x="114629" y="119122"/>
                  </a:lnTo>
                  <a:cubicBezTo>
                    <a:pt x="122554" y="132917"/>
                    <a:pt x="117857" y="151116"/>
                    <a:pt x="103768" y="159041"/>
                  </a:cubicBezTo>
                  <a:lnTo>
                    <a:pt x="103768" y="159041"/>
                  </a:lnTo>
                  <a:cubicBezTo>
                    <a:pt x="99071" y="161683"/>
                    <a:pt x="94082" y="162857"/>
                    <a:pt x="89092" y="162857"/>
                  </a:cubicBezTo>
                  <a:lnTo>
                    <a:pt x="89092" y="162857"/>
                  </a:lnTo>
                  <a:cubicBezTo>
                    <a:pt x="79112" y="162857"/>
                    <a:pt x="69132" y="157574"/>
                    <a:pt x="63555" y="148181"/>
                  </a:cubicBezTo>
                  <a:close/>
                  <a:moveTo>
                    <a:pt x="3969" y="43979"/>
                  </a:moveTo>
                  <a:lnTo>
                    <a:pt x="3969" y="43979"/>
                  </a:ln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625" y="-4159"/>
                    <a:pt x="46824" y="831"/>
                    <a:pt x="54749" y="14920"/>
                  </a:cubicBezTo>
                  <a:lnTo>
                    <a:pt x="54749" y="14920"/>
                  </a:lnTo>
                  <a:cubicBezTo>
                    <a:pt x="62968" y="28716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486" y="57481"/>
                    <a:pt x="34496" y="58655"/>
                    <a:pt x="29506" y="58655"/>
                  </a:cubicBezTo>
                  <a:lnTo>
                    <a:pt x="29506" y="58655"/>
                  </a:lnTo>
                  <a:cubicBezTo>
                    <a:pt x="19233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C648B5D-7EA9-6F0D-1FF5-B2928C87EDA2}"/>
                </a:ext>
              </a:extLst>
            </p:cNvPr>
            <p:cNvSpPr/>
            <p:nvPr/>
          </p:nvSpPr>
          <p:spPr>
            <a:xfrm>
              <a:off x="8642383" y="3499045"/>
              <a:ext cx="95226" cy="258590"/>
            </a:xfrm>
            <a:custGeom>
              <a:avLst/>
              <a:gdLst>
                <a:gd name="connsiteX0" fmla="*/ 14311 w 95226"/>
                <a:gd name="connsiteY0" fmla="*/ 254481 h 258590"/>
                <a:gd name="connsiteX1" fmla="*/ 4331 w 95226"/>
                <a:gd name="connsiteY1" fmla="*/ 213975 h 258590"/>
                <a:gd name="connsiteX2" fmla="*/ 4331 w 95226"/>
                <a:gd name="connsiteY2" fmla="*/ 213975 h 258590"/>
                <a:gd name="connsiteX3" fmla="*/ 44544 w 95226"/>
                <a:gd name="connsiteY3" fmla="*/ 203995 h 258590"/>
                <a:gd name="connsiteX4" fmla="*/ 44544 w 95226"/>
                <a:gd name="connsiteY4" fmla="*/ 203995 h 258590"/>
                <a:gd name="connsiteX5" fmla="*/ 54524 w 95226"/>
                <a:gd name="connsiteY5" fmla="*/ 244501 h 258590"/>
                <a:gd name="connsiteX6" fmla="*/ 54524 w 95226"/>
                <a:gd name="connsiteY6" fmla="*/ 244501 h 258590"/>
                <a:gd name="connsiteX7" fmla="*/ 29281 w 95226"/>
                <a:gd name="connsiteY7" fmla="*/ 258591 h 258590"/>
                <a:gd name="connsiteX8" fmla="*/ 29281 w 95226"/>
                <a:gd name="connsiteY8" fmla="*/ 258591 h 258590"/>
                <a:gd name="connsiteX9" fmla="*/ 14311 w 95226"/>
                <a:gd name="connsiteY9" fmla="*/ 254481 h 258590"/>
                <a:gd name="connsiteX10" fmla="*/ 60688 w 95226"/>
                <a:gd name="connsiteY10" fmla="*/ 161433 h 258590"/>
                <a:gd name="connsiteX11" fmla="*/ 36913 w 95226"/>
                <a:gd name="connsiteY11" fmla="*/ 127384 h 258590"/>
                <a:gd name="connsiteX12" fmla="*/ 36913 w 95226"/>
                <a:gd name="connsiteY12" fmla="*/ 127384 h 258590"/>
                <a:gd name="connsiteX13" fmla="*/ 70961 w 95226"/>
                <a:gd name="connsiteY13" fmla="*/ 103902 h 258590"/>
                <a:gd name="connsiteX14" fmla="*/ 70961 w 95226"/>
                <a:gd name="connsiteY14" fmla="*/ 103902 h 258590"/>
                <a:gd name="connsiteX15" fmla="*/ 94737 w 95226"/>
                <a:gd name="connsiteY15" fmla="*/ 137951 h 258590"/>
                <a:gd name="connsiteX16" fmla="*/ 94737 w 95226"/>
                <a:gd name="connsiteY16" fmla="*/ 137951 h 258590"/>
                <a:gd name="connsiteX17" fmla="*/ 65972 w 95226"/>
                <a:gd name="connsiteY17" fmla="*/ 162021 h 258590"/>
                <a:gd name="connsiteX18" fmla="*/ 65972 w 95226"/>
                <a:gd name="connsiteY18" fmla="*/ 162021 h 258590"/>
                <a:gd name="connsiteX19" fmla="*/ 60688 w 95226"/>
                <a:gd name="connsiteY19" fmla="*/ 161433 h 258590"/>
                <a:gd name="connsiteX20" fmla="*/ 36619 w 95226"/>
                <a:gd name="connsiteY20" fmla="*/ 34630 h 258590"/>
                <a:gd name="connsiteX21" fmla="*/ 59808 w 95226"/>
                <a:gd name="connsiteY21" fmla="*/ 581 h 258590"/>
                <a:gd name="connsiteX22" fmla="*/ 59808 w 95226"/>
                <a:gd name="connsiteY22" fmla="*/ 581 h 258590"/>
                <a:gd name="connsiteX23" fmla="*/ 94150 w 95226"/>
                <a:gd name="connsiteY23" fmla="*/ 23770 h 258590"/>
                <a:gd name="connsiteX24" fmla="*/ 94150 w 95226"/>
                <a:gd name="connsiteY24" fmla="*/ 23770 h 258590"/>
                <a:gd name="connsiteX25" fmla="*/ 70961 w 95226"/>
                <a:gd name="connsiteY25" fmla="*/ 58112 h 258590"/>
                <a:gd name="connsiteX26" fmla="*/ 70961 w 95226"/>
                <a:gd name="connsiteY26" fmla="*/ 58112 h 258590"/>
                <a:gd name="connsiteX27" fmla="*/ 65384 w 95226"/>
                <a:gd name="connsiteY27" fmla="*/ 58699 h 258590"/>
                <a:gd name="connsiteX28" fmla="*/ 65384 w 95226"/>
                <a:gd name="connsiteY28" fmla="*/ 58699 h 258590"/>
                <a:gd name="connsiteX29" fmla="*/ 36619 w 95226"/>
                <a:gd name="connsiteY29" fmla="*/ 34630 h 25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5226" h="258590">
                  <a:moveTo>
                    <a:pt x="14311" y="254481"/>
                  </a:moveTo>
                  <a:cubicBezTo>
                    <a:pt x="222" y="245969"/>
                    <a:pt x="-4181" y="227770"/>
                    <a:pt x="4331" y="213975"/>
                  </a:cubicBezTo>
                  <a:lnTo>
                    <a:pt x="4331" y="213975"/>
                  </a:lnTo>
                  <a:cubicBezTo>
                    <a:pt x="12550" y="200179"/>
                    <a:pt x="30455" y="195776"/>
                    <a:pt x="44544" y="203995"/>
                  </a:cubicBezTo>
                  <a:lnTo>
                    <a:pt x="44544" y="203995"/>
                  </a:lnTo>
                  <a:cubicBezTo>
                    <a:pt x="58340" y="212507"/>
                    <a:pt x="62743" y="230412"/>
                    <a:pt x="54524" y="244501"/>
                  </a:cubicBezTo>
                  <a:lnTo>
                    <a:pt x="54524" y="244501"/>
                  </a:lnTo>
                  <a:cubicBezTo>
                    <a:pt x="48947" y="253601"/>
                    <a:pt x="39261" y="258591"/>
                    <a:pt x="29281" y="258591"/>
                  </a:cubicBezTo>
                  <a:lnTo>
                    <a:pt x="29281" y="258591"/>
                  </a:lnTo>
                  <a:cubicBezTo>
                    <a:pt x="24291" y="258591"/>
                    <a:pt x="19007" y="257123"/>
                    <a:pt x="14311" y="254481"/>
                  </a:cubicBezTo>
                  <a:close/>
                  <a:moveTo>
                    <a:pt x="60688" y="161433"/>
                  </a:moveTo>
                  <a:cubicBezTo>
                    <a:pt x="44544" y="158498"/>
                    <a:pt x="33977" y="143235"/>
                    <a:pt x="36913" y="127384"/>
                  </a:cubicBezTo>
                  <a:lnTo>
                    <a:pt x="36913" y="127384"/>
                  </a:lnTo>
                  <a:cubicBezTo>
                    <a:pt x="39848" y="111240"/>
                    <a:pt x="55111" y="100673"/>
                    <a:pt x="70961" y="103902"/>
                  </a:cubicBezTo>
                  <a:lnTo>
                    <a:pt x="70961" y="103902"/>
                  </a:lnTo>
                  <a:cubicBezTo>
                    <a:pt x="87105" y="106544"/>
                    <a:pt x="97672" y="121807"/>
                    <a:pt x="94737" y="137951"/>
                  </a:cubicBezTo>
                  <a:lnTo>
                    <a:pt x="94737" y="137951"/>
                  </a:lnTo>
                  <a:cubicBezTo>
                    <a:pt x="92095" y="152041"/>
                    <a:pt x="79767" y="162021"/>
                    <a:pt x="65972" y="162021"/>
                  </a:cubicBezTo>
                  <a:lnTo>
                    <a:pt x="65972" y="162021"/>
                  </a:lnTo>
                  <a:cubicBezTo>
                    <a:pt x="64210" y="162021"/>
                    <a:pt x="62449" y="162021"/>
                    <a:pt x="60688" y="161433"/>
                  </a:cubicBezTo>
                  <a:close/>
                  <a:moveTo>
                    <a:pt x="36619" y="34630"/>
                  </a:moveTo>
                  <a:cubicBezTo>
                    <a:pt x="33684" y="18780"/>
                    <a:pt x="43957" y="3516"/>
                    <a:pt x="59808" y="581"/>
                  </a:cubicBezTo>
                  <a:lnTo>
                    <a:pt x="59808" y="581"/>
                  </a:lnTo>
                  <a:cubicBezTo>
                    <a:pt x="75951" y="-2648"/>
                    <a:pt x="91215" y="7919"/>
                    <a:pt x="94150" y="23770"/>
                  </a:cubicBezTo>
                  <a:lnTo>
                    <a:pt x="94150" y="23770"/>
                  </a:lnTo>
                  <a:cubicBezTo>
                    <a:pt x="97379" y="39914"/>
                    <a:pt x="86812" y="55177"/>
                    <a:pt x="70961" y="58112"/>
                  </a:cubicBezTo>
                  <a:lnTo>
                    <a:pt x="70961" y="58112"/>
                  </a:lnTo>
                  <a:cubicBezTo>
                    <a:pt x="68907" y="58699"/>
                    <a:pt x="67146" y="58699"/>
                    <a:pt x="65384" y="58699"/>
                  </a:cubicBezTo>
                  <a:lnTo>
                    <a:pt x="65384" y="58699"/>
                  </a:lnTo>
                  <a:cubicBezTo>
                    <a:pt x="51589" y="58699"/>
                    <a:pt x="39261" y="49013"/>
                    <a:pt x="36619" y="3463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3275696-468B-A19B-F383-64CBA1A259E0}"/>
                </a:ext>
              </a:extLst>
            </p:cNvPr>
            <p:cNvSpPr/>
            <p:nvPr/>
          </p:nvSpPr>
          <p:spPr>
            <a:xfrm>
              <a:off x="8486809" y="3819465"/>
              <a:ext cx="58552" cy="58809"/>
            </a:xfrm>
            <a:custGeom>
              <a:avLst/>
              <a:gdLst>
                <a:gd name="connsiteX0" fmla="*/ 1108 w 58552"/>
                <a:gd name="connsiteY0" fmla="*/ 37088 h 58809"/>
                <a:gd name="connsiteX1" fmla="*/ 21655 w 58552"/>
                <a:gd name="connsiteY1" fmla="*/ 985 h 58809"/>
                <a:gd name="connsiteX2" fmla="*/ 21655 w 58552"/>
                <a:gd name="connsiteY2" fmla="*/ 985 h 58809"/>
                <a:gd name="connsiteX3" fmla="*/ 57465 w 58552"/>
                <a:gd name="connsiteY3" fmla="*/ 21825 h 58809"/>
                <a:gd name="connsiteX4" fmla="*/ 57465 w 58552"/>
                <a:gd name="connsiteY4" fmla="*/ 21825 h 58809"/>
                <a:gd name="connsiteX5" fmla="*/ 36918 w 58552"/>
                <a:gd name="connsiteY5" fmla="*/ 57635 h 58809"/>
                <a:gd name="connsiteX6" fmla="*/ 36918 w 58552"/>
                <a:gd name="connsiteY6" fmla="*/ 57635 h 58809"/>
                <a:gd name="connsiteX7" fmla="*/ 29286 w 58552"/>
                <a:gd name="connsiteY7" fmla="*/ 58809 h 58809"/>
                <a:gd name="connsiteX8" fmla="*/ 29286 w 58552"/>
                <a:gd name="connsiteY8" fmla="*/ 58809 h 58809"/>
                <a:gd name="connsiteX9" fmla="*/ 1108 w 58552"/>
                <a:gd name="connsiteY9" fmla="*/ 37088 h 58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552" h="58809">
                  <a:moveTo>
                    <a:pt x="1108" y="37088"/>
                  </a:moveTo>
                  <a:cubicBezTo>
                    <a:pt x="-3295" y="21531"/>
                    <a:pt x="5805" y="5388"/>
                    <a:pt x="21655" y="985"/>
                  </a:cubicBezTo>
                  <a:lnTo>
                    <a:pt x="21655" y="985"/>
                  </a:lnTo>
                  <a:cubicBezTo>
                    <a:pt x="37212" y="-3125"/>
                    <a:pt x="53356" y="5975"/>
                    <a:pt x="57465" y="21825"/>
                  </a:cubicBezTo>
                  <a:lnTo>
                    <a:pt x="57465" y="21825"/>
                  </a:lnTo>
                  <a:cubicBezTo>
                    <a:pt x="61868" y="37382"/>
                    <a:pt x="52475" y="53526"/>
                    <a:pt x="36918" y="57635"/>
                  </a:cubicBezTo>
                  <a:lnTo>
                    <a:pt x="36918" y="57635"/>
                  </a:lnTo>
                  <a:cubicBezTo>
                    <a:pt x="34570" y="58516"/>
                    <a:pt x="31928" y="58809"/>
                    <a:pt x="29286" y="58809"/>
                  </a:cubicBezTo>
                  <a:lnTo>
                    <a:pt x="29286" y="58809"/>
                  </a:lnTo>
                  <a:cubicBezTo>
                    <a:pt x="16371" y="58809"/>
                    <a:pt x="4630" y="50297"/>
                    <a:pt x="1108" y="370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16E38ACC-874F-1FD1-E6E5-BDEE61992EC7}"/>
                </a:ext>
              </a:extLst>
            </p:cNvPr>
            <p:cNvSpPr/>
            <p:nvPr/>
          </p:nvSpPr>
          <p:spPr>
            <a:xfrm>
              <a:off x="7247476" y="3831017"/>
              <a:ext cx="1086633" cy="58705"/>
            </a:xfrm>
            <a:custGeom>
              <a:avLst/>
              <a:gdLst>
                <a:gd name="connsiteX0" fmla="*/ 1027928 w 1086633"/>
                <a:gd name="connsiteY0" fmla="*/ 29353 h 58705"/>
                <a:gd name="connsiteX1" fmla="*/ 1057281 w 1086633"/>
                <a:gd name="connsiteY1" fmla="*/ 0 h 58705"/>
                <a:gd name="connsiteX2" fmla="*/ 1057281 w 1086633"/>
                <a:gd name="connsiteY2" fmla="*/ 0 h 58705"/>
                <a:gd name="connsiteX3" fmla="*/ 1086634 w 1086633"/>
                <a:gd name="connsiteY3" fmla="*/ 29353 h 58705"/>
                <a:gd name="connsiteX4" fmla="*/ 1086634 w 1086633"/>
                <a:gd name="connsiteY4" fmla="*/ 29353 h 58705"/>
                <a:gd name="connsiteX5" fmla="*/ 1057281 w 1086633"/>
                <a:gd name="connsiteY5" fmla="*/ 58705 h 58705"/>
                <a:gd name="connsiteX6" fmla="*/ 1057281 w 1086633"/>
                <a:gd name="connsiteY6" fmla="*/ 58705 h 58705"/>
                <a:gd name="connsiteX7" fmla="*/ 1027928 w 1086633"/>
                <a:gd name="connsiteY7" fmla="*/ 29353 h 58705"/>
                <a:gd name="connsiteX8" fmla="*/ 913747 w 1086633"/>
                <a:gd name="connsiteY8" fmla="*/ 29353 h 58705"/>
                <a:gd name="connsiteX9" fmla="*/ 943099 w 1086633"/>
                <a:gd name="connsiteY9" fmla="*/ 0 h 58705"/>
                <a:gd name="connsiteX10" fmla="*/ 943099 w 1086633"/>
                <a:gd name="connsiteY10" fmla="*/ 0 h 58705"/>
                <a:gd name="connsiteX11" fmla="*/ 972452 w 1086633"/>
                <a:gd name="connsiteY11" fmla="*/ 29353 h 58705"/>
                <a:gd name="connsiteX12" fmla="*/ 972452 w 1086633"/>
                <a:gd name="connsiteY12" fmla="*/ 29353 h 58705"/>
                <a:gd name="connsiteX13" fmla="*/ 943099 w 1086633"/>
                <a:gd name="connsiteY13" fmla="*/ 58705 h 58705"/>
                <a:gd name="connsiteX14" fmla="*/ 943099 w 1086633"/>
                <a:gd name="connsiteY14" fmla="*/ 58705 h 58705"/>
                <a:gd name="connsiteX15" fmla="*/ 913747 w 1086633"/>
                <a:gd name="connsiteY15" fmla="*/ 29353 h 58705"/>
                <a:gd name="connsiteX16" fmla="*/ 799565 w 1086633"/>
                <a:gd name="connsiteY16" fmla="*/ 29353 h 58705"/>
                <a:gd name="connsiteX17" fmla="*/ 828918 w 1086633"/>
                <a:gd name="connsiteY17" fmla="*/ 0 h 58705"/>
                <a:gd name="connsiteX18" fmla="*/ 828918 w 1086633"/>
                <a:gd name="connsiteY18" fmla="*/ 0 h 58705"/>
                <a:gd name="connsiteX19" fmla="*/ 858270 w 1086633"/>
                <a:gd name="connsiteY19" fmla="*/ 29353 h 58705"/>
                <a:gd name="connsiteX20" fmla="*/ 858270 w 1086633"/>
                <a:gd name="connsiteY20" fmla="*/ 29353 h 58705"/>
                <a:gd name="connsiteX21" fmla="*/ 828918 w 1086633"/>
                <a:gd name="connsiteY21" fmla="*/ 58705 h 58705"/>
                <a:gd name="connsiteX22" fmla="*/ 828918 w 1086633"/>
                <a:gd name="connsiteY22" fmla="*/ 58705 h 58705"/>
                <a:gd name="connsiteX23" fmla="*/ 799565 w 1086633"/>
                <a:gd name="connsiteY23" fmla="*/ 29353 h 58705"/>
                <a:gd name="connsiteX24" fmla="*/ 685383 w 1086633"/>
                <a:gd name="connsiteY24" fmla="*/ 29353 h 58705"/>
                <a:gd name="connsiteX25" fmla="*/ 714736 w 1086633"/>
                <a:gd name="connsiteY25" fmla="*/ 0 h 58705"/>
                <a:gd name="connsiteX26" fmla="*/ 714736 w 1086633"/>
                <a:gd name="connsiteY26" fmla="*/ 0 h 58705"/>
                <a:gd name="connsiteX27" fmla="*/ 744089 w 1086633"/>
                <a:gd name="connsiteY27" fmla="*/ 29353 h 58705"/>
                <a:gd name="connsiteX28" fmla="*/ 744089 w 1086633"/>
                <a:gd name="connsiteY28" fmla="*/ 29353 h 58705"/>
                <a:gd name="connsiteX29" fmla="*/ 714736 w 1086633"/>
                <a:gd name="connsiteY29" fmla="*/ 58705 h 58705"/>
                <a:gd name="connsiteX30" fmla="*/ 714736 w 1086633"/>
                <a:gd name="connsiteY30" fmla="*/ 58705 h 58705"/>
                <a:gd name="connsiteX31" fmla="*/ 685383 w 1086633"/>
                <a:gd name="connsiteY31" fmla="*/ 29353 h 58705"/>
                <a:gd name="connsiteX32" fmla="*/ 571202 w 1086633"/>
                <a:gd name="connsiteY32" fmla="*/ 29353 h 58705"/>
                <a:gd name="connsiteX33" fmla="*/ 600554 w 1086633"/>
                <a:gd name="connsiteY33" fmla="*/ 0 h 58705"/>
                <a:gd name="connsiteX34" fmla="*/ 600554 w 1086633"/>
                <a:gd name="connsiteY34" fmla="*/ 0 h 58705"/>
                <a:gd name="connsiteX35" fmla="*/ 629907 w 1086633"/>
                <a:gd name="connsiteY35" fmla="*/ 29353 h 58705"/>
                <a:gd name="connsiteX36" fmla="*/ 629907 w 1086633"/>
                <a:gd name="connsiteY36" fmla="*/ 29353 h 58705"/>
                <a:gd name="connsiteX37" fmla="*/ 600554 w 1086633"/>
                <a:gd name="connsiteY37" fmla="*/ 58705 h 58705"/>
                <a:gd name="connsiteX38" fmla="*/ 600554 w 1086633"/>
                <a:gd name="connsiteY38" fmla="*/ 58705 h 58705"/>
                <a:gd name="connsiteX39" fmla="*/ 571202 w 1086633"/>
                <a:gd name="connsiteY39" fmla="*/ 29353 h 58705"/>
                <a:gd name="connsiteX40" fmla="*/ 457020 w 1086633"/>
                <a:gd name="connsiteY40" fmla="*/ 29353 h 58705"/>
                <a:gd name="connsiteX41" fmla="*/ 486373 w 1086633"/>
                <a:gd name="connsiteY41" fmla="*/ 0 h 58705"/>
                <a:gd name="connsiteX42" fmla="*/ 486373 w 1086633"/>
                <a:gd name="connsiteY42" fmla="*/ 0 h 58705"/>
                <a:gd name="connsiteX43" fmla="*/ 515725 w 1086633"/>
                <a:gd name="connsiteY43" fmla="*/ 29353 h 58705"/>
                <a:gd name="connsiteX44" fmla="*/ 515725 w 1086633"/>
                <a:gd name="connsiteY44" fmla="*/ 29353 h 58705"/>
                <a:gd name="connsiteX45" fmla="*/ 486373 w 1086633"/>
                <a:gd name="connsiteY45" fmla="*/ 58705 h 58705"/>
                <a:gd name="connsiteX46" fmla="*/ 486373 w 1086633"/>
                <a:gd name="connsiteY46" fmla="*/ 58705 h 58705"/>
                <a:gd name="connsiteX47" fmla="*/ 457020 w 1086633"/>
                <a:gd name="connsiteY47" fmla="*/ 29353 h 58705"/>
                <a:gd name="connsiteX48" fmla="*/ 342545 w 1086633"/>
                <a:gd name="connsiteY48" fmla="*/ 29353 h 58705"/>
                <a:gd name="connsiteX49" fmla="*/ 372191 w 1086633"/>
                <a:gd name="connsiteY49" fmla="*/ 0 h 58705"/>
                <a:gd name="connsiteX50" fmla="*/ 372191 w 1086633"/>
                <a:gd name="connsiteY50" fmla="*/ 0 h 58705"/>
                <a:gd name="connsiteX51" fmla="*/ 401250 w 1086633"/>
                <a:gd name="connsiteY51" fmla="*/ 29353 h 58705"/>
                <a:gd name="connsiteX52" fmla="*/ 401250 w 1086633"/>
                <a:gd name="connsiteY52" fmla="*/ 29353 h 58705"/>
                <a:gd name="connsiteX53" fmla="*/ 372191 w 1086633"/>
                <a:gd name="connsiteY53" fmla="*/ 58705 h 58705"/>
                <a:gd name="connsiteX54" fmla="*/ 372191 w 1086633"/>
                <a:gd name="connsiteY54" fmla="*/ 58705 h 58705"/>
                <a:gd name="connsiteX55" fmla="*/ 342545 w 1086633"/>
                <a:gd name="connsiteY55" fmla="*/ 29353 h 58705"/>
                <a:gd name="connsiteX56" fmla="*/ 228363 w 1086633"/>
                <a:gd name="connsiteY56" fmla="*/ 29353 h 58705"/>
                <a:gd name="connsiteX57" fmla="*/ 257716 w 1086633"/>
                <a:gd name="connsiteY57" fmla="*/ 0 h 58705"/>
                <a:gd name="connsiteX58" fmla="*/ 257716 w 1086633"/>
                <a:gd name="connsiteY58" fmla="*/ 0 h 58705"/>
                <a:gd name="connsiteX59" fmla="*/ 287069 w 1086633"/>
                <a:gd name="connsiteY59" fmla="*/ 29353 h 58705"/>
                <a:gd name="connsiteX60" fmla="*/ 287069 w 1086633"/>
                <a:gd name="connsiteY60" fmla="*/ 29353 h 58705"/>
                <a:gd name="connsiteX61" fmla="*/ 257716 w 1086633"/>
                <a:gd name="connsiteY61" fmla="*/ 58705 h 58705"/>
                <a:gd name="connsiteX62" fmla="*/ 257716 w 1086633"/>
                <a:gd name="connsiteY62" fmla="*/ 58705 h 58705"/>
                <a:gd name="connsiteX63" fmla="*/ 228363 w 1086633"/>
                <a:gd name="connsiteY63" fmla="*/ 29353 h 58705"/>
                <a:gd name="connsiteX64" fmla="*/ 114182 w 1086633"/>
                <a:gd name="connsiteY64" fmla="*/ 29353 h 58705"/>
                <a:gd name="connsiteX65" fmla="*/ 143534 w 1086633"/>
                <a:gd name="connsiteY65" fmla="*/ 0 h 58705"/>
                <a:gd name="connsiteX66" fmla="*/ 143534 w 1086633"/>
                <a:gd name="connsiteY66" fmla="*/ 0 h 58705"/>
                <a:gd name="connsiteX67" fmla="*/ 172887 w 1086633"/>
                <a:gd name="connsiteY67" fmla="*/ 29353 h 58705"/>
                <a:gd name="connsiteX68" fmla="*/ 172887 w 1086633"/>
                <a:gd name="connsiteY68" fmla="*/ 29353 h 58705"/>
                <a:gd name="connsiteX69" fmla="*/ 143534 w 1086633"/>
                <a:gd name="connsiteY69" fmla="*/ 58705 h 58705"/>
                <a:gd name="connsiteX70" fmla="*/ 143534 w 1086633"/>
                <a:gd name="connsiteY70" fmla="*/ 58705 h 58705"/>
                <a:gd name="connsiteX71" fmla="*/ 114182 w 1086633"/>
                <a:gd name="connsiteY71" fmla="*/ 29353 h 58705"/>
                <a:gd name="connsiteX72" fmla="*/ 0 w 1086633"/>
                <a:gd name="connsiteY72" fmla="*/ 29353 h 58705"/>
                <a:gd name="connsiteX73" fmla="*/ 29353 w 1086633"/>
                <a:gd name="connsiteY73" fmla="*/ 0 h 58705"/>
                <a:gd name="connsiteX74" fmla="*/ 29353 w 1086633"/>
                <a:gd name="connsiteY74" fmla="*/ 0 h 58705"/>
                <a:gd name="connsiteX75" fmla="*/ 58705 w 1086633"/>
                <a:gd name="connsiteY75" fmla="*/ 29353 h 58705"/>
                <a:gd name="connsiteX76" fmla="*/ 58705 w 1086633"/>
                <a:gd name="connsiteY76" fmla="*/ 29353 h 58705"/>
                <a:gd name="connsiteX77" fmla="*/ 29353 w 1086633"/>
                <a:gd name="connsiteY77" fmla="*/ 58705 h 58705"/>
                <a:gd name="connsiteX78" fmla="*/ 29353 w 1086633"/>
                <a:gd name="connsiteY78" fmla="*/ 58705 h 58705"/>
                <a:gd name="connsiteX79" fmla="*/ 0 w 1086633"/>
                <a:gd name="connsiteY79" fmla="*/ 29353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86633" h="58705">
                  <a:moveTo>
                    <a:pt x="1027928" y="29353"/>
                  </a:moveTo>
                  <a:cubicBezTo>
                    <a:pt x="1027928" y="13209"/>
                    <a:pt x="1041137" y="0"/>
                    <a:pt x="1057281" y="0"/>
                  </a:cubicBezTo>
                  <a:lnTo>
                    <a:pt x="1057281" y="0"/>
                  </a:lnTo>
                  <a:cubicBezTo>
                    <a:pt x="1073425" y="0"/>
                    <a:pt x="1086634" y="13209"/>
                    <a:pt x="1086634" y="29353"/>
                  </a:cubicBezTo>
                  <a:lnTo>
                    <a:pt x="1086634" y="29353"/>
                  </a:lnTo>
                  <a:cubicBezTo>
                    <a:pt x="1086634" y="45790"/>
                    <a:pt x="1073425" y="58705"/>
                    <a:pt x="1057281" y="58705"/>
                  </a:cubicBezTo>
                  <a:lnTo>
                    <a:pt x="1057281" y="58705"/>
                  </a:lnTo>
                  <a:cubicBezTo>
                    <a:pt x="1041137" y="58705"/>
                    <a:pt x="1027928" y="45790"/>
                    <a:pt x="1027928" y="29353"/>
                  </a:cubicBezTo>
                  <a:close/>
                  <a:moveTo>
                    <a:pt x="913747" y="29353"/>
                  </a:moveTo>
                  <a:cubicBezTo>
                    <a:pt x="913747" y="13209"/>
                    <a:pt x="926955" y="0"/>
                    <a:pt x="943099" y="0"/>
                  </a:cubicBezTo>
                  <a:lnTo>
                    <a:pt x="943099" y="0"/>
                  </a:lnTo>
                  <a:cubicBezTo>
                    <a:pt x="959243" y="0"/>
                    <a:pt x="972452" y="13209"/>
                    <a:pt x="972452" y="29353"/>
                  </a:cubicBezTo>
                  <a:lnTo>
                    <a:pt x="972452" y="29353"/>
                  </a:lnTo>
                  <a:cubicBezTo>
                    <a:pt x="972452" y="45496"/>
                    <a:pt x="959243" y="58705"/>
                    <a:pt x="943099" y="58705"/>
                  </a:cubicBezTo>
                  <a:lnTo>
                    <a:pt x="943099" y="58705"/>
                  </a:lnTo>
                  <a:cubicBezTo>
                    <a:pt x="926955" y="58705"/>
                    <a:pt x="913747" y="45496"/>
                    <a:pt x="913747" y="29353"/>
                  </a:cubicBezTo>
                  <a:close/>
                  <a:moveTo>
                    <a:pt x="799565" y="29353"/>
                  </a:moveTo>
                  <a:cubicBezTo>
                    <a:pt x="799565" y="13209"/>
                    <a:pt x="812774" y="0"/>
                    <a:pt x="828918" y="0"/>
                  </a:cubicBezTo>
                  <a:lnTo>
                    <a:pt x="828918" y="0"/>
                  </a:lnTo>
                  <a:cubicBezTo>
                    <a:pt x="845062" y="0"/>
                    <a:pt x="858270" y="13209"/>
                    <a:pt x="858270" y="29353"/>
                  </a:cubicBezTo>
                  <a:lnTo>
                    <a:pt x="858270" y="29353"/>
                  </a:lnTo>
                  <a:cubicBezTo>
                    <a:pt x="858270" y="45496"/>
                    <a:pt x="845062" y="58705"/>
                    <a:pt x="828918" y="58705"/>
                  </a:cubicBezTo>
                  <a:lnTo>
                    <a:pt x="828918" y="58705"/>
                  </a:lnTo>
                  <a:cubicBezTo>
                    <a:pt x="812774" y="58705"/>
                    <a:pt x="799565" y="45496"/>
                    <a:pt x="799565" y="29353"/>
                  </a:cubicBezTo>
                  <a:close/>
                  <a:moveTo>
                    <a:pt x="685383" y="29353"/>
                  </a:moveTo>
                  <a:cubicBezTo>
                    <a:pt x="685383" y="13209"/>
                    <a:pt x="698298" y="0"/>
                    <a:pt x="714736" y="0"/>
                  </a:cubicBezTo>
                  <a:lnTo>
                    <a:pt x="714736" y="0"/>
                  </a:lnTo>
                  <a:cubicBezTo>
                    <a:pt x="730880" y="0"/>
                    <a:pt x="744089" y="13209"/>
                    <a:pt x="744089" y="29353"/>
                  </a:cubicBezTo>
                  <a:lnTo>
                    <a:pt x="744089" y="29353"/>
                  </a:lnTo>
                  <a:cubicBezTo>
                    <a:pt x="744089" y="45496"/>
                    <a:pt x="730880" y="58705"/>
                    <a:pt x="714736" y="58705"/>
                  </a:cubicBezTo>
                  <a:lnTo>
                    <a:pt x="714736" y="58705"/>
                  </a:lnTo>
                  <a:cubicBezTo>
                    <a:pt x="698298" y="58705"/>
                    <a:pt x="685383" y="45496"/>
                    <a:pt x="685383" y="29353"/>
                  </a:cubicBezTo>
                  <a:close/>
                  <a:moveTo>
                    <a:pt x="571202" y="29353"/>
                  </a:moveTo>
                  <a:cubicBezTo>
                    <a:pt x="571202" y="13209"/>
                    <a:pt x="584117" y="0"/>
                    <a:pt x="600554" y="0"/>
                  </a:cubicBezTo>
                  <a:lnTo>
                    <a:pt x="600554" y="0"/>
                  </a:lnTo>
                  <a:cubicBezTo>
                    <a:pt x="616698" y="0"/>
                    <a:pt x="629907" y="13209"/>
                    <a:pt x="629907" y="29353"/>
                  </a:cubicBezTo>
                  <a:lnTo>
                    <a:pt x="629907" y="29353"/>
                  </a:lnTo>
                  <a:cubicBezTo>
                    <a:pt x="629907" y="45496"/>
                    <a:pt x="616698" y="58705"/>
                    <a:pt x="600554" y="58705"/>
                  </a:cubicBezTo>
                  <a:lnTo>
                    <a:pt x="600554" y="58705"/>
                  </a:lnTo>
                  <a:cubicBezTo>
                    <a:pt x="584117" y="58705"/>
                    <a:pt x="571202" y="45496"/>
                    <a:pt x="571202" y="29353"/>
                  </a:cubicBezTo>
                  <a:close/>
                  <a:moveTo>
                    <a:pt x="457020" y="29353"/>
                  </a:moveTo>
                  <a:cubicBezTo>
                    <a:pt x="457020" y="13209"/>
                    <a:pt x="469935" y="0"/>
                    <a:pt x="486373" y="0"/>
                  </a:cubicBezTo>
                  <a:lnTo>
                    <a:pt x="486373" y="0"/>
                  </a:lnTo>
                  <a:cubicBezTo>
                    <a:pt x="502517" y="0"/>
                    <a:pt x="515725" y="13209"/>
                    <a:pt x="515725" y="29353"/>
                  </a:cubicBezTo>
                  <a:lnTo>
                    <a:pt x="515725" y="29353"/>
                  </a:lnTo>
                  <a:cubicBezTo>
                    <a:pt x="515725" y="45496"/>
                    <a:pt x="502517" y="58705"/>
                    <a:pt x="486373" y="58705"/>
                  </a:cubicBezTo>
                  <a:lnTo>
                    <a:pt x="486373" y="58705"/>
                  </a:lnTo>
                  <a:cubicBezTo>
                    <a:pt x="469935" y="58705"/>
                    <a:pt x="457020" y="45496"/>
                    <a:pt x="457020" y="29353"/>
                  </a:cubicBezTo>
                  <a:close/>
                  <a:moveTo>
                    <a:pt x="342545" y="29353"/>
                  </a:moveTo>
                  <a:cubicBezTo>
                    <a:pt x="342545" y="13209"/>
                    <a:pt x="355754" y="0"/>
                    <a:pt x="372191" y="0"/>
                  </a:cubicBezTo>
                  <a:lnTo>
                    <a:pt x="372191" y="0"/>
                  </a:lnTo>
                  <a:cubicBezTo>
                    <a:pt x="388041" y="0"/>
                    <a:pt x="401250" y="13209"/>
                    <a:pt x="401250" y="29353"/>
                  </a:cubicBezTo>
                  <a:lnTo>
                    <a:pt x="401250" y="29353"/>
                  </a:lnTo>
                  <a:cubicBezTo>
                    <a:pt x="401250" y="45496"/>
                    <a:pt x="388041" y="58705"/>
                    <a:pt x="372191" y="58705"/>
                  </a:cubicBezTo>
                  <a:lnTo>
                    <a:pt x="372191" y="58705"/>
                  </a:lnTo>
                  <a:cubicBezTo>
                    <a:pt x="355754" y="58705"/>
                    <a:pt x="342545" y="45496"/>
                    <a:pt x="342545" y="29353"/>
                  </a:cubicBezTo>
                  <a:close/>
                  <a:moveTo>
                    <a:pt x="228363" y="29353"/>
                  </a:moveTo>
                  <a:cubicBezTo>
                    <a:pt x="228363" y="13209"/>
                    <a:pt x="241572" y="0"/>
                    <a:pt x="257716" y="0"/>
                  </a:cubicBezTo>
                  <a:lnTo>
                    <a:pt x="257716" y="0"/>
                  </a:lnTo>
                  <a:cubicBezTo>
                    <a:pt x="273860" y="0"/>
                    <a:pt x="287069" y="13209"/>
                    <a:pt x="287069" y="29353"/>
                  </a:cubicBezTo>
                  <a:lnTo>
                    <a:pt x="287069" y="29353"/>
                  </a:lnTo>
                  <a:cubicBezTo>
                    <a:pt x="287069" y="45496"/>
                    <a:pt x="273860" y="58705"/>
                    <a:pt x="257716" y="58705"/>
                  </a:cubicBezTo>
                  <a:lnTo>
                    <a:pt x="257716" y="58705"/>
                  </a:lnTo>
                  <a:cubicBezTo>
                    <a:pt x="241572" y="58705"/>
                    <a:pt x="228363" y="45496"/>
                    <a:pt x="228363" y="29353"/>
                  </a:cubicBezTo>
                  <a:close/>
                  <a:moveTo>
                    <a:pt x="114182" y="29353"/>
                  </a:moveTo>
                  <a:cubicBezTo>
                    <a:pt x="114182" y="13209"/>
                    <a:pt x="127390" y="0"/>
                    <a:pt x="143534" y="0"/>
                  </a:cubicBezTo>
                  <a:lnTo>
                    <a:pt x="143534" y="0"/>
                  </a:lnTo>
                  <a:cubicBezTo>
                    <a:pt x="159678" y="0"/>
                    <a:pt x="172887" y="13209"/>
                    <a:pt x="172887" y="29353"/>
                  </a:cubicBezTo>
                  <a:lnTo>
                    <a:pt x="172887" y="29353"/>
                  </a:lnTo>
                  <a:cubicBezTo>
                    <a:pt x="172887" y="45496"/>
                    <a:pt x="159678" y="58705"/>
                    <a:pt x="143534" y="58705"/>
                  </a:cubicBezTo>
                  <a:lnTo>
                    <a:pt x="143534" y="58705"/>
                  </a:lnTo>
                  <a:cubicBezTo>
                    <a:pt x="127390" y="58705"/>
                    <a:pt x="114182" y="45496"/>
                    <a:pt x="114182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497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A60884FA-E983-669B-84D1-8CA8B60D78A2}"/>
                </a:ext>
              </a:extLst>
            </p:cNvPr>
            <p:cNvSpPr/>
            <p:nvPr/>
          </p:nvSpPr>
          <p:spPr>
            <a:xfrm>
              <a:off x="7799738" y="194685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9924CAA-8425-99AE-98EF-8D2EFCE2282B}"/>
                </a:ext>
              </a:extLst>
            </p:cNvPr>
            <p:cNvSpPr/>
            <p:nvPr/>
          </p:nvSpPr>
          <p:spPr>
            <a:xfrm>
              <a:off x="7383518" y="1223308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7910C890-6B79-CC44-DE05-7712BCC182DD}"/>
                </a:ext>
              </a:extLst>
            </p:cNvPr>
            <p:cNvSpPr/>
            <p:nvPr/>
          </p:nvSpPr>
          <p:spPr>
            <a:xfrm>
              <a:off x="6898026" y="120305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AC1576-80F5-81F9-B3E9-D2BAFD616809}"/>
                </a:ext>
              </a:extLst>
            </p:cNvPr>
            <p:cNvSpPr/>
            <p:nvPr/>
          </p:nvSpPr>
          <p:spPr>
            <a:xfrm>
              <a:off x="5984867" y="278809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AFCCDBC4-F542-59B3-07B8-6D840B88C101}"/>
                </a:ext>
              </a:extLst>
            </p:cNvPr>
            <p:cNvSpPr/>
            <p:nvPr/>
          </p:nvSpPr>
          <p:spPr>
            <a:xfrm>
              <a:off x="5669033" y="375027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B7110DE-C65D-9440-757F-CAB91192AE15}"/>
                </a:ext>
              </a:extLst>
            </p:cNvPr>
            <p:cNvSpPr/>
            <p:nvPr/>
          </p:nvSpPr>
          <p:spPr>
            <a:xfrm>
              <a:off x="5628820" y="339980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9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787203F6-D638-2064-5638-B6E0B36D08B9}"/>
                </a:ext>
              </a:extLst>
            </p:cNvPr>
            <p:cNvSpPr/>
            <p:nvPr/>
          </p:nvSpPr>
          <p:spPr>
            <a:xfrm>
              <a:off x="5623243" y="340831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B46696EB-7025-D8BA-9633-E76B9EC45358}"/>
                </a:ext>
              </a:extLst>
            </p:cNvPr>
            <p:cNvSpPr/>
            <p:nvPr/>
          </p:nvSpPr>
          <p:spPr>
            <a:xfrm>
              <a:off x="5881545" y="382776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156E9103-6420-5A21-0749-9B73D904E173}"/>
                </a:ext>
              </a:extLst>
            </p:cNvPr>
            <p:cNvSpPr/>
            <p:nvPr/>
          </p:nvSpPr>
          <p:spPr>
            <a:xfrm>
              <a:off x="7133434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A958E22-6AA6-4974-F2C2-BC6EC6760DCF}"/>
                </a:ext>
              </a:extLst>
            </p:cNvPr>
            <p:cNvSpPr/>
            <p:nvPr/>
          </p:nvSpPr>
          <p:spPr>
            <a:xfrm>
              <a:off x="8379746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E3704DCE-3BB6-224D-DFB3-3C250DF55DAC}"/>
                </a:ext>
              </a:extLst>
            </p:cNvPr>
            <p:cNvSpPr/>
            <p:nvPr/>
          </p:nvSpPr>
          <p:spPr>
            <a:xfrm>
              <a:off x="8583747" y="3778746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F0C81D5-B8E6-424C-67FA-18F9316BA50F}"/>
                </a:ext>
              </a:extLst>
            </p:cNvPr>
            <p:cNvSpPr/>
            <p:nvPr/>
          </p:nvSpPr>
          <p:spPr>
            <a:xfrm>
              <a:off x="8629537" y="3394227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2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3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512A234-D29F-A19B-EE03-DA998243CF1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6707" y="420768"/>
            <a:ext cx="6032384" cy="65763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962A5-0403-E9BC-330C-EDBCAA2616F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61938" y="2058988"/>
            <a:ext cx="4884737" cy="3095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1981-C779-162B-6E6E-784EAD5B83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69313" y="2558015"/>
            <a:ext cx="1125537" cy="3238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Option 1</a:t>
            </a:r>
            <a:endParaRPr lang="en-GB" dirty="0"/>
          </a:p>
        </p:txBody>
      </p:sp>
      <p:sp>
        <p:nvSpPr>
          <p:cNvPr id="114" name="Text Placeholder 5">
            <a:extLst>
              <a:ext uri="{FF2B5EF4-FFF2-40B4-BE49-F238E27FC236}">
                <a16:creationId xmlns:a16="http://schemas.microsoft.com/office/drawing/2014/main" id="{51C85D6F-5549-B21E-787A-FFBE6640AB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87628" y="3720725"/>
            <a:ext cx="1125537" cy="3238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Option 2</a:t>
            </a:r>
            <a:endParaRPr lang="en-GB" dirty="0"/>
          </a:p>
        </p:txBody>
      </p:sp>
      <p:sp>
        <p:nvSpPr>
          <p:cNvPr id="115" name="Text Placeholder 5">
            <a:extLst>
              <a:ext uri="{FF2B5EF4-FFF2-40B4-BE49-F238E27FC236}">
                <a16:creationId xmlns:a16="http://schemas.microsoft.com/office/drawing/2014/main" id="{724CBF5B-39F9-D743-DF69-D1F5EB0160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91810" y="4903787"/>
            <a:ext cx="1125537" cy="3238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Option 3</a:t>
            </a:r>
            <a:endParaRPr lang="en-GB" dirty="0"/>
          </a:p>
        </p:txBody>
      </p:sp>
      <p:sp>
        <p:nvSpPr>
          <p:cNvPr id="117" name="Text Placeholder 116">
            <a:extLst>
              <a:ext uri="{FF2B5EF4-FFF2-40B4-BE49-F238E27FC236}">
                <a16:creationId xmlns:a16="http://schemas.microsoft.com/office/drawing/2014/main" id="{8D14372F-98FB-E1ED-D974-59E513712E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823450" y="2164359"/>
            <a:ext cx="1782763" cy="705841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800"/>
            </a:lvl1pPr>
          </a:lstStyle>
          <a:p>
            <a:pPr lvl="0"/>
            <a:r>
              <a:rPr lang="en-US" dirty="0"/>
              <a:t>Bullet 1</a:t>
            </a:r>
          </a:p>
          <a:p>
            <a:pPr lvl="0"/>
            <a:r>
              <a:rPr lang="en-US" dirty="0"/>
              <a:t>Bullet 2</a:t>
            </a:r>
          </a:p>
          <a:p>
            <a:pPr lvl="0"/>
            <a:r>
              <a:rPr lang="en-US" dirty="0"/>
              <a:t>Bullet 3</a:t>
            </a:r>
            <a:endParaRPr lang="en-GB" dirty="0"/>
          </a:p>
        </p:txBody>
      </p:sp>
      <p:sp>
        <p:nvSpPr>
          <p:cNvPr id="118" name="Text Placeholder 116">
            <a:extLst>
              <a:ext uri="{FF2B5EF4-FFF2-40B4-BE49-F238E27FC236}">
                <a16:creationId xmlns:a16="http://schemas.microsoft.com/office/drawing/2014/main" id="{E0E5577B-1888-5407-0BD1-85AF94B0B3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6258" y="3465611"/>
            <a:ext cx="1782763" cy="705841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800"/>
            </a:lvl1pPr>
          </a:lstStyle>
          <a:p>
            <a:pPr lvl="0"/>
            <a:r>
              <a:rPr lang="en-US" dirty="0"/>
              <a:t>Bullet 1</a:t>
            </a:r>
          </a:p>
          <a:p>
            <a:pPr lvl="0"/>
            <a:r>
              <a:rPr lang="en-US" dirty="0"/>
              <a:t>Bullet 2</a:t>
            </a:r>
          </a:p>
          <a:p>
            <a:pPr lvl="0"/>
            <a:r>
              <a:rPr lang="en-US" dirty="0"/>
              <a:t>Bullet 3</a:t>
            </a:r>
            <a:endParaRPr lang="en-GB" dirty="0"/>
          </a:p>
        </p:txBody>
      </p:sp>
      <p:sp>
        <p:nvSpPr>
          <p:cNvPr id="119" name="Text Placeholder 116">
            <a:extLst>
              <a:ext uri="{FF2B5EF4-FFF2-40B4-BE49-F238E27FC236}">
                <a16:creationId xmlns:a16="http://schemas.microsoft.com/office/drawing/2014/main" id="{33E6A80A-F992-FEC2-3910-7A57CDEBDE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823450" y="4707799"/>
            <a:ext cx="1782763" cy="705841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800"/>
            </a:lvl1pPr>
          </a:lstStyle>
          <a:p>
            <a:pPr lvl="0"/>
            <a:r>
              <a:rPr lang="en-US" dirty="0"/>
              <a:t>Bullet 1</a:t>
            </a:r>
          </a:p>
          <a:p>
            <a:pPr lvl="0"/>
            <a:r>
              <a:rPr lang="en-US" dirty="0"/>
              <a:t>Bullet 2</a:t>
            </a:r>
          </a:p>
          <a:p>
            <a:pPr lvl="0"/>
            <a:r>
              <a:rPr lang="en-US" dirty="0"/>
              <a:t>Bullet 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2022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ED886353-12C4-56E2-F79A-C2085B5DF4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5571" y="4278765"/>
            <a:ext cx="6013231" cy="212268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2B92A75-8C6F-A4B4-F0DA-616461243C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59461" y="3111435"/>
            <a:ext cx="617486" cy="617486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DEA2603C-0957-E112-B977-BB424FC3FDF3}"/>
              </a:ext>
            </a:extLst>
          </p:cNvPr>
          <p:cNvGrpSpPr/>
          <p:nvPr userDrawn="1"/>
        </p:nvGrpSpPr>
        <p:grpSpPr>
          <a:xfrm>
            <a:off x="8775039" y="-168446"/>
            <a:ext cx="910956" cy="913815"/>
            <a:chOff x="5600613" y="586069"/>
            <a:chExt cx="3320474" cy="3330895"/>
          </a:xfrm>
          <a:solidFill>
            <a:srgbClr val="212D5E"/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D1D7575-1CDD-43E0-4F7F-2E755D67F266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AE1137A-9B74-3E65-B799-969C4444BC29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409BBCD-67EA-3A8E-CDA1-171C22B84665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9AC0C7D-0EE1-CE58-7EED-885BC24C62BE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441E3BA-ED2C-692B-3D24-DD1C936256F8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AAF1EDF-720A-299C-32B9-5B6D7C467AA9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1" name="Graphic 43">
            <a:extLst>
              <a:ext uri="{FF2B5EF4-FFF2-40B4-BE49-F238E27FC236}">
                <a16:creationId xmlns:a16="http://schemas.microsoft.com/office/drawing/2014/main" id="{01CFCA6F-F35D-7896-BA01-581DDD3714A6}"/>
              </a:ext>
            </a:extLst>
          </p:cNvPr>
          <p:cNvSpPr/>
          <p:nvPr userDrawn="1"/>
        </p:nvSpPr>
        <p:spPr>
          <a:xfrm>
            <a:off x="6334546" y="41024"/>
            <a:ext cx="407367" cy="407367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2" name="Graphic 43">
            <a:extLst>
              <a:ext uri="{FF2B5EF4-FFF2-40B4-BE49-F238E27FC236}">
                <a16:creationId xmlns:a16="http://schemas.microsoft.com/office/drawing/2014/main" id="{9039E943-A784-8AC7-8965-28B99572F6F6}"/>
              </a:ext>
            </a:extLst>
          </p:cNvPr>
          <p:cNvSpPr/>
          <p:nvPr userDrawn="1"/>
        </p:nvSpPr>
        <p:spPr>
          <a:xfrm>
            <a:off x="11783476" y="1564286"/>
            <a:ext cx="817048" cy="817048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53" name="Picture 52" descr="A person smiling with a blue circle and colorful shapes&#10;&#10;Description automatically generated">
            <a:extLst>
              <a:ext uri="{FF2B5EF4-FFF2-40B4-BE49-F238E27FC236}">
                <a16:creationId xmlns:a16="http://schemas.microsoft.com/office/drawing/2014/main" id="{E1009057-0CD4-A4E6-20F8-521167B8D15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25061" y="-361388"/>
            <a:ext cx="8912669" cy="7838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7AFAB1-C638-3EAF-A84A-50170DAC6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46" y="371192"/>
            <a:ext cx="10515600" cy="88715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539E6E-CA0E-43A5-F45B-8AA5F706B4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088" y="1463675"/>
            <a:ext cx="6499225" cy="27305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 magna </a:t>
            </a: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volutpat</a:t>
            </a:r>
            <a:r>
              <a:rPr lang="en-GB" dirty="0"/>
              <a:t>. 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Bullet point 1</a:t>
            </a:r>
          </a:p>
          <a:p>
            <a:pPr lvl="0"/>
            <a:r>
              <a:rPr lang="en-GB" dirty="0"/>
              <a:t>Bullet point 2</a:t>
            </a:r>
          </a:p>
          <a:p>
            <a:pPr lvl="0"/>
            <a:r>
              <a:rPr lang="en-GB" dirty="0"/>
              <a:t>Bullet point 3</a:t>
            </a:r>
          </a:p>
          <a:p>
            <a:pPr lvl="0"/>
            <a:r>
              <a:rPr lang="en-GB" dirty="0"/>
              <a:t>Bullet point 4</a:t>
            </a:r>
          </a:p>
          <a:p>
            <a:pPr lvl="0"/>
            <a:r>
              <a:rPr lang="en-GB" dirty="0"/>
              <a:t>Bullet point 5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4CD8B6F-240D-9F52-E60E-E26E60692F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6563" y="4564063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E74E7EC-8B03-63C3-E0CC-C9358E3210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9024" y="4575474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6DFDDB5-2160-D585-6C58-41DFFEEAF7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32101" y="4564062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3EA7DE00-DF59-0611-9411-E38383AC7C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82607" y="5559557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849DC763-96FD-3B08-E521-D39D1A3274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0490" y="5546254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58667DF-E137-6B6A-6B29-93308665CB9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10011" y="4564061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527628E-41F7-FFCC-7046-7E568B13A6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94539" y="4564061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3EB3793-83A4-148E-194E-8AE2ACCC7F4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5706" y="5546254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A96DEC62-A263-5B17-ECD4-83FA9D53B51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59229" y="5546253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EA556B99-4964-BB58-CBE9-FA8F35B77B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88000" y="5559556"/>
            <a:ext cx="1016000" cy="541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Point 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2636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00B2A4-8C2A-7EE6-2809-9293A7C604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12D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">
            <a:extLst>
              <a:ext uri="{FF2B5EF4-FFF2-40B4-BE49-F238E27FC236}">
                <a16:creationId xmlns:a16="http://schemas.microsoft.com/office/drawing/2014/main" id="{9FE9B84E-66A8-507D-03C7-2E62A100FC2C}"/>
              </a:ext>
            </a:extLst>
          </p:cNvPr>
          <p:cNvSpPr/>
          <p:nvPr userDrawn="1"/>
        </p:nvSpPr>
        <p:spPr>
          <a:xfrm>
            <a:off x="1777290" y="1576325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DE7553BD-C173-E50C-B91A-90594783AFD5}"/>
              </a:ext>
            </a:extLst>
          </p:cNvPr>
          <p:cNvSpPr/>
          <p:nvPr/>
        </p:nvSpPr>
        <p:spPr>
          <a:xfrm>
            <a:off x="3160860" y="1564520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4" name="Graphic 3">
            <a:extLst>
              <a:ext uri="{FF2B5EF4-FFF2-40B4-BE49-F238E27FC236}">
                <a16:creationId xmlns:a16="http://schemas.microsoft.com/office/drawing/2014/main" id="{DA4F88E8-107E-0712-BAB5-68E5AEDD600B}"/>
              </a:ext>
            </a:extLst>
          </p:cNvPr>
          <p:cNvSpPr/>
          <p:nvPr userDrawn="1"/>
        </p:nvSpPr>
        <p:spPr>
          <a:xfrm>
            <a:off x="1089072" y="2760914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6" name="Graphic 3">
            <a:extLst>
              <a:ext uri="{FF2B5EF4-FFF2-40B4-BE49-F238E27FC236}">
                <a16:creationId xmlns:a16="http://schemas.microsoft.com/office/drawing/2014/main" id="{8F317C9F-323A-5DF0-3099-3D349B9D05AD}"/>
              </a:ext>
            </a:extLst>
          </p:cNvPr>
          <p:cNvSpPr/>
          <p:nvPr/>
        </p:nvSpPr>
        <p:spPr>
          <a:xfrm>
            <a:off x="3865953" y="2778467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9" name="Graphic 3">
            <a:extLst>
              <a:ext uri="{FF2B5EF4-FFF2-40B4-BE49-F238E27FC236}">
                <a16:creationId xmlns:a16="http://schemas.microsoft.com/office/drawing/2014/main" id="{9579CEEA-2855-EDD4-49C5-2B6D928AD451}"/>
              </a:ext>
            </a:extLst>
          </p:cNvPr>
          <p:cNvSpPr/>
          <p:nvPr/>
        </p:nvSpPr>
        <p:spPr>
          <a:xfrm>
            <a:off x="3180634" y="3946338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2" name="Graphic 3">
            <a:extLst>
              <a:ext uri="{FF2B5EF4-FFF2-40B4-BE49-F238E27FC236}">
                <a16:creationId xmlns:a16="http://schemas.microsoft.com/office/drawing/2014/main" id="{B48918B7-A7FB-F5A0-AEB2-61C7DEAECA9C}"/>
              </a:ext>
            </a:extLst>
          </p:cNvPr>
          <p:cNvSpPr/>
          <p:nvPr/>
        </p:nvSpPr>
        <p:spPr>
          <a:xfrm>
            <a:off x="2494308" y="2757583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4" name="Graphic 3">
            <a:extLst>
              <a:ext uri="{FF2B5EF4-FFF2-40B4-BE49-F238E27FC236}">
                <a16:creationId xmlns:a16="http://schemas.microsoft.com/office/drawing/2014/main" id="{01A30F27-4D72-A448-7831-E63C0A0AB080}"/>
              </a:ext>
            </a:extLst>
          </p:cNvPr>
          <p:cNvSpPr/>
          <p:nvPr userDrawn="1"/>
        </p:nvSpPr>
        <p:spPr>
          <a:xfrm>
            <a:off x="1774831" y="3930621"/>
            <a:ext cx="1320971" cy="1446439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8" name="Graphic 40">
            <a:extLst>
              <a:ext uri="{FF2B5EF4-FFF2-40B4-BE49-F238E27FC236}">
                <a16:creationId xmlns:a16="http://schemas.microsoft.com/office/drawing/2014/main" id="{993BF656-94DB-B6FD-0B87-C70075F15E37}"/>
              </a:ext>
            </a:extLst>
          </p:cNvPr>
          <p:cNvSpPr/>
          <p:nvPr userDrawn="1"/>
        </p:nvSpPr>
        <p:spPr>
          <a:xfrm rot="20340354">
            <a:off x="5506806" y="4398400"/>
            <a:ext cx="1123823" cy="1249184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3CAB68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9" name="Graphic 77">
            <a:extLst>
              <a:ext uri="{FF2B5EF4-FFF2-40B4-BE49-F238E27FC236}">
                <a16:creationId xmlns:a16="http://schemas.microsoft.com/office/drawing/2014/main" id="{EE46089A-0E39-6738-145C-9B97607DBD7D}"/>
              </a:ext>
            </a:extLst>
          </p:cNvPr>
          <p:cNvSpPr/>
          <p:nvPr userDrawn="1"/>
        </p:nvSpPr>
        <p:spPr>
          <a:xfrm rot="809673">
            <a:off x="-517152" y="3352969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AA2924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0" name="Graphic 2">
            <a:extLst>
              <a:ext uri="{FF2B5EF4-FFF2-40B4-BE49-F238E27FC236}">
                <a16:creationId xmlns:a16="http://schemas.microsoft.com/office/drawing/2014/main" id="{81D93B9B-39BE-99DC-A52A-A37BE50D2B69}"/>
              </a:ext>
            </a:extLst>
          </p:cNvPr>
          <p:cNvSpPr/>
          <p:nvPr userDrawn="1"/>
        </p:nvSpPr>
        <p:spPr>
          <a:xfrm rot="1802222">
            <a:off x="5323" y="1660846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1" name="Graphic 27">
            <a:extLst>
              <a:ext uri="{FF2B5EF4-FFF2-40B4-BE49-F238E27FC236}">
                <a16:creationId xmlns:a16="http://schemas.microsoft.com/office/drawing/2014/main" id="{4C1E1CC8-30E5-97C5-B27B-E9EF74337F25}"/>
              </a:ext>
            </a:extLst>
          </p:cNvPr>
          <p:cNvSpPr/>
          <p:nvPr userDrawn="1"/>
        </p:nvSpPr>
        <p:spPr>
          <a:xfrm rot="20946002">
            <a:off x="-227060" y="899467"/>
            <a:ext cx="588987" cy="588987"/>
          </a:xfrm>
          <a:custGeom>
            <a:avLst/>
            <a:gdLst>
              <a:gd name="connsiteX0" fmla="*/ 976122 w 976122"/>
              <a:gd name="connsiteY0" fmla="*/ 488061 h 976122"/>
              <a:gd name="connsiteX1" fmla="*/ 488061 w 976122"/>
              <a:gd name="connsiteY1" fmla="*/ 976122 h 976122"/>
              <a:gd name="connsiteX2" fmla="*/ 0 w 976122"/>
              <a:gd name="connsiteY2" fmla="*/ 488061 h 976122"/>
              <a:gd name="connsiteX3" fmla="*/ 488061 w 976122"/>
              <a:gd name="connsiteY3" fmla="*/ 0 h 976122"/>
              <a:gd name="connsiteX4" fmla="*/ 976122 w 976122"/>
              <a:gd name="connsiteY4" fmla="*/ 488061 h 976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6122" h="976122">
                <a:moveTo>
                  <a:pt x="976122" y="488061"/>
                </a:moveTo>
                <a:cubicBezTo>
                  <a:pt x="976122" y="757610"/>
                  <a:pt x="757610" y="976122"/>
                  <a:pt x="488061" y="976122"/>
                </a:cubicBezTo>
                <a:cubicBezTo>
                  <a:pt x="218512" y="976122"/>
                  <a:pt x="0" y="757610"/>
                  <a:pt x="0" y="488061"/>
                </a:cubicBezTo>
                <a:cubicBezTo>
                  <a:pt x="0" y="218512"/>
                  <a:pt x="218512" y="0"/>
                  <a:pt x="488061" y="0"/>
                </a:cubicBezTo>
                <a:cubicBezTo>
                  <a:pt x="757610" y="0"/>
                  <a:pt x="976122" y="218512"/>
                  <a:pt x="976122" y="488061"/>
                </a:cubicBezTo>
                <a:close/>
              </a:path>
            </a:pathLst>
          </a:custGeom>
          <a:noFill/>
          <a:ln w="28575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289381E5-047F-45D3-8B23-790A8EA7037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646173" y="1286002"/>
            <a:ext cx="5305425" cy="86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Header</a:t>
            </a:r>
            <a:endParaRPr lang="en-GB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4D45709-856D-DE44-03B4-0096BBE34929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646863" y="2424113"/>
            <a:ext cx="5305425" cy="2522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200">
                <a:solidFill>
                  <a:schemeClr val="bg2"/>
                </a:solidFill>
                <a:latin typeface="+mn-lt"/>
              </a:defRPr>
            </a:lvl2pPr>
            <a:lvl3pPr marL="914400" indent="0">
              <a:buNone/>
              <a:defRPr sz="1200">
                <a:solidFill>
                  <a:schemeClr val="bg2"/>
                </a:solidFill>
                <a:latin typeface="+mn-lt"/>
              </a:defRPr>
            </a:lvl3pPr>
            <a:lvl4pPr marL="1371600" indent="0">
              <a:buNone/>
              <a:defRPr sz="1200">
                <a:solidFill>
                  <a:schemeClr val="bg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, vel illum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at </a:t>
            </a:r>
            <a:r>
              <a:rPr lang="en-US" dirty="0" err="1"/>
              <a:t>vero</a:t>
            </a:r>
            <a:r>
              <a:rPr lang="en-US" dirty="0"/>
              <a:t> eros et </a:t>
            </a:r>
            <a:r>
              <a:rPr lang="en-US" dirty="0" err="1"/>
              <a:t>accumsan</a:t>
            </a:r>
            <a:r>
              <a:rPr lang="en-US" dirty="0"/>
              <a:t> et </a:t>
            </a:r>
            <a:r>
              <a:rPr lang="en-US" dirty="0" err="1"/>
              <a:t>iusto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qui </a:t>
            </a:r>
            <a:r>
              <a:rPr lang="en-US" dirty="0" err="1"/>
              <a:t>blandit</a:t>
            </a:r>
            <a:r>
              <a:rPr lang="en-US" dirty="0"/>
              <a:t>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luptatum</a:t>
            </a:r>
            <a:r>
              <a:rPr lang="en-US" dirty="0"/>
              <a:t> </a:t>
            </a:r>
            <a:r>
              <a:rPr lang="en-US" dirty="0" err="1"/>
              <a:t>zzril</a:t>
            </a:r>
            <a:r>
              <a:rPr lang="en-US" dirty="0"/>
              <a:t> </a:t>
            </a:r>
            <a:r>
              <a:rPr lang="en-US" dirty="0" err="1"/>
              <a:t>delenit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duis</a:t>
            </a:r>
            <a:r>
              <a:rPr lang="en-US" dirty="0"/>
              <a:t> dolore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feugait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99D58FB6-D4FD-075C-01CC-369F24D8715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72442" y="523658"/>
            <a:ext cx="5305425" cy="8312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200">
                <a:solidFill>
                  <a:schemeClr val="bg2"/>
                </a:solidFill>
                <a:latin typeface="+mn-lt"/>
              </a:defRPr>
            </a:lvl2pPr>
            <a:lvl3pPr marL="914400" indent="0">
              <a:buNone/>
              <a:defRPr sz="1200">
                <a:solidFill>
                  <a:schemeClr val="bg2"/>
                </a:solidFill>
                <a:latin typeface="+mn-lt"/>
              </a:defRPr>
            </a:lvl3pPr>
            <a:lvl4pPr marL="1371600" indent="0">
              <a:buNone/>
              <a:defRPr sz="1200">
                <a:solidFill>
                  <a:schemeClr val="bg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. 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A322D579-1003-9113-EE56-7DD412AECA70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72441" y="5694041"/>
            <a:ext cx="5305425" cy="5306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200">
                <a:solidFill>
                  <a:schemeClr val="bg2"/>
                </a:solidFill>
                <a:latin typeface="+mn-lt"/>
              </a:defRPr>
            </a:lvl2pPr>
            <a:lvl3pPr marL="914400" indent="0">
              <a:buNone/>
              <a:defRPr sz="1200">
                <a:solidFill>
                  <a:schemeClr val="bg2"/>
                </a:solidFill>
                <a:latin typeface="+mn-lt"/>
              </a:defRPr>
            </a:lvl3pPr>
            <a:lvl4pPr marL="1371600" indent="0">
              <a:buNone/>
              <a:defRPr sz="1200">
                <a:solidFill>
                  <a:schemeClr val="bg2"/>
                </a:solidFill>
                <a:latin typeface="+mn-lt"/>
              </a:defRPr>
            </a:lvl4pPr>
            <a:lvl5pPr marL="1828800" indent="0">
              <a:buNone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2949A505-F8F5-EEC9-F723-6CF2B961DB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60713" y="2356759"/>
            <a:ext cx="1340892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GB" sz="1200" b="1" spc="300" dirty="0">
                <a:solidFill>
                  <a:schemeClr val="bg1"/>
                </a:solidFill>
                <a:latin typeface="DM Sans 14pt Black" pitchFamily="2" charset="77"/>
              </a:defRPr>
            </a:lvl1pPr>
          </a:lstStyle>
          <a:p>
            <a:pPr marL="0" lvl="0" algn="ctr"/>
            <a:r>
              <a:rPr lang="en-US" dirty="0"/>
              <a:t>OPTION 1</a:t>
            </a:r>
            <a:endParaRPr lang="en-GB" dirty="0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7DB9DFB6-FC70-FF3D-A3D1-EA5D241CF6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5952" y="3581637"/>
            <a:ext cx="1330931" cy="25680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GB" sz="1200" b="1" spc="300" dirty="0">
                <a:solidFill>
                  <a:schemeClr val="bg1"/>
                </a:solidFill>
                <a:latin typeface="DM Sans 14pt Black" pitchFamily="2" charset="77"/>
              </a:defRPr>
            </a:lvl1pPr>
          </a:lstStyle>
          <a:p>
            <a:pPr marL="0" lvl="0" algn="ctr"/>
            <a:r>
              <a:rPr lang="en-US" dirty="0"/>
              <a:t>OPTION 1</a:t>
            </a:r>
            <a:endParaRPr lang="en-GB" dirty="0"/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B1325ACD-3C7D-A707-9874-BE20F5C756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80633" y="4773817"/>
            <a:ext cx="1301197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GB" sz="1200" b="1" spc="300" dirty="0">
                <a:solidFill>
                  <a:schemeClr val="bg1"/>
                </a:solidFill>
                <a:latin typeface="DM Sans 14pt Black" pitchFamily="2" charset="77"/>
              </a:defRPr>
            </a:lvl1pPr>
          </a:lstStyle>
          <a:p>
            <a:pPr marL="0" lvl="0" algn="ctr"/>
            <a:r>
              <a:rPr lang="en-US" dirty="0"/>
              <a:t>OPTION 1</a:t>
            </a:r>
            <a:endParaRPr lang="en-GB" dirty="0"/>
          </a:p>
        </p:txBody>
      </p:sp>
      <p:sp>
        <p:nvSpPr>
          <p:cNvPr id="42" name="Text Placeholder 38">
            <a:extLst>
              <a:ext uri="{FF2B5EF4-FFF2-40B4-BE49-F238E27FC236}">
                <a16:creationId xmlns:a16="http://schemas.microsoft.com/office/drawing/2014/main" id="{E221E8D4-AB39-504C-EF9C-37E88D8AFB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10188" y="3325051"/>
            <a:ext cx="1340892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GB" sz="1600" b="1" spc="300" dirty="0">
                <a:solidFill>
                  <a:schemeClr val="bg1"/>
                </a:solidFill>
                <a:latin typeface="DM Sans 14pt Black" pitchFamily="2" charset="77"/>
              </a:defRPr>
            </a:lvl1pPr>
          </a:lstStyle>
          <a:p>
            <a:pPr marL="0" lvl="0" algn="ctr"/>
            <a:r>
              <a:rPr lang="en-US" dirty="0"/>
              <a:t>SUBJECT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3613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2">
            <a:extLst>
              <a:ext uri="{FF2B5EF4-FFF2-40B4-BE49-F238E27FC236}">
                <a16:creationId xmlns:a16="http://schemas.microsoft.com/office/drawing/2014/main" id="{D504947B-BA47-C46D-FFA5-C80EE700A4D1}"/>
              </a:ext>
            </a:extLst>
          </p:cNvPr>
          <p:cNvSpPr/>
          <p:nvPr userDrawn="1"/>
        </p:nvSpPr>
        <p:spPr>
          <a:xfrm rot="5024770">
            <a:off x="5116749" y="458734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5630CD8-7AD8-1FB5-C3A3-60CD4B398DB2}"/>
              </a:ext>
            </a:extLst>
          </p:cNvPr>
          <p:cNvGrpSpPr/>
          <p:nvPr userDrawn="1"/>
        </p:nvGrpSpPr>
        <p:grpSpPr>
          <a:xfrm rot="21070396">
            <a:off x="4820313" y="620011"/>
            <a:ext cx="594482" cy="532261"/>
            <a:chOff x="5586412" y="1068343"/>
            <a:chExt cx="3151197" cy="2821379"/>
          </a:xfrm>
          <a:solidFill>
            <a:srgbClr val="4B64FF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5E60DCA-0B41-9052-2A00-5ED9EC5362C3}"/>
                </a:ext>
              </a:extLst>
            </p:cNvPr>
            <p:cNvSpPr/>
            <p:nvPr/>
          </p:nvSpPr>
          <p:spPr>
            <a:xfrm>
              <a:off x="5994119" y="3831017"/>
              <a:ext cx="1083991" cy="58705"/>
            </a:xfrm>
            <a:custGeom>
              <a:avLst/>
              <a:gdLst>
                <a:gd name="connsiteX0" fmla="*/ 1025287 w 1083991"/>
                <a:gd name="connsiteY0" fmla="*/ 29353 h 58705"/>
                <a:gd name="connsiteX1" fmla="*/ 1054639 w 1083991"/>
                <a:gd name="connsiteY1" fmla="*/ 0 h 58705"/>
                <a:gd name="connsiteX2" fmla="*/ 1054639 w 1083991"/>
                <a:gd name="connsiteY2" fmla="*/ 0 h 58705"/>
                <a:gd name="connsiteX3" fmla="*/ 1083992 w 1083991"/>
                <a:gd name="connsiteY3" fmla="*/ 29353 h 58705"/>
                <a:gd name="connsiteX4" fmla="*/ 1083992 w 1083991"/>
                <a:gd name="connsiteY4" fmla="*/ 29353 h 58705"/>
                <a:gd name="connsiteX5" fmla="*/ 1054639 w 1083991"/>
                <a:gd name="connsiteY5" fmla="*/ 58705 h 58705"/>
                <a:gd name="connsiteX6" fmla="*/ 1054639 w 1083991"/>
                <a:gd name="connsiteY6" fmla="*/ 58705 h 58705"/>
                <a:gd name="connsiteX7" fmla="*/ 1025287 w 1083991"/>
                <a:gd name="connsiteY7" fmla="*/ 29353 h 58705"/>
                <a:gd name="connsiteX8" fmla="*/ 0 w 1083991"/>
                <a:gd name="connsiteY8" fmla="*/ 29353 h 58705"/>
                <a:gd name="connsiteX9" fmla="*/ 29353 w 1083991"/>
                <a:gd name="connsiteY9" fmla="*/ 0 h 58705"/>
                <a:gd name="connsiteX10" fmla="*/ 29353 w 1083991"/>
                <a:gd name="connsiteY10" fmla="*/ 0 h 58705"/>
                <a:gd name="connsiteX11" fmla="*/ 58705 w 1083991"/>
                <a:gd name="connsiteY11" fmla="*/ 29353 h 58705"/>
                <a:gd name="connsiteX12" fmla="*/ 58705 w 1083991"/>
                <a:gd name="connsiteY12" fmla="*/ 29353 h 58705"/>
                <a:gd name="connsiteX13" fmla="*/ 29353 w 1083991"/>
                <a:gd name="connsiteY13" fmla="*/ 58705 h 58705"/>
                <a:gd name="connsiteX14" fmla="*/ 29353 w 1083991"/>
                <a:gd name="connsiteY14" fmla="*/ 58705 h 58705"/>
                <a:gd name="connsiteX15" fmla="*/ 0 w 1083991"/>
                <a:gd name="connsiteY15" fmla="*/ 29353 h 58705"/>
                <a:gd name="connsiteX16" fmla="*/ 911398 w 1083991"/>
                <a:gd name="connsiteY16" fmla="*/ 29353 h 58705"/>
                <a:gd name="connsiteX17" fmla="*/ 940751 w 1083991"/>
                <a:gd name="connsiteY17" fmla="*/ 0 h 58705"/>
                <a:gd name="connsiteX18" fmla="*/ 940751 w 1083991"/>
                <a:gd name="connsiteY18" fmla="*/ 0 h 58705"/>
                <a:gd name="connsiteX19" fmla="*/ 970104 w 1083991"/>
                <a:gd name="connsiteY19" fmla="*/ 29353 h 58705"/>
                <a:gd name="connsiteX20" fmla="*/ 970104 w 1083991"/>
                <a:gd name="connsiteY20" fmla="*/ 29353 h 58705"/>
                <a:gd name="connsiteX21" fmla="*/ 940751 w 1083991"/>
                <a:gd name="connsiteY21" fmla="*/ 58705 h 58705"/>
                <a:gd name="connsiteX22" fmla="*/ 940751 w 1083991"/>
                <a:gd name="connsiteY22" fmla="*/ 58705 h 58705"/>
                <a:gd name="connsiteX23" fmla="*/ 911398 w 1083991"/>
                <a:gd name="connsiteY23" fmla="*/ 29353 h 58705"/>
                <a:gd name="connsiteX24" fmla="*/ 797510 w 1083991"/>
                <a:gd name="connsiteY24" fmla="*/ 29353 h 58705"/>
                <a:gd name="connsiteX25" fmla="*/ 826863 w 1083991"/>
                <a:gd name="connsiteY25" fmla="*/ 0 h 58705"/>
                <a:gd name="connsiteX26" fmla="*/ 826863 w 1083991"/>
                <a:gd name="connsiteY26" fmla="*/ 0 h 58705"/>
                <a:gd name="connsiteX27" fmla="*/ 856216 w 1083991"/>
                <a:gd name="connsiteY27" fmla="*/ 29353 h 58705"/>
                <a:gd name="connsiteX28" fmla="*/ 856216 w 1083991"/>
                <a:gd name="connsiteY28" fmla="*/ 29353 h 58705"/>
                <a:gd name="connsiteX29" fmla="*/ 826863 w 1083991"/>
                <a:gd name="connsiteY29" fmla="*/ 58705 h 58705"/>
                <a:gd name="connsiteX30" fmla="*/ 826863 w 1083991"/>
                <a:gd name="connsiteY30" fmla="*/ 58705 h 58705"/>
                <a:gd name="connsiteX31" fmla="*/ 797510 w 1083991"/>
                <a:gd name="connsiteY31" fmla="*/ 29353 h 58705"/>
                <a:gd name="connsiteX32" fmla="*/ 455846 w 1083991"/>
                <a:gd name="connsiteY32" fmla="*/ 29353 h 58705"/>
                <a:gd name="connsiteX33" fmla="*/ 484905 w 1083991"/>
                <a:gd name="connsiteY33" fmla="*/ 0 h 58705"/>
                <a:gd name="connsiteX34" fmla="*/ 484905 w 1083991"/>
                <a:gd name="connsiteY34" fmla="*/ 0 h 58705"/>
                <a:gd name="connsiteX35" fmla="*/ 514551 w 1083991"/>
                <a:gd name="connsiteY35" fmla="*/ 29353 h 58705"/>
                <a:gd name="connsiteX36" fmla="*/ 514551 w 1083991"/>
                <a:gd name="connsiteY36" fmla="*/ 29353 h 58705"/>
                <a:gd name="connsiteX37" fmla="*/ 484905 w 1083991"/>
                <a:gd name="connsiteY37" fmla="*/ 58705 h 58705"/>
                <a:gd name="connsiteX38" fmla="*/ 484905 w 1083991"/>
                <a:gd name="connsiteY38" fmla="*/ 58705 h 58705"/>
                <a:gd name="connsiteX39" fmla="*/ 455846 w 1083991"/>
                <a:gd name="connsiteY39" fmla="*/ 29353 h 58705"/>
                <a:gd name="connsiteX40" fmla="*/ 113888 w 1083991"/>
                <a:gd name="connsiteY40" fmla="*/ 29353 h 58705"/>
                <a:gd name="connsiteX41" fmla="*/ 143241 w 1083991"/>
                <a:gd name="connsiteY41" fmla="*/ 0 h 58705"/>
                <a:gd name="connsiteX42" fmla="*/ 143241 w 1083991"/>
                <a:gd name="connsiteY42" fmla="*/ 0 h 58705"/>
                <a:gd name="connsiteX43" fmla="*/ 172593 w 1083991"/>
                <a:gd name="connsiteY43" fmla="*/ 29353 h 58705"/>
                <a:gd name="connsiteX44" fmla="*/ 172593 w 1083991"/>
                <a:gd name="connsiteY44" fmla="*/ 29353 h 58705"/>
                <a:gd name="connsiteX45" fmla="*/ 143241 w 1083991"/>
                <a:gd name="connsiteY45" fmla="*/ 58705 h 58705"/>
                <a:gd name="connsiteX46" fmla="*/ 143241 w 1083991"/>
                <a:gd name="connsiteY46" fmla="*/ 58705 h 58705"/>
                <a:gd name="connsiteX47" fmla="*/ 113888 w 1083991"/>
                <a:gd name="connsiteY47" fmla="*/ 29353 h 58705"/>
                <a:gd name="connsiteX48" fmla="*/ 683622 w 1083991"/>
                <a:gd name="connsiteY48" fmla="*/ 29353 h 58705"/>
                <a:gd name="connsiteX49" fmla="*/ 712975 w 1083991"/>
                <a:gd name="connsiteY49" fmla="*/ 0 h 58705"/>
                <a:gd name="connsiteX50" fmla="*/ 712975 w 1083991"/>
                <a:gd name="connsiteY50" fmla="*/ 0 h 58705"/>
                <a:gd name="connsiteX51" fmla="*/ 742327 w 1083991"/>
                <a:gd name="connsiteY51" fmla="*/ 29353 h 58705"/>
                <a:gd name="connsiteX52" fmla="*/ 742327 w 1083991"/>
                <a:gd name="connsiteY52" fmla="*/ 29353 h 58705"/>
                <a:gd name="connsiteX53" fmla="*/ 712975 w 1083991"/>
                <a:gd name="connsiteY53" fmla="*/ 58705 h 58705"/>
                <a:gd name="connsiteX54" fmla="*/ 712975 w 1083991"/>
                <a:gd name="connsiteY54" fmla="*/ 58705 h 58705"/>
                <a:gd name="connsiteX55" fmla="*/ 683622 w 1083991"/>
                <a:gd name="connsiteY55" fmla="*/ 29353 h 58705"/>
                <a:gd name="connsiteX56" fmla="*/ 569734 w 1083991"/>
                <a:gd name="connsiteY56" fmla="*/ 29353 h 58705"/>
                <a:gd name="connsiteX57" fmla="*/ 599087 w 1083991"/>
                <a:gd name="connsiteY57" fmla="*/ 0 h 58705"/>
                <a:gd name="connsiteX58" fmla="*/ 599087 w 1083991"/>
                <a:gd name="connsiteY58" fmla="*/ 0 h 58705"/>
                <a:gd name="connsiteX59" fmla="*/ 628439 w 1083991"/>
                <a:gd name="connsiteY59" fmla="*/ 29353 h 58705"/>
                <a:gd name="connsiteX60" fmla="*/ 628439 w 1083991"/>
                <a:gd name="connsiteY60" fmla="*/ 29353 h 58705"/>
                <a:gd name="connsiteX61" fmla="*/ 599087 w 1083991"/>
                <a:gd name="connsiteY61" fmla="*/ 58705 h 58705"/>
                <a:gd name="connsiteX62" fmla="*/ 599087 w 1083991"/>
                <a:gd name="connsiteY62" fmla="*/ 58705 h 58705"/>
                <a:gd name="connsiteX63" fmla="*/ 569734 w 1083991"/>
                <a:gd name="connsiteY63" fmla="*/ 29353 h 58705"/>
                <a:gd name="connsiteX64" fmla="*/ 341958 w 1083991"/>
                <a:gd name="connsiteY64" fmla="*/ 29353 h 58705"/>
                <a:gd name="connsiteX65" fmla="*/ 371017 w 1083991"/>
                <a:gd name="connsiteY65" fmla="*/ 0 h 58705"/>
                <a:gd name="connsiteX66" fmla="*/ 371017 w 1083991"/>
                <a:gd name="connsiteY66" fmla="*/ 0 h 58705"/>
                <a:gd name="connsiteX67" fmla="*/ 400663 w 1083991"/>
                <a:gd name="connsiteY67" fmla="*/ 29353 h 58705"/>
                <a:gd name="connsiteX68" fmla="*/ 400663 w 1083991"/>
                <a:gd name="connsiteY68" fmla="*/ 29353 h 58705"/>
                <a:gd name="connsiteX69" fmla="*/ 371017 w 1083991"/>
                <a:gd name="connsiteY69" fmla="*/ 58705 h 58705"/>
                <a:gd name="connsiteX70" fmla="*/ 371017 w 1083991"/>
                <a:gd name="connsiteY70" fmla="*/ 58705 h 58705"/>
                <a:gd name="connsiteX71" fmla="*/ 341958 w 1083991"/>
                <a:gd name="connsiteY71" fmla="*/ 29353 h 58705"/>
                <a:gd name="connsiteX72" fmla="*/ 227776 w 1083991"/>
                <a:gd name="connsiteY72" fmla="*/ 29353 h 58705"/>
                <a:gd name="connsiteX73" fmla="*/ 257129 w 1083991"/>
                <a:gd name="connsiteY73" fmla="*/ 0 h 58705"/>
                <a:gd name="connsiteX74" fmla="*/ 257129 w 1083991"/>
                <a:gd name="connsiteY74" fmla="*/ 0 h 58705"/>
                <a:gd name="connsiteX75" fmla="*/ 286481 w 1083991"/>
                <a:gd name="connsiteY75" fmla="*/ 29353 h 58705"/>
                <a:gd name="connsiteX76" fmla="*/ 286481 w 1083991"/>
                <a:gd name="connsiteY76" fmla="*/ 29353 h 58705"/>
                <a:gd name="connsiteX77" fmla="*/ 257129 w 1083991"/>
                <a:gd name="connsiteY77" fmla="*/ 58705 h 58705"/>
                <a:gd name="connsiteX78" fmla="*/ 257129 w 1083991"/>
                <a:gd name="connsiteY78" fmla="*/ 58705 h 58705"/>
                <a:gd name="connsiteX79" fmla="*/ 227776 w 1083991"/>
                <a:gd name="connsiteY79" fmla="*/ 29353 h 58705"/>
                <a:gd name="connsiteX80" fmla="*/ 143241 w 1083991"/>
                <a:gd name="connsiteY80" fmla="*/ 0 h 58705"/>
                <a:gd name="connsiteX81" fmla="*/ 143241 w 1083991"/>
                <a:gd name="connsiteY81" fmla="*/ 0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1083991" h="58705">
                  <a:moveTo>
                    <a:pt x="1025287" y="29353"/>
                  </a:moveTo>
                  <a:cubicBezTo>
                    <a:pt x="1025287" y="13209"/>
                    <a:pt x="1038495" y="0"/>
                    <a:pt x="1054639" y="0"/>
                  </a:cubicBezTo>
                  <a:lnTo>
                    <a:pt x="1054639" y="0"/>
                  </a:lnTo>
                  <a:cubicBezTo>
                    <a:pt x="1070783" y="0"/>
                    <a:pt x="1083992" y="13209"/>
                    <a:pt x="1083992" y="29353"/>
                  </a:cubicBezTo>
                  <a:lnTo>
                    <a:pt x="1083992" y="29353"/>
                  </a:lnTo>
                  <a:cubicBezTo>
                    <a:pt x="1083992" y="45496"/>
                    <a:pt x="1070783" y="58705"/>
                    <a:pt x="1054639" y="58705"/>
                  </a:cubicBezTo>
                  <a:lnTo>
                    <a:pt x="1054639" y="58705"/>
                  </a:lnTo>
                  <a:cubicBezTo>
                    <a:pt x="1038495" y="58705"/>
                    <a:pt x="1025287" y="45496"/>
                    <a:pt x="1025287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790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  <a:moveTo>
                    <a:pt x="911398" y="29353"/>
                  </a:moveTo>
                  <a:cubicBezTo>
                    <a:pt x="911398" y="13209"/>
                    <a:pt x="924607" y="0"/>
                    <a:pt x="940751" y="0"/>
                  </a:cubicBezTo>
                  <a:lnTo>
                    <a:pt x="940751" y="0"/>
                  </a:lnTo>
                  <a:cubicBezTo>
                    <a:pt x="956895" y="0"/>
                    <a:pt x="970104" y="13209"/>
                    <a:pt x="970104" y="29353"/>
                  </a:cubicBezTo>
                  <a:lnTo>
                    <a:pt x="970104" y="29353"/>
                  </a:lnTo>
                  <a:cubicBezTo>
                    <a:pt x="970104" y="45496"/>
                    <a:pt x="956895" y="58705"/>
                    <a:pt x="940751" y="58705"/>
                  </a:cubicBezTo>
                  <a:lnTo>
                    <a:pt x="940751" y="58705"/>
                  </a:lnTo>
                  <a:cubicBezTo>
                    <a:pt x="924607" y="58705"/>
                    <a:pt x="911398" y="45496"/>
                    <a:pt x="911398" y="29353"/>
                  </a:cubicBezTo>
                  <a:close/>
                  <a:moveTo>
                    <a:pt x="797510" y="29353"/>
                  </a:moveTo>
                  <a:cubicBezTo>
                    <a:pt x="797510" y="13209"/>
                    <a:pt x="810719" y="0"/>
                    <a:pt x="826863" y="0"/>
                  </a:cubicBezTo>
                  <a:lnTo>
                    <a:pt x="826863" y="0"/>
                  </a:lnTo>
                  <a:cubicBezTo>
                    <a:pt x="843007" y="0"/>
                    <a:pt x="856216" y="13209"/>
                    <a:pt x="856216" y="29353"/>
                  </a:cubicBezTo>
                  <a:lnTo>
                    <a:pt x="856216" y="29353"/>
                  </a:lnTo>
                  <a:cubicBezTo>
                    <a:pt x="856216" y="45496"/>
                    <a:pt x="843007" y="58705"/>
                    <a:pt x="826863" y="58705"/>
                  </a:cubicBezTo>
                  <a:lnTo>
                    <a:pt x="826863" y="58705"/>
                  </a:lnTo>
                  <a:cubicBezTo>
                    <a:pt x="810719" y="58705"/>
                    <a:pt x="797510" y="45496"/>
                    <a:pt x="797510" y="29353"/>
                  </a:cubicBezTo>
                  <a:close/>
                  <a:moveTo>
                    <a:pt x="455846" y="29353"/>
                  </a:moveTo>
                  <a:cubicBezTo>
                    <a:pt x="455846" y="12915"/>
                    <a:pt x="468761" y="0"/>
                    <a:pt x="484905" y="0"/>
                  </a:cubicBezTo>
                  <a:lnTo>
                    <a:pt x="484905" y="0"/>
                  </a:lnTo>
                  <a:cubicBezTo>
                    <a:pt x="501343" y="0"/>
                    <a:pt x="514551" y="13209"/>
                    <a:pt x="514551" y="29353"/>
                  </a:cubicBezTo>
                  <a:lnTo>
                    <a:pt x="514551" y="29353"/>
                  </a:lnTo>
                  <a:cubicBezTo>
                    <a:pt x="514551" y="45496"/>
                    <a:pt x="501343" y="58705"/>
                    <a:pt x="484905" y="58705"/>
                  </a:cubicBezTo>
                  <a:lnTo>
                    <a:pt x="484905" y="58705"/>
                  </a:lnTo>
                  <a:cubicBezTo>
                    <a:pt x="468761" y="58705"/>
                    <a:pt x="455846" y="45496"/>
                    <a:pt x="455846" y="29353"/>
                  </a:cubicBezTo>
                  <a:close/>
                  <a:moveTo>
                    <a:pt x="113888" y="29353"/>
                  </a:moveTo>
                  <a:cubicBezTo>
                    <a:pt x="113888" y="13209"/>
                    <a:pt x="127097" y="0"/>
                    <a:pt x="143241" y="0"/>
                  </a:cubicBezTo>
                  <a:lnTo>
                    <a:pt x="143241" y="0"/>
                  </a:lnTo>
                  <a:cubicBezTo>
                    <a:pt x="159385" y="0"/>
                    <a:pt x="172593" y="13209"/>
                    <a:pt x="172593" y="29353"/>
                  </a:cubicBezTo>
                  <a:lnTo>
                    <a:pt x="172593" y="29353"/>
                  </a:lnTo>
                  <a:cubicBezTo>
                    <a:pt x="172593" y="45496"/>
                    <a:pt x="159678" y="58705"/>
                    <a:pt x="143241" y="58705"/>
                  </a:cubicBezTo>
                  <a:lnTo>
                    <a:pt x="143241" y="58705"/>
                  </a:lnTo>
                  <a:cubicBezTo>
                    <a:pt x="127097" y="58705"/>
                    <a:pt x="113888" y="45496"/>
                    <a:pt x="113888" y="29353"/>
                  </a:cubicBezTo>
                  <a:close/>
                  <a:moveTo>
                    <a:pt x="683622" y="29353"/>
                  </a:moveTo>
                  <a:cubicBezTo>
                    <a:pt x="683622" y="13209"/>
                    <a:pt x="696537" y="0"/>
                    <a:pt x="712975" y="0"/>
                  </a:cubicBezTo>
                  <a:lnTo>
                    <a:pt x="712975" y="0"/>
                  </a:lnTo>
                  <a:cubicBezTo>
                    <a:pt x="729119" y="0"/>
                    <a:pt x="742327" y="13209"/>
                    <a:pt x="742327" y="29353"/>
                  </a:cubicBezTo>
                  <a:lnTo>
                    <a:pt x="742327" y="29353"/>
                  </a:lnTo>
                  <a:cubicBezTo>
                    <a:pt x="742327" y="45496"/>
                    <a:pt x="729119" y="58705"/>
                    <a:pt x="712975" y="58705"/>
                  </a:cubicBezTo>
                  <a:lnTo>
                    <a:pt x="712975" y="58705"/>
                  </a:lnTo>
                  <a:cubicBezTo>
                    <a:pt x="696537" y="58705"/>
                    <a:pt x="683622" y="45496"/>
                    <a:pt x="683622" y="29353"/>
                  </a:cubicBezTo>
                  <a:close/>
                  <a:moveTo>
                    <a:pt x="569734" y="29353"/>
                  </a:moveTo>
                  <a:cubicBezTo>
                    <a:pt x="569734" y="13209"/>
                    <a:pt x="582649" y="0"/>
                    <a:pt x="599087" y="0"/>
                  </a:cubicBezTo>
                  <a:lnTo>
                    <a:pt x="599087" y="0"/>
                  </a:lnTo>
                  <a:cubicBezTo>
                    <a:pt x="615231" y="0"/>
                    <a:pt x="628439" y="13209"/>
                    <a:pt x="628439" y="29353"/>
                  </a:cubicBezTo>
                  <a:lnTo>
                    <a:pt x="628439" y="29353"/>
                  </a:lnTo>
                  <a:cubicBezTo>
                    <a:pt x="628439" y="45496"/>
                    <a:pt x="615231" y="58705"/>
                    <a:pt x="599087" y="58705"/>
                  </a:cubicBezTo>
                  <a:lnTo>
                    <a:pt x="599087" y="58705"/>
                  </a:lnTo>
                  <a:cubicBezTo>
                    <a:pt x="582649" y="58705"/>
                    <a:pt x="569734" y="45496"/>
                    <a:pt x="569734" y="29353"/>
                  </a:cubicBezTo>
                  <a:close/>
                  <a:moveTo>
                    <a:pt x="341958" y="29353"/>
                  </a:moveTo>
                  <a:cubicBezTo>
                    <a:pt x="341958" y="13209"/>
                    <a:pt x="354873" y="0"/>
                    <a:pt x="371017" y="0"/>
                  </a:cubicBezTo>
                  <a:lnTo>
                    <a:pt x="371017" y="0"/>
                  </a:lnTo>
                  <a:cubicBezTo>
                    <a:pt x="387454" y="0"/>
                    <a:pt x="400663" y="13209"/>
                    <a:pt x="400663" y="29353"/>
                  </a:cubicBezTo>
                  <a:lnTo>
                    <a:pt x="400663" y="29353"/>
                  </a:lnTo>
                  <a:cubicBezTo>
                    <a:pt x="400663" y="45496"/>
                    <a:pt x="387454" y="58705"/>
                    <a:pt x="371017" y="58705"/>
                  </a:cubicBezTo>
                  <a:lnTo>
                    <a:pt x="371017" y="58705"/>
                  </a:lnTo>
                  <a:cubicBezTo>
                    <a:pt x="354873" y="58705"/>
                    <a:pt x="341958" y="45496"/>
                    <a:pt x="341958" y="29353"/>
                  </a:cubicBezTo>
                  <a:close/>
                  <a:moveTo>
                    <a:pt x="227776" y="29353"/>
                  </a:moveTo>
                  <a:cubicBezTo>
                    <a:pt x="227776" y="13209"/>
                    <a:pt x="240985" y="0"/>
                    <a:pt x="257129" y="0"/>
                  </a:cubicBezTo>
                  <a:lnTo>
                    <a:pt x="257129" y="0"/>
                  </a:lnTo>
                  <a:cubicBezTo>
                    <a:pt x="273566" y="0"/>
                    <a:pt x="286481" y="12915"/>
                    <a:pt x="286481" y="29353"/>
                  </a:cubicBezTo>
                  <a:lnTo>
                    <a:pt x="286481" y="29353"/>
                  </a:lnTo>
                  <a:cubicBezTo>
                    <a:pt x="286481" y="45496"/>
                    <a:pt x="273566" y="58705"/>
                    <a:pt x="257129" y="58705"/>
                  </a:cubicBezTo>
                  <a:lnTo>
                    <a:pt x="257129" y="58705"/>
                  </a:lnTo>
                  <a:cubicBezTo>
                    <a:pt x="240985" y="58705"/>
                    <a:pt x="227776" y="45496"/>
                    <a:pt x="227776" y="29353"/>
                  </a:cubicBezTo>
                  <a:close/>
                  <a:moveTo>
                    <a:pt x="143241" y="0"/>
                  </a:moveTo>
                  <a:lnTo>
                    <a:pt x="143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6032950-F350-8EC8-FD29-27C0D964047D}"/>
                </a:ext>
              </a:extLst>
            </p:cNvPr>
            <p:cNvSpPr/>
            <p:nvPr/>
          </p:nvSpPr>
          <p:spPr>
            <a:xfrm>
              <a:off x="5770907" y="3814769"/>
              <a:ext cx="58385" cy="58808"/>
            </a:xfrm>
            <a:custGeom>
              <a:avLst/>
              <a:gdLst>
                <a:gd name="connsiteX0" fmla="*/ 20092 w 58385"/>
                <a:gd name="connsiteY0" fmla="*/ 57341 h 58808"/>
                <a:gd name="connsiteX1" fmla="*/ 1600 w 58385"/>
                <a:gd name="connsiteY1" fmla="*/ 20063 h 58808"/>
                <a:gd name="connsiteX2" fmla="*/ 1600 w 58385"/>
                <a:gd name="connsiteY2" fmla="*/ 20063 h 58808"/>
                <a:gd name="connsiteX3" fmla="*/ 38584 w 58385"/>
                <a:gd name="connsiteY3" fmla="*/ 1571 h 58808"/>
                <a:gd name="connsiteX4" fmla="*/ 38584 w 58385"/>
                <a:gd name="connsiteY4" fmla="*/ 1571 h 58808"/>
                <a:gd name="connsiteX5" fmla="*/ 56783 w 58385"/>
                <a:gd name="connsiteY5" fmla="*/ 38849 h 58808"/>
                <a:gd name="connsiteX6" fmla="*/ 56783 w 58385"/>
                <a:gd name="connsiteY6" fmla="*/ 38849 h 58808"/>
                <a:gd name="connsiteX7" fmla="*/ 29192 w 58385"/>
                <a:gd name="connsiteY7" fmla="*/ 58809 h 58808"/>
                <a:gd name="connsiteX8" fmla="*/ 29192 w 58385"/>
                <a:gd name="connsiteY8" fmla="*/ 58809 h 58808"/>
                <a:gd name="connsiteX9" fmla="*/ 19799 w 58385"/>
                <a:gd name="connsiteY9" fmla="*/ 57341 h 58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385" h="58808">
                  <a:moveTo>
                    <a:pt x="20092" y="57341"/>
                  </a:moveTo>
                  <a:cubicBezTo>
                    <a:pt x="4535" y="52057"/>
                    <a:pt x="-3683" y="35326"/>
                    <a:pt x="1600" y="20063"/>
                  </a:cubicBezTo>
                  <a:lnTo>
                    <a:pt x="1600" y="20063"/>
                  </a:lnTo>
                  <a:cubicBezTo>
                    <a:pt x="6590" y="4800"/>
                    <a:pt x="23321" y="-3712"/>
                    <a:pt x="38584" y="1571"/>
                  </a:cubicBezTo>
                  <a:lnTo>
                    <a:pt x="38584" y="1571"/>
                  </a:lnTo>
                  <a:cubicBezTo>
                    <a:pt x="53848" y="6855"/>
                    <a:pt x="62067" y="23292"/>
                    <a:pt x="56783" y="38849"/>
                  </a:cubicBezTo>
                  <a:lnTo>
                    <a:pt x="56783" y="38849"/>
                  </a:lnTo>
                  <a:cubicBezTo>
                    <a:pt x="52674" y="50883"/>
                    <a:pt x="41226" y="58809"/>
                    <a:pt x="29192" y="58809"/>
                  </a:cubicBezTo>
                  <a:lnTo>
                    <a:pt x="29192" y="58809"/>
                  </a:lnTo>
                  <a:cubicBezTo>
                    <a:pt x="25963" y="58809"/>
                    <a:pt x="22734" y="58222"/>
                    <a:pt x="19799" y="573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035FB1C-2765-5776-B9ED-607524706832}"/>
                </a:ext>
              </a:extLst>
            </p:cNvPr>
            <p:cNvSpPr/>
            <p:nvPr/>
          </p:nvSpPr>
          <p:spPr>
            <a:xfrm>
              <a:off x="5586412" y="3522639"/>
              <a:ext cx="74480" cy="188031"/>
            </a:xfrm>
            <a:custGeom>
              <a:avLst/>
              <a:gdLst>
                <a:gd name="connsiteX0" fmla="*/ 17612 w 74480"/>
                <a:gd name="connsiteY0" fmla="*/ 168952 h 188031"/>
                <a:gd name="connsiteX1" fmla="*/ 34636 w 74480"/>
                <a:gd name="connsiteY1" fmla="*/ 131088 h 188031"/>
                <a:gd name="connsiteX2" fmla="*/ 34636 w 74480"/>
                <a:gd name="connsiteY2" fmla="*/ 131088 h 188031"/>
                <a:gd name="connsiteX3" fmla="*/ 72501 w 74480"/>
                <a:gd name="connsiteY3" fmla="*/ 148112 h 188031"/>
                <a:gd name="connsiteX4" fmla="*/ 72501 w 74480"/>
                <a:gd name="connsiteY4" fmla="*/ 148112 h 188031"/>
                <a:gd name="connsiteX5" fmla="*/ 55476 w 74480"/>
                <a:gd name="connsiteY5" fmla="*/ 185977 h 188031"/>
                <a:gd name="connsiteX6" fmla="*/ 55476 w 74480"/>
                <a:gd name="connsiteY6" fmla="*/ 185977 h 188031"/>
                <a:gd name="connsiteX7" fmla="*/ 45203 w 74480"/>
                <a:gd name="connsiteY7" fmla="*/ 188031 h 188031"/>
                <a:gd name="connsiteX8" fmla="*/ 45203 w 74480"/>
                <a:gd name="connsiteY8" fmla="*/ 188031 h 188031"/>
                <a:gd name="connsiteX9" fmla="*/ 17612 w 74480"/>
                <a:gd name="connsiteY9" fmla="*/ 168952 h 188031"/>
                <a:gd name="connsiteX10" fmla="*/ 26124 w 74480"/>
                <a:gd name="connsiteY10" fmla="*/ 58587 h 188031"/>
                <a:gd name="connsiteX11" fmla="*/ 294 w 74480"/>
                <a:gd name="connsiteY11" fmla="*/ 26299 h 188031"/>
                <a:gd name="connsiteX12" fmla="*/ 0 w 74480"/>
                <a:gd name="connsiteY12" fmla="*/ 26299 h 188031"/>
                <a:gd name="connsiteX13" fmla="*/ 32288 w 74480"/>
                <a:gd name="connsiteY13" fmla="*/ 175 h 188031"/>
                <a:gd name="connsiteX14" fmla="*/ 32288 w 74480"/>
                <a:gd name="connsiteY14" fmla="*/ 175 h 188031"/>
                <a:gd name="connsiteX15" fmla="*/ 58412 w 74480"/>
                <a:gd name="connsiteY15" fmla="*/ 32756 h 188031"/>
                <a:gd name="connsiteX16" fmla="*/ 58412 w 74480"/>
                <a:gd name="connsiteY16" fmla="*/ 32756 h 188031"/>
                <a:gd name="connsiteX17" fmla="*/ 29059 w 74480"/>
                <a:gd name="connsiteY17" fmla="*/ 58880 h 188031"/>
                <a:gd name="connsiteX18" fmla="*/ 29059 w 74480"/>
                <a:gd name="connsiteY18" fmla="*/ 58880 h 188031"/>
                <a:gd name="connsiteX19" fmla="*/ 25830 w 74480"/>
                <a:gd name="connsiteY19" fmla="*/ 58587 h 18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4480" h="188031">
                  <a:moveTo>
                    <a:pt x="17612" y="168952"/>
                  </a:moveTo>
                  <a:cubicBezTo>
                    <a:pt x="12035" y="153689"/>
                    <a:pt x="19373" y="136664"/>
                    <a:pt x="34636" y="131088"/>
                  </a:cubicBezTo>
                  <a:lnTo>
                    <a:pt x="34636" y="131088"/>
                  </a:lnTo>
                  <a:cubicBezTo>
                    <a:pt x="49899" y="125217"/>
                    <a:pt x="66924" y="133142"/>
                    <a:pt x="72501" y="148112"/>
                  </a:cubicBezTo>
                  <a:lnTo>
                    <a:pt x="72501" y="148112"/>
                  </a:lnTo>
                  <a:cubicBezTo>
                    <a:pt x="78371" y="163375"/>
                    <a:pt x="70740" y="180400"/>
                    <a:pt x="55476" y="185977"/>
                  </a:cubicBezTo>
                  <a:lnTo>
                    <a:pt x="55476" y="185977"/>
                  </a:lnTo>
                  <a:cubicBezTo>
                    <a:pt x="51954" y="187444"/>
                    <a:pt x="48432" y="188031"/>
                    <a:pt x="45203" y="188031"/>
                  </a:cubicBezTo>
                  <a:lnTo>
                    <a:pt x="45203" y="188031"/>
                  </a:lnTo>
                  <a:cubicBezTo>
                    <a:pt x="33168" y="188031"/>
                    <a:pt x="22014" y="180693"/>
                    <a:pt x="17612" y="168952"/>
                  </a:cubicBezTo>
                  <a:close/>
                  <a:moveTo>
                    <a:pt x="26124" y="58587"/>
                  </a:moveTo>
                  <a:cubicBezTo>
                    <a:pt x="9980" y="56825"/>
                    <a:pt x="-1468" y="42443"/>
                    <a:pt x="294" y="26299"/>
                  </a:cubicBezTo>
                  <a:lnTo>
                    <a:pt x="0" y="26299"/>
                  </a:lnTo>
                  <a:cubicBezTo>
                    <a:pt x="1761" y="10155"/>
                    <a:pt x="16144" y="-1586"/>
                    <a:pt x="32288" y="175"/>
                  </a:cubicBezTo>
                  <a:lnTo>
                    <a:pt x="32288" y="175"/>
                  </a:lnTo>
                  <a:cubicBezTo>
                    <a:pt x="48432" y="2230"/>
                    <a:pt x="60173" y="16612"/>
                    <a:pt x="58412" y="32756"/>
                  </a:cubicBezTo>
                  <a:lnTo>
                    <a:pt x="58412" y="32756"/>
                  </a:lnTo>
                  <a:cubicBezTo>
                    <a:pt x="56651" y="47726"/>
                    <a:pt x="43735" y="58880"/>
                    <a:pt x="29059" y="58880"/>
                  </a:cubicBezTo>
                  <a:lnTo>
                    <a:pt x="29059" y="58880"/>
                  </a:lnTo>
                  <a:cubicBezTo>
                    <a:pt x="29059" y="58880"/>
                    <a:pt x="27004" y="58880"/>
                    <a:pt x="25830" y="5858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A33F950-ED7E-3DD0-05C6-4DA5B50EA75B}"/>
                </a:ext>
              </a:extLst>
            </p:cNvPr>
            <p:cNvSpPr/>
            <p:nvPr/>
          </p:nvSpPr>
          <p:spPr>
            <a:xfrm>
              <a:off x="5685993" y="2892297"/>
              <a:ext cx="292439" cy="464087"/>
            </a:xfrm>
            <a:custGeom>
              <a:avLst/>
              <a:gdLst>
                <a:gd name="connsiteX0" fmla="*/ 14894 w 292439"/>
                <a:gd name="connsiteY0" fmla="*/ 460272 h 464087"/>
                <a:gd name="connsiteX1" fmla="*/ 4033 w 292439"/>
                <a:gd name="connsiteY1" fmla="*/ 420059 h 464087"/>
                <a:gd name="connsiteX2" fmla="*/ 4033 w 292439"/>
                <a:gd name="connsiteY2" fmla="*/ 420059 h 464087"/>
                <a:gd name="connsiteX3" fmla="*/ 43953 w 292439"/>
                <a:gd name="connsiteY3" fmla="*/ 409198 h 464087"/>
                <a:gd name="connsiteX4" fmla="*/ 43953 w 292439"/>
                <a:gd name="connsiteY4" fmla="*/ 409198 h 464087"/>
                <a:gd name="connsiteX5" fmla="*/ 54813 w 292439"/>
                <a:gd name="connsiteY5" fmla="*/ 449411 h 464087"/>
                <a:gd name="connsiteX6" fmla="*/ 54813 w 292439"/>
                <a:gd name="connsiteY6" fmla="*/ 449411 h 464087"/>
                <a:gd name="connsiteX7" fmla="*/ 29570 w 292439"/>
                <a:gd name="connsiteY7" fmla="*/ 464087 h 464087"/>
                <a:gd name="connsiteX8" fmla="*/ 29570 w 292439"/>
                <a:gd name="connsiteY8" fmla="*/ 464087 h 464087"/>
                <a:gd name="connsiteX9" fmla="*/ 14894 w 292439"/>
                <a:gd name="connsiteY9" fmla="*/ 460272 h 464087"/>
                <a:gd name="connsiteX10" fmla="*/ 73012 w 292439"/>
                <a:gd name="connsiteY10" fmla="*/ 358712 h 464087"/>
                <a:gd name="connsiteX11" fmla="*/ 62445 w 292439"/>
                <a:gd name="connsiteY11" fmla="*/ 318792 h 464087"/>
                <a:gd name="connsiteX12" fmla="*/ 62445 w 292439"/>
                <a:gd name="connsiteY12" fmla="*/ 318792 h 464087"/>
                <a:gd name="connsiteX13" fmla="*/ 102365 w 292439"/>
                <a:gd name="connsiteY13" fmla="*/ 307932 h 464087"/>
                <a:gd name="connsiteX14" fmla="*/ 102365 w 292439"/>
                <a:gd name="connsiteY14" fmla="*/ 307932 h 464087"/>
                <a:gd name="connsiteX15" fmla="*/ 113225 w 292439"/>
                <a:gd name="connsiteY15" fmla="*/ 348145 h 464087"/>
                <a:gd name="connsiteX16" fmla="*/ 113225 w 292439"/>
                <a:gd name="connsiteY16" fmla="*/ 348145 h 464087"/>
                <a:gd name="connsiteX17" fmla="*/ 87688 w 292439"/>
                <a:gd name="connsiteY17" fmla="*/ 362821 h 464087"/>
                <a:gd name="connsiteX18" fmla="*/ 87688 w 292439"/>
                <a:gd name="connsiteY18" fmla="*/ 362821 h 464087"/>
                <a:gd name="connsiteX19" fmla="*/ 73012 w 292439"/>
                <a:gd name="connsiteY19" fmla="*/ 358712 h 464087"/>
                <a:gd name="connsiteX20" fmla="*/ 131424 w 292439"/>
                <a:gd name="connsiteY20" fmla="*/ 257445 h 464087"/>
                <a:gd name="connsiteX21" fmla="*/ 120857 w 292439"/>
                <a:gd name="connsiteY21" fmla="*/ 217232 h 464087"/>
                <a:gd name="connsiteX22" fmla="*/ 120857 w 292439"/>
                <a:gd name="connsiteY22" fmla="*/ 217232 h 464087"/>
                <a:gd name="connsiteX23" fmla="*/ 160776 w 292439"/>
                <a:gd name="connsiteY23" fmla="*/ 206665 h 464087"/>
                <a:gd name="connsiteX24" fmla="*/ 160776 w 292439"/>
                <a:gd name="connsiteY24" fmla="*/ 206665 h 464087"/>
                <a:gd name="connsiteX25" fmla="*/ 171637 w 292439"/>
                <a:gd name="connsiteY25" fmla="*/ 246585 h 464087"/>
                <a:gd name="connsiteX26" fmla="*/ 171637 w 292439"/>
                <a:gd name="connsiteY26" fmla="*/ 246585 h 464087"/>
                <a:gd name="connsiteX27" fmla="*/ 146100 w 292439"/>
                <a:gd name="connsiteY27" fmla="*/ 261261 h 464087"/>
                <a:gd name="connsiteX28" fmla="*/ 146100 w 292439"/>
                <a:gd name="connsiteY28" fmla="*/ 261261 h 464087"/>
                <a:gd name="connsiteX29" fmla="*/ 131424 w 292439"/>
                <a:gd name="connsiteY29" fmla="*/ 257445 h 464087"/>
                <a:gd name="connsiteX30" fmla="*/ 190129 w 292439"/>
                <a:gd name="connsiteY30" fmla="*/ 156179 h 464087"/>
                <a:gd name="connsiteX31" fmla="*/ 179268 w 292439"/>
                <a:gd name="connsiteY31" fmla="*/ 115966 h 464087"/>
                <a:gd name="connsiteX32" fmla="*/ 179268 w 292439"/>
                <a:gd name="connsiteY32" fmla="*/ 115966 h 464087"/>
                <a:gd name="connsiteX33" fmla="*/ 219481 w 292439"/>
                <a:gd name="connsiteY33" fmla="*/ 105105 h 464087"/>
                <a:gd name="connsiteX34" fmla="*/ 219481 w 292439"/>
                <a:gd name="connsiteY34" fmla="*/ 105105 h 464087"/>
                <a:gd name="connsiteX35" fmla="*/ 230048 w 292439"/>
                <a:gd name="connsiteY35" fmla="*/ 145318 h 464087"/>
                <a:gd name="connsiteX36" fmla="*/ 230048 w 292439"/>
                <a:gd name="connsiteY36" fmla="*/ 145318 h 464087"/>
                <a:gd name="connsiteX37" fmla="*/ 204512 w 292439"/>
                <a:gd name="connsiteY37" fmla="*/ 159994 h 464087"/>
                <a:gd name="connsiteX38" fmla="*/ 204512 w 292439"/>
                <a:gd name="connsiteY38" fmla="*/ 159994 h 464087"/>
                <a:gd name="connsiteX39" fmla="*/ 190129 w 292439"/>
                <a:gd name="connsiteY39" fmla="*/ 156179 h 464087"/>
                <a:gd name="connsiteX40" fmla="*/ 248541 w 292439"/>
                <a:gd name="connsiteY40" fmla="*/ 54912 h 464087"/>
                <a:gd name="connsiteX41" fmla="*/ 237680 w 292439"/>
                <a:gd name="connsiteY41" fmla="*/ 14699 h 464087"/>
                <a:gd name="connsiteX42" fmla="*/ 237680 w 292439"/>
                <a:gd name="connsiteY42" fmla="*/ 14699 h 464087"/>
                <a:gd name="connsiteX43" fmla="*/ 277893 w 292439"/>
                <a:gd name="connsiteY43" fmla="*/ 3839 h 464087"/>
                <a:gd name="connsiteX44" fmla="*/ 277893 w 292439"/>
                <a:gd name="connsiteY44" fmla="*/ 3839 h 464087"/>
                <a:gd name="connsiteX45" fmla="*/ 288460 w 292439"/>
                <a:gd name="connsiteY45" fmla="*/ 44052 h 464087"/>
                <a:gd name="connsiteX46" fmla="*/ 288460 w 292439"/>
                <a:gd name="connsiteY46" fmla="*/ 44052 h 464087"/>
                <a:gd name="connsiteX47" fmla="*/ 263217 w 292439"/>
                <a:gd name="connsiteY47" fmla="*/ 58728 h 464087"/>
                <a:gd name="connsiteX48" fmla="*/ 263217 w 292439"/>
                <a:gd name="connsiteY48" fmla="*/ 58728 h 464087"/>
                <a:gd name="connsiteX49" fmla="*/ 248541 w 292439"/>
                <a:gd name="connsiteY49" fmla="*/ 54912 h 46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92439" h="464087">
                  <a:moveTo>
                    <a:pt x="14894" y="460272"/>
                  </a:moveTo>
                  <a:cubicBezTo>
                    <a:pt x="511" y="452053"/>
                    <a:pt x="-4185" y="434148"/>
                    <a:pt x="4033" y="420059"/>
                  </a:cubicBezTo>
                  <a:lnTo>
                    <a:pt x="4033" y="420059"/>
                  </a:lnTo>
                  <a:cubicBezTo>
                    <a:pt x="11959" y="405969"/>
                    <a:pt x="29864" y="401273"/>
                    <a:pt x="43953" y="409198"/>
                  </a:cubicBezTo>
                  <a:lnTo>
                    <a:pt x="43953" y="409198"/>
                  </a:lnTo>
                  <a:cubicBezTo>
                    <a:pt x="58042" y="417417"/>
                    <a:pt x="62739" y="435322"/>
                    <a:pt x="54813" y="449411"/>
                  </a:cubicBezTo>
                  <a:lnTo>
                    <a:pt x="54813" y="449411"/>
                  </a:lnTo>
                  <a:cubicBezTo>
                    <a:pt x="49530" y="458804"/>
                    <a:pt x="39550" y="464087"/>
                    <a:pt x="29570" y="464087"/>
                  </a:cubicBezTo>
                  <a:lnTo>
                    <a:pt x="29570" y="464087"/>
                  </a:lnTo>
                  <a:cubicBezTo>
                    <a:pt x="24580" y="464087"/>
                    <a:pt x="19297" y="462914"/>
                    <a:pt x="14894" y="460272"/>
                  </a:cubicBezTo>
                  <a:close/>
                  <a:moveTo>
                    <a:pt x="73012" y="358712"/>
                  </a:moveTo>
                  <a:cubicBezTo>
                    <a:pt x="58923" y="350786"/>
                    <a:pt x="54226" y="332588"/>
                    <a:pt x="62445" y="318792"/>
                  </a:cubicBezTo>
                  <a:lnTo>
                    <a:pt x="62445" y="318792"/>
                  </a:lnTo>
                  <a:cubicBezTo>
                    <a:pt x="70370" y="304703"/>
                    <a:pt x="88275" y="299713"/>
                    <a:pt x="102365" y="307932"/>
                  </a:cubicBezTo>
                  <a:lnTo>
                    <a:pt x="102365" y="307932"/>
                  </a:lnTo>
                  <a:cubicBezTo>
                    <a:pt x="116454" y="315857"/>
                    <a:pt x="121150" y="334055"/>
                    <a:pt x="113225" y="348145"/>
                  </a:cubicBezTo>
                  <a:lnTo>
                    <a:pt x="113225" y="348145"/>
                  </a:lnTo>
                  <a:cubicBezTo>
                    <a:pt x="107648" y="357538"/>
                    <a:pt x="97668" y="362821"/>
                    <a:pt x="87688" y="362821"/>
                  </a:cubicBezTo>
                  <a:lnTo>
                    <a:pt x="87688" y="362821"/>
                  </a:lnTo>
                  <a:cubicBezTo>
                    <a:pt x="82698" y="362821"/>
                    <a:pt x="77708" y="361353"/>
                    <a:pt x="73012" y="358712"/>
                  </a:cubicBezTo>
                  <a:close/>
                  <a:moveTo>
                    <a:pt x="131424" y="257445"/>
                  </a:moveTo>
                  <a:cubicBezTo>
                    <a:pt x="117334" y="249226"/>
                    <a:pt x="112638" y="231321"/>
                    <a:pt x="120857" y="217232"/>
                  </a:cubicBezTo>
                  <a:lnTo>
                    <a:pt x="120857" y="217232"/>
                  </a:lnTo>
                  <a:cubicBezTo>
                    <a:pt x="128782" y="203436"/>
                    <a:pt x="146687" y="198447"/>
                    <a:pt x="160776" y="206665"/>
                  </a:cubicBezTo>
                  <a:lnTo>
                    <a:pt x="160776" y="206665"/>
                  </a:lnTo>
                  <a:cubicBezTo>
                    <a:pt x="174866" y="214590"/>
                    <a:pt x="179562" y="232495"/>
                    <a:pt x="171637" y="246585"/>
                  </a:cubicBezTo>
                  <a:lnTo>
                    <a:pt x="171637" y="246585"/>
                  </a:lnTo>
                  <a:cubicBezTo>
                    <a:pt x="166060" y="255978"/>
                    <a:pt x="156373" y="261261"/>
                    <a:pt x="146100" y="261261"/>
                  </a:cubicBezTo>
                  <a:lnTo>
                    <a:pt x="146100" y="261261"/>
                  </a:lnTo>
                  <a:cubicBezTo>
                    <a:pt x="141110" y="261261"/>
                    <a:pt x="136120" y="260087"/>
                    <a:pt x="131424" y="257445"/>
                  </a:cubicBezTo>
                  <a:close/>
                  <a:moveTo>
                    <a:pt x="190129" y="156179"/>
                  </a:moveTo>
                  <a:cubicBezTo>
                    <a:pt x="176040" y="147960"/>
                    <a:pt x="171050" y="130055"/>
                    <a:pt x="179268" y="115966"/>
                  </a:cubicBezTo>
                  <a:lnTo>
                    <a:pt x="179268" y="115966"/>
                  </a:lnTo>
                  <a:cubicBezTo>
                    <a:pt x="187194" y="101876"/>
                    <a:pt x="205392" y="97180"/>
                    <a:pt x="219481" y="105105"/>
                  </a:cubicBezTo>
                  <a:lnTo>
                    <a:pt x="219481" y="105105"/>
                  </a:lnTo>
                  <a:cubicBezTo>
                    <a:pt x="233277" y="113324"/>
                    <a:pt x="238267" y="131229"/>
                    <a:pt x="230048" y="145318"/>
                  </a:cubicBezTo>
                  <a:lnTo>
                    <a:pt x="230048" y="145318"/>
                  </a:lnTo>
                  <a:cubicBezTo>
                    <a:pt x="224471" y="154711"/>
                    <a:pt x="214785" y="159994"/>
                    <a:pt x="204512" y="159994"/>
                  </a:cubicBezTo>
                  <a:lnTo>
                    <a:pt x="204512" y="159994"/>
                  </a:lnTo>
                  <a:cubicBezTo>
                    <a:pt x="199522" y="159994"/>
                    <a:pt x="194532" y="158821"/>
                    <a:pt x="190129" y="156179"/>
                  </a:cubicBezTo>
                  <a:close/>
                  <a:moveTo>
                    <a:pt x="248541" y="54912"/>
                  </a:moveTo>
                  <a:cubicBezTo>
                    <a:pt x="234451" y="46693"/>
                    <a:pt x="229461" y="28788"/>
                    <a:pt x="237680" y="14699"/>
                  </a:cubicBezTo>
                  <a:lnTo>
                    <a:pt x="237680" y="14699"/>
                  </a:lnTo>
                  <a:cubicBezTo>
                    <a:pt x="245899" y="610"/>
                    <a:pt x="263804" y="-4087"/>
                    <a:pt x="277893" y="3839"/>
                  </a:cubicBezTo>
                  <a:lnTo>
                    <a:pt x="277893" y="3839"/>
                  </a:lnTo>
                  <a:cubicBezTo>
                    <a:pt x="291689" y="12057"/>
                    <a:pt x="296679" y="29962"/>
                    <a:pt x="288460" y="44052"/>
                  </a:cubicBezTo>
                  <a:lnTo>
                    <a:pt x="288460" y="44052"/>
                  </a:lnTo>
                  <a:cubicBezTo>
                    <a:pt x="283177" y="53445"/>
                    <a:pt x="273197" y="58728"/>
                    <a:pt x="263217" y="58728"/>
                  </a:cubicBezTo>
                  <a:lnTo>
                    <a:pt x="263217" y="58728"/>
                  </a:lnTo>
                  <a:cubicBezTo>
                    <a:pt x="258227" y="58728"/>
                    <a:pt x="252943" y="57554"/>
                    <a:pt x="248541" y="549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7E3B1-AAA6-8F4B-1391-A8CA819BAA62}"/>
                </a:ext>
              </a:extLst>
            </p:cNvPr>
            <p:cNvSpPr/>
            <p:nvPr/>
          </p:nvSpPr>
          <p:spPr>
            <a:xfrm>
              <a:off x="6035278" y="1307036"/>
              <a:ext cx="855937" cy="1443804"/>
            </a:xfrm>
            <a:custGeom>
              <a:avLst/>
              <a:gdLst>
                <a:gd name="connsiteX0" fmla="*/ 14611 w 855937"/>
                <a:gd name="connsiteY0" fmla="*/ 1439989 h 1443804"/>
                <a:gd name="connsiteX1" fmla="*/ 4044 w 855937"/>
                <a:gd name="connsiteY1" fmla="*/ 1399776 h 1443804"/>
                <a:gd name="connsiteX2" fmla="*/ 4044 w 855937"/>
                <a:gd name="connsiteY2" fmla="*/ 1399776 h 1443804"/>
                <a:gd name="connsiteX3" fmla="*/ 43964 w 855937"/>
                <a:gd name="connsiteY3" fmla="*/ 1389209 h 1443804"/>
                <a:gd name="connsiteX4" fmla="*/ 43964 w 855937"/>
                <a:gd name="connsiteY4" fmla="*/ 1389209 h 1443804"/>
                <a:gd name="connsiteX5" fmla="*/ 54824 w 855937"/>
                <a:gd name="connsiteY5" fmla="*/ 1429128 h 1443804"/>
                <a:gd name="connsiteX6" fmla="*/ 54824 w 855937"/>
                <a:gd name="connsiteY6" fmla="*/ 1429128 h 1443804"/>
                <a:gd name="connsiteX7" fmla="*/ 29287 w 855937"/>
                <a:gd name="connsiteY7" fmla="*/ 1443805 h 1443804"/>
                <a:gd name="connsiteX8" fmla="*/ 29287 w 855937"/>
                <a:gd name="connsiteY8" fmla="*/ 1443805 h 1443804"/>
                <a:gd name="connsiteX9" fmla="*/ 14611 w 855937"/>
                <a:gd name="connsiteY9" fmla="*/ 1439989 h 1443804"/>
                <a:gd name="connsiteX10" fmla="*/ 71849 w 855937"/>
                <a:gd name="connsiteY10" fmla="*/ 1341071 h 1443804"/>
                <a:gd name="connsiteX11" fmla="*/ 60988 w 855937"/>
                <a:gd name="connsiteY11" fmla="*/ 1300858 h 1443804"/>
                <a:gd name="connsiteX12" fmla="*/ 60988 w 855937"/>
                <a:gd name="connsiteY12" fmla="*/ 1300858 h 1443804"/>
                <a:gd name="connsiteX13" fmla="*/ 101201 w 855937"/>
                <a:gd name="connsiteY13" fmla="*/ 1290291 h 1443804"/>
                <a:gd name="connsiteX14" fmla="*/ 101201 w 855937"/>
                <a:gd name="connsiteY14" fmla="*/ 1290291 h 1443804"/>
                <a:gd name="connsiteX15" fmla="*/ 111768 w 855937"/>
                <a:gd name="connsiteY15" fmla="*/ 1330210 h 1443804"/>
                <a:gd name="connsiteX16" fmla="*/ 111768 w 855937"/>
                <a:gd name="connsiteY16" fmla="*/ 1330210 h 1443804"/>
                <a:gd name="connsiteX17" fmla="*/ 86525 w 855937"/>
                <a:gd name="connsiteY17" fmla="*/ 1344886 h 1443804"/>
                <a:gd name="connsiteX18" fmla="*/ 86525 w 855937"/>
                <a:gd name="connsiteY18" fmla="*/ 1344886 h 1443804"/>
                <a:gd name="connsiteX19" fmla="*/ 71849 w 855937"/>
                <a:gd name="connsiteY19" fmla="*/ 1341071 h 1443804"/>
                <a:gd name="connsiteX20" fmla="*/ 129086 w 855937"/>
                <a:gd name="connsiteY20" fmla="*/ 1242152 h 1443804"/>
                <a:gd name="connsiteX21" fmla="*/ 118226 w 855937"/>
                <a:gd name="connsiteY21" fmla="*/ 1202233 h 1443804"/>
                <a:gd name="connsiteX22" fmla="*/ 118226 w 855937"/>
                <a:gd name="connsiteY22" fmla="*/ 1202233 h 1443804"/>
                <a:gd name="connsiteX23" fmla="*/ 158439 w 855937"/>
                <a:gd name="connsiteY23" fmla="*/ 1191372 h 1443804"/>
                <a:gd name="connsiteX24" fmla="*/ 158439 w 855937"/>
                <a:gd name="connsiteY24" fmla="*/ 1191372 h 1443804"/>
                <a:gd name="connsiteX25" fmla="*/ 169006 w 855937"/>
                <a:gd name="connsiteY25" fmla="*/ 1231585 h 1443804"/>
                <a:gd name="connsiteX26" fmla="*/ 169006 w 855937"/>
                <a:gd name="connsiteY26" fmla="*/ 1231585 h 1443804"/>
                <a:gd name="connsiteX27" fmla="*/ 143469 w 855937"/>
                <a:gd name="connsiteY27" fmla="*/ 1246262 h 1443804"/>
                <a:gd name="connsiteX28" fmla="*/ 143469 w 855937"/>
                <a:gd name="connsiteY28" fmla="*/ 1246262 h 1443804"/>
                <a:gd name="connsiteX29" fmla="*/ 129086 w 855937"/>
                <a:gd name="connsiteY29" fmla="*/ 1242152 h 1443804"/>
                <a:gd name="connsiteX30" fmla="*/ 186030 w 855937"/>
                <a:gd name="connsiteY30" fmla="*/ 1143528 h 1443804"/>
                <a:gd name="connsiteX31" fmla="*/ 175463 w 855937"/>
                <a:gd name="connsiteY31" fmla="*/ 1103315 h 1443804"/>
                <a:gd name="connsiteX32" fmla="*/ 175463 w 855937"/>
                <a:gd name="connsiteY32" fmla="*/ 1103315 h 1443804"/>
                <a:gd name="connsiteX33" fmla="*/ 215676 w 855937"/>
                <a:gd name="connsiteY33" fmla="*/ 1092748 h 1443804"/>
                <a:gd name="connsiteX34" fmla="*/ 215676 w 855937"/>
                <a:gd name="connsiteY34" fmla="*/ 1092748 h 1443804"/>
                <a:gd name="connsiteX35" fmla="*/ 226243 w 855937"/>
                <a:gd name="connsiteY35" fmla="*/ 1132667 h 1443804"/>
                <a:gd name="connsiteX36" fmla="*/ 226243 w 855937"/>
                <a:gd name="connsiteY36" fmla="*/ 1132667 h 1443804"/>
                <a:gd name="connsiteX37" fmla="*/ 200707 w 855937"/>
                <a:gd name="connsiteY37" fmla="*/ 1147343 h 1443804"/>
                <a:gd name="connsiteX38" fmla="*/ 200707 w 855937"/>
                <a:gd name="connsiteY38" fmla="*/ 1147343 h 1443804"/>
                <a:gd name="connsiteX39" fmla="*/ 186030 w 855937"/>
                <a:gd name="connsiteY39" fmla="*/ 1143528 h 1443804"/>
                <a:gd name="connsiteX40" fmla="*/ 243268 w 855937"/>
                <a:gd name="connsiteY40" fmla="*/ 1044609 h 1443804"/>
                <a:gd name="connsiteX41" fmla="*/ 232701 w 855937"/>
                <a:gd name="connsiteY41" fmla="*/ 1004690 h 1443804"/>
                <a:gd name="connsiteX42" fmla="*/ 232701 w 855937"/>
                <a:gd name="connsiteY42" fmla="*/ 1004690 h 1443804"/>
                <a:gd name="connsiteX43" fmla="*/ 272914 w 855937"/>
                <a:gd name="connsiteY43" fmla="*/ 993829 h 1443804"/>
                <a:gd name="connsiteX44" fmla="*/ 272914 w 855937"/>
                <a:gd name="connsiteY44" fmla="*/ 993829 h 1443804"/>
                <a:gd name="connsiteX45" fmla="*/ 283481 w 855937"/>
                <a:gd name="connsiteY45" fmla="*/ 1034042 h 1443804"/>
                <a:gd name="connsiteX46" fmla="*/ 283481 w 855937"/>
                <a:gd name="connsiteY46" fmla="*/ 1034042 h 1443804"/>
                <a:gd name="connsiteX47" fmla="*/ 258238 w 855937"/>
                <a:gd name="connsiteY47" fmla="*/ 1048719 h 1443804"/>
                <a:gd name="connsiteX48" fmla="*/ 258238 w 855937"/>
                <a:gd name="connsiteY48" fmla="*/ 1048719 h 1443804"/>
                <a:gd name="connsiteX49" fmla="*/ 243268 w 855937"/>
                <a:gd name="connsiteY49" fmla="*/ 1044609 h 1443804"/>
                <a:gd name="connsiteX50" fmla="*/ 300506 w 855937"/>
                <a:gd name="connsiteY50" fmla="*/ 945985 h 1443804"/>
                <a:gd name="connsiteX51" fmla="*/ 289939 w 855937"/>
                <a:gd name="connsiteY51" fmla="*/ 905771 h 1443804"/>
                <a:gd name="connsiteX52" fmla="*/ 289939 w 855937"/>
                <a:gd name="connsiteY52" fmla="*/ 905771 h 1443804"/>
                <a:gd name="connsiteX53" fmla="*/ 329858 w 855937"/>
                <a:gd name="connsiteY53" fmla="*/ 895205 h 1443804"/>
                <a:gd name="connsiteX54" fmla="*/ 329858 w 855937"/>
                <a:gd name="connsiteY54" fmla="*/ 895205 h 1443804"/>
                <a:gd name="connsiteX55" fmla="*/ 340719 w 855937"/>
                <a:gd name="connsiteY55" fmla="*/ 935124 h 1443804"/>
                <a:gd name="connsiteX56" fmla="*/ 340719 w 855937"/>
                <a:gd name="connsiteY56" fmla="*/ 935124 h 1443804"/>
                <a:gd name="connsiteX57" fmla="*/ 315182 w 855937"/>
                <a:gd name="connsiteY57" fmla="*/ 949800 h 1443804"/>
                <a:gd name="connsiteX58" fmla="*/ 315182 w 855937"/>
                <a:gd name="connsiteY58" fmla="*/ 949800 h 1443804"/>
                <a:gd name="connsiteX59" fmla="*/ 300506 w 855937"/>
                <a:gd name="connsiteY59" fmla="*/ 945985 h 1443804"/>
                <a:gd name="connsiteX60" fmla="*/ 357743 w 855937"/>
                <a:gd name="connsiteY60" fmla="*/ 847066 h 1443804"/>
                <a:gd name="connsiteX61" fmla="*/ 347176 w 855937"/>
                <a:gd name="connsiteY61" fmla="*/ 807147 h 1443804"/>
                <a:gd name="connsiteX62" fmla="*/ 346883 w 855937"/>
                <a:gd name="connsiteY62" fmla="*/ 807147 h 1443804"/>
                <a:gd name="connsiteX63" fmla="*/ 387096 w 855937"/>
                <a:gd name="connsiteY63" fmla="*/ 796286 h 1443804"/>
                <a:gd name="connsiteX64" fmla="*/ 387096 w 855937"/>
                <a:gd name="connsiteY64" fmla="*/ 796286 h 1443804"/>
                <a:gd name="connsiteX65" fmla="*/ 397956 w 855937"/>
                <a:gd name="connsiteY65" fmla="*/ 836499 h 1443804"/>
                <a:gd name="connsiteX66" fmla="*/ 397956 w 855937"/>
                <a:gd name="connsiteY66" fmla="*/ 836499 h 1443804"/>
                <a:gd name="connsiteX67" fmla="*/ 372713 w 855937"/>
                <a:gd name="connsiteY67" fmla="*/ 851176 h 1443804"/>
                <a:gd name="connsiteX68" fmla="*/ 372713 w 855937"/>
                <a:gd name="connsiteY68" fmla="*/ 851176 h 1443804"/>
                <a:gd name="connsiteX69" fmla="*/ 358037 w 855937"/>
                <a:gd name="connsiteY69" fmla="*/ 847066 h 1443804"/>
                <a:gd name="connsiteX70" fmla="*/ 414981 w 855937"/>
                <a:gd name="connsiteY70" fmla="*/ 748148 h 1443804"/>
                <a:gd name="connsiteX71" fmla="*/ 404120 w 855937"/>
                <a:gd name="connsiteY71" fmla="*/ 708228 h 1443804"/>
                <a:gd name="connsiteX72" fmla="*/ 404120 w 855937"/>
                <a:gd name="connsiteY72" fmla="*/ 708228 h 1443804"/>
                <a:gd name="connsiteX73" fmla="*/ 444333 w 855937"/>
                <a:gd name="connsiteY73" fmla="*/ 697368 h 1443804"/>
                <a:gd name="connsiteX74" fmla="*/ 444333 w 855937"/>
                <a:gd name="connsiteY74" fmla="*/ 697368 h 1443804"/>
                <a:gd name="connsiteX75" fmla="*/ 454900 w 855937"/>
                <a:gd name="connsiteY75" fmla="*/ 737581 h 1443804"/>
                <a:gd name="connsiteX76" fmla="*/ 454900 w 855937"/>
                <a:gd name="connsiteY76" fmla="*/ 737581 h 1443804"/>
                <a:gd name="connsiteX77" fmla="*/ 429657 w 855937"/>
                <a:gd name="connsiteY77" fmla="*/ 752257 h 1443804"/>
                <a:gd name="connsiteX78" fmla="*/ 429657 w 855937"/>
                <a:gd name="connsiteY78" fmla="*/ 752257 h 1443804"/>
                <a:gd name="connsiteX79" fmla="*/ 414981 w 855937"/>
                <a:gd name="connsiteY79" fmla="*/ 748148 h 1443804"/>
                <a:gd name="connsiteX80" fmla="*/ 471925 w 855937"/>
                <a:gd name="connsiteY80" fmla="*/ 649523 h 1443804"/>
                <a:gd name="connsiteX81" fmla="*/ 461358 w 855937"/>
                <a:gd name="connsiteY81" fmla="*/ 609310 h 1443804"/>
                <a:gd name="connsiteX82" fmla="*/ 461358 w 855937"/>
                <a:gd name="connsiteY82" fmla="*/ 609310 h 1443804"/>
                <a:gd name="connsiteX83" fmla="*/ 501277 w 855937"/>
                <a:gd name="connsiteY83" fmla="*/ 598450 h 1443804"/>
                <a:gd name="connsiteX84" fmla="*/ 501277 w 855937"/>
                <a:gd name="connsiteY84" fmla="*/ 598450 h 1443804"/>
                <a:gd name="connsiteX85" fmla="*/ 512138 w 855937"/>
                <a:gd name="connsiteY85" fmla="*/ 638663 h 1443804"/>
                <a:gd name="connsiteX86" fmla="*/ 512138 w 855937"/>
                <a:gd name="connsiteY86" fmla="*/ 638663 h 1443804"/>
                <a:gd name="connsiteX87" fmla="*/ 486601 w 855937"/>
                <a:gd name="connsiteY87" fmla="*/ 653339 h 1443804"/>
                <a:gd name="connsiteX88" fmla="*/ 486601 w 855937"/>
                <a:gd name="connsiteY88" fmla="*/ 653339 h 1443804"/>
                <a:gd name="connsiteX89" fmla="*/ 471925 w 855937"/>
                <a:gd name="connsiteY89" fmla="*/ 649523 h 1443804"/>
                <a:gd name="connsiteX90" fmla="*/ 528869 w 855937"/>
                <a:gd name="connsiteY90" fmla="*/ 550605 h 1443804"/>
                <a:gd name="connsiteX91" fmla="*/ 518008 w 855937"/>
                <a:gd name="connsiteY91" fmla="*/ 510392 h 1443804"/>
                <a:gd name="connsiteX92" fmla="*/ 518008 w 855937"/>
                <a:gd name="connsiteY92" fmla="*/ 510392 h 1443804"/>
                <a:gd name="connsiteX93" fmla="*/ 557928 w 855937"/>
                <a:gd name="connsiteY93" fmla="*/ 499531 h 1443804"/>
                <a:gd name="connsiteX94" fmla="*/ 557928 w 855937"/>
                <a:gd name="connsiteY94" fmla="*/ 499531 h 1443804"/>
                <a:gd name="connsiteX95" fmla="*/ 568788 w 855937"/>
                <a:gd name="connsiteY95" fmla="*/ 539744 h 1443804"/>
                <a:gd name="connsiteX96" fmla="*/ 568788 w 855937"/>
                <a:gd name="connsiteY96" fmla="*/ 539744 h 1443804"/>
                <a:gd name="connsiteX97" fmla="*/ 543252 w 855937"/>
                <a:gd name="connsiteY97" fmla="*/ 554421 h 1443804"/>
                <a:gd name="connsiteX98" fmla="*/ 543252 w 855937"/>
                <a:gd name="connsiteY98" fmla="*/ 554421 h 1443804"/>
                <a:gd name="connsiteX99" fmla="*/ 528575 w 855937"/>
                <a:gd name="connsiteY99" fmla="*/ 550605 h 1443804"/>
                <a:gd name="connsiteX100" fmla="*/ 585813 w 855937"/>
                <a:gd name="connsiteY100" fmla="*/ 451687 h 1443804"/>
                <a:gd name="connsiteX101" fmla="*/ 574952 w 855937"/>
                <a:gd name="connsiteY101" fmla="*/ 411474 h 1443804"/>
                <a:gd name="connsiteX102" fmla="*/ 574952 w 855937"/>
                <a:gd name="connsiteY102" fmla="*/ 411474 h 1443804"/>
                <a:gd name="connsiteX103" fmla="*/ 615165 w 855937"/>
                <a:gd name="connsiteY103" fmla="*/ 400613 h 1443804"/>
                <a:gd name="connsiteX104" fmla="*/ 615165 w 855937"/>
                <a:gd name="connsiteY104" fmla="*/ 400613 h 1443804"/>
                <a:gd name="connsiteX105" fmla="*/ 626026 w 855937"/>
                <a:gd name="connsiteY105" fmla="*/ 440826 h 1443804"/>
                <a:gd name="connsiteX106" fmla="*/ 626026 w 855937"/>
                <a:gd name="connsiteY106" fmla="*/ 440826 h 1443804"/>
                <a:gd name="connsiteX107" fmla="*/ 600489 w 855937"/>
                <a:gd name="connsiteY107" fmla="*/ 455502 h 1443804"/>
                <a:gd name="connsiteX108" fmla="*/ 600489 w 855937"/>
                <a:gd name="connsiteY108" fmla="*/ 455502 h 1443804"/>
                <a:gd name="connsiteX109" fmla="*/ 585813 w 855937"/>
                <a:gd name="connsiteY109" fmla="*/ 451687 h 1443804"/>
                <a:gd name="connsiteX110" fmla="*/ 642757 w 855937"/>
                <a:gd name="connsiteY110" fmla="*/ 352475 h 1443804"/>
                <a:gd name="connsiteX111" fmla="*/ 631896 w 855937"/>
                <a:gd name="connsiteY111" fmla="*/ 312555 h 1443804"/>
                <a:gd name="connsiteX112" fmla="*/ 631896 w 855937"/>
                <a:gd name="connsiteY112" fmla="*/ 312555 h 1443804"/>
                <a:gd name="connsiteX113" fmla="*/ 671816 w 855937"/>
                <a:gd name="connsiteY113" fmla="*/ 301695 h 1443804"/>
                <a:gd name="connsiteX114" fmla="*/ 671816 w 855937"/>
                <a:gd name="connsiteY114" fmla="*/ 301695 h 1443804"/>
                <a:gd name="connsiteX115" fmla="*/ 682676 w 855937"/>
                <a:gd name="connsiteY115" fmla="*/ 341614 h 1443804"/>
                <a:gd name="connsiteX116" fmla="*/ 682676 w 855937"/>
                <a:gd name="connsiteY116" fmla="*/ 341614 h 1443804"/>
                <a:gd name="connsiteX117" fmla="*/ 657140 w 855937"/>
                <a:gd name="connsiteY117" fmla="*/ 356291 h 1443804"/>
                <a:gd name="connsiteX118" fmla="*/ 657140 w 855937"/>
                <a:gd name="connsiteY118" fmla="*/ 356291 h 1443804"/>
                <a:gd name="connsiteX119" fmla="*/ 642757 w 855937"/>
                <a:gd name="connsiteY119" fmla="*/ 352475 h 1443804"/>
                <a:gd name="connsiteX120" fmla="*/ 699407 w 855937"/>
                <a:gd name="connsiteY120" fmla="*/ 253263 h 1443804"/>
                <a:gd name="connsiteX121" fmla="*/ 688547 w 855937"/>
                <a:gd name="connsiteY121" fmla="*/ 213343 h 1443804"/>
                <a:gd name="connsiteX122" fmla="*/ 688253 w 855937"/>
                <a:gd name="connsiteY122" fmla="*/ 213343 h 1443804"/>
                <a:gd name="connsiteX123" fmla="*/ 728467 w 855937"/>
                <a:gd name="connsiteY123" fmla="*/ 202483 h 1443804"/>
                <a:gd name="connsiteX124" fmla="*/ 728467 w 855937"/>
                <a:gd name="connsiteY124" fmla="*/ 202483 h 1443804"/>
                <a:gd name="connsiteX125" fmla="*/ 739327 w 855937"/>
                <a:gd name="connsiteY125" fmla="*/ 242403 h 1443804"/>
                <a:gd name="connsiteX126" fmla="*/ 739327 w 855937"/>
                <a:gd name="connsiteY126" fmla="*/ 242403 h 1443804"/>
                <a:gd name="connsiteX127" fmla="*/ 713790 w 855937"/>
                <a:gd name="connsiteY127" fmla="*/ 257372 h 1443804"/>
                <a:gd name="connsiteX128" fmla="*/ 713790 w 855937"/>
                <a:gd name="connsiteY128" fmla="*/ 257372 h 1443804"/>
                <a:gd name="connsiteX129" fmla="*/ 699407 w 855937"/>
                <a:gd name="connsiteY129" fmla="*/ 253263 h 1443804"/>
                <a:gd name="connsiteX130" fmla="*/ 755764 w 855937"/>
                <a:gd name="connsiteY130" fmla="*/ 154345 h 1443804"/>
                <a:gd name="connsiteX131" fmla="*/ 744904 w 855937"/>
                <a:gd name="connsiteY131" fmla="*/ 114132 h 1443804"/>
                <a:gd name="connsiteX132" fmla="*/ 744904 w 855937"/>
                <a:gd name="connsiteY132" fmla="*/ 114132 h 1443804"/>
                <a:gd name="connsiteX133" fmla="*/ 784823 w 855937"/>
                <a:gd name="connsiteY133" fmla="*/ 103271 h 1443804"/>
                <a:gd name="connsiteX134" fmla="*/ 784823 w 855937"/>
                <a:gd name="connsiteY134" fmla="*/ 103271 h 1443804"/>
                <a:gd name="connsiteX135" fmla="*/ 795978 w 855937"/>
                <a:gd name="connsiteY135" fmla="*/ 143191 h 1443804"/>
                <a:gd name="connsiteX136" fmla="*/ 795978 w 855937"/>
                <a:gd name="connsiteY136" fmla="*/ 143191 h 1443804"/>
                <a:gd name="connsiteX137" fmla="*/ 770147 w 855937"/>
                <a:gd name="connsiteY137" fmla="*/ 158161 h 1443804"/>
                <a:gd name="connsiteX138" fmla="*/ 770147 w 855937"/>
                <a:gd name="connsiteY138" fmla="*/ 158161 h 1443804"/>
                <a:gd name="connsiteX139" fmla="*/ 755764 w 855937"/>
                <a:gd name="connsiteY139" fmla="*/ 154345 h 1443804"/>
                <a:gd name="connsiteX140" fmla="*/ 812121 w 855937"/>
                <a:gd name="connsiteY140" fmla="*/ 54839 h 1443804"/>
                <a:gd name="connsiteX141" fmla="*/ 800968 w 855937"/>
                <a:gd name="connsiteY141" fmla="*/ 14920 h 1443804"/>
                <a:gd name="connsiteX142" fmla="*/ 800968 w 855937"/>
                <a:gd name="connsiteY142" fmla="*/ 14920 h 1443804"/>
                <a:gd name="connsiteX143" fmla="*/ 840887 w 855937"/>
                <a:gd name="connsiteY143" fmla="*/ 3766 h 1443804"/>
                <a:gd name="connsiteX144" fmla="*/ 840887 w 855937"/>
                <a:gd name="connsiteY144" fmla="*/ 3766 h 1443804"/>
                <a:gd name="connsiteX145" fmla="*/ 852041 w 855937"/>
                <a:gd name="connsiteY145" fmla="*/ 43685 h 1443804"/>
                <a:gd name="connsiteX146" fmla="*/ 852041 w 855937"/>
                <a:gd name="connsiteY146" fmla="*/ 43685 h 1443804"/>
                <a:gd name="connsiteX147" fmla="*/ 826504 w 855937"/>
                <a:gd name="connsiteY147" fmla="*/ 58655 h 1443804"/>
                <a:gd name="connsiteX148" fmla="*/ 826504 w 855937"/>
                <a:gd name="connsiteY148" fmla="*/ 58655 h 1443804"/>
                <a:gd name="connsiteX149" fmla="*/ 812121 w 855937"/>
                <a:gd name="connsiteY149" fmla="*/ 54839 h 1443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855937" h="1443804">
                  <a:moveTo>
                    <a:pt x="14611" y="1439989"/>
                  </a:moveTo>
                  <a:cubicBezTo>
                    <a:pt x="522" y="1431770"/>
                    <a:pt x="-4175" y="1413865"/>
                    <a:pt x="4044" y="1399776"/>
                  </a:cubicBezTo>
                  <a:lnTo>
                    <a:pt x="4044" y="1399776"/>
                  </a:lnTo>
                  <a:cubicBezTo>
                    <a:pt x="11969" y="1385687"/>
                    <a:pt x="29874" y="1380990"/>
                    <a:pt x="43964" y="1389209"/>
                  </a:cubicBezTo>
                  <a:lnTo>
                    <a:pt x="43964" y="1389209"/>
                  </a:lnTo>
                  <a:cubicBezTo>
                    <a:pt x="58053" y="1397134"/>
                    <a:pt x="62749" y="1415039"/>
                    <a:pt x="54824" y="1429128"/>
                  </a:cubicBezTo>
                  <a:lnTo>
                    <a:pt x="54824" y="1429128"/>
                  </a:lnTo>
                  <a:cubicBezTo>
                    <a:pt x="49247" y="1438521"/>
                    <a:pt x="39561" y="1443805"/>
                    <a:pt x="29287" y="1443805"/>
                  </a:cubicBezTo>
                  <a:lnTo>
                    <a:pt x="29287" y="1443805"/>
                  </a:lnTo>
                  <a:cubicBezTo>
                    <a:pt x="24297" y="1443805"/>
                    <a:pt x="19307" y="1442631"/>
                    <a:pt x="14611" y="1439989"/>
                  </a:cubicBezTo>
                  <a:close/>
                  <a:moveTo>
                    <a:pt x="71849" y="1341071"/>
                  </a:moveTo>
                  <a:cubicBezTo>
                    <a:pt x="57759" y="1332852"/>
                    <a:pt x="53063" y="1314947"/>
                    <a:pt x="60988" y="1300858"/>
                  </a:cubicBezTo>
                  <a:lnTo>
                    <a:pt x="60988" y="1300858"/>
                  </a:lnTo>
                  <a:cubicBezTo>
                    <a:pt x="69207" y="1286768"/>
                    <a:pt x="87112" y="1282072"/>
                    <a:pt x="101201" y="1290291"/>
                  </a:cubicBezTo>
                  <a:lnTo>
                    <a:pt x="101201" y="1290291"/>
                  </a:lnTo>
                  <a:cubicBezTo>
                    <a:pt x="115291" y="1298216"/>
                    <a:pt x="119987" y="1316414"/>
                    <a:pt x="111768" y="1330210"/>
                  </a:cubicBezTo>
                  <a:lnTo>
                    <a:pt x="111768" y="1330210"/>
                  </a:lnTo>
                  <a:cubicBezTo>
                    <a:pt x="106485" y="1339603"/>
                    <a:pt x="96505" y="1344886"/>
                    <a:pt x="86525" y="1344886"/>
                  </a:cubicBezTo>
                  <a:lnTo>
                    <a:pt x="86525" y="1344886"/>
                  </a:lnTo>
                  <a:cubicBezTo>
                    <a:pt x="81535" y="1344886"/>
                    <a:pt x="76252" y="1343712"/>
                    <a:pt x="71849" y="1341071"/>
                  </a:cubicBezTo>
                  <a:close/>
                  <a:moveTo>
                    <a:pt x="129086" y="1242152"/>
                  </a:moveTo>
                  <a:cubicBezTo>
                    <a:pt x="114997" y="1234227"/>
                    <a:pt x="110007" y="1216029"/>
                    <a:pt x="118226" y="1202233"/>
                  </a:cubicBezTo>
                  <a:lnTo>
                    <a:pt x="118226" y="1202233"/>
                  </a:lnTo>
                  <a:cubicBezTo>
                    <a:pt x="126445" y="1188144"/>
                    <a:pt x="144350" y="1183154"/>
                    <a:pt x="158439" y="1191372"/>
                  </a:cubicBezTo>
                  <a:lnTo>
                    <a:pt x="158439" y="1191372"/>
                  </a:lnTo>
                  <a:cubicBezTo>
                    <a:pt x="172235" y="1199591"/>
                    <a:pt x="177225" y="1217496"/>
                    <a:pt x="169006" y="1231585"/>
                  </a:cubicBezTo>
                  <a:lnTo>
                    <a:pt x="169006" y="1231585"/>
                  </a:lnTo>
                  <a:cubicBezTo>
                    <a:pt x="163722" y="1240978"/>
                    <a:pt x="153742" y="1246262"/>
                    <a:pt x="143469" y="1246262"/>
                  </a:cubicBezTo>
                  <a:lnTo>
                    <a:pt x="143469" y="1246262"/>
                  </a:lnTo>
                  <a:cubicBezTo>
                    <a:pt x="138479" y="1246262"/>
                    <a:pt x="133489" y="1244794"/>
                    <a:pt x="129086" y="1242152"/>
                  </a:cubicBezTo>
                  <a:close/>
                  <a:moveTo>
                    <a:pt x="186030" y="1143528"/>
                  </a:moveTo>
                  <a:cubicBezTo>
                    <a:pt x="172235" y="1135309"/>
                    <a:pt x="167245" y="1117404"/>
                    <a:pt x="175463" y="1103315"/>
                  </a:cubicBezTo>
                  <a:lnTo>
                    <a:pt x="175463" y="1103315"/>
                  </a:lnTo>
                  <a:cubicBezTo>
                    <a:pt x="183682" y="1089225"/>
                    <a:pt x="201587" y="1084529"/>
                    <a:pt x="215676" y="1092748"/>
                  </a:cubicBezTo>
                  <a:lnTo>
                    <a:pt x="215676" y="1092748"/>
                  </a:lnTo>
                  <a:cubicBezTo>
                    <a:pt x="229472" y="1100673"/>
                    <a:pt x="234462" y="1118578"/>
                    <a:pt x="226243" y="1132667"/>
                  </a:cubicBezTo>
                  <a:lnTo>
                    <a:pt x="226243" y="1132667"/>
                  </a:lnTo>
                  <a:cubicBezTo>
                    <a:pt x="220666" y="1142060"/>
                    <a:pt x="210980" y="1147343"/>
                    <a:pt x="200707" y="1147343"/>
                  </a:cubicBezTo>
                  <a:lnTo>
                    <a:pt x="200707" y="1147343"/>
                  </a:lnTo>
                  <a:cubicBezTo>
                    <a:pt x="195717" y="1147343"/>
                    <a:pt x="190727" y="1146169"/>
                    <a:pt x="186030" y="1143528"/>
                  </a:cubicBezTo>
                  <a:close/>
                  <a:moveTo>
                    <a:pt x="243268" y="1044609"/>
                  </a:moveTo>
                  <a:cubicBezTo>
                    <a:pt x="229472" y="1036390"/>
                    <a:pt x="224482" y="1018485"/>
                    <a:pt x="232701" y="1004690"/>
                  </a:cubicBezTo>
                  <a:lnTo>
                    <a:pt x="232701" y="1004690"/>
                  </a:lnTo>
                  <a:cubicBezTo>
                    <a:pt x="240626" y="990600"/>
                    <a:pt x="258825" y="985610"/>
                    <a:pt x="272914" y="993829"/>
                  </a:cubicBezTo>
                  <a:lnTo>
                    <a:pt x="272914" y="993829"/>
                  </a:lnTo>
                  <a:cubicBezTo>
                    <a:pt x="286710" y="1002048"/>
                    <a:pt x="291700" y="1019953"/>
                    <a:pt x="283481" y="1034042"/>
                  </a:cubicBezTo>
                  <a:lnTo>
                    <a:pt x="283481" y="1034042"/>
                  </a:lnTo>
                  <a:cubicBezTo>
                    <a:pt x="277904" y="1043435"/>
                    <a:pt x="268218" y="1048719"/>
                    <a:pt x="258238" y="1048719"/>
                  </a:cubicBezTo>
                  <a:lnTo>
                    <a:pt x="258238" y="1048719"/>
                  </a:lnTo>
                  <a:cubicBezTo>
                    <a:pt x="252954" y="1048719"/>
                    <a:pt x="247964" y="1047251"/>
                    <a:pt x="243268" y="1044609"/>
                  </a:cubicBezTo>
                  <a:close/>
                  <a:moveTo>
                    <a:pt x="300506" y="945985"/>
                  </a:moveTo>
                  <a:cubicBezTo>
                    <a:pt x="286710" y="937766"/>
                    <a:pt x="281720" y="919861"/>
                    <a:pt x="289939" y="905771"/>
                  </a:cubicBezTo>
                  <a:lnTo>
                    <a:pt x="289939" y="905771"/>
                  </a:lnTo>
                  <a:cubicBezTo>
                    <a:pt x="297864" y="891682"/>
                    <a:pt x="316062" y="886986"/>
                    <a:pt x="329858" y="895205"/>
                  </a:cubicBezTo>
                  <a:lnTo>
                    <a:pt x="329858" y="895205"/>
                  </a:lnTo>
                  <a:cubicBezTo>
                    <a:pt x="343947" y="903130"/>
                    <a:pt x="348644" y="921328"/>
                    <a:pt x="340719" y="935124"/>
                  </a:cubicBezTo>
                  <a:lnTo>
                    <a:pt x="340719" y="935124"/>
                  </a:lnTo>
                  <a:cubicBezTo>
                    <a:pt x="335142" y="944517"/>
                    <a:pt x="325455" y="949800"/>
                    <a:pt x="315182" y="949800"/>
                  </a:cubicBezTo>
                  <a:lnTo>
                    <a:pt x="315182" y="949800"/>
                  </a:lnTo>
                  <a:cubicBezTo>
                    <a:pt x="310192" y="949800"/>
                    <a:pt x="305202" y="948626"/>
                    <a:pt x="300506" y="945985"/>
                  </a:cubicBezTo>
                  <a:close/>
                  <a:moveTo>
                    <a:pt x="357743" y="847066"/>
                  </a:moveTo>
                  <a:cubicBezTo>
                    <a:pt x="343654" y="838847"/>
                    <a:pt x="338957" y="820942"/>
                    <a:pt x="347176" y="807147"/>
                  </a:cubicBezTo>
                  <a:lnTo>
                    <a:pt x="346883" y="807147"/>
                  </a:lnTo>
                  <a:cubicBezTo>
                    <a:pt x="355101" y="792764"/>
                    <a:pt x="373006" y="788067"/>
                    <a:pt x="387096" y="796286"/>
                  </a:cubicBezTo>
                  <a:lnTo>
                    <a:pt x="387096" y="796286"/>
                  </a:lnTo>
                  <a:cubicBezTo>
                    <a:pt x="401185" y="804505"/>
                    <a:pt x="405881" y="822410"/>
                    <a:pt x="397956" y="836499"/>
                  </a:cubicBezTo>
                  <a:lnTo>
                    <a:pt x="397956" y="836499"/>
                  </a:lnTo>
                  <a:cubicBezTo>
                    <a:pt x="392673" y="845892"/>
                    <a:pt x="382986" y="851176"/>
                    <a:pt x="372713" y="851176"/>
                  </a:cubicBezTo>
                  <a:lnTo>
                    <a:pt x="372713" y="851176"/>
                  </a:lnTo>
                  <a:cubicBezTo>
                    <a:pt x="367723" y="851176"/>
                    <a:pt x="362733" y="849708"/>
                    <a:pt x="358037" y="847066"/>
                  </a:cubicBezTo>
                  <a:close/>
                  <a:moveTo>
                    <a:pt x="414981" y="748148"/>
                  </a:moveTo>
                  <a:cubicBezTo>
                    <a:pt x="400891" y="740223"/>
                    <a:pt x="396195" y="722318"/>
                    <a:pt x="404120" y="708228"/>
                  </a:cubicBezTo>
                  <a:lnTo>
                    <a:pt x="404120" y="708228"/>
                  </a:lnTo>
                  <a:cubicBezTo>
                    <a:pt x="412339" y="694139"/>
                    <a:pt x="430244" y="689149"/>
                    <a:pt x="444333" y="697368"/>
                  </a:cubicBezTo>
                  <a:lnTo>
                    <a:pt x="444333" y="697368"/>
                  </a:lnTo>
                  <a:cubicBezTo>
                    <a:pt x="458423" y="705587"/>
                    <a:pt x="463119" y="723492"/>
                    <a:pt x="454900" y="737581"/>
                  </a:cubicBezTo>
                  <a:lnTo>
                    <a:pt x="454900" y="737581"/>
                  </a:lnTo>
                  <a:cubicBezTo>
                    <a:pt x="449617" y="746974"/>
                    <a:pt x="439637" y="752257"/>
                    <a:pt x="429657" y="752257"/>
                  </a:cubicBezTo>
                  <a:lnTo>
                    <a:pt x="429657" y="752257"/>
                  </a:lnTo>
                  <a:cubicBezTo>
                    <a:pt x="424667" y="752257"/>
                    <a:pt x="419384" y="750790"/>
                    <a:pt x="414981" y="748148"/>
                  </a:cubicBezTo>
                  <a:close/>
                  <a:moveTo>
                    <a:pt x="471925" y="649523"/>
                  </a:moveTo>
                  <a:cubicBezTo>
                    <a:pt x="457835" y="641304"/>
                    <a:pt x="453139" y="623399"/>
                    <a:pt x="461358" y="609310"/>
                  </a:cubicBezTo>
                  <a:lnTo>
                    <a:pt x="461358" y="609310"/>
                  </a:lnTo>
                  <a:cubicBezTo>
                    <a:pt x="469283" y="595221"/>
                    <a:pt x="487188" y="590524"/>
                    <a:pt x="501277" y="598450"/>
                  </a:cubicBezTo>
                  <a:lnTo>
                    <a:pt x="501277" y="598450"/>
                  </a:lnTo>
                  <a:cubicBezTo>
                    <a:pt x="515367" y="606668"/>
                    <a:pt x="520063" y="624573"/>
                    <a:pt x="512138" y="638663"/>
                  </a:cubicBezTo>
                  <a:lnTo>
                    <a:pt x="512138" y="638663"/>
                  </a:lnTo>
                  <a:cubicBezTo>
                    <a:pt x="506561" y="648056"/>
                    <a:pt x="496874" y="653339"/>
                    <a:pt x="486601" y="653339"/>
                  </a:cubicBezTo>
                  <a:lnTo>
                    <a:pt x="486601" y="653339"/>
                  </a:lnTo>
                  <a:cubicBezTo>
                    <a:pt x="481611" y="653339"/>
                    <a:pt x="476621" y="652165"/>
                    <a:pt x="471925" y="649523"/>
                  </a:cubicBezTo>
                  <a:close/>
                  <a:moveTo>
                    <a:pt x="528869" y="550605"/>
                  </a:moveTo>
                  <a:cubicBezTo>
                    <a:pt x="515073" y="542386"/>
                    <a:pt x="510083" y="524481"/>
                    <a:pt x="518008" y="510392"/>
                  </a:cubicBezTo>
                  <a:lnTo>
                    <a:pt x="518008" y="510392"/>
                  </a:lnTo>
                  <a:cubicBezTo>
                    <a:pt x="525934" y="496303"/>
                    <a:pt x="543839" y="491606"/>
                    <a:pt x="557928" y="499531"/>
                  </a:cubicBezTo>
                  <a:lnTo>
                    <a:pt x="557928" y="499531"/>
                  </a:lnTo>
                  <a:cubicBezTo>
                    <a:pt x="572017" y="507750"/>
                    <a:pt x="577007" y="525655"/>
                    <a:pt x="568788" y="539744"/>
                  </a:cubicBezTo>
                  <a:lnTo>
                    <a:pt x="568788" y="539744"/>
                  </a:lnTo>
                  <a:cubicBezTo>
                    <a:pt x="563211" y="549137"/>
                    <a:pt x="553525" y="554421"/>
                    <a:pt x="543252" y="554421"/>
                  </a:cubicBezTo>
                  <a:lnTo>
                    <a:pt x="543252" y="554421"/>
                  </a:lnTo>
                  <a:cubicBezTo>
                    <a:pt x="538262" y="554421"/>
                    <a:pt x="533272" y="553247"/>
                    <a:pt x="528575" y="550605"/>
                  </a:cubicBezTo>
                  <a:close/>
                  <a:moveTo>
                    <a:pt x="585813" y="451687"/>
                  </a:moveTo>
                  <a:cubicBezTo>
                    <a:pt x="571724" y="443468"/>
                    <a:pt x="567027" y="425563"/>
                    <a:pt x="574952" y="411474"/>
                  </a:cubicBezTo>
                  <a:lnTo>
                    <a:pt x="574952" y="411474"/>
                  </a:lnTo>
                  <a:cubicBezTo>
                    <a:pt x="583171" y="397384"/>
                    <a:pt x="601076" y="392394"/>
                    <a:pt x="615165" y="400613"/>
                  </a:cubicBezTo>
                  <a:lnTo>
                    <a:pt x="615165" y="400613"/>
                  </a:lnTo>
                  <a:cubicBezTo>
                    <a:pt x="629255" y="408832"/>
                    <a:pt x="633951" y="426737"/>
                    <a:pt x="626026" y="440826"/>
                  </a:cubicBezTo>
                  <a:lnTo>
                    <a:pt x="626026" y="440826"/>
                  </a:lnTo>
                  <a:cubicBezTo>
                    <a:pt x="620449" y="450219"/>
                    <a:pt x="610469" y="455502"/>
                    <a:pt x="600489" y="455502"/>
                  </a:cubicBezTo>
                  <a:lnTo>
                    <a:pt x="600489" y="455502"/>
                  </a:lnTo>
                  <a:cubicBezTo>
                    <a:pt x="595499" y="455502"/>
                    <a:pt x="590509" y="454035"/>
                    <a:pt x="585813" y="451687"/>
                  </a:cubicBezTo>
                  <a:close/>
                  <a:moveTo>
                    <a:pt x="642757" y="352475"/>
                  </a:moveTo>
                  <a:cubicBezTo>
                    <a:pt x="628668" y="344550"/>
                    <a:pt x="623678" y="326645"/>
                    <a:pt x="631896" y="312555"/>
                  </a:cubicBezTo>
                  <a:lnTo>
                    <a:pt x="631896" y="312555"/>
                  </a:lnTo>
                  <a:cubicBezTo>
                    <a:pt x="639822" y="298466"/>
                    <a:pt x="657727" y="293476"/>
                    <a:pt x="671816" y="301695"/>
                  </a:cubicBezTo>
                  <a:lnTo>
                    <a:pt x="671816" y="301695"/>
                  </a:lnTo>
                  <a:cubicBezTo>
                    <a:pt x="685905" y="309620"/>
                    <a:pt x="690895" y="327525"/>
                    <a:pt x="682676" y="341614"/>
                  </a:cubicBezTo>
                  <a:lnTo>
                    <a:pt x="682676" y="341614"/>
                  </a:lnTo>
                  <a:cubicBezTo>
                    <a:pt x="677393" y="351007"/>
                    <a:pt x="667413" y="356291"/>
                    <a:pt x="657140" y="356291"/>
                  </a:cubicBezTo>
                  <a:lnTo>
                    <a:pt x="657140" y="356291"/>
                  </a:lnTo>
                  <a:cubicBezTo>
                    <a:pt x="652150" y="356291"/>
                    <a:pt x="647160" y="355117"/>
                    <a:pt x="642757" y="352475"/>
                  </a:cubicBezTo>
                  <a:close/>
                  <a:moveTo>
                    <a:pt x="699407" y="253263"/>
                  </a:moveTo>
                  <a:cubicBezTo>
                    <a:pt x="685318" y="245338"/>
                    <a:pt x="680328" y="227433"/>
                    <a:pt x="688547" y="213343"/>
                  </a:cubicBezTo>
                  <a:lnTo>
                    <a:pt x="688253" y="213343"/>
                  </a:lnTo>
                  <a:cubicBezTo>
                    <a:pt x="696472" y="199254"/>
                    <a:pt x="714377" y="194264"/>
                    <a:pt x="728467" y="202483"/>
                  </a:cubicBezTo>
                  <a:lnTo>
                    <a:pt x="728467" y="202483"/>
                  </a:lnTo>
                  <a:cubicBezTo>
                    <a:pt x="742262" y="210408"/>
                    <a:pt x="747546" y="228313"/>
                    <a:pt x="739327" y="242403"/>
                  </a:cubicBezTo>
                  <a:lnTo>
                    <a:pt x="739327" y="242403"/>
                  </a:lnTo>
                  <a:cubicBezTo>
                    <a:pt x="733750" y="251795"/>
                    <a:pt x="724064" y="257372"/>
                    <a:pt x="713790" y="257372"/>
                  </a:cubicBezTo>
                  <a:lnTo>
                    <a:pt x="713790" y="257372"/>
                  </a:lnTo>
                  <a:cubicBezTo>
                    <a:pt x="708800" y="257372"/>
                    <a:pt x="703810" y="255905"/>
                    <a:pt x="699407" y="253263"/>
                  </a:cubicBezTo>
                  <a:close/>
                  <a:moveTo>
                    <a:pt x="755764" y="154345"/>
                  </a:moveTo>
                  <a:cubicBezTo>
                    <a:pt x="741675" y="146126"/>
                    <a:pt x="736685" y="128221"/>
                    <a:pt x="744904" y="114132"/>
                  </a:cubicBezTo>
                  <a:lnTo>
                    <a:pt x="744904" y="114132"/>
                  </a:lnTo>
                  <a:cubicBezTo>
                    <a:pt x="752829" y="100042"/>
                    <a:pt x="770734" y="95052"/>
                    <a:pt x="784823" y="103271"/>
                  </a:cubicBezTo>
                  <a:lnTo>
                    <a:pt x="784823" y="103271"/>
                  </a:lnTo>
                  <a:cubicBezTo>
                    <a:pt x="798913" y="111196"/>
                    <a:pt x="803903" y="129101"/>
                    <a:pt x="795978" y="143191"/>
                  </a:cubicBezTo>
                  <a:lnTo>
                    <a:pt x="795978" y="143191"/>
                  </a:lnTo>
                  <a:cubicBezTo>
                    <a:pt x="790401" y="152584"/>
                    <a:pt x="780421" y="158161"/>
                    <a:pt x="770147" y="158161"/>
                  </a:cubicBezTo>
                  <a:lnTo>
                    <a:pt x="770147" y="158161"/>
                  </a:lnTo>
                  <a:cubicBezTo>
                    <a:pt x="765451" y="158161"/>
                    <a:pt x="760461" y="156693"/>
                    <a:pt x="755764" y="154345"/>
                  </a:cubicBezTo>
                  <a:close/>
                  <a:moveTo>
                    <a:pt x="812121" y="54839"/>
                  </a:moveTo>
                  <a:cubicBezTo>
                    <a:pt x="798032" y="46914"/>
                    <a:pt x="793042" y="29009"/>
                    <a:pt x="800968" y="14920"/>
                  </a:cubicBezTo>
                  <a:lnTo>
                    <a:pt x="800968" y="14920"/>
                  </a:lnTo>
                  <a:cubicBezTo>
                    <a:pt x="808893" y="831"/>
                    <a:pt x="826798" y="-4159"/>
                    <a:pt x="840887" y="3766"/>
                  </a:cubicBezTo>
                  <a:lnTo>
                    <a:pt x="840887" y="3766"/>
                  </a:lnTo>
                  <a:cubicBezTo>
                    <a:pt x="854976" y="11691"/>
                    <a:pt x="860260" y="29596"/>
                    <a:pt x="852041" y="43685"/>
                  </a:cubicBezTo>
                  <a:lnTo>
                    <a:pt x="852041" y="43685"/>
                  </a:lnTo>
                  <a:cubicBezTo>
                    <a:pt x="846758" y="53372"/>
                    <a:pt x="836778" y="58655"/>
                    <a:pt x="826504" y="58655"/>
                  </a:cubicBezTo>
                  <a:lnTo>
                    <a:pt x="826504" y="58655"/>
                  </a:lnTo>
                  <a:cubicBezTo>
                    <a:pt x="821808" y="58655"/>
                    <a:pt x="816818" y="57481"/>
                    <a:pt x="812121" y="5483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5A0A6CF-1549-4F82-637F-8DD00BD572A7}"/>
                </a:ext>
              </a:extLst>
            </p:cNvPr>
            <p:cNvSpPr/>
            <p:nvPr/>
          </p:nvSpPr>
          <p:spPr>
            <a:xfrm>
              <a:off x="6967294" y="1068343"/>
              <a:ext cx="394625" cy="108610"/>
            </a:xfrm>
            <a:custGeom>
              <a:avLst/>
              <a:gdLst>
                <a:gd name="connsiteX0" fmla="*/ 5734 w 394625"/>
                <a:gd name="connsiteY0" fmla="*/ 96576 h 108610"/>
                <a:gd name="connsiteX1" fmla="*/ 11898 w 394625"/>
                <a:gd name="connsiteY1" fmla="*/ 55483 h 108610"/>
                <a:gd name="connsiteX2" fmla="*/ 11898 w 394625"/>
                <a:gd name="connsiteY2" fmla="*/ 55483 h 108610"/>
                <a:gd name="connsiteX3" fmla="*/ 52992 w 394625"/>
                <a:gd name="connsiteY3" fmla="*/ 61647 h 108610"/>
                <a:gd name="connsiteX4" fmla="*/ 52992 w 394625"/>
                <a:gd name="connsiteY4" fmla="*/ 61647 h 108610"/>
                <a:gd name="connsiteX5" fmla="*/ 46828 w 394625"/>
                <a:gd name="connsiteY5" fmla="*/ 102740 h 108610"/>
                <a:gd name="connsiteX6" fmla="*/ 46828 w 394625"/>
                <a:gd name="connsiteY6" fmla="*/ 102740 h 108610"/>
                <a:gd name="connsiteX7" fmla="*/ 29510 w 394625"/>
                <a:gd name="connsiteY7" fmla="*/ 108611 h 108610"/>
                <a:gd name="connsiteX8" fmla="*/ 29510 w 394625"/>
                <a:gd name="connsiteY8" fmla="*/ 108611 h 108610"/>
                <a:gd name="connsiteX9" fmla="*/ 5734 w 394625"/>
                <a:gd name="connsiteY9" fmla="*/ 96576 h 108610"/>
                <a:gd name="connsiteX10" fmla="*/ 347692 w 394625"/>
                <a:gd name="connsiteY10" fmla="*/ 101566 h 108610"/>
                <a:gd name="connsiteX11" fmla="*/ 341822 w 394625"/>
                <a:gd name="connsiteY11" fmla="*/ 60473 h 108610"/>
                <a:gd name="connsiteX12" fmla="*/ 341822 w 394625"/>
                <a:gd name="connsiteY12" fmla="*/ 60473 h 108610"/>
                <a:gd name="connsiteX13" fmla="*/ 382915 w 394625"/>
                <a:gd name="connsiteY13" fmla="*/ 54309 h 108610"/>
                <a:gd name="connsiteX14" fmla="*/ 382915 w 394625"/>
                <a:gd name="connsiteY14" fmla="*/ 54309 h 108610"/>
                <a:gd name="connsiteX15" fmla="*/ 388786 w 394625"/>
                <a:gd name="connsiteY15" fmla="*/ 95402 h 108610"/>
                <a:gd name="connsiteX16" fmla="*/ 388786 w 394625"/>
                <a:gd name="connsiteY16" fmla="*/ 95402 h 108610"/>
                <a:gd name="connsiteX17" fmla="*/ 365304 w 394625"/>
                <a:gd name="connsiteY17" fmla="*/ 107143 h 108610"/>
                <a:gd name="connsiteX18" fmla="*/ 365304 w 394625"/>
                <a:gd name="connsiteY18" fmla="*/ 107143 h 108610"/>
                <a:gd name="connsiteX19" fmla="*/ 347692 w 394625"/>
                <a:gd name="connsiteY19" fmla="*/ 101566 h 108610"/>
                <a:gd name="connsiteX20" fmla="*/ 109055 w 394625"/>
                <a:gd name="connsiteY20" fmla="*/ 36697 h 108610"/>
                <a:gd name="connsiteX21" fmla="*/ 131657 w 394625"/>
                <a:gd name="connsiteY21" fmla="*/ 1474 h 108610"/>
                <a:gd name="connsiteX22" fmla="*/ 131657 w 394625"/>
                <a:gd name="connsiteY22" fmla="*/ 1474 h 108610"/>
                <a:gd name="connsiteX23" fmla="*/ 166587 w 394625"/>
                <a:gd name="connsiteY23" fmla="*/ 24075 h 108610"/>
                <a:gd name="connsiteX24" fmla="*/ 166587 w 394625"/>
                <a:gd name="connsiteY24" fmla="*/ 24075 h 108610"/>
                <a:gd name="connsiteX25" fmla="*/ 143985 w 394625"/>
                <a:gd name="connsiteY25" fmla="*/ 59005 h 108610"/>
                <a:gd name="connsiteX26" fmla="*/ 143985 w 394625"/>
                <a:gd name="connsiteY26" fmla="*/ 59005 h 108610"/>
                <a:gd name="connsiteX27" fmla="*/ 137821 w 394625"/>
                <a:gd name="connsiteY27" fmla="*/ 59592 h 108610"/>
                <a:gd name="connsiteX28" fmla="*/ 137821 w 394625"/>
                <a:gd name="connsiteY28" fmla="*/ 59592 h 108610"/>
                <a:gd name="connsiteX29" fmla="*/ 109055 w 394625"/>
                <a:gd name="connsiteY29" fmla="*/ 36697 h 108610"/>
                <a:gd name="connsiteX30" fmla="*/ 250829 w 394625"/>
                <a:gd name="connsiteY30" fmla="*/ 58124 h 108610"/>
                <a:gd name="connsiteX31" fmla="*/ 227934 w 394625"/>
                <a:gd name="connsiteY31" fmla="*/ 23488 h 108610"/>
                <a:gd name="connsiteX32" fmla="*/ 227934 w 394625"/>
                <a:gd name="connsiteY32" fmla="*/ 23488 h 108610"/>
                <a:gd name="connsiteX33" fmla="*/ 262863 w 394625"/>
                <a:gd name="connsiteY33" fmla="*/ 593 h 108610"/>
                <a:gd name="connsiteX34" fmla="*/ 262863 w 394625"/>
                <a:gd name="connsiteY34" fmla="*/ 593 h 108610"/>
                <a:gd name="connsiteX35" fmla="*/ 285465 w 394625"/>
                <a:gd name="connsiteY35" fmla="*/ 35229 h 108610"/>
                <a:gd name="connsiteX36" fmla="*/ 285465 w 394625"/>
                <a:gd name="connsiteY36" fmla="*/ 35229 h 108610"/>
                <a:gd name="connsiteX37" fmla="*/ 256699 w 394625"/>
                <a:gd name="connsiteY37" fmla="*/ 58712 h 108610"/>
                <a:gd name="connsiteX38" fmla="*/ 256699 w 394625"/>
                <a:gd name="connsiteY38" fmla="*/ 58712 h 108610"/>
                <a:gd name="connsiteX39" fmla="*/ 250829 w 394625"/>
                <a:gd name="connsiteY39" fmla="*/ 58124 h 108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94625" h="108610">
                  <a:moveTo>
                    <a:pt x="5734" y="96576"/>
                  </a:moveTo>
                  <a:cubicBezTo>
                    <a:pt x="-3952" y="83661"/>
                    <a:pt x="-1017" y="65169"/>
                    <a:pt x="11898" y="55483"/>
                  </a:cubicBezTo>
                  <a:lnTo>
                    <a:pt x="11898" y="55483"/>
                  </a:lnTo>
                  <a:cubicBezTo>
                    <a:pt x="25107" y="45796"/>
                    <a:pt x="43306" y="48732"/>
                    <a:pt x="52992" y="61647"/>
                  </a:cubicBezTo>
                  <a:lnTo>
                    <a:pt x="52992" y="61647"/>
                  </a:lnTo>
                  <a:cubicBezTo>
                    <a:pt x="62678" y="74855"/>
                    <a:pt x="59743" y="93348"/>
                    <a:pt x="46828" y="102740"/>
                  </a:cubicBezTo>
                  <a:lnTo>
                    <a:pt x="46828" y="102740"/>
                  </a:lnTo>
                  <a:cubicBezTo>
                    <a:pt x="41544" y="106850"/>
                    <a:pt x="35380" y="108611"/>
                    <a:pt x="29510" y="108611"/>
                  </a:cubicBezTo>
                  <a:lnTo>
                    <a:pt x="29510" y="108611"/>
                  </a:lnTo>
                  <a:cubicBezTo>
                    <a:pt x="20411" y="108611"/>
                    <a:pt x="11605" y="104502"/>
                    <a:pt x="5734" y="96576"/>
                  </a:cubicBezTo>
                  <a:close/>
                  <a:moveTo>
                    <a:pt x="347692" y="101566"/>
                  </a:moveTo>
                  <a:cubicBezTo>
                    <a:pt x="334777" y="91880"/>
                    <a:pt x="332135" y="73388"/>
                    <a:pt x="341822" y="60473"/>
                  </a:cubicBezTo>
                  <a:lnTo>
                    <a:pt x="341822" y="60473"/>
                  </a:lnTo>
                  <a:cubicBezTo>
                    <a:pt x="351508" y="47264"/>
                    <a:pt x="369707" y="44622"/>
                    <a:pt x="382915" y="54309"/>
                  </a:cubicBezTo>
                  <a:lnTo>
                    <a:pt x="382915" y="54309"/>
                  </a:lnTo>
                  <a:cubicBezTo>
                    <a:pt x="395830" y="63995"/>
                    <a:pt x="398472" y="82487"/>
                    <a:pt x="388786" y="95402"/>
                  </a:cubicBezTo>
                  <a:lnTo>
                    <a:pt x="388786" y="95402"/>
                  </a:lnTo>
                  <a:cubicBezTo>
                    <a:pt x="382915" y="103328"/>
                    <a:pt x="374110" y="107143"/>
                    <a:pt x="365304" y="107143"/>
                  </a:cubicBezTo>
                  <a:lnTo>
                    <a:pt x="365304" y="107143"/>
                  </a:lnTo>
                  <a:cubicBezTo>
                    <a:pt x="359140" y="107143"/>
                    <a:pt x="352976" y="105382"/>
                    <a:pt x="347692" y="101566"/>
                  </a:cubicBezTo>
                  <a:close/>
                  <a:moveTo>
                    <a:pt x="109055" y="36697"/>
                  </a:moveTo>
                  <a:cubicBezTo>
                    <a:pt x="105533" y="20847"/>
                    <a:pt x="115807" y="4996"/>
                    <a:pt x="131657" y="1474"/>
                  </a:cubicBezTo>
                  <a:lnTo>
                    <a:pt x="131657" y="1474"/>
                  </a:lnTo>
                  <a:cubicBezTo>
                    <a:pt x="147507" y="-1755"/>
                    <a:pt x="163064" y="8225"/>
                    <a:pt x="166587" y="24075"/>
                  </a:cubicBezTo>
                  <a:lnTo>
                    <a:pt x="166587" y="24075"/>
                  </a:lnTo>
                  <a:cubicBezTo>
                    <a:pt x="170109" y="39632"/>
                    <a:pt x="159836" y="55483"/>
                    <a:pt x="143985" y="59005"/>
                  </a:cubicBezTo>
                  <a:lnTo>
                    <a:pt x="143985" y="59005"/>
                  </a:lnTo>
                  <a:cubicBezTo>
                    <a:pt x="141930" y="59005"/>
                    <a:pt x="139876" y="59592"/>
                    <a:pt x="137821" y="59592"/>
                  </a:cubicBezTo>
                  <a:lnTo>
                    <a:pt x="137821" y="59592"/>
                  </a:lnTo>
                  <a:cubicBezTo>
                    <a:pt x="124319" y="59592"/>
                    <a:pt x="112284" y="50199"/>
                    <a:pt x="109055" y="36697"/>
                  </a:cubicBezTo>
                  <a:close/>
                  <a:moveTo>
                    <a:pt x="250829" y="58124"/>
                  </a:moveTo>
                  <a:cubicBezTo>
                    <a:pt x="234978" y="54896"/>
                    <a:pt x="224705" y="39339"/>
                    <a:pt x="227934" y="23488"/>
                  </a:cubicBezTo>
                  <a:lnTo>
                    <a:pt x="227934" y="23488"/>
                  </a:lnTo>
                  <a:cubicBezTo>
                    <a:pt x="231162" y="7638"/>
                    <a:pt x="247013" y="-2635"/>
                    <a:pt x="262863" y="593"/>
                  </a:cubicBezTo>
                  <a:lnTo>
                    <a:pt x="262863" y="593"/>
                  </a:lnTo>
                  <a:cubicBezTo>
                    <a:pt x="278420" y="3822"/>
                    <a:pt x="288694" y="19379"/>
                    <a:pt x="285465" y="35229"/>
                  </a:cubicBezTo>
                  <a:lnTo>
                    <a:pt x="285465" y="35229"/>
                  </a:lnTo>
                  <a:cubicBezTo>
                    <a:pt x="282529" y="49319"/>
                    <a:pt x="270495" y="58712"/>
                    <a:pt x="256699" y="58712"/>
                  </a:cubicBezTo>
                  <a:lnTo>
                    <a:pt x="256699" y="58712"/>
                  </a:lnTo>
                  <a:cubicBezTo>
                    <a:pt x="254938" y="58712"/>
                    <a:pt x="252883" y="58712"/>
                    <a:pt x="250829" y="581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8D28467-DD1D-2468-D8C9-7BE3FDD1048C}"/>
                </a:ext>
              </a:extLst>
            </p:cNvPr>
            <p:cNvSpPr/>
            <p:nvPr/>
          </p:nvSpPr>
          <p:spPr>
            <a:xfrm>
              <a:off x="7441049" y="1312320"/>
              <a:ext cx="360831" cy="584947"/>
            </a:xfrm>
            <a:custGeom>
              <a:avLst/>
              <a:gdLst>
                <a:gd name="connsiteX0" fmla="*/ 306007 w 360831"/>
                <a:gd name="connsiteY0" fmla="*/ 570271 h 584947"/>
                <a:gd name="connsiteX1" fmla="*/ 316868 w 360831"/>
                <a:gd name="connsiteY1" fmla="*/ 530058 h 584947"/>
                <a:gd name="connsiteX2" fmla="*/ 316868 w 360831"/>
                <a:gd name="connsiteY2" fmla="*/ 530058 h 584947"/>
                <a:gd name="connsiteX3" fmla="*/ 356787 w 360831"/>
                <a:gd name="connsiteY3" fmla="*/ 540919 h 584947"/>
                <a:gd name="connsiteX4" fmla="*/ 356787 w 360831"/>
                <a:gd name="connsiteY4" fmla="*/ 540919 h 584947"/>
                <a:gd name="connsiteX5" fmla="*/ 346221 w 360831"/>
                <a:gd name="connsiteY5" fmla="*/ 581132 h 584947"/>
                <a:gd name="connsiteX6" fmla="*/ 346221 w 360831"/>
                <a:gd name="connsiteY6" fmla="*/ 581132 h 584947"/>
                <a:gd name="connsiteX7" fmla="*/ 331544 w 360831"/>
                <a:gd name="connsiteY7" fmla="*/ 584947 h 584947"/>
                <a:gd name="connsiteX8" fmla="*/ 331544 w 360831"/>
                <a:gd name="connsiteY8" fmla="*/ 584947 h 584947"/>
                <a:gd name="connsiteX9" fmla="*/ 306007 w 360831"/>
                <a:gd name="connsiteY9" fmla="*/ 570271 h 584947"/>
                <a:gd name="connsiteX10" fmla="*/ 245541 w 360831"/>
                <a:gd name="connsiteY10" fmla="*/ 464895 h 584947"/>
                <a:gd name="connsiteX11" fmla="*/ 245541 w 360831"/>
                <a:gd name="connsiteY11" fmla="*/ 464895 h 584947"/>
                <a:gd name="connsiteX12" fmla="*/ 256108 w 360831"/>
                <a:gd name="connsiteY12" fmla="*/ 424976 h 584947"/>
                <a:gd name="connsiteX13" fmla="*/ 256108 w 360831"/>
                <a:gd name="connsiteY13" fmla="*/ 424976 h 584947"/>
                <a:gd name="connsiteX14" fmla="*/ 296321 w 360831"/>
                <a:gd name="connsiteY14" fmla="*/ 435836 h 584947"/>
                <a:gd name="connsiteX15" fmla="*/ 296321 w 360831"/>
                <a:gd name="connsiteY15" fmla="*/ 435836 h 584947"/>
                <a:gd name="connsiteX16" fmla="*/ 285461 w 360831"/>
                <a:gd name="connsiteY16" fmla="*/ 475756 h 584947"/>
                <a:gd name="connsiteX17" fmla="*/ 285461 w 360831"/>
                <a:gd name="connsiteY17" fmla="*/ 475756 h 584947"/>
                <a:gd name="connsiteX18" fmla="*/ 270784 w 360831"/>
                <a:gd name="connsiteY18" fmla="*/ 479865 h 584947"/>
                <a:gd name="connsiteX19" fmla="*/ 270784 w 360831"/>
                <a:gd name="connsiteY19" fmla="*/ 479865 h 584947"/>
                <a:gd name="connsiteX20" fmla="*/ 245541 w 360831"/>
                <a:gd name="connsiteY20" fmla="*/ 464895 h 584947"/>
                <a:gd name="connsiteX21" fmla="*/ 184781 w 360831"/>
                <a:gd name="connsiteY21" fmla="*/ 359813 h 584947"/>
                <a:gd name="connsiteX22" fmla="*/ 184781 w 360831"/>
                <a:gd name="connsiteY22" fmla="*/ 359813 h 584947"/>
                <a:gd name="connsiteX23" fmla="*/ 195642 w 360831"/>
                <a:gd name="connsiteY23" fmla="*/ 319893 h 584947"/>
                <a:gd name="connsiteX24" fmla="*/ 195642 w 360831"/>
                <a:gd name="connsiteY24" fmla="*/ 319893 h 584947"/>
                <a:gd name="connsiteX25" fmla="*/ 235561 w 360831"/>
                <a:gd name="connsiteY25" fmla="*/ 330460 h 584947"/>
                <a:gd name="connsiteX26" fmla="*/ 235561 w 360831"/>
                <a:gd name="connsiteY26" fmla="*/ 330460 h 584947"/>
                <a:gd name="connsiteX27" fmla="*/ 224994 w 360831"/>
                <a:gd name="connsiteY27" fmla="*/ 370673 h 584947"/>
                <a:gd name="connsiteX28" fmla="*/ 224994 w 360831"/>
                <a:gd name="connsiteY28" fmla="*/ 370673 h 584947"/>
                <a:gd name="connsiteX29" fmla="*/ 210318 w 360831"/>
                <a:gd name="connsiteY29" fmla="*/ 374489 h 584947"/>
                <a:gd name="connsiteX30" fmla="*/ 210318 w 360831"/>
                <a:gd name="connsiteY30" fmla="*/ 374489 h 584947"/>
                <a:gd name="connsiteX31" fmla="*/ 184781 w 360831"/>
                <a:gd name="connsiteY31" fmla="*/ 359813 h 584947"/>
                <a:gd name="connsiteX32" fmla="*/ 124315 w 360831"/>
                <a:gd name="connsiteY32" fmla="*/ 254731 h 584947"/>
                <a:gd name="connsiteX33" fmla="*/ 135175 w 360831"/>
                <a:gd name="connsiteY33" fmla="*/ 214518 h 584947"/>
                <a:gd name="connsiteX34" fmla="*/ 135175 w 360831"/>
                <a:gd name="connsiteY34" fmla="*/ 214518 h 584947"/>
                <a:gd name="connsiteX35" fmla="*/ 175095 w 360831"/>
                <a:gd name="connsiteY35" fmla="*/ 225378 h 584947"/>
                <a:gd name="connsiteX36" fmla="*/ 175095 w 360831"/>
                <a:gd name="connsiteY36" fmla="*/ 225378 h 584947"/>
                <a:gd name="connsiteX37" fmla="*/ 164528 w 360831"/>
                <a:gd name="connsiteY37" fmla="*/ 265591 h 584947"/>
                <a:gd name="connsiteX38" fmla="*/ 164528 w 360831"/>
                <a:gd name="connsiteY38" fmla="*/ 265591 h 584947"/>
                <a:gd name="connsiteX39" fmla="*/ 149852 w 360831"/>
                <a:gd name="connsiteY39" fmla="*/ 269407 h 584947"/>
                <a:gd name="connsiteX40" fmla="*/ 149852 w 360831"/>
                <a:gd name="connsiteY40" fmla="*/ 269407 h 584947"/>
                <a:gd name="connsiteX41" fmla="*/ 124315 w 360831"/>
                <a:gd name="connsiteY41" fmla="*/ 254731 h 584947"/>
                <a:gd name="connsiteX42" fmla="*/ 63848 w 360831"/>
                <a:gd name="connsiteY42" fmla="*/ 149355 h 584947"/>
                <a:gd name="connsiteX43" fmla="*/ 75002 w 360831"/>
                <a:gd name="connsiteY43" fmla="*/ 109435 h 584947"/>
                <a:gd name="connsiteX44" fmla="*/ 75002 w 360831"/>
                <a:gd name="connsiteY44" fmla="*/ 109435 h 584947"/>
                <a:gd name="connsiteX45" fmla="*/ 114922 w 360831"/>
                <a:gd name="connsiteY45" fmla="*/ 120296 h 584947"/>
                <a:gd name="connsiteX46" fmla="*/ 114922 w 360831"/>
                <a:gd name="connsiteY46" fmla="*/ 120296 h 584947"/>
                <a:gd name="connsiteX47" fmla="*/ 104062 w 360831"/>
                <a:gd name="connsiteY47" fmla="*/ 160215 h 584947"/>
                <a:gd name="connsiteX48" fmla="*/ 104062 w 360831"/>
                <a:gd name="connsiteY48" fmla="*/ 160215 h 584947"/>
                <a:gd name="connsiteX49" fmla="*/ 89385 w 360831"/>
                <a:gd name="connsiteY49" fmla="*/ 164031 h 584947"/>
                <a:gd name="connsiteX50" fmla="*/ 89385 w 360831"/>
                <a:gd name="connsiteY50" fmla="*/ 164031 h 584947"/>
                <a:gd name="connsiteX51" fmla="*/ 63848 w 360831"/>
                <a:gd name="connsiteY51" fmla="*/ 149355 h 584947"/>
                <a:gd name="connsiteX52" fmla="*/ 3969 w 360831"/>
                <a:gd name="connsiteY52" fmla="*/ 43979 h 584947"/>
                <a:gd name="connsiteX53" fmla="*/ 14830 w 360831"/>
                <a:gd name="connsiteY53" fmla="*/ 3766 h 584947"/>
                <a:gd name="connsiteX54" fmla="*/ 14830 w 360831"/>
                <a:gd name="connsiteY54" fmla="*/ 3766 h 584947"/>
                <a:gd name="connsiteX55" fmla="*/ 55043 w 360831"/>
                <a:gd name="connsiteY55" fmla="*/ 14920 h 584947"/>
                <a:gd name="connsiteX56" fmla="*/ 55043 w 360831"/>
                <a:gd name="connsiteY56" fmla="*/ 14920 h 584947"/>
                <a:gd name="connsiteX57" fmla="*/ 43889 w 360831"/>
                <a:gd name="connsiteY57" fmla="*/ 54839 h 584947"/>
                <a:gd name="connsiteX58" fmla="*/ 43889 w 360831"/>
                <a:gd name="connsiteY58" fmla="*/ 54839 h 584947"/>
                <a:gd name="connsiteX59" fmla="*/ 29506 w 360831"/>
                <a:gd name="connsiteY59" fmla="*/ 58655 h 584947"/>
                <a:gd name="connsiteX60" fmla="*/ 29506 w 360831"/>
                <a:gd name="connsiteY60" fmla="*/ 58655 h 584947"/>
                <a:gd name="connsiteX61" fmla="*/ 3969 w 360831"/>
                <a:gd name="connsiteY61" fmla="*/ 43979 h 58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60831" h="584947">
                  <a:moveTo>
                    <a:pt x="306007" y="570271"/>
                  </a:moveTo>
                  <a:cubicBezTo>
                    <a:pt x="297789" y="556182"/>
                    <a:pt x="302779" y="538277"/>
                    <a:pt x="316868" y="530058"/>
                  </a:cubicBezTo>
                  <a:lnTo>
                    <a:pt x="316868" y="530058"/>
                  </a:lnTo>
                  <a:cubicBezTo>
                    <a:pt x="330957" y="522133"/>
                    <a:pt x="348862" y="526829"/>
                    <a:pt x="356787" y="540919"/>
                  </a:cubicBezTo>
                  <a:lnTo>
                    <a:pt x="356787" y="540919"/>
                  </a:lnTo>
                  <a:cubicBezTo>
                    <a:pt x="365006" y="555008"/>
                    <a:pt x="360310" y="572913"/>
                    <a:pt x="346221" y="581132"/>
                  </a:cubicBezTo>
                  <a:lnTo>
                    <a:pt x="346221" y="581132"/>
                  </a:lnTo>
                  <a:cubicBezTo>
                    <a:pt x="341524" y="583773"/>
                    <a:pt x="336534" y="584947"/>
                    <a:pt x="331544" y="584947"/>
                  </a:cubicBezTo>
                  <a:lnTo>
                    <a:pt x="331544" y="584947"/>
                  </a:lnTo>
                  <a:cubicBezTo>
                    <a:pt x="321271" y="584947"/>
                    <a:pt x="311291" y="579664"/>
                    <a:pt x="306007" y="570271"/>
                  </a:cubicBezTo>
                  <a:close/>
                  <a:moveTo>
                    <a:pt x="245541" y="464895"/>
                  </a:moveTo>
                  <a:lnTo>
                    <a:pt x="245541" y="464895"/>
                  </a:lnTo>
                  <a:cubicBezTo>
                    <a:pt x="237322" y="451100"/>
                    <a:pt x="242019" y="432901"/>
                    <a:pt x="256108" y="424976"/>
                  </a:cubicBezTo>
                  <a:lnTo>
                    <a:pt x="256108" y="424976"/>
                  </a:lnTo>
                  <a:cubicBezTo>
                    <a:pt x="270197" y="416757"/>
                    <a:pt x="288102" y="421747"/>
                    <a:pt x="296321" y="435836"/>
                  </a:cubicBezTo>
                  <a:lnTo>
                    <a:pt x="296321" y="435836"/>
                  </a:lnTo>
                  <a:cubicBezTo>
                    <a:pt x="304246" y="449925"/>
                    <a:pt x="299550" y="467831"/>
                    <a:pt x="285461" y="475756"/>
                  </a:cubicBezTo>
                  <a:lnTo>
                    <a:pt x="285461" y="475756"/>
                  </a:lnTo>
                  <a:cubicBezTo>
                    <a:pt x="280764" y="478398"/>
                    <a:pt x="275774" y="479865"/>
                    <a:pt x="270784" y="479865"/>
                  </a:cubicBezTo>
                  <a:lnTo>
                    <a:pt x="270784" y="479865"/>
                  </a:lnTo>
                  <a:cubicBezTo>
                    <a:pt x="260804" y="479865"/>
                    <a:pt x="250825" y="474582"/>
                    <a:pt x="245541" y="464895"/>
                  </a:cubicBezTo>
                  <a:close/>
                  <a:moveTo>
                    <a:pt x="184781" y="359813"/>
                  </a:moveTo>
                  <a:lnTo>
                    <a:pt x="184781" y="359813"/>
                  </a:lnTo>
                  <a:cubicBezTo>
                    <a:pt x="176562" y="345724"/>
                    <a:pt x="181552" y="327819"/>
                    <a:pt x="195642" y="319893"/>
                  </a:cubicBezTo>
                  <a:lnTo>
                    <a:pt x="195642" y="319893"/>
                  </a:lnTo>
                  <a:cubicBezTo>
                    <a:pt x="209731" y="311675"/>
                    <a:pt x="227636" y="316665"/>
                    <a:pt x="235561" y="330460"/>
                  </a:cubicBezTo>
                  <a:lnTo>
                    <a:pt x="235561" y="330460"/>
                  </a:lnTo>
                  <a:cubicBezTo>
                    <a:pt x="243780" y="344550"/>
                    <a:pt x="238790" y="362455"/>
                    <a:pt x="224994" y="370673"/>
                  </a:cubicBezTo>
                  <a:lnTo>
                    <a:pt x="224994" y="370673"/>
                  </a:lnTo>
                  <a:cubicBezTo>
                    <a:pt x="220298" y="373315"/>
                    <a:pt x="215308" y="374489"/>
                    <a:pt x="210318" y="374489"/>
                  </a:cubicBezTo>
                  <a:lnTo>
                    <a:pt x="210318" y="374489"/>
                  </a:lnTo>
                  <a:cubicBezTo>
                    <a:pt x="200045" y="374489"/>
                    <a:pt x="190358" y="369206"/>
                    <a:pt x="184781" y="359813"/>
                  </a:cubicBezTo>
                  <a:close/>
                  <a:moveTo>
                    <a:pt x="124315" y="254731"/>
                  </a:moveTo>
                  <a:cubicBezTo>
                    <a:pt x="116390" y="240641"/>
                    <a:pt x="121086" y="222736"/>
                    <a:pt x="135175" y="214518"/>
                  </a:cubicBezTo>
                  <a:lnTo>
                    <a:pt x="135175" y="214518"/>
                  </a:lnTo>
                  <a:cubicBezTo>
                    <a:pt x="149264" y="206592"/>
                    <a:pt x="167170" y="211289"/>
                    <a:pt x="175095" y="225378"/>
                  </a:cubicBezTo>
                  <a:lnTo>
                    <a:pt x="175095" y="225378"/>
                  </a:lnTo>
                  <a:cubicBezTo>
                    <a:pt x="183314" y="239467"/>
                    <a:pt x="178617" y="257372"/>
                    <a:pt x="164528" y="265591"/>
                  </a:cubicBezTo>
                  <a:lnTo>
                    <a:pt x="164528" y="265591"/>
                  </a:lnTo>
                  <a:cubicBezTo>
                    <a:pt x="159831" y="268233"/>
                    <a:pt x="154841" y="269407"/>
                    <a:pt x="149852" y="269407"/>
                  </a:cubicBezTo>
                  <a:lnTo>
                    <a:pt x="149852" y="269407"/>
                  </a:lnTo>
                  <a:cubicBezTo>
                    <a:pt x="139578" y="269407"/>
                    <a:pt x="129892" y="264123"/>
                    <a:pt x="124315" y="254731"/>
                  </a:cubicBezTo>
                  <a:close/>
                  <a:moveTo>
                    <a:pt x="63848" y="149355"/>
                  </a:moveTo>
                  <a:cubicBezTo>
                    <a:pt x="55923" y="135266"/>
                    <a:pt x="60620" y="117360"/>
                    <a:pt x="75002" y="109435"/>
                  </a:cubicBezTo>
                  <a:lnTo>
                    <a:pt x="75002" y="109435"/>
                  </a:lnTo>
                  <a:cubicBezTo>
                    <a:pt x="89092" y="101217"/>
                    <a:pt x="106997" y="106206"/>
                    <a:pt x="114922" y="120296"/>
                  </a:cubicBezTo>
                  <a:lnTo>
                    <a:pt x="114922" y="120296"/>
                  </a:lnTo>
                  <a:cubicBezTo>
                    <a:pt x="122847" y="134385"/>
                    <a:pt x="118151" y="152290"/>
                    <a:pt x="104062" y="160215"/>
                  </a:cubicBezTo>
                  <a:lnTo>
                    <a:pt x="104062" y="160215"/>
                  </a:lnTo>
                  <a:cubicBezTo>
                    <a:pt x="99365" y="162857"/>
                    <a:pt x="94375" y="164031"/>
                    <a:pt x="89385" y="164031"/>
                  </a:cubicBezTo>
                  <a:lnTo>
                    <a:pt x="89385" y="164031"/>
                  </a:lnTo>
                  <a:cubicBezTo>
                    <a:pt x="79112" y="164031"/>
                    <a:pt x="69426" y="158748"/>
                    <a:pt x="63848" y="149355"/>
                  </a:cubicBezTo>
                  <a:close/>
                  <a:moveTo>
                    <a:pt x="3969" y="43979"/>
                  </a:move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919" y="-4159"/>
                    <a:pt x="46824" y="831"/>
                    <a:pt x="55043" y="14920"/>
                  </a:cubicBezTo>
                  <a:lnTo>
                    <a:pt x="55043" y="14920"/>
                  </a:lnTo>
                  <a:cubicBezTo>
                    <a:pt x="62968" y="29009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192" y="57481"/>
                    <a:pt x="34202" y="58655"/>
                    <a:pt x="29506" y="58655"/>
                  </a:cubicBezTo>
                  <a:lnTo>
                    <a:pt x="29506" y="58655"/>
                  </a:lnTo>
                  <a:cubicBezTo>
                    <a:pt x="19232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23FB070-49E0-5EC6-940C-9382B64686D1}"/>
                </a:ext>
              </a:extLst>
            </p:cNvPr>
            <p:cNvSpPr/>
            <p:nvPr/>
          </p:nvSpPr>
          <p:spPr>
            <a:xfrm>
              <a:off x="7863433" y="2047896"/>
              <a:ext cx="776987" cy="1309076"/>
            </a:xfrm>
            <a:custGeom>
              <a:avLst/>
              <a:gdLst>
                <a:gd name="connsiteX0" fmla="*/ 722227 w 776987"/>
                <a:gd name="connsiteY0" fmla="*/ 1294400 h 1309076"/>
                <a:gd name="connsiteX1" fmla="*/ 733088 w 776987"/>
                <a:gd name="connsiteY1" fmla="*/ 1254480 h 1309076"/>
                <a:gd name="connsiteX2" fmla="*/ 733088 w 776987"/>
                <a:gd name="connsiteY2" fmla="*/ 1254480 h 1309076"/>
                <a:gd name="connsiteX3" fmla="*/ 773008 w 776987"/>
                <a:gd name="connsiteY3" fmla="*/ 1265047 h 1309076"/>
                <a:gd name="connsiteX4" fmla="*/ 773008 w 776987"/>
                <a:gd name="connsiteY4" fmla="*/ 1265047 h 1309076"/>
                <a:gd name="connsiteX5" fmla="*/ 762441 w 776987"/>
                <a:gd name="connsiteY5" fmla="*/ 1305260 h 1309076"/>
                <a:gd name="connsiteX6" fmla="*/ 762441 w 776987"/>
                <a:gd name="connsiteY6" fmla="*/ 1305260 h 1309076"/>
                <a:gd name="connsiteX7" fmla="*/ 747764 w 776987"/>
                <a:gd name="connsiteY7" fmla="*/ 1309076 h 1309076"/>
                <a:gd name="connsiteX8" fmla="*/ 747764 w 776987"/>
                <a:gd name="connsiteY8" fmla="*/ 1309076 h 1309076"/>
                <a:gd name="connsiteX9" fmla="*/ 722227 w 776987"/>
                <a:gd name="connsiteY9" fmla="*/ 1294400 h 1309076"/>
                <a:gd name="connsiteX10" fmla="*/ 662055 w 776987"/>
                <a:gd name="connsiteY10" fmla="*/ 1190198 h 1309076"/>
                <a:gd name="connsiteX11" fmla="*/ 662055 w 776987"/>
                <a:gd name="connsiteY11" fmla="*/ 1190198 h 1309076"/>
                <a:gd name="connsiteX12" fmla="*/ 672915 w 776987"/>
                <a:gd name="connsiteY12" fmla="*/ 1150279 h 1309076"/>
                <a:gd name="connsiteX13" fmla="*/ 672915 w 776987"/>
                <a:gd name="connsiteY13" fmla="*/ 1150279 h 1309076"/>
                <a:gd name="connsiteX14" fmla="*/ 713128 w 776987"/>
                <a:gd name="connsiteY14" fmla="*/ 1161139 h 1309076"/>
                <a:gd name="connsiteX15" fmla="*/ 713128 w 776987"/>
                <a:gd name="connsiteY15" fmla="*/ 1161139 h 1309076"/>
                <a:gd name="connsiteX16" fmla="*/ 702268 w 776987"/>
                <a:gd name="connsiteY16" fmla="*/ 1201059 h 1309076"/>
                <a:gd name="connsiteX17" fmla="*/ 702268 w 776987"/>
                <a:gd name="connsiteY17" fmla="*/ 1201059 h 1309076"/>
                <a:gd name="connsiteX18" fmla="*/ 687591 w 776987"/>
                <a:gd name="connsiteY18" fmla="*/ 1205168 h 1309076"/>
                <a:gd name="connsiteX19" fmla="*/ 687591 w 776987"/>
                <a:gd name="connsiteY19" fmla="*/ 1205168 h 1309076"/>
                <a:gd name="connsiteX20" fmla="*/ 662055 w 776987"/>
                <a:gd name="connsiteY20" fmla="*/ 1190198 h 1309076"/>
                <a:gd name="connsiteX21" fmla="*/ 602175 w 776987"/>
                <a:gd name="connsiteY21" fmla="*/ 1086290 h 1309076"/>
                <a:gd name="connsiteX22" fmla="*/ 613036 w 776987"/>
                <a:gd name="connsiteY22" fmla="*/ 1046077 h 1309076"/>
                <a:gd name="connsiteX23" fmla="*/ 613036 w 776987"/>
                <a:gd name="connsiteY23" fmla="*/ 1046077 h 1309076"/>
                <a:gd name="connsiteX24" fmla="*/ 652955 w 776987"/>
                <a:gd name="connsiteY24" fmla="*/ 1056937 h 1309076"/>
                <a:gd name="connsiteX25" fmla="*/ 652955 w 776987"/>
                <a:gd name="connsiteY25" fmla="*/ 1056937 h 1309076"/>
                <a:gd name="connsiteX26" fmla="*/ 642095 w 776987"/>
                <a:gd name="connsiteY26" fmla="*/ 1097150 h 1309076"/>
                <a:gd name="connsiteX27" fmla="*/ 642095 w 776987"/>
                <a:gd name="connsiteY27" fmla="*/ 1097150 h 1309076"/>
                <a:gd name="connsiteX28" fmla="*/ 627712 w 776987"/>
                <a:gd name="connsiteY28" fmla="*/ 1100966 h 1309076"/>
                <a:gd name="connsiteX29" fmla="*/ 627712 w 776987"/>
                <a:gd name="connsiteY29" fmla="*/ 1100966 h 1309076"/>
                <a:gd name="connsiteX30" fmla="*/ 602175 w 776987"/>
                <a:gd name="connsiteY30" fmla="*/ 1086290 h 1309076"/>
                <a:gd name="connsiteX31" fmla="*/ 542296 w 776987"/>
                <a:gd name="connsiteY31" fmla="*/ 982088 h 1309076"/>
                <a:gd name="connsiteX32" fmla="*/ 552863 w 776987"/>
                <a:gd name="connsiteY32" fmla="*/ 942169 h 1309076"/>
                <a:gd name="connsiteX33" fmla="*/ 552863 w 776987"/>
                <a:gd name="connsiteY33" fmla="*/ 942169 h 1309076"/>
                <a:gd name="connsiteX34" fmla="*/ 593076 w 776987"/>
                <a:gd name="connsiteY34" fmla="*/ 952736 h 1309076"/>
                <a:gd name="connsiteX35" fmla="*/ 593076 w 776987"/>
                <a:gd name="connsiteY35" fmla="*/ 952736 h 1309076"/>
                <a:gd name="connsiteX36" fmla="*/ 582216 w 776987"/>
                <a:gd name="connsiteY36" fmla="*/ 992949 h 1309076"/>
                <a:gd name="connsiteX37" fmla="*/ 582216 w 776987"/>
                <a:gd name="connsiteY37" fmla="*/ 992949 h 1309076"/>
                <a:gd name="connsiteX38" fmla="*/ 567539 w 776987"/>
                <a:gd name="connsiteY38" fmla="*/ 996765 h 1309076"/>
                <a:gd name="connsiteX39" fmla="*/ 567539 w 776987"/>
                <a:gd name="connsiteY39" fmla="*/ 996765 h 1309076"/>
                <a:gd name="connsiteX40" fmla="*/ 542296 w 776987"/>
                <a:gd name="connsiteY40" fmla="*/ 982088 h 1309076"/>
                <a:gd name="connsiteX41" fmla="*/ 482123 w 776987"/>
                <a:gd name="connsiteY41" fmla="*/ 877886 h 1309076"/>
                <a:gd name="connsiteX42" fmla="*/ 492984 w 776987"/>
                <a:gd name="connsiteY42" fmla="*/ 837967 h 1309076"/>
                <a:gd name="connsiteX43" fmla="*/ 492984 w 776987"/>
                <a:gd name="connsiteY43" fmla="*/ 837967 h 1309076"/>
                <a:gd name="connsiteX44" fmla="*/ 533197 w 776987"/>
                <a:gd name="connsiteY44" fmla="*/ 848827 h 1309076"/>
                <a:gd name="connsiteX45" fmla="*/ 533197 w 776987"/>
                <a:gd name="connsiteY45" fmla="*/ 848827 h 1309076"/>
                <a:gd name="connsiteX46" fmla="*/ 522336 w 776987"/>
                <a:gd name="connsiteY46" fmla="*/ 888747 h 1309076"/>
                <a:gd name="connsiteX47" fmla="*/ 522336 w 776987"/>
                <a:gd name="connsiteY47" fmla="*/ 888747 h 1309076"/>
                <a:gd name="connsiteX48" fmla="*/ 507660 w 776987"/>
                <a:gd name="connsiteY48" fmla="*/ 892563 h 1309076"/>
                <a:gd name="connsiteX49" fmla="*/ 507660 w 776987"/>
                <a:gd name="connsiteY49" fmla="*/ 892563 h 1309076"/>
                <a:gd name="connsiteX50" fmla="*/ 482123 w 776987"/>
                <a:gd name="connsiteY50" fmla="*/ 877886 h 1309076"/>
                <a:gd name="connsiteX51" fmla="*/ 422244 w 776987"/>
                <a:gd name="connsiteY51" fmla="*/ 773685 h 1309076"/>
                <a:gd name="connsiteX52" fmla="*/ 433104 w 776987"/>
                <a:gd name="connsiteY52" fmla="*/ 733765 h 1309076"/>
                <a:gd name="connsiteX53" fmla="*/ 433104 w 776987"/>
                <a:gd name="connsiteY53" fmla="*/ 733765 h 1309076"/>
                <a:gd name="connsiteX54" fmla="*/ 473317 w 776987"/>
                <a:gd name="connsiteY54" fmla="*/ 744626 h 1309076"/>
                <a:gd name="connsiteX55" fmla="*/ 473317 w 776987"/>
                <a:gd name="connsiteY55" fmla="*/ 744626 h 1309076"/>
                <a:gd name="connsiteX56" fmla="*/ 462457 w 776987"/>
                <a:gd name="connsiteY56" fmla="*/ 784545 h 1309076"/>
                <a:gd name="connsiteX57" fmla="*/ 462457 w 776987"/>
                <a:gd name="connsiteY57" fmla="*/ 784545 h 1309076"/>
                <a:gd name="connsiteX58" fmla="*/ 447781 w 776987"/>
                <a:gd name="connsiteY58" fmla="*/ 788361 h 1309076"/>
                <a:gd name="connsiteX59" fmla="*/ 447781 w 776987"/>
                <a:gd name="connsiteY59" fmla="*/ 788361 h 1309076"/>
                <a:gd name="connsiteX60" fmla="*/ 422244 w 776987"/>
                <a:gd name="connsiteY60" fmla="*/ 773685 h 1309076"/>
                <a:gd name="connsiteX61" fmla="*/ 362658 w 776987"/>
                <a:gd name="connsiteY61" fmla="*/ 669483 h 1309076"/>
                <a:gd name="connsiteX62" fmla="*/ 373225 w 776987"/>
                <a:gd name="connsiteY62" fmla="*/ 629563 h 1309076"/>
                <a:gd name="connsiteX63" fmla="*/ 373225 w 776987"/>
                <a:gd name="connsiteY63" fmla="*/ 629563 h 1309076"/>
                <a:gd name="connsiteX64" fmla="*/ 413438 w 776987"/>
                <a:gd name="connsiteY64" fmla="*/ 640424 h 1309076"/>
                <a:gd name="connsiteX65" fmla="*/ 413438 w 776987"/>
                <a:gd name="connsiteY65" fmla="*/ 640424 h 1309076"/>
                <a:gd name="connsiteX66" fmla="*/ 402578 w 776987"/>
                <a:gd name="connsiteY66" fmla="*/ 680343 h 1309076"/>
                <a:gd name="connsiteX67" fmla="*/ 402578 w 776987"/>
                <a:gd name="connsiteY67" fmla="*/ 680343 h 1309076"/>
                <a:gd name="connsiteX68" fmla="*/ 387901 w 776987"/>
                <a:gd name="connsiteY68" fmla="*/ 684159 h 1309076"/>
                <a:gd name="connsiteX69" fmla="*/ 387901 w 776987"/>
                <a:gd name="connsiteY69" fmla="*/ 684159 h 1309076"/>
                <a:gd name="connsiteX70" fmla="*/ 362658 w 776987"/>
                <a:gd name="connsiteY70" fmla="*/ 669483 h 1309076"/>
                <a:gd name="connsiteX71" fmla="*/ 302779 w 776987"/>
                <a:gd name="connsiteY71" fmla="*/ 565281 h 1309076"/>
                <a:gd name="connsiteX72" fmla="*/ 313639 w 776987"/>
                <a:gd name="connsiteY72" fmla="*/ 525362 h 1309076"/>
                <a:gd name="connsiteX73" fmla="*/ 313639 w 776987"/>
                <a:gd name="connsiteY73" fmla="*/ 525362 h 1309076"/>
                <a:gd name="connsiteX74" fmla="*/ 353559 w 776987"/>
                <a:gd name="connsiteY74" fmla="*/ 536222 h 1309076"/>
                <a:gd name="connsiteX75" fmla="*/ 353559 w 776987"/>
                <a:gd name="connsiteY75" fmla="*/ 536222 h 1309076"/>
                <a:gd name="connsiteX76" fmla="*/ 342698 w 776987"/>
                <a:gd name="connsiteY76" fmla="*/ 576142 h 1309076"/>
                <a:gd name="connsiteX77" fmla="*/ 342698 w 776987"/>
                <a:gd name="connsiteY77" fmla="*/ 576142 h 1309076"/>
                <a:gd name="connsiteX78" fmla="*/ 328316 w 776987"/>
                <a:gd name="connsiteY78" fmla="*/ 579958 h 1309076"/>
                <a:gd name="connsiteX79" fmla="*/ 328316 w 776987"/>
                <a:gd name="connsiteY79" fmla="*/ 579958 h 1309076"/>
                <a:gd name="connsiteX80" fmla="*/ 302779 w 776987"/>
                <a:gd name="connsiteY80" fmla="*/ 565281 h 1309076"/>
                <a:gd name="connsiteX81" fmla="*/ 242899 w 776987"/>
                <a:gd name="connsiteY81" fmla="*/ 461079 h 1309076"/>
                <a:gd name="connsiteX82" fmla="*/ 242899 w 776987"/>
                <a:gd name="connsiteY82" fmla="*/ 461079 h 1309076"/>
                <a:gd name="connsiteX83" fmla="*/ 253760 w 776987"/>
                <a:gd name="connsiteY83" fmla="*/ 420866 h 1309076"/>
                <a:gd name="connsiteX84" fmla="*/ 253760 w 776987"/>
                <a:gd name="connsiteY84" fmla="*/ 420866 h 1309076"/>
                <a:gd name="connsiteX85" fmla="*/ 293973 w 776987"/>
                <a:gd name="connsiteY85" fmla="*/ 431727 h 1309076"/>
                <a:gd name="connsiteX86" fmla="*/ 293973 w 776987"/>
                <a:gd name="connsiteY86" fmla="*/ 431727 h 1309076"/>
                <a:gd name="connsiteX87" fmla="*/ 283112 w 776987"/>
                <a:gd name="connsiteY87" fmla="*/ 471940 h 1309076"/>
                <a:gd name="connsiteX88" fmla="*/ 283112 w 776987"/>
                <a:gd name="connsiteY88" fmla="*/ 471940 h 1309076"/>
                <a:gd name="connsiteX89" fmla="*/ 268436 w 776987"/>
                <a:gd name="connsiteY89" fmla="*/ 475756 h 1309076"/>
                <a:gd name="connsiteX90" fmla="*/ 268436 w 776987"/>
                <a:gd name="connsiteY90" fmla="*/ 475756 h 1309076"/>
                <a:gd name="connsiteX91" fmla="*/ 242899 w 776987"/>
                <a:gd name="connsiteY91" fmla="*/ 461079 h 1309076"/>
                <a:gd name="connsiteX92" fmla="*/ 183314 w 776987"/>
                <a:gd name="connsiteY92" fmla="*/ 356584 h 1309076"/>
                <a:gd name="connsiteX93" fmla="*/ 194174 w 776987"/>
                <a:gd name="connsiteY93" fmla="*/ 316665 h 1309076"/>
                <a:gd name="connsiteX94" fmla="*/ 194174 w 776987"/>
                <a:gd name="connsiteY94" fmla="*/ 316665 h 1309076"/>
                <a:gd name="connsiteX95" fmla="*/ 234094 w 776987"/>
                <a:gd name="connsiteY95" fmla="*/ 327525 h 1309076"/>
                <a:gd name="connsiteX96" fmla="*/ 234094 w 776987"/>
                <a:gd name="connsiteY96" fmla="*/ 327525 h 1309076"/>
                <a:gd name="connsiteX97" fmla="*/ 223233 w 776987"/>
                <a:gd name="connsiteY97" fmla="*/ 367445 h 1309076"/>
                <a:gd name="connsiteX98" fmla="*/ 223233 w 776987"/>
                <a:gd name="connsiteY98" fmla="*/ 367445 h 1309076"/>
                <a:gd name="connsiteX99" fmla="*/ 208557 w 776987"/>
                <a:gd name="connsiteY99" fmla="*/ 371554 h 1309076"/>
                <a:gd name="connsiteX100" fmla="*/ 208557 w 776987"/>
                <a:gd name="connsiteY100" fmla="*/ 371554 h 1309076"/>
                <a:gd name="connsiteX101" fmla="*/ 183314 w 776987"/>
                <a:gd name="connsiteY101" fmla="*/ 356584 h 1309076"/>
                <a:gd name="connsiteX102" fmla="*/ 123434 w 776987"/>
                <a:gd name="connsiteY102" fmla="*/ 252382 h 1309076"/>
                <a:gd name="connsiteX103" fmla="*/ 134295 w 776987"/>
                <a:gd name="connsiteY103" fmla="*/ 212463 h 1309076"/>
                <a:gd name="connsiteX104" fmla="*/ 134295 w 776987"/>
                <a:gd name="connsiteY104" fmla="*/ 212463 h 1309076"/>
                <a:gd name="connsiteX105" fmla="*/ 174508 w 776987"/>
                <a:gd name="connsiteY105" fmla="*/ 223323 h 1309076"/>
                <a:gd name="connsiteX106" fmla="*/ 174508 w 776987"/>
                <a:gd name="connsiteY106" fmla="*/ 223323 h 1309076"/>
                <a:gd name="connsiteX107" fmla="*/ 163647 w 776987"/>
                <a:gd name="connsiteY107" fmla="*/ 263243 h 1309076"/>
                <a:gd name="connsiteX108" fmla="*/ 163647 w 776987"/>
                <a:gd name="connsiteY108" fmla="*/ 263243 h 1309076"/>
                <a:gd name="connsiteX109" fmla="*/ 148971 w 776987"/>
                <a:gd name="connsiteY109" fmla="*/ 267352 h 1309076"/>
                <a:gd name="connsiteX110" fmla="*/ 148971 w 776987"/>
                <a:gd name="connsiteY110" fmla="*/ 267352 h 1309076"/>
                <a:gd name="connsiteX111" fmla="*/ 123434 w 776987"/>
                <a:gd name="connsiteY111" fmla="*/ 252382 h 1309076"/>
                <a:gd name="connsiteX112" fmla="*/ 63555 w 776987"/>
                <a:gd name="connsiteY112" fmla="*/ 148181 h 1309076"/>
                <a:gd name="connsiteX113" fmla="*/ 74415 w 776987"/>
                <a:gd name="connsiteY113" fmla="*/ 108261 h 1309076"/>
                <a:gd name="connsiteX114" fmla="*/ 74415 w 776987"/>
                <a:gd name="connsiteY114" fmla="*/ 108261 h 1309076"/>
                <a:gd name="connsiteX115" fmla="*/ 114629 w 776987"/>
                <a:gd name="connsiteY115" fmla="*/ 119122 h 1309076"/>
                <a:gd name="connsiteX116" fmla="*/ 114629 w 776987"/>
                <a:gd name="connsiteY116" fmla="*/ 119122 h 1309076"/>
                <a:gd name="connsiteX117" fmla="*/ 103768 w 776987"/>
                <a:gd name="connsiteY117" fmla="*/ 159041 h 1309076"/>
                <a:gd name="connsiteX118" fmla="*/ 103768 w 776987"/>
                <a:gd name="connsiteY118" fmla="*/ 159041 h 1309076"/>
                <a:gd name="connsiteX119" fmla="*/ 89092 w 776987"/>
                <a:gd name="connsiteY119" fmla="*/ 162857 h 1309076"/>
                <a:gd name="connsiteX120" fmla="*/ 89092 w 776987"/>
                <a:gd name="connsiteY120" fmla="*/ 162857 h 1309076"/>
                <a:gd name="connsiteX121" fmla="*/ 63555 w 776987"/>
                <a:gd name="connsiteY121" fmla="*/ 148181 h 1309076"/>
                <a:gd name="connsiteX122" fmla="*/ 3969 w 776987"/>
                <a:gd name="connsiteY122" fmla="*/ 43979 h 1309076"/>
                <a:gd name="connsiteX123" fmla="*/ 3969 w 776987"/>
                <a:gd name="connsiteY123" fmla="*/ 43979 h 1309076"/>
                <a:gd name="connsiteX124" fmla="*/ 14830 w 776987"/>
                <a:gd name="connsiteY124" fmla="*/ 3766 h 1309076"/>
                <a:gd name="connsiteX125" fmla="*/ 14830 w 776987"/>
                <a:gd name="connsiteY125" fmla="*/ 3766 h 1309076"/>
                <a:gd name="connsiteX126" fmla="*/ 54749 w 776987"/>
                <a:gd name="connsiteY126" fmla="*/ 14920 h 1309076"/>
                <a:gd name="connsiteX127" fmla="*/ 54749 w 776987"/>
                <a:gd name="connsiteY127" fmla="*/ 14920 h 1309076"/>
                <a:gd name="connsiteX128" fmla="*/ 43889 w 776987"/>
                <a:gd name="connsiteY128" fmla="*/ 54839 h 1309076"/>
                <a:gd name="connsiteX129" fmla="*/ 43889 w 776987"/>
                <a:gd name="connsiteY129" fmla="*/ 54839 h 1309076"/>
                <a:gd name="connsiteX130" fmla="*/ 29506 w 776987"/>
                <a:gd name="connsiteY130" fmla="*/ 58655 h 1309076"/>
                <a:gd name="connsiteX131" fmla="*/ 29506 w 776987"/>
                <a:gd name="connsiteY131" fmla="*/ 58655 h 1309076"/>
                <a:gd name="connsiteX132" fmla="*/ 3969 w 776987"/>
                <a:gd name="connsiteY132" fmla="*/ 43979 h 130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776987" h="1309076">
                  <a:moveTo>
                    <a:pt x="722227" y="1294400"/>
                  </a:moveTo>
                  <a:cubicBezTo>
                    <a:pt x="714009" y="1280604"/>
                    <a:pt x="718999" y="1262406"/>
                    <a:pt x="733088" y="1254480"/>
                  </a:cubicBezTo>
                  <a:lnTo>
                    <a:pt x="733088" y="1254480"/>
                  </a:lnTo>
                  <a:cubicBezTo>
                    <a:pt x="746884" y="1246262"/>
                    <a:pt x="765082" y="1250958"/>
                    <a:pt x="773008" y="1265047"/>
                  </a:cubicBezTo>
                  <a:lnTo>
                    <a:pt x="773008" y="1265047"/>
                  </a:lnTo>
                  <a:cubicBezTo>
                    <a:pt x="781226" y="1279136"/>
                    <a:pt x="776236" y="1297042"/>
                    <a:pt x="762441" y="1305260"/>
                  </a:cubicBezTo>
                  <a:lnTo>
                    <a:pt x="762441" y="1305260"/>
                  </a:lnTo>
                  <a:cubicBezTo>
                    <a:pt x="757744" y="1307902"/>
                    <a:pt x="752754" y="1309076"/>
                    <a:pt x="747764" y="1309076"/>
                  </a:cubicBezTo>
                  <a:lnTo>
                    <a:pt x="747764" y="1309076"/>
                  </a:lnTo>
                  <a:cubicBezTo>
                    <a:pt x="737491" y="1309076"/>
                    <a:pt x="727805" y="1303793"/>
                    <a:pt x="722227" y="1294400"/>
                  </a:cubicBezTo>
                  <a:close/>
                  <a:moveTo>
                    <a:pt x="662055" y="1190198"/>
                  </a:moveTo>
                  <a:lnTo>
                    <a:pt x="662055" y="1190198"/>
                  </a:lnTo>
                  <a:cubicBezTo>
                    <a:pt x="654129" y="1176402"/>
                    <a:pt x="658826" y="1158497"/>
                    <a:pt x="672915" y="1150279"/>
                  </a:cubicBezTo>
                  <a:lnTo>
                    <a:pt x="672915" y="1150279"/>
                  </a:lnTo>
                  <a:cubicBezTo>
                    <a:pt x="687004" y="1142060"/>
                    <a:pt x="704909" y="1147050"/>
                    <a:pt x="713128" y="1161139"/>
                  </a:cubicBezTo>
                  <a:lnTo>
                    <a:pt x="713128" y="1161139"/>
                  </a:lnTo>
                  <a:cubicBezTo>
                    <a:pt x="721053" y="1175228"/>
                    <a:pt x="716357" y="1193133"/>
                    <a:pt x="702268" y="1201059"/>
                  </a:cubicBezTo>
                  <a:lnTo>
                    <a:pt x="702268" y="1201059"/>
                  </a:lnTo>
                  <a:cubicBezTo>
                    <a:pt x="697571" y="1203700"/>
                    <a:pt x="692581" y="1205168"/>
                    <a:pt x="687591" y="1205168"/>
                  </a:cubicBezTo>
                  <a:lnTo>
                    <a:pt x="687591" y="1205168"/>
                  </a:lnTo>
                  <a:cubicBezTo>
                    <a:pt x="677612" y="1205168"/>
                    <a:pt x="667632" y="1199885"/>
                    <a:pt x="662055" y="1190198"/>
                  </a:cubicBezTo>
                  <a:close/>
                  <a:moveTo>
                    <a:pt x="602175" y="1086290"/>
                  </a:moveTo>
                  <a:cubicBezTo>
                    <a:pt x="593956" y="1072201"/>
                    <a:pt x="598947" y="1054296"/>
                    <a:pt x="613036" y="1046077"/>
                  </a:cubicBezTo>
                  <a:lnTo>
                    <a:pt x="613036" y="1046077"/>
                  </a:lnTo>
                  <a:cubicBezTo>
                    <a:pt x="626831" y="1038152"/>
                    <a:pt x="645030" y="1042848"/>
                    <a:pt x="652955" y="1056937"/>
                  </a:cubicBezTo>
                  <a:lnTo>
                    <a:pt x="652955" y="1056937"/>
                  </a:lnTo>
                  <a:cubicBezTo>
                    <a:pt x="661174" y="1071027"/>
                    <a:pt x="656184" y="1088932"/>
                    <a:pt x="642095" y="1097150"/>
                  </a:cubicBezTo>
                  <a:lnTo>
                    <a:pt x="642095" y="1097150"/>
                  </a:lnTo>
                  <a:cubicBezTo>
                    <a:pt x="637692" y="1099792"/>
                    <a:pt x="632702" y="1100966"/>
                    <a:pt x="627712" y="1100966"/>
                  </a:cubicBezTo>
                  <a:lnTo>
                    <a:pt x="627712" y="1100966"/>
                  </a:lnTo>
                  <a:cubicBezTo>
                    <a:pt x="617439" y="1100966"/>
                    <a:pt x="607459" y="1095683"/>
                    <a:pt x="602175" y="1086290"/>
                  </a:cubicBezTo>
                  <a:close/>
                  <a:moveTo>
                    <a:pt x="542296" y="982088"/>
                  </a:moveTo>
                  <a:cubicBezTo>
                    <a:pt x="534077" y="967999"/>
                    <a:pt x="538774" y="950094"/>
                    <a:pt x="552863" y="942169"/>
                  </a:cubicBezTo>
                  <a:lnTo>
                    <a:pt x="552863" y="942169"/>
                  </a:lnTo>
                  <a:cubicBezTo>
                    <a:pt x="566952" y="933950"/>
                    <a:pt x="584857" y="938646"/>
                    <a:pt x="593076" y="952736"/>
                  </a:cubicBezTo>
                  <a:lnTo>
                    <a:pt x="593076" y="952736"/>
                  </a:lnTo>
                  <a:cubicBezTo>
                    <a:pt x="601001" y="966825"/>
                    <a:pt x="596305" y="984730"/>
                    <a:pt x="582216" y="992949"/>
                  </a:cubicBezTo>
                  <a:lnTo>
                    <a:pt x="582216" y="992949"/>
                  </a:lnTo>
                  <a:cubicBezTo>
                    <a:pt x="577519" y="995590"/>
                    <a:pt x="572529" y="996765"/>
                    <a:pt x="567539" y="996765"/>
                  </a:cubicBezTo>
                  <a:lnTo>
                    <a:pt x="567539" y="996765"/>
                  </a:lnTo>
                  <a:cubicBezTo>
                    <a:pt x="557266" y="996765"/>
                    <a:pt x="547580" y="991481"/>
                    <a:pt x="542296" y="982088"/>
                  </a:cubicBezTo>
                  <a:close/>
                  <a:moveTo>
                    <a:pt x="482123" y="877886"/>
                  </a:moveTo>
                  <a:cubicBezTo>
                    <a:pt x="474198" y="863797"/>
                    <a:pt x="478894" y="845892"/>
                    <a:pt x="492984" y="837967"/>
                  </a:cubicBezTo>
                  <a:lnTo>
                    <a:pt x="492984" y="837967"/>
                  </a:lnTo>
                  <a:cubicBezTo>
                    <a:pt x="507073" y="829748"/>
                    <a:pt x="524978" y="834738"/>
                    <a:pt x="533197" y="848827"/>
                  </a:cubicBezTo>
                  <a:lnTo>
                    <a:pt x="533197" y="848827"/>
                  </a:lnTo>
                  <a:cubicBezTo>
                    <a:pt x="541122" y="862623"/>
                    <a:pt x="536425" y="880528"/>
                    <a:pt x="522336" y="888747"/>
                  </a:cubicBezTo>
                  <a:lnTo>
                    <a:pt x="522336" y="888747"/>
                  </a:lnTo>
                  <a:cubicBezTo>
                    <a:pt x="517640" y="891389"/>
                    <a:pt x="512650" y="892563"/>
                    <a:pt x="507660" y="892563"/>
                  </a:cubicBezTo>
                  <a:lnTo>
                    <a:pt x="507660" y="892563"/>
                  </a:lnTo>
                  <a:cubicBezTo>
                    <a:pt x="497386" y="892563"/>
                    <a:pt x="487700" y="887279"/>
                    <a:pt x="482123" y="877886"/>
                  </a:cubicBezTo>
                  <a:close/>
                  <a:moveTo>
                    <a:pt x="422244" y="773685"/>
                  </a:moveTo>
                  <a:cubicBezTo>
                    <a:pt x="414319" y="759595"/>
                    <a:pt x="419015" y="741690"/>
                    <a:pt x="433104" y="733765"/>
                  </a:cubicBezTo>
                  <a:lnTo>
                    <a:pt x="433104" y="733765"/>
                  </a:lnTo>
                  <a:cubicBezTo>
                    <a:pt x="447193" y="725546"/>
                    <a:pt x="465099" y="730536"/>
                    <a:pt x="473317" y="744626"/>
                  </a:cubicBezTo>
                  <a:lnTo>
                    <a:pt x="473317" y="744626"/>
                  </a:lnTo>
                  <a:cubicBezTo>
                    <a:pt x="481243" y="758715"/>
                    <a:pt x="476546" y="776326"/>
                    <a:pt x="462457" y="784545"/>
                  </a:cubicBezTo>
                  <a:lnTo>
                    <a:pt x="462457" y="784545"/>
                  </a:lnTo>
                  <a:cubicBezTo>
                    <a:pt x="457760" y="787187"/>
                    <a:pt x="452771" y="788361"/>
                    <a:pt x="447781" y="788361"/>
                  </a:cubicBezTo>
                  <a:lnTo>
                    <a:pt x="447781" y="788361"/>
                  </a:lnTo>
                  <a:cubicBezTo>
                    <a:pt x="437801" y="788361"/>
                    <a:pt x="427821" y="783078"/>
                    <a:pt x="422244" y="773685"/>
                  </a:cubicBezTo>
                  <a:close/>
                  <a:moveTo>
                    <a:pt x="362658" y="669483"/>
                  </a:moveTo>
                  <a:cubicBezTo>
                    <a:pt x="354439" y="655394"/>
                    <a:pt x="359136" y="637489"/>
                    <a:pt x="373225" y="629563"/>
                  </a:cubicBezTo>
                  <a:lnTo>
                    <a:pt x="373225" y="629563"/>
                  </a:lnTo>
                  <a:cubicBezTo>
                    <a:pt x="387314" y="621345"/>
                    <a:pt x="405219" y="626335"/>
                    <a:pt x="413438" y="640424"/>
                  </a:cubicBezTo>
                  <a:lnTo>
                    <a:pt x="413438" y="640424"/>
                  </a:lnTo>
                  <a:cubicBezTo>
                    <a:pt x="421363" y="654220"/>
                    <a:pt x="416667" y="672418"/>
                    <a:pt x="402578" y="680343"/>
                  </a:cubicBezTo>
                  <a:lnTo>
                    <a:pt x="402578" y="680343"/>
                  </a:lnTo>
                  <a:cubicBezTo>
                    <a:pt x="397881" y="682985"/>
                    <a:pt x="392891" y="684159"/>
                    <a:pt x="387901" y="684159"/>
                  </a:cubicBezTo>
                  <a:lnTo>
                    <a:pt x="387901" y="684159"/>
                  </a:lnTo>
                  <a:cubicBezTo>
                    <a:pt x="377921" y="684159"/>
                    <a:pt x="367941" y="678876"/>
                    <a:pt x="362658" y="669483"/>
                  </a:cubicBezTo>
                  <a:close/>
                  <a:moveTo>
                    <a:pt x="302779" y="565281"/>
                  </a:moveTo>
                  <a:cubicBezTo>
                    <a:pt x="294560" y="551192"/>
                    <a:pt x="299550" y="533287"/>
                    <a:pt x="313639" y="525362"/>
                  </a:cubicBezTo>
                  <a:lnTo>
                    <a:pt x="313639" y="525362"/>
                  </a:lnTo>
                  <a:cubicBezTo>
                    <a:pt x="327728" y="517143"/>
                    <a:pt x="345633" y="522133"/>
                    <a:pt x="353559" y="536222"/>
                  </a:cubicBezTo>
                  <a:lnTo>
                    <a:pt x="353559" y="536222"/>
                  </a:lnTo>
                  <a:cubicBezTo>
                    <a:pt x="361777" y="550018"/>
                    <a:pt x="356788" y="567923"/>
                    <a:pt x="342698" y="576142"/>
                  </a:cubicBezTo>
                  <a:lnTo>
                    <a:pt x="342698" y="576142"/>
                  </a:lnTo>
                  <a:cubicBezTo>
                    <a:pt x="338295" y="578783"/>
                    <a:pt x="333012" y="579958"/>
                    <a:pt x="328316" y="579958"/>
                  </a:cubicBezTo>
                  <a:lnTo>
                    <a:pt x="328316" y="579958"/>
                  </a:lnTo>
                  <a:cubicBezTo>
                    <a:pt x="318042" y="579958"/>
                    <a:pt x="308062" y="574674"/>
                    <a:pt x="302779" y="565281"/>
                  </a:cubicBezTo>
                  <a:close/>
                  <a:moveTo>
                    <a:pt x="242899" y="461079"/>
                  </a:moveTo>
                  <a:lnTo>
                    <a:pt x="242899" y="461079"/>
                  </a:lnTo>
                  <a:cubicBezTo>
                    <a:pt x="234974" y="446990"/>
                    <a:pt x="239964" y="429085"/>
                    <a:pt x="253760" y="420866"/>
                  </a:cubicBezTo>
                  <a:lnTo>
                    <a:pt x="253760" y="420866"/>
                  </a:lnTo>
                  <a:cubicBezTo>
                    <a:pt x="267849" y="412941"/>
                    <a:pt x="285754" y="417638"/>
                    <a:pt x="293973" y="431727"/>
                  </a:cubicBezTo>
                  <a:lnTo>
                    <a:pt x="293973" y="431727"/>
                  </a:lnTo>
                  <a:cubicBezTo>
                    <a:pt x="301898" y="445816"/>
                    <a:pt x="297202" y="463721"/>
                    <a:pt x="283112" y="471940"/>
                  </a:cubicBezTo>
                  <a:lnTo>
                    <a:pt x="283112" y="471940"/>
                  </a:lnTo>
                  <a:cubicBezTo>
                    <a:pt x="278416" y="474582"/>
                    <a:pt x="273426" y="475756"/>
                    <a:pt x="268436" y="475756"/>
                  </a:cubicBezTo>
                  <a:lnTo>
                    <a:pt x="268436" y="475756"/>
                  </a:lnTo>
                  <a:cubicBezTo>
                    <a:pt x="258456" y="475756"/>
                    <a:pt x="248476" y="470472"/>
                    <a:pt x="242899" y="461079"/>
                  </a:cubicBezTo>
                  <a:close/>
                  <a:moveTo>
                    <a:pt x="183314" y="356584"/>
                  </a:moveTo>
                  <a:cubicBezTo>
                    <a:pt x="175095" y="342495"/>
                    <a:pt x="180085" y="324590"/>
                    <a:pt x="194174" y="316665"/>
                  </a:cubicBezTo>
                  <a:lnTo>
                    <a:pt x="194174" y="316665"/>
                  </a:lnTo>
                  <a:cubicBezTo>
                    <a:pt x="208263" y="308446"/>
                    <a:pt x="226168" y="313436"/>
                    <a:pt x="234094" y="327525"/>
                  </a:cubicBezTo>
                  <a:lnTo>
                    <a:pt x="234094" y="327525"/>
                  </a:lnTo>
                  <a:cubicBezTo>
                    <a:pt x="242312" y="341614"/>
                    <a:pt x="237322" y="359519"/>
                    <a:pt x="223233" y="367445"/>
                  </a:cubicBezTo>
                  <a:lnTo>
                    <a:pt x="223233" y="367445"/>
                  </a:lnTo>
                  <a:cubicBezTo>
                    <a:pt x="218830" y="370086"/>
                    <a:pt x="213547" y="371554"/>
                    <a:pt x="208557" y="371554"/>
                  </a:cubicBezTo>
                  <a:lnTo>
                    <a:pt x="208557" y="371554"/>
                  </a:lnTo>
                  <a:cubicBezTo>
                    <a:pt x="198577" y="371554"/>
                    <a:pt x="188597" y="366270"/>
                    <a:pt x="183314" y="356584"/>
                  </a:cubicBezTo>
                  <a:close/>
                  <a:moveTo>
                    <a:pt x="123434" y="252382"/>
                  </a:moveTo>
                  <a:cubicBezTo>
                    <a:pt x="115216" y="238293"/>
                    <a:pt x="120205" y="220388"/>
                    <a:pt x="134295" y="212463"/>
                  </a:cubicBezTo>
                  <a:lnTo>
                    <a:pt x="134295" y="212463"/>
                  </a:lnTo>
                  <a:cubicBezTo>
                    <a:pt x="148384" y="204244"/>
                    <a:pt x="166289" y="209234"/>
                    <a:pt x="174508" y="223323"/>
                  </a:cubicBezTo>
                  <a:lnTo>
                    <a:pt x="174508" y="223323"/>
                  </a:lnTo>
                  <a:cubicBezTo>
                    <a:pt x="182433" y="237413"/>
                    <a:pt x="177443" y="255318"/>
                    <a:pt x="163647" y="263243"/>
                  </a:cubicBezTo>
                  <a:lnTo>
                    <a:pt x="163647" y="263243"/>
                  </a:lnTo>
                  <a:cubicBezTo>
                    <a:pt x="158951" y="265885"/>
                    <a:pt x="153961" y="267352"/>
                    <a:pt x="148971" y="267352"/>
                  </a:cubicBezTo>
                  <a:lnTo>
                    <a:pt x="148971" y="267352"/>
                  </a:lnTo>
                  <a:cubicBezTo>
                    <a:pt x="138698" y="267352"/>
                    <a:pt x="129011" y="261775"/>
                    <a:pt x="123434" y="252382"/>
                  </a:cubicBezTo>
                  <a:close/>
                  <a:moveTo>
                    <a:pt x="63555" y="148181"/>
                  </a:moveTo>
                  <a:cubicBezTo>
                    <a:pt x="55630" y="134091"/>
                    <a:pt x="60326" y="116186"/>
                    <a:pt x="74415" y="108261"/>
                  </a:cubicBezTo>
                  <a:lnTo>
                    <a:pt x="74415" y="108261"/>
                  </a:lnTo>
                  <a:cubicBezTo>
                    <a:pt x="88505" y="100042"/>
                    <a:pt x="106703" y="105032"/>
                    <a:pt x="114629" y="119122"/>
                  </a:cubicBezTo>
                  <a:lnTo>
                    <a:pt x="114629" y="119122"/>
                  </a:lnTo>
                  <a:cubicBezTo>
                    <a:pt x="122554" y="132917"/>
                    <a:pt x="117857" y="151116"/>
                    <a:pt x="103768" y="159041"/>
                  </a:cubicBezTo>
                  <a:lnTo>
                    <a:pt x="103768" y="159041"/>
                  </a:lnTo>
                  <a:cubicBezTo>
                    <a:pt x="99071" y="161683"/>
                    <a:pt x="94082" y="162857"/>
                    <a:pt x="89092" y="162857"/>
                  </a:cubicBezTo>
                  <a:lnTo>
                    <a:pt x="89092" y="162857"/>
                  </a:lnTo>
                  <a:cubicBezTo>
                    <a:pt x="79112" y="162857"/>
                    <a:pt x="69132" y="157574"/>
                    <a:pt x="63555" y="148181"/>
                  </a:cubicBezTo>
                  <a:close/>
                  <a:moveTo>
                    <a:pt x="3969" y="43979"/>
                  </a:moveTo>
                  <a:lnTo>
                    <a:pt x="3969" y="43979"/>
                  </a:lnTo>
                  <a:cubicBezTo>
                    <a:pt x="-4250" y="29890"/>
                    <a:pt x="740" y="11985"/>
                    <a:pt x="14830" y="3766"/>
                  </a:cubicBezTo>
                  <a:lnTo>
                    <a:pt x="14830" y="3766"/>
                  </a:lnTo>
                  <a:cubicBezTo>
                    <a:pt x="28625" y="-4159"/>
                    <a:pt x="46824" y="831"/>
                    <a:pt x="54749" y="14920"/>
                  </a:cubicBezTo>
                  <a:lnTo>
                    <a:pt x="54749" y="14920"/>
                  </a:lnTo>
                  <a:cubicBezTo>
                    <a:pt x="62968" y="28716"/>
                    <a:pt x="57978" y="46914"/>
                    <a:pt x="43889" y="54839"/>
                  </a:cubicBezTo>
                  <a:lnTo>
                    <a:pt x="43889" y="54839"/>
                  </a:lnTo>
                  <a:cubicBezTo>
                    <a:pt x="39486" y="57481"/>
                    <a:pt x="34496" y="58655"/>
                    <a:pt x="29506" y="58655"/>
                  </a:cubicBezTo>
                  <a:lnTo>
                    <a:pt x="29506" y="58655"/>
                  </a:lnTo>
                  <a:cubicBezTo>
                    <a:pt x="19233" y="58655"/>
                    <a:pt x="9253" y="53372"/>
                    <a:pt x="3969" y="439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171F4C8-8B52-95B2-2410-AD8DD01859D4}"/>
                </a:ext>
              </a:extLst>
            </p:cNvPr>
            <p:cNvSpPr/>
            <p:nvPr/>
          </p:nvSpPr>
          <p:spPr>
            <a:xfrm>
              <a:off x="8642383" y="3499045"/>
              <a:ext cx="95226" cy="258590"/>
            </a:xfrm>
            <a:custGeom>
              <a:avLst/>
              <a:gdLst>
                <a:gd name="connsiteX0" fmla="*/ 14311 w 95226"/>
                <a:gd name="connsiteY0" fmla="*/ 254481 h 258590"/>
                <a:gd name="connsiteX1" fmla="*/ 4331 w 95226"/>
                <a:gd name="connsiteY1" fmla="*/ 213975 h 258590"/>
                <a:gd name="connsiteX2" fmla="*/ 4331 w 95226"/>
                <a:gd name="connsiteY2" fmla="*/ 213975 h 258590"/>
                <a:gd name="connsiteX3" fmla="*/ 44544 w 95226"/>
                <a:gd name="connsiteY3" fmla="*/ 203995 h 258590"/>
                <a:gd name="connsiteX4" fmla="*/ 44544 w 95226"/>
                <a:gd name="connsiteY4" fmla="*/ 203995 h 258590"/>
                <a:gd name="connsiteX5" fmla="*/ 54524 w 95226"/>
                <a:gd name="connsiteY5" fmla="*/ 244501 h 258590"/>
                <a:gd name="connsiteX6" fmla="*/ 54524 w 95226"/>
                <a:gd name="connsiteY6" fmla="*/ 244501 h 258590"/>
                <a:gd name="connsiteX7" fmla="*/ 29281 w 95226"/>
                <a:gd name="connsiteY7" fmla="*/ 258591 h 258590"/>
                <a:gd name="connsiteX8" fmla="*/ 29281 w 95226"/>
                <a:gd name="connsiteY8" fmla="*/ 258591 h 258590"/>
                <a:gd name="connsiteX9" fmla="*/ 14311 w 95226"/>
                <a:gd name="connsiteY9" fmla="*/ 254481 h 258590"/>
                <a:gd name="connsiteX10" fmla="*/ 60688 w 95226"/>
                <a:gd name="connsiteY10" fmla="*/ 161433 h 258590"/>
                <a:gd name="connsiteX11" fmla="*/ 36913 w 95226"/>
                <a:gd name="connsiteY11" fmla="*/ 127384 h 258590"/>
                <a:gd name="connsiteX12" fmla="*/ 36913 w 95226"/>
                <a:gd name="connsiteY12" fmla="*/ 127384 h 258590"/>
                <a:gd name="connsiteX13" fmla="*/ 70961 w 95226"/>
                <a:gd name="connsiteY13" fmla="*/ 103902 h 258590"/>
                <a:gd name="connsiteX14" fmla="*/ 70961 w 95226"/>
                <a:gd name="connsiteY14" fmla="*/ 103902 h 258590"/>
                <a:gd name="connsiteX15" fmla="*/ 94737 w 95226"/>
                <a:gd name="connsiteY15" fmla="*/ 137951 h 258590"/>
                <a:gd name="connsiteX16" fmla="*/ 94737 w 95226"/>
                <a:gd name="connsiteY16" fmla="*/ 137951 h 258590"/>
                <a:gd name="connsiteX17" fmla="*/ 65972 w 95226"/>
                <a:gd name="connsiteY17" fmla="*/ 162021 h 258590"/>
                <a:gd name="connsiteX18" fmla="*/ 65972 w 95226"/>
                <a:gd name="connsiteY18" fmla="*/ 162021 h 258590"/>
                <a:gd name="connsiteX19" fmla="*/ 60688 w 95226"/>
                <a:gd name="connsiteY19" fmla="*/ 161433 h 258590"/>
                <a:gd name="connsiteX20" fmla="*/ 36619 w 95226"/>
                <a:gd name="connsiteY20" fmla="*/ 34630 h 258590"/>
                <a:gd name="connsiteX21" fmla="*/ 59808 w 95226"/>
                <a:gd name="connsiteY21" fmla="*/ 581 h 258590"/>
                <a:gd name="connsiteX22" fmla="*/ 59808 w 95226"/>
                <a:gd name="connsiteY22" fmla="*/ 581 h 258590"/>
                <a:gd name="connsiteX23" fmla="*/ 94150 w 95226"/>
                <a:gd name="connsiteY23" fmla="*/ 23770 h 258590"/>
                <a:gd name="connsiteX24" fmla="*/ 94150 w 95226"/>
                <a:gd name="connsiteY24" fmla="*/ 23770 h 258590"/>
                <a:gd name="connsiteX25" fmla="*/ 70961 w 95226"/>
                <a:gd name="connsiteY25" fmla="*/ 58112 h 258590"/>
                <a:gd name="connsiteX26" fmla="*/ 70961 w 95226"/>
                <a:gd name="connsiteY26" fmla="*/ 58112 h 258590"/>
                <a:gd name="connsiteX27" fmla="*/ 65384 w 95226"/>
                <a:gd name="connsiteY27" fmla="*/ 58699 h 258590"/>
                <a:gd name="connsiteX28" fmla="*/ 65384 w 95226"/>
                <a:gd name="connsiteY28" fmla="*/ 58699 h 258590"/>
                <a:gd name="connsiteX29" fmla="*/ 36619 w 95226"/>
                <a:gd name="connsiteY29" fmla="*/ 34630 h 25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5226" h="258590">
                  <a:moveTo>
                    <a:pt x="14311" y="254481"/>
                  </a:moveTo>
                  <a:cubicBezTo>
                    <a:pt x="222" y="245969"/>
                    <a:pt x="-4181" y="227770"/>
                    <a:pt x="4331" y="213975"/>
                  </a:cubicBezTo>
                  <a:lnTo>
                    <a:pt x="4331" y="213975"/>
                  </a:lnTo>
                  <a:cubicBezTo>
                    <a:pt x="12550" y="200179"/>
                    <a:pt x="30455" y="195776"/>
                    <a:pt x="44544" y="203995"/>
                  </a:cubicBezTo>
                  <a:lnTo>
                    <a:pt x="44544" y="203995"/>
                  </a:lnTo>
                  <a:cubicBezTo>
                    <a:pt x="58340" y="212507"/>
                    <a:pt x="62743" y="230412"/>
                    <a:pt x="54524" y="244501"/>
                  </a:cubicBezTo>
                  <a:lnTo>
                    <a:pt x="54524" y="244501"/>
                  </a:lnTo>
                  <a:cubicBezTo>
                    <a:pt x="48947" y="253601"/>
                    <a:pt x="39261" y="258591"/>
                    <a:pt x="29281" y="258591"/>
                  </a:cubicBezTo>
                  <a:lnTo>
                    <a:pt x="29281" y="258591"/>
                  </a:lnTo>
                  <a:cubicBezTo>
                    <a:pt x="24291" y="258591"/>
                    <a:pt x="19007" y="257123"/>
                    <a:pt x="14311" y="254481"/>
                  </a:cubicBezTo>
                  <a:close/>
                  <a:moveTo>
                    <a:pt x="60688" y="161433"/>
                  </a:moveTo>
                  <a:cubicBezTo>
                    <a:pt x="44544" y="158498"/>
                    <a:pt x="33977" y="143235"/>
                    <a:pt x="36913" y="127384"/>
                  </a:cubicBezTo>
                  <a:lnTo>
                    <a:pt x="36913" y="127384"/>
                  </a:lnTo>
                  <a:cubicBezTo>
                    <a:pt x="39848" y="111240"/>
                    <a:pt x="55111" y="100673"/>
                    <a:pt x="70961" y="103902"/>
                  </a:cubicBezTo>
                  <a:lnTo>
                    <a:pt x="70961" y="103902"/>
                  </a:lnTo>
                  <a:cubicBezTo>
                    <a:pt x="87105" y="106544"/>
                    <a:pt x="97672" y="121807"/>
                    <a:pt x="94737" y="137951"/>
                  </a:cubicBezTo>
                  <a:lnTo>
                    <a:pt x="94737" y="137951"/>
                  </a:lnTo>
                  <a:cubicBezTo>
                    <a:pt x="92095" y="152041"/>
                    <a:pt x="79767" y="162021"/>
                    <a:pt x="65972" y="162021"/>
                  </a:cubicBezTo>
                  <a:lnTo>
                    <a:pt x="65972" y="162021"/>
                  </a:lnTo>
                  <a:cubicBezTo>
                    <a:pt x="64210" y="162021"/>
                    <a:pt x="62449" y="162021"/>
                    <a:pt x="60688" y="161433"/>
                  </a:cubicBezTo>
                  <a:close/>
                  <a:moveTo>
                    <a:pt x="36619" y="34630"/>
                  </a:moveTo>
                  <a:cubicBezTo>
                    <a:pt x="33684" y="18780"/>
                    <a:pt x="43957" y="3516"/>
                    <a:pt x="59808" y="581"/>
                  </a:cubicBezTo>
                  <a:lnTo>
                    <a:pt x="59808" y="581"/>
                  </a:lnTo>
                  <a:cubicBezTo>
                    <a:pt x="75951" y="-2648"/>
                    <a:pt x="91215" y="7919"/>
                    <a:pt x="94150" y="23770"/>
                  </a:cubicBezTo>
                  <a:lnTo>
                    <a:pt x="94150" y="23770"/>
                  </a:lnTo>
                  <a:cubicBezTo>
                    <a:pt x="97379" y="39914"/>
                    <a:pt x="86812" y="55177"/>
                    <a:pt x="70961" y="58112"/>
                  </a:cubicBezTo>
                  <a:lnTo>
                    <a:pt x="70961" y="58112"/>
                  </a:lnTo>
                  <a:cubicBezTo>
                    <a:pt x="68907" y="58699"/>
                    <a:pt x="67146" y="58699"/>
                    <a:pt x="65384" y="58699"/>
                  </a:cubicBezTo>
                  <a:lnTo>
                    <a:pt x="65384" y="58699"/>
                  </a:lnTo>
                  <a:cubicBezTo>
                    <a:pt x="51589" y="58699"/>
                    <a:pt x="39261" y="49013"/>
                    <a:pt x="36619" y="3463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D8E259C-B168-04FE-3542-E30E95F11DB7}"/>
                </a:ext>
              </a:extLst>
            </p:cNvPr>
            <p:cNvSpPr/>
            <p:nvPr/>
          </p:nvSpPr>
          <p:spPr>
            <a:xfrm>
              <a:off x="8486809" y="3819465"/>
              <a:ext cx="58552" cy="58809"/>
            </a:xfrm>
            <a:custGeom>
              <a:avLst/>
              <a:gdLst>
                <a:gd name="connsiteX0" fmla="*/ 1108 w 58552"/>
                <a:gd name="connsiteY0" fmla="*/ 37088 h 58809"/>
                <a:gd name="connsiteX1" fmla="*/ 21655 w 58552"/>
                <a:gd name="connsiteY1" fmla="*/ 985 h 58809"/>
                <a:gd name="connsiteX2" fmla="*/ 21655 w 58552"/>
                <a:gd name="connsiteY2" fmla="*/ 985 h 58809"/>
                <a:gd name="connsiteX3" fmla="*/ 57465 w 58552"/>
                <a:gd name="connsiteY3" fmla="*/ 21825 h 58809"/>
                <a:gd name="connsiteX4" fmla="*/ 57465 w 58552"/>
                <a:gd name="connsiteY4" fmla="*/ 21825 h 58809"/>
                <a:gd name="connsiteX5" fmla="*/ 36918 w 58552"/>
                <a:gd name="connsiteY5" fmla="*/ 57635 h 58809"/>
                <a:gd name="connsiteX6" fmla="*/ 36918 w 58552"/>
                <a:gd name="connsiteY6" fmla="*/ 57635 h 58809"/>
                <a:gd name="connsiteX7" fmla="*/ 29286 w 58552"/>
                <a:gd name="connsiteY7" fmla="*/ 58809 h 58809"/>
                <a:gd name="connsiteX8" fmla="*/ 29286 w 58552"/>
                <a:gd name="connsiteY8" fmla="*/ 58809 h 58809"/>
                <a:gd name="connsiteX9" fmla="*/ 1108 w 58552"/>
                <a:gd name="connsiteY9" fmla="*/ 37088 h 58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552" h="58809">
                  <a:moveTo>
                    <a:pt x="1108" y="37088"/>
                  </a:moveTo>
                  <a:cubicBezTo>
                    <a:pt x="-3295" y="21531"/>
                    <a:pt x="5805" y="5388"/>
                    <a:pt x="21655" y="985"/>
                  </a:cubicBezTo>
                  <a:lnTo>
                    <a:pt x="21655" y="985"/>
                  </a:lnTo>
                  <a:cubicBezTo>
                    <a:pt x="37212" y="-3125"/>
                    <a:pt x="53356" y="5975"/>
                    <a:pt x="57465" y="21825"/>
                  </a:cubicBezTo>
                  <a:lnTo>
                    <a:pt x="57465" y="21825"/>
                  </a:lnTo>
                  <a:cubicBezTo>
                    <a:pt x="61868" y="37382"/>
                    <a:pt x="52475" y="53526"/>
                    <a:pt x="36918" y="57635"/>
                  </a:cubicBezTo>
                  <a:lnTo>
                    <a:pt x="36918" y="57635"/>
                  </a:lnTo>
                  <a:cubicBezTo>
                    <a:pt x="34570" y="58516"/>
                    <a:pt x="31928" y="58809"/>
                    <a:pt x="29286" y="58809"/>
                  </a:cubicBezTo>
                  <a:lnTo>
                    <a:pt x="29286" y="58809"/>
                  </a:lnTo>
                  <a:cubicBezTo>
                    <a:pt x="16371" y="58809"/>
                    <a:pt x="4630" y="50297"/>
                    <a:pt x="1108" y="370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90DBCEB-F3E2-CE8C-9E36-2E189DBF5E0E}"/>
                </a:ext>
              </a:extLst>
            </p:cNvPr>
            <p:cNvSpPr/>
            <p:nvPr/>
          </p:nvSpPr>
          <p:spPr>
            <a:xfrm>
              <a:off x="7247476" y="3831017"/>
              <a:ext cx="1086633" cy="58705"/>
            </a:xfrm>
            <a:custGeom>
              <a:avLst/>
              <a:gdLst>
                <a:gd name="connsiteX0" fmla="*/ 1027928 w 1086633"/>
                <a:gd name="connsiteY0" fmla="*/ 29353 h 58705"/>
                <a:gd name="connsiteX1" fmla="*/ 1057281 w 1086633"/>
                <a:gd name="connsiteY1" fmla="*/ 0 h 58705"/>
                <a:gd name="connsiteX2" fmla="*/ 1057281 w 1086633"/>
                <a:gd name="connsiteY2" fmla="*/ 0 h 58705"/>
                <a:gd name="connsiteX3" fmla="*/ 1086634 w 1086633"/>
                <a:gd name="connsiteY3" fmla="*/ 29353 h 58705"/>
                <a:gd name="connsiteX4" fmla="*/ 1086634 w 1086633"/>
                <a:gd name="connsiteY4" fmla="*/ 29353 h 58705"/>
                <a:gd name="connsiteX5" fmla="*/ 1057281 w 1086633"/>
                <a:gd name="connsiteY5" fmla="*/ 58705 h 58705"/>
                <a:gd name="connsiteX6" fmla="*/ 1057281 w 1086633"/>
                <a:gd name="connsiteY6" fmla="*/ 58705 h 58705"/>
                <a:gd name="connsiteX7" fmla="*/ 1027928 w 1086633"/>
                <a:gd name="connsiteY7" fmla="*/ 29353 h 58705"/>
                <a:gd name="connsiteX8" fmla="*/ 913747 w 1086633"/>
                <a:gd name="connsiteY8" fmla="*/ 29353 h 58705"/>
                <a:gd name="connsiteX9" fmla="*/ 943099 w 1086633"/>
                <a:gd name="connsiteY9" fmla="*/ 0 h 58705"/>
                <a:gd name="connsiteX10" fmla="*/ 943099 w 1086633"/>
                <a:gd name="connsiteY10" fmla="*/ 0 h 58705"/>
                <a:gd name="connsiteX11" fmla="*/ 972452 w 1086633"/>
                <a:gd name="connsiteY11" fmla="*/ 29353 h 58705"/>
                <a:gd name="connsiteX12" fmla="*/ 972452 w 1086633"/>
                <a:gd name="connsiteY12" fmla="*/ 29353 h 58705"/>
                <a:gd name="connsiteX13" fmla="*/ 943099 w 1086633"/>
                <a:gd name="connsiteY13" fmla="*/ 58705 h 58705"/>
                <a:gd name="connsiteX14" fmla="*/ 943099 w 1086633"/>
                <a:gd name="connsiteY14" fmla="*/ 58705 h 58705"/>
                <a:gd name="connsiteX15" fmla="*/ 913747 w 1086633"/>
                <a:gd name="connsiteY15" fmla="*/ 29353 h 58705"/>
                <a:gd name="connsiteX16" fmla="*/ 799565 w 1086633"/>
                <a:gd name="connsiteY16" fmla="*/ 29353 h 58705"/>
                <a:gd name="connsiteX17" fmla="*/ 828918 w 1086633"/>
                <a:gd name="connsiteY17" fmla="*/ 0 h 58705"/>
                <a:gd name="connsiteX18" fmla="*/ 828918 w 1086633"/>
                <a:gd name="connsiteY18" fmla="*/ 0 h 58705"/>
                <a:gd name="connsiteX19" fmla="*/ 858270 w 1086633"/>
                <a:gd name="connsiteY19" fmla="*/ 29353 h 58705"/>
                <a:gd name="connsiteX20" fmla="*/ 858270 w 1086633"/>
                <a:gd name="connsiteY20" fmla="*/ 29353 h 58705"/>
                <a:gd name="connsiteX21" fmla="*/ 828918 w 1086633"/>
                <a:gd name="connsiteY21" fmla="*/ 58705 h 58705"/>
                <a:gd name="connsiteX22" fmla="*/ 828918 w 1086633"/>
                <a:gd name="connsiteY22" fmla="*/ 58705 h 58705"/>
                <a:gd name="connsiteX23" fmla="*/ 799565 w 1086633"/>
                <a:gd name="connsiteY23" fmla="*/ 29353 h 58705"/>
                <a:gd name="connsiteX24" fmla="*/ 685383 w 1086633"/>
                <a:gd name="connsiteY24" fmla="*/ 29353 h 58705"/>
                <a:gd name="connsiteX25" fmla="*/ 714736 w 1086633"/>
                <a:gd name="connsiteY25" fmla="*/ 0 h 58705"/>
                <a:gd name="connsiteX26" fmla="*/ 714736 w 1086633"/>
                <a:gd name="connsiteY26" fmla="*/ 0 h 58705"/>
                <a:gd name="connsiteX27" fmla="*/ 744089 w 1086633"/>
                <a:gd name="connsiteY27" fmla="*/ 29353 h 58705"/>
                <a:gd name="connsiteX28" fmla="*/ 744089 w 1086633"/>
                <a:gd name="connsiteY28" fmla="*/ 29353 h 58705"/>
                <a:gd name="connsiteX29" fmla="*/ 714736 w 1086633"/>
                <a:gd name="connsiteY29" fmla="*/ 58705 h 58705"/>
                <a:gd name="connsiteX30" fmla="*/ 714736 w 1086633"/>
                <a:gd name="connsiteY30" fmla="*/ 58705 h 58705"/>
                <a:gd name="connsiteX31" fmla="*/ 685383 w 1086633"/>
                <a:gd name="connsiteY31" fmla="*/ 29353 h 58705"/>
                <a:gd name="connsiteX32" fmla="*/ 571202 w 1086633"/>
                <a:gd name="connsiteY32" fmla="*/ 29353 h 58705"/>
                <a:gd name="connsiteX33" fmla="*/ 600554 w 1086633"/>
                <a:gd name="connsiteY33" fmla="*/ 0 h 58705"/>
                <a:gd name="connsiteX34" fmla="*/ 600554 w 1086633"/>
                <a:gd name="connsiteY34" fmla="*/ 0 h 58705"/>
                <a:gd name="connsiteX35" fmla="*/ 629907 w 1086633"/>
                <a:gd name="connsiteY35" fmla="*/ 29353 h 58705"/>
                <a:gd name="connsiteX36" fmla="*/ 629907 w 1086633"/>
                <a:gd name="connsiteY36" fmla="*/ 29353 h 58705"/>
                <a:gd name="connsiteX37" fmla="*/ 600554 w 1086633"/>
                <a:gd name="connsiteY37" fmla="*/ 58705 h 58705"/>
                <a:gd name="connsiteX38" fmla="*/ 600554 w 1086633"/>
                <a:gd name="connsiteY38" fmla="*/ 58705 h 58705"/>
                <a:gd name="connsiteX39" fmla="*/ 571202 w 1086633"/>
                <a:gd name="connsiteY39" fmla="*/ 29353 h 58705"/>
                <a:gd name="connsiteX40" fmla="*/ 457020 w 1086633"/>
                <a:gd name="connsiteY40" fmla="*/ 29353 h 58705"/>
                <a:gd name="connsiteX41" fmla="*/ 486373 w 1086633"/>
                <a:gd name="connsiteY41" fmla="*/ 0 h 58705"/>
                <a:gd name="connsiteX42" fmla="*/ 486373 w 1086633"/>
                <a:gd name="connsiteY42" fmla="*/ 0 h 58705"/>
                <a:gd name="connsiteX43" fmla="*/ 515725 w 1086633"/>
                <a:gd name="connsiteY43" fmla="*/ 29353 h 58705"/>
                <a:gd name="connsiteX44" fmla="*/ 515725 w 1086633"/>
                <a:gd name="connsiteY44" fmla="*/ 29353 h 58705"/>
                <a:gd name="connsiteX45" fmla="*/ 486373 w 1086633"/>
                <a:gd name="connsiteY45" fmla="*/ 58705 h 58705"/>
                <a:gd name="connsiteX46" fmla="*/ 486373 w 1086633"/>
                <a:gd name="connsiteY46" fmla="*/ 58705 h 58705"/>
                <a:gd name="connsiteX47" fmla="*/ 457020 w 1086633"/>
                <a:gd name="connsiteY47" fmla="*/ 29353 h 58705"/>
                <a:gd name="connsiteX48" fmla="*/ 342545 w 1086633"/>
                <a:gd name="connsiteY48" fmla="*/ 29353 h 58705"/>
                <a:gd name="connsiteX49" fmla="*/ 372191 w 1086633"/>
                <a:gd name="connsiteY49" fmla="*/ 0 h 58705"/>
                <a:gd name="connsiteX50" fmla="*/ 372191 w 1086633"/>
                <a:gd name="connsiteY50" fmla="*/ 0 h 58705"/>
                <a:gd name="connsiteX51" fmla="*/ 401250 w 1086633"/>
                <a:gd name="connsiteY51" fmla="*/ 29353 h 58705"/>
                <a:gd name="connsiteX52" fmla="*/ 401250 w 1086633"/>
                <a:gd name="connsiteY52" fmla="*/ 29353 h 58705"/>
                <a:gd name="connsiteX53" fmla="*/ 372191 w 1086633"/>
                <a:gd name="connsiteY53" fmla="*/ 58705 h 58705"/>
                <a:gd name="connsiteX54" fmla="*/ 372191 w 1086633"/>
                <a:gd name="connsiteY54" fmla="*/ 58705 h 58705"/>
                <a:gd name="connsiteX55" fmla="*/ 342545 w 1086633"/>
                <a:gd name="connsiteY55" fmla="*/ 29353 h 58705"/>
                <a:gd name="connsiteX56" fmla="*/ 228363 w 1086633"/>
                <a:gd name="connsiteY56" fmla="*/ 29353 h 58705"/>
                <a:gd name="connsiteX57" fmla="*/ 257716 w 1086633"/>
                <a:gd name="connsiteY57" fmla="*/ 0 h 58705"/>
                <a:gd name="connsiteX58" fmla="*/ 257716 w 1086633"/>
                <a:gd name="connsiteY58" fmla="*/ 0 h 58705"/>
                <a:gd name="connsiteX59" fmla="*/ 287069 w 1086633"/>
                <a:gd name="connsiteY59" fmla="*/ 29353 h 58705"/>
                <a:gd name="connsiteX60" fmla="*/ 287069 w 1086633"/>
                <a:gd name="connsiteY60" fmla="*/ 29353 h 58705"/>
                <a:gd name="connsiteX61" fmla="*/ 257716 w 1086633"/>
                <a:gd name="connsiteY61" fmla="*/ 58705 h 58705"/>
                <a:gd name="connsiteX62" fmla="*/ 257716 w 1086633"/>
                <a:gd name="connsiteY62" fmla="*/ 58705 h 58705"/>
                <a:gd name="connsiteX63" fmla="*/ 228363 w 1086633"/>
                <a:gd name="connsiteY63" fmla="*/ 29353 h 58705"/>
                <a:gd name="connsiteX64" fmla="*/ 114182 w 1086633"/>
                <a:gd name="connsiteY64" fmla="*/ 29353 h 58705"/>
                <a:gd name="connsiteX65" fmla="*/ 143534 w 1086633"/>
                <a:gd name="connsiteY65" fmla="*/ 0 h 58705"/>
                <a:gd name="connsiteX66" fmla="*/ 143534 w 1086633"/>
                <a:gd name="connsiteY66" fmla="*/ 0 h 58705"/>
                <a:gd name="connsiteX67" fmla="*/ 172887 w 1086633"/>
                <a:gd name="connsiteY67" fmla="*/ 29353 h 58705"/>
                <a:gd name="connsiteX68" fmla="*/ 172887 w 1086633"/>
                <a:gd name="connsiteY68" fmla="*/ 29353 h 58705"/>
                <a:gd name="connsiteX69" fmla="*/ 143534 w 1086633"/>
                <a:gd name="connsiteY69" fmla="*/ 58705 h 58705"/>
                <a:gd name="connsiteX70" fmla="*/ 143534 w 1086633"/>
                <a:gd name="connsiteY70" fmla="*/ 58705 h 58705"/>
                <a:gd name="connsiteX71" fmla="*/ 114182 w 1086633"/>
                <a:gd name="connsiteY71" fmla="*/ 29353 h 58705"/>
                <a:gd name="connsiteX72" fmla="*/ 0 w 1086633"/>
                <a:gd name="connsiteY72" fmla="*/ 29353 h 58705"/>
                <a:gd name="connsiteX73" fmla="*/ 29353 w 1086633"/>
                <a:gd name="connsiteY73" fmla="*/ 0 h 58705"/>
                <a:gd name="connsiteX74" fmla="*/ 29353 w 1086633"/>
                <a:gd name="connsiteY74" fmla="*/ 0 h 58705"/>
                <a:gd name="connsiteX75" fmla="*/ 58705 w 1086633"/>
                <a:gd name="connsiteY75" fmla="*/ 29353 h 58705"/>
                <a:gd name="connsiteX76" fmla="*/ 58705 w 1086633"/>
                <a:gd name="connsiteY76" fmla="*/ 29353 h 58705"/>
                <a:gd name="connsiteX77" fmla="*/ 29353 w 1086633"/>
                <a:gd name="connsiteY77" fmla="*/ 58705 h 58705"/>
                <a:gd name="connsiteX78" fmla="*/ 29353 w 1086633"/>
                <a:gd name="connsiteY78" fmla="*/ 58705 h 58705"/>
                <a:gd name="connsiteX79" fmla="*/ 0 w 1086633"/>
                <a:gd name="connsiteY79" fmla="*/ 29353 h 5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86633" h="58705">
                  <a:moveTo>
                    <a:pt x="1027928" y="29353"/>
                  </a:moveTo>
                  <a:cubicBezTo>
                    <a:pt x="1027928" y="13209"/>
                    <a:pt x="1041137" y="0"/>
                    <a:pt x="1057281" y="0"/>
                  </a:cubicBezTo>
                  <a:lnTo>
                    <a:pt x="1057281" y="0"/>
                  </a:lnTo>
                  <a:cubicBezTo>
                    <a:pt x="1073425" y="0"/>
                    <a:pt x="1086634" y="13209"/>
                    <a:pt x="1086634" y="29353"/>
                  </a:cubicBezTo>
                  <a:lnTo>
                    <a:pt x="1086634" y="29353"/>
                  </a:lnTo>
                  <a:cubicBezTo>
                    <a:pt x="1086634" y="45790"/>
                    <a:pt x="1073425" y="58705"/>
                    <a:pt x="1057281" y="58705"/>
                  </a:cubicBezTo>
                  <a:lnTo>
                    <a:pt x="1057281" y="58705"/>
                  </a:lnTo>
                  <a:cubicBezTo>
                    <a:pt x="1041137" y="58705"/>
                    <a:pt x="1027928" y="45790"/>
                    <a:pt x="1027928" y="29353"/>
                  </a:cubicBezTo>
                  <a:close/>
                  <a:moveTo>
                    <a:pt x="913747" y="29353"/>
                  </a:moveTo>
                  <a:cubicBezTo>
                    <a:pt x="913747" y="13209"/>
                    <a:pt x="926955" y="0"/>
                    <a:pt x="943099" y="0"/>
                  </a:cubicBezTo>
                  <a:lnTo>
                    <a:pt x="943099" y="0"/>
                  </a:lnTo>
                  <a:cubicBezTo>
                    <a:pt x="959243" y="0"/>
                    <a:pt x="972452" y="13209"/>
                    <a:pt x="972452" y="29353"/>
                  </a:cubicBezTo>
                  <a:lnTo>
                    <a:pt x="972452" y="29353"/>
                  </a:lnTo>
                  <a:cubicBezTo>
                    <a:pt x="972452" y="45496"/>
                    <a:pt x="959243" y="58705"/>
                    <a:pt x="943099" y="58705"/>
                  </a:cubicBezTo>
                  <a:lnTo>
                    <a:pt x="943099" y="58705"/>
                  </a:lnTo>
                  <a:cubicBezTo>
                    <a:pt x="926955" y="58705"/>
                    <a:pt x="913747" y="45496"/>
                    <a:pt x="913747" y="29353"/>
                  </a:cubicBezTo>
                  <a:close/>
                  <a:moveTo>
                    <a:pt x="799565" y="29353"/>
                  </a:moveTo>
                  <a:cubicBezTo>
                    <a:pt x="799565" y="13209"/>
                    <a:pt x="812774" y="0"/>
                    <a:pt x="828918" y="0"/>
                  </a:cubicBezTo>
                  <a:lnTo>
                    <a:pt x="828918" y="0"/>
                  </a:lnTo>
                  <a:cubicBezTo>
                    <a:pt x="845062" y="0"/>
                    <a:pt x="858270" y="13209"/>
                    <a:pt x="858270" y="29353"/>
                  </a:cubicBezTo>
                  <a:lnTo>
                    <a:pt x="858270" y="29353"/>
                  </a:lnTo>
                  <a:cubicBezTo>
                    <a:pt x="858270" y="45496"/>
                    <a:pt x="845062" y="58705"/>
                    <a:pt x="828918" y="58705"/>
                  </a:cubicBezTo>
                  <a:lnTo>
                    <a:pt x="828918" y="58705"/>
                  </a:lnTo>
                  <a:cubicBezTo>
                    <a:pt x="812774" y="58705"/>
                    <a:pt x="799565" y="45496"/>
                    <a:pt x="799565" y="29353"/>
                  </a:cubicBezTo>
                  <a:close/>
                  <a:moveTo>
                    <a:pt x="685383" y="29353"/>
                  </a:moveTo>
                  <a:cubicBezTo>
                    <a:pt x="685383" y="13209"/>
                    <a:pt x="698298" y="0"/>
                    <a:pt x="714736" y="0"/>
                  </a:cubicBezTo>
                  <a:lnTo>
                    <a:pt x="714736" y="0"/>
                  </a:lnTo>
                  <a:cubicBezTo>
                    <a:pt x="730880" y="0"/>
                    <a:pt x="744089" y="13209"/>
                    <a:pt x="744089" y="29353"/>
                  </a:cubicBezTo>
                  <a:lnTo>
                    <a:pt x="744089" y="29353"/>
                  </a:lnTo>
                  <a:cubicBezTo>
                    <a:pt x="744089" y="45496"/>
                    <a:pt x="730880" y="58705"/>
                    <a:pt x="714736" y="58705"/>
                  </a:cubicBezTo>
                  <a:lnTo>
                    <a:pt x="714736" y="58705"/>
                  </a:lnTo>
                  <a:cubicBezTo>
                    <a:pt x="698298" y="58705"/>
                    <a:pt x="685383" y="45496"/>
                    <a:pt x="685383" y="29353"/>
                  </a:cubicBezTo>
                  <a:close/>
                  <a:moveTo>
                    <a:pt x="571202" y="29353"/>
                  </a:moveTo>
                  <a:cubicBezTo>
                    <a:pt x="571202" y="13209"/>
                    <a:pt x="584117" y="0"/>
                    <a:pt x="600554" y="0"/>
                  </a:cubicBezTo>
                  <a:lnTo>
                    <a:pt x="600554" y="0"/>
                  </a:lnTo>
                  <a:cubicBezTo>
                    <a:pt x="616698" y="0"/>
                    <a:pt x="629907" y="13209"/>
                    <a:pt x="629907" y="29353"/>
                  </a:cubicBezTo>
                  <a:lnTo>
                    <a:pt x="629907" y="29353"/>
                  </a:lnTo>
                  <a:cubicBezTo>
                    <a:pt x="629907" y="45496"/>
                    <a:pt x="616698" y="58705"/>
                    <a:pt x="600554" y="58705"/>
                  </a:cubicBezTo>
                  <a:lnTo>
                    <a:pt x="600554" y="58705"/>
                  </a:lnTo>
                  <a:cubicBezTo>
                    <a:pt x="584117" y="58705"/>
                    <a:pt x="571202" y="45496"/>
                    <a:pt x="571202" y="29353"/>
                  </a:cubicBezTo>
                  <a:close/>
                  <a:moveTo>
                    <a:pt x="457020" y="29353"/>
                  </a:moveTo>
                  <a:cubicBezTo>
                    <a:pt x="457020" y="13209"/>
                    <a:pt x="469935" y="0"/>
                    <a:pt x="486373" y="0"/>
                  </a:cubicBezTo>
                  <a:lnTo>
                    <a:pt x="486373" y="0"/>
                  </a:lnTo>
                  <a:cubicBezTo>
                    <a:pt x="502517" y="0"/>
                    <a:pt x="515725" y="13209"/>
                    <a:pt x="515725" y="29353"/>
                  </a:cubicBezTo>
                  <a:lnTo>
                    <a:pt x="515725" y="29353"/>
                  </a:lnTo>
                  <a:cubicBezTo>
                    <a:pt x="515725" y="45496"/>
                    <a:pt x="502517" y="58705"/>
                    <a:pt x="486373" y="58705"/>
                  </a:cubicBezTo>
                  <a:lnTo>
                    <a:pt x="486373" y="58705"/>
                  </a:lnTo>
                  <a:cubicBezTo>
                    <a:pt x="469935" y="58705"/>
                    <a:pt x="457020" y="45496"/>
                    <a:pt x="457020" y="29353"/>
                  </a:cubicBezTo>
                  <a:close/>
                  <a:moveTo>
                    <a:pt x="342545" y="29353"/>
                  </a:moveTo>
                  <a:cubicBezTo>
                    <a:pt x="342545" y="13209"/>
                    <a:pt x="355754" y="0"/>
                    <a:pt x="372191" y="0"/>
                  </a:cubicBezTo>
                  <a:lnTo>
                    <a:pt x="372191" y="0"/>
                  </a:lnTo>
                  <a:cubicBezTo>
                    <a:pt x="388041" y="0"/>
                    <a:pt x="401250" y="13209"/>
                    <a:pt x="401250" y="29353"/>
                  </a:cubicBezTo>
                  <a:lnTo>
                    <a:pt x="401250" y="29353"/>
                  </a:lnTo>
                  <a:cubicBezTo>
                    <a:pt x="401250" y="45496"/>
                    <a:pt x="388041" y="58705"/>
                    <a:pt x="372191" y="58705"/>
                  </a:cubicBezTo>
                  <a:lnTo>
                    <a:pt x="372191" y="58705"/>
                  </a:lnTo>
                  <a:cubicBezTo>
                    <a:pt x="355754" y="58705"/>
                    <a:pt x="342545" y="45496"/>
                    <a:pt x="342545" y="29353"/>
                  </a:cubicBezTo>
                  <a:close/>
                  <a:moveTo>
                    <a:pt x="228363" y="29353"/>
                  </a:moveTo>
                  <a:cubicBezTo>
                    <a:pt x="228363" y="13209"/>
                    <a:pt x="241572" y="0"/>
                    <a:pt x="257716" y="0"/>
                  </a:cubicBezTo>
                  <a:lnTo>
                    <a:pt x="257716" y="0"/>
                  </a:lnTo>
                  <a:cubicBezTo>
                    <a:pt x="273860" y="0"/>
                    <a:pt x="287069" y="13209"/>
                    <a:pt x="287069" y="29353"/>
                  </a:cubicBezTo>
                  <a:lnTo>
                    <a:pt x="287069" y="29353"/>
                  </a:lnTo>
                  <a:cubicBezTo>
                    <a:pt x="287069" y="45496"/>
                    <a:pt x="273860" y="58705"/>
                    <a:pt x="257716" y="58705"/>
                  </a:cubicBezTo>
                  <a:lnTo>
                    <a:pt x="257716" y="58705"/>
                  </a:lnTo>
                  <a:cubicBezTo>
                    <a:pt x="241572" y="58705"/>
                    <a:pt x="228363" y="45496"/>
                    <a:pt x="228363" y="29353"/>
                  </a:cubicBezTo>
                  <a:close/>
                  <a:moveTo>
                    <a:pt x="114182" y="29353"/>
                  </a:moveTo>
                  <a:cubicBezTo>
                    <a:pt x="114182" y="13209"/>
                    <a:pt x="127390" y="0"/>
                    <a:pt x="143534" y="0"/>
                  </a:cubicBezTo>
                  <a:lnTo>
                    <a:pt x="143534" y="0"/>
                  </a:lnTo>
                  <a:cubicBezTo>
                    <a:pt x="159678" y="0"/>
                    <a:pt x="172887" y="13209"/>
                    <a:pt x="172887" y="29353"/>
                  </a:cubicBezTo>
                  <a:lnTo>
                    <a:pt x="172887" y="29353"/>
                  </a:lnTo>
                  <a:cubicBezTo>
                    <a:pt x="172887" y="45496"/>
                    <a:pt x="159678" y="58705"/>
                    <a:pt x="143534" y="58705"/>
                  </a:cubicBezTo>
                  <a:lnTo>
                    <a:pt x="143534" y="58705"/>
                  </a:lnTo>
                  <a:cubicBezTo>
                    <a:pt x="127390" y="58705"/>
                    <a:pt x="114182" y="45496"/>
                    <a:pt x="114182" y="29353"/>
                  </a:cubicBezTo>
                  <a:close/>
                  <a:moveTo>
                    <a:pt x="0" y="29353"/>
                  </a:moveTo>
                  <a:cubicBezTo>
                    <a:pt x="0" y="13209"/>
                    <a:pt x="13209" y="0"/>
                    <a:pt x="29353" y="0"/>
                  </a:cubicBezTo>
                  <a:lnTo>
                    <a:pt x="29353" y="0"/>
                  </a:lnTo>
                  <a:cubicBezTo>
                    <a:pt x="45497" y="0"/>
                    <a:pt x="58705" y="13209"/>
                    <a:pt x="58705" y="29353"/>
                  </a:cubicBezTo>
                  <a:lnTo>
                    <a:pt x="58705" y="29353"/>
                  </a:lnTo>
                  <a:cubicBezTo>
                    <a:pt x="58705" y="45496"/>
                    <a:pt x="45497" y="58705"/>
                    <a:pt x="29353" y="58705"/>
                  </a:cubicBezTo>
                  <a:lnTo>
                    <a:pt x="29353" y="58705"/>
                  </a:lnTo>
                  <a:cubicBezTo>
                    <a:pt x="13209" y="58705"/>
                    <a:pt x="0" y="45496"/>
                    <a:pt x="0" y="2935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32CCF21-ED64-8F1E-DA08-479706B3F327}"/>
                </a:ext>
              </a:extLst>
            </p:cNvPr>
            <p:cNvSpPr/>
            <p:nvPr/>
          </p:nvSpPr>
          <p:spPr>
            <a:xfrm>
              <a:off x="7799738" y="194685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1970A80-F8CA-4481-0017-7FC07FFEED7F}"/>
                </a:ext>
              </a:extLst>
            </p:cNvPr>
            <p:cNvSpPr/>
            <p:nvPr/>
          </p:nvSpPr>
          <p:spPr>
            <a:xfrm>
              <a:off x="7383518" y="1223308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FA844F9-BE3B-1347-5686-3EF3EBF4D783}"/>
                </a:ext>
              </a:extLst>
            </p:cNvPr>
            <p:cNvSpPr/>
            <p:nvPr/>
          </p:nvSpPr>
          <p:spPr>
            <a:xfrm>
              <a:off x="6898026" y="120305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BD0581E-6357-8DA6-8FFA-5B79A0711D08}"/>
                </a:ext>
              </a:extLst>
            </p:cNvPr>
            <p:cNvSpPr/>
            <p:nvPr/>
          </p:nvSpPr>
          <p:spPr>
            <a:xfrm>
              <a:off x="5984867" y="278809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8FBFE1F-1D55-7952-20E3-F5FCC6286473}"/>
                </a:ext>
              </a:extLst>
            </p:cNvPr>
            <p:cNvSpPr/>
            <p:nvPr/>
          </p:nvSpPr>
          <p:spPr>
            <a:xfrm>
              <a:off x="5669033" y="375027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668BE91-B431-F8E7-606A-5DA35EBD7C04}"/>
                </a:ext>
              </a:extLst>
            </p:cNvPr>
            <p:cNvSpPr/>
            <p:nvPr/>
          </p:nvSpPr>
          <p:spPr>
            <a:xfrm>
              <a:off x="5628820" y="3399804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9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6EB8257-49F0-54B9-87D8-A4B448D05BE3}"/>
                </a:ext>
              </a:extLst>
            </p:cNvPr>
            <p:cNvSpPr/>
            <p:nvPr/>
          </p:nvSpPr>
          <p:spPr>
            <a:xfrm>
              <a:off x="5623243" y="3408316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CD1E6D4-96E9-A5C0-120E-C76B96DB4BDF}"/>
                </a:ext>
              </a:extLst>
            </p:cNvPr>
            <p:cNvSpPr/>
            <p:nvPr/>
          </p:nvSpPr>
          <p:spPr>
            <a:xfrm>
              <a:off x="5881545" y="3827765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E13A472-6349-C550-E0C6-E5D62EAC8870}"/>
                </a:ext>
              </a:extLst>
            </p:cNvPr>
            <p:cNvSpPr/>
            <p:nvPr/>
          </p:nvSpPr>
          <p:spPr>
            <a:xfrm>
              <a:off x="7133434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EF40A47-E140-63AC-EF96-F50DDB6F1324}"/>
                </a:ext>
              </a:extLst>
            </p:cNvPr>
            <p:cNvSpPr/>
            <p:nvPr/>
          </p:nvSpPr>
          <p:spPr>
            <a:xfrm>
              <a:off x="8379746" y="3830700"/>
              <a:ext cx="58793" cy="58728"/>
            </a:xfrm>
            <a:custGeom>
              <a:avLst/>
              <a:gdLst>
                <a:gd name="connsiteX0" fmla="*/ 3969 w 58793"/>
                <a:gd name="connsiteY0" fmla="*/ 44052 h 58728"/>
                <a:gd name="connsiteX1" fmla="*/ 14830 w 58793"/>
                <a:gd name="connsiteY1" fmla="*/ 3839 h 58728"/>
                <a:gd name="connsiteX2" fmla="*/ 14830 w 58793"/>
                <a:gd name="connsiteY2" fmla="*/ 3839 h 58728"/>
                <a:gd name="connsiteX3" fmla="*/ 54749 w 58793"/>
                <a:gd name="connsiteY3" fmla="*/ 14699 h 58728"/>
                <a:gd name="connsiteX4" fmla="*/ 54749 w 58793"/>
                <a:gd name="connsiteY4" fmla="*/ 14699 h 58728"/>
                <a:gd name="connsiteX5" fmla="*/ 44182 w 58793"/>
                <a:gd name="connsiteY5" fmla="*/ 54912 h 58728"/>
                <a:gd name="connsiteX6" fmla="*/ 44182 w 58793"/>
                <a:gd name="connsiteY6" fmla="*/ 54912 h 58728"/>
                <a:gd name="connsiteX7" fmla="*/ 29506 w 58793"/>
                <a:gd name="connsiteY7" fmla="*/ 58728 h 58728"/>
                <a:gd name="connsiteX8" fmla="*/ 29506 w 58793"/>
                <a:gd name="connsiteY8" fmla="*/ 58728 h 58728"/>
                <a:gd name="connsiteX9" fmla="*/ 3969 w 58793"/>
                <a:gd name="connsiteY9" fmla="*/ 44052 h 5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8">
                  <a:moveTo>
                    <a:pt x="3969" y="44052"/>
                  </a:moveTo>
                  <a:cubicBezTo>
                    <a:pt x="-4250" y="29962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6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3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6845125-4708-BA10-C325-3E9F8D64D588}"/>
                </a:ext>
              </a:extLst>
            </p:cNvPr>
            <p:cNvSpPr/>
            <p:nvPr/>
          </p:nvSpPr>
          <p:spPr>
            <a:xfrm>
              <a:off x="8583747" y="3778746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1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2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38525BB-A701-6958-1E27-F5C3291FBB41}"/>
                </a:ext>
              </a:extLst>
            </p:cNvPr>
            <p:cNvSpPr/>
            <p:nvPr/>
          </p:nvSpPr>
          <p:spPr>
            <a:xfrm>
              <a:off x="8629537" y="3394227"/>
              <a:ext cx="58793" cy="58727"/>
            </a:xfrm>
            <a:custGeom>
              <a:avLst/>
              <a:gdLst>
                <a:gd name="connsiteX0" fmla="*/ 3969 w 58793"/>
                <a:gd name="connsiteY0" fmla="*/ 44052 h 58727"/>
                <a:gd name="connsiteX1" fmla="*/ 14830 w 58793"/>
                <a:gd name="connsiteY1" fmla="*/ 3839 h 58727"/>
                <a:gd name="connsiteX2" fmla="*/ 14830 w 58793"/>
                <a:gd name="connsiteY2" fmla="*/ 3839 h 58727"/>
                <a:gd name="connsiteX3" fmla="*/ 54749 w 58793"/>
                <a:gd name="connsiteY3" fmla="*/ 14699 h 58727"/>
                <a:gd name="connsiteX4" fmla="*/ 54749 w 58793"/>
                <a:gd name="connsiteY4" fmla="*/ 14699 h 58727"/>
                <a:gd name="connsiteX5" fmla="*/ 44182 w 58793"/>
                <a:gd name="connsiteY5" fmla="*/ 54912 h 58727"/>
                <a:gd name="connsiteX6" fmla="*/ 44182 w 58793"/>
                <a:gd name="connsiteY6" fmla="*/ 54912 h 58727"/>
                <a:gd name="connsiteX7" fmla="*/ 29506 w 58793"/>
                <a:gd name="connsiteY7" fmla="*/ 58728 h 58727"/>
                <a:gd name="connsiteX8" fmla="*/ 29506 w 58793"/>
                <a:gd name="connsiteY8" fmla="*/ 58728 h 58727"/>
                <a:gd name="connsiteX9" fmla="*/ 3969 w 58793"/>
                <a:gd name="connsiteY9" fmla="*/ 44052 h 58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793" h="58727">
                  <a:moveTo>
                    <a:pt x="3969" y="44052"/>
                  </a:moveTo>
                  <a:cubicBezTo>
                    <a:pt x="-4250" y="29963"/>
                    <a:pt x="740" y="12057"/>
                    <a:pt x="14830" y="3839"/>
                  </a:cubicBezTo>
                  <a:lnTo>
                    <a:pt x="14830" y="3839"/>
                  </a:lnTo>
                  <a:cubicBezTo>
                    <a:pt x="28919" y="-4087"/>
                    <a:pt x="46824" y="610"/>
                    <a:pt x="54749" y="14699"/>
                  </a:cubicBezTo>
                  <a:lnTo>
                    <a:pt x="54749" y="14699"/>
                  </a:lnTo>
                  <a:cubicBezTo>
                    <a:pt x="62968" y="28788"/>
                    <a:pt x="58272" y="46694"/>
                    <a:pt x="44182" y="54912"/>
                  </a:cubicBezTo>
                  <a:lnTo>
                    <a:pt x="44182" y="54912"/>
                  </a:lnTo>
                  <a:cubicBezTo>
                    <a:pt x="39486" y="57554"/>
                    <a:pt x="34496" y="58728"/>
                    <a:pt x="29506" y="58728"/>
                  </a:cubicBezTo>
                  <a:lnTo>
                    <a:pt x="29506" y="58728"/>
                  </a:lnTo>
                  <a:cubicBezTo>
                    <a:pt x="19233" y="58728"/>
                    <a:pt x="9253" y="53445"/>
                    <a:pt x="3969" y="4405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5" name="Graphic 77">
            <a:extLst>
              <a:ext uri="{FF2B5EF4-FFF2-40B4-BE49-F238E27FC236}">
                <a16:creationId xmlns:a16="http://schemas.microsoft.com/office/drawing/2014/main" id="{6008F629-7765-0F74-3F5B-740ABF231CB3}"/>
              </a:ext>
            </a:extLst>
          </p:cNvPr>
          <p:cNvSpPr/>
          <p:nvPr userDrawn="1"/>
        </p:nvSpPr>
        <p:spPr>
          <a:xfrm rot="809673">
            <a:off x="3008411" y="1300487"/>
            <a:ext cx="1122276" cy="1219825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6" name="Graphic 43">
            <a:extLst>
              <a:ext uri="{FF2B5EF4-FFF2-40B4-BE49-F238E27FC236}">
                <a16:creationId xmlns:a16="http://schemas.microsoft.com/office/drawing/2014/main" id="{5AF38505-9285-A564-C57F-05CE39F31A50}"/>
              </a:ext>
            </a:extLst>
          </p:cNvPr>
          <p:cNvSpPr/>
          <p:nvPr userDrawn="1"/>
        </p:nvSpPr>
        <p:spPr>
          <a:xfrm>
            <a:off x="3295391" y="-243083"/>
            <a:ext cx="645412" cy="64541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pic>
        <p:nvPicPr>
          <p:cNvPr id="37" name="Picture 36" descr="A person with his hand on his chin&#10;&#10;Description automatically generated">
            <a:extLst>
              <a:ext uri="{FF2B5EF4-FFF2-40B4-BE49-F238E27FC236}">
                <a16:creationId xmlns:a16="http://schemas.microsoft.com/office/drawing/2014/main" id="{1ADE94E2-6213-A38C-AB9B-FF03FF6D35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953405" y="1056161"/>
            <a:ext cx="6773677" cy="59573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F5E8EC-C921-3601-A6D6-77B7F1623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502" y="1247617"/>
            <a:ext cx="5932428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30117DD-3BCB-DF62-3F06-6A114A21CB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7038" y="2865438"/>
            <a:ext cx="5932487" cy="2628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: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423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DA98BA2-5B48-86E1-2D47-12527AED5E1F}"/>
              </a:ext>
            </a:extLst>
          </p:cNvPr>
          <p:cNvCxnSpPr>
            <a:cxnSpLocks/>
          </p:cNvCxnSpPr>
          <p:nvPr userDrawn="1"/>
        </p:nvCxnSpPr>
        <p:spPr>
          <a:xfrm>
            <a:off x="1008833" y="3445329"/>
            <a:ext cx="1043559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D150BCF-B9A6-9532-ABD3-76A0FD6E1401}"/>
              </a:ext>
            </a:extLst>
          </p:cNvPr>
          <p:cNvSpPr/>
          <p:nvPr userDrawn="1"/>
        </p:nvSpPr>
        <p:spPr>
          <a:xfrm>
            <a:off x="865122" y="3146835"/>
            <a:ext cx="596988" cy="596988"/>
          </a:xfrm>
          <a:prstGeom prst="ellipse">
            <a:avLst/>
          </a:prstGeom>
          <a:solidFill>
            <a:srgbClr val="AA2923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F5204EF-1691-FC07-1B49-8C2A66B83F74}"/>
              </a:ext>
            </a:extLst>
          </p:cNvPr>
          <p:cNvSpPr/>
          <p:nvPr userDrawn="1"/>
        </p:nvSpPr>
        <p:spPr>
          <a:xfrm>
            <a:off x="3565994" y="3138896"/>
            <a:ext cx="596988" cy="596988"/>
          </a:xfrm>
          <a:prstGeom prst="ellipse">
            <a:avLst/>
          </a:prstGeom>
          <a:solidFill>
            <a:srgbClr val="AA2923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C3B378A-63ED-6047-2389-DEE90B20BE2B}"/>
              </a:ext>
            </a:extLst>
          </p:cNvPr>
          <p:cNvSpPr/>
          <p:nvPr userDrawn="1"/>
        </p:nvSpPr>
        <p:spPr>
          <a:xfrm>
            <a:off x="6389914" y="3163031"/>
            <a:ext cx="596988" cy="596988"/>
          </a:xfrm>
          <a:prstGeom prst="ellipse">
            <a:avLst/>
          </a:prstGeom>
          <a:solidFill>
            <a:srgbClr val="AA2923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D98A72EC-9A77-A4FF-BCF0-EAB650BEC011}"/>
              </a:ext>
            </a:extLst>
          </p:cNvPr>
          <p:cNvSpPr txBox="1">
            <a:spLocks/>
          </p:cNvSpPr>
          <p:nvPr userDrawn="1"/>
        </p:nvSpPr>
        <p:spPr>
          <a:xfrm>
            <a:off x="865122" y="3311306"/>
            <a:ext cx="677779" cy="230789"/>
          </a:xfrm>
          <a:prstGeom prst="rect">
            <a:avLst/>
          </a:prstGeom>
        </p:spPr>
        <p:txBody>
          <a:bodyPr/>
          <a:lstStyle>
            <a:lvl1pPr algn="ctr" defTabSz="896386" rtl="0" eaLnBrk="1" latinLnBrk="0" hangingPunct="1">
              <a:spcBef>
                <a:spcPct val="0"/>
              </a:spcBef>
              <a:buNone/>
              <a:defRPr sz="431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spc="300" dirty="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01.</a:t>
            </a:r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02A0EA7C-40A3-C011-58E7-E7D850F3F679}"/>
              </a:ext>
            </a:extLst>
          </p:cNvPr>
          <p:cNvSpPr txBox="1">
            <a:spLocks/>
          </p:cNvSpPr>
          <p:nvPr userDrawn="1"/>
        </p:nvSpPr>
        <p:spPr>
          <a:xfrm>
            <a:off x="3565994" y="3303632"/>
            <a:ext cx="677779" cy="230789"/>
          </a:xfrm>
          <a:prstGeom prst="rect">
            <a:avLst/>
          </a:prstGeom>
        </p:spPr>
        <p:txBody>
          <a:bodyPr/>
          <a:lstStyle>
            <a:lvl1pPr algn="ctr" defTabSz="896386" rtl="0" eaLnBrk="1" latinLnBrk="0" hangingPunct="1">
              <a:spcBef>
                <a:spcPct val="0"/>
              </a:spcBef>
              <a:buNone/>
              <a:defRPr sz="431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spc="300" dirty="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02.</a:t>
            </a:r>
          </a:p>
        </p:txBody>
      </p:sp>
      <p:sp>
        <p:nvSpPr>
          <p:cNvPr id="20" name="Title 2">
            <a:extLst>
              <a:ext uri="{FF2B5EF4-FFF2-40B4-BE49-F238E27FC236}">
                <a16:creationId xmlns:a16="http://schemas.microsoft.com/office/drawing/2014/main" id="{5A4095A7-BADB-36FE-7540-A45AC0FBF1DF}"/>
              </a:ext>
            </a:extLst>
          </p:cNvPr>
          <p:cNvSpPr txBox="1">
            <a:spLocks/>
          </p:cNvSpPr>
          <p:nvPr userDrawn="1"/>
        </p:nvSpPr>
        <p:spPr>
          <a:xfrm>
            <a:off x="6389914" y="3317660"/>
            <a:ext cx="677779" cy="230789"/>
          </a:xfrm>
          <a:prstGeom prst="rect">
            <a:avLst/>
          </a:prstGeom>
        </p:spPr>
        <p:txBody>
          <a:bodyPr/>
          <a:lstStyle>
            <a:lvl1pPr algn="ctr" defTabSz="896386" rtl="0" eaLnBrk="1" latinLnBrk="0" hangingPunct="1">
              <a:spcBef>
                <a:spcPct val="0"/>
              </a:spcBef>
              <a:buNone/>
              <a:defRPr sz="431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spc="300" dirty="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03.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AD0BE7B-39F0-A051-6CCA-71E6E67BB7AD}"/>
              </a:ext>
            </a:extLst>
          </p:cNvPr>
          <p:cNvCxnSpPr>
            <a:cxnSpLocks/>
          </p:cNvCxnSpPr>
          <p:nvPr userDrawn="1"/>
        </p:nvCxnSpPr>
        <p:spPr>
          <a:xfrm>
            <a:off x="1163616" y="3760019"/>
            <a:ext cx="0" cy="2368942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F739BD8-9D82-FC1B-F81A-5DF00C38E0AA}"/>
              </a:ext>
            </a:extLst>
          </p:cNvPr>
          <p:cNvCxnSpPr>
            <a:cxnSpLocks/>
          </p:cNvCxnSpPr>
          <p:nvPr userDrawn="1"/>
        </p:nvCxnSpPr>
        <p:spPr>
          <a:xfrm>
            <a:off x="3846945" y="569190"/>
            <a:ext cx="0" cy="2561449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C355282-FAB8-2760-0BBD-65167AA4280A}"/>
              </a:ext>
            </a:extLst>
          </p:cNvPr>
          <p:cNvCxnSpPr>
            <a:cxnSpLocks/>
          </p:cNvCxnSpPr>
          <p:nvPr userDrawn="1"/>
        </p:nvCxnSpPr>
        <p:spPr>
          <a:xfrm>
            <a:off x="6690380" y="3781823"/>
            <a:ext cx="0" cy="2368942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Graphic 2">
            <a:extLst>
              <a:ext uri="{FF2B5EF4-FFF2-40B4-BE49-F238E27FC236}">
                <a16:creationId xmlns:a16="http://schemas.microsoft.com/office/drawing/2014/main" id="{8A165134-9545-7731-7018-F752841B48B9}"/>
              </a:ext>
            </a:extLst>
          </p:cNvPr>
          <p:cNvSpPr/>
          <p:nvPr userDrawn="1"/>
        </p:nvSpPr>
        <p:spPr>
          <a:xfrm rot="5024770">
            <a:off x="1700564" y="466892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5" name="Graphic 43">
            <a:extLst>
              <a:ext uri="{FF2B5EF4-FFF2-40B4-BE49-F238E27FC236}">
                <a16:creationId xmlns:a16="http://schemas.microsoft.com/office/drawing/2014/main" id="{102E30D9-4011-3CB5-BB49-7B48BFE470B3}"/>
              </a:ext>
            </a:extLst>
          </p:cNvPr>
          <p:cNvSpPr/>
          <p:nvPr userDrawn="1"/>
        </p:nvSpPr>
        <p:spPr>
          <a:xfrm>
            <a:off x="2070608" y="489606"/>
            <a:ext cx="501220" cy="501220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noFill/>
          <a:ln w="19050" cap="flat">
            <a:solidFill>
              <a:srgbClr val="4A69F6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899821E-ED96-AA11-9B87-B3EA8FF33E22}"/>
              </a:ext>
            </a:extLst>
          </p:cNvPr>
          <p:cNvGrpSpPr/>
          <p:nvPr userDrawn="1"/>
        </p:nvGrpSpPr>
        <p:grpSpPr>
          <a:xfrm rot="5400000">
            <a:off x="-393190" y="1108189"/>
            <a:ext cx="1576228" cy="1744249"/>
            <a:chOff x="5638800" y="2919409"/>
            <a:chExt cx="918591" cy="1016510"/>
          </a:xfrm>
          <a:solidFill>
            <a:srgbClr val="AA2924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3279A89-9940-1CE4-82F2-B47B361C8714}"/>
                </a:ext>
              </a:extLst>
            </p:cNvPr>
            <p:cNvSpPr/>
            <p:nvPr/>
          </p:nvSpPr>
          <p:spPr>
            <a:xfrm>
              <a:off x="6537674" y="3456241"/>
              <a:ext cx="19050" cy="136302"/>
            </a:xfrm>
            <a:custGeom>
              <a:avLst/>
              <a:gdLst>
                <a:gd name="connsiteX0" fmla="*/ 0 w 19050"/>
                <a:gd name="connsiteY0" fmla="*/ 126778 h 136302"/>
                <a:gd name="connsiteX1" fmla="*/ 9430 w 19050"/>
                <a:gd name="connsiteY1" fmla="*/ 117253 h 136302"/>
                <a:gd name="connsiteX2" fmla="*/ 9430 w 19050"/>
                <a:gd name="connsiteY2" fmla="*/ 117253 h 136302"/>
                <a:gd name="connsiteX3" fmla="*/ 19050 w 19050"/>
                <a:gd name="connsiteY3" fmla="*/ 126778 h 136302"/>
                <a:gd name="connsiteX4" fmla="*/ 19050 w 19050"/>
                <a:gd name="connsiteY4" fmla="*/ 126778 h 136302"/>
                <a:gd name="connsiteX5" fmla="*/ 9525 w 19050"/>
                <a:gd name="connsiteY5" fmla="*/ 136303 h 136302"/>
                <a:gd name="connsiteX6" fmla="*/ 9525 w 19050"/>
                <a:gd name="connsiteY6" fmla="*/ 136303 h 136302"/>
                <a:gd name="connsiteX7" fmla="*/ 95 w 19050"/>
                <a:gd name="connsiteY7" fmla="*/ 126778 h 136302"/>
                <a:gd name="connsiteX8" fmla="*/ 0 w 19050"/>
                <a:gd name="connsiteY8" fmla="*/ 87725 h 136302"/>
                <a:gd name="connsiteX9" fmla="*/ 9525 w 19050"/>
                <a:gd name="connsiteY9" fmla="*/ 78200 h 136302"/>
                <a:gd name="connsiteX10" fmla="*/ 9525 w 19050"/>
                <a:gd name="connsiteY10" fmla="*/ 78200 h 136302"/>
                <a:gd name="connsiteX11" fmla="*/ 19050 w 19050"/>
                <a:gd name="connsiteY11" fmla="*/ 87725 h 136302"/>
                <a:gd name="connsiteX12" fmla="*/ 19050 w 19050"/>
                <a:gd name="connsiteY12" fmla="*/ 87725 h 136302"/>
                <a:gd name="connsiteX13" fmla="*/ 9525 w 19050"/>
                <a:gd name="connsiteY13" fmla="*/ 97250 h 136302"/>
                <a:gd name="connsiteX14" fmla="*/ 9525 w 19050"/>
                <a:gd name="connsiteY14" fmla="*/ 97250 h 136302"/>
                <a:gd name="connsiteX15" fmla="*/ 0 w 19050"/>
                <a:gd name="connsiteY15" fmla="*/ 87725 h 136302"/>
                <a:gd name="connsiteX16" fmla="*/ 0 w 19050"/>
                <a:gd name="connsiteY16" fmla="*/ 48577 h 136302"/>
                <a:gd name="connsiteX17" fmla="*/ 9525 w 19050"/>
                <a:gd name="connsiteY17" fmla="*/ 39052 h 136302"/>
                <a:gd name="connsiteX18" fmla="*/ 9525 w 19050"/>
                <a:gd name="connsiteY18" fmla="*/ 39052 h 136302"/>
                <a:gd name="connsiteX19" fmla="*/ 19050 w 19050"/>
                <a:gd name="connsiteY19" fmla="*/ 48673 h 136302"/>
                <a:gd name="connsiteX20" fmla="*/ 19050 w 19050"/>
                <a:gd name="connsiteY20" fmla="*/ 48673 h 136302"/>
                <a:gd name="connsiteX21" fmla="*/ 9525 w 19050"/>
                <a:gd name="connsiteY21" fmla="*/ 58102 h 136302"/>
                <a:gd name="connsiteX22" fmla="*/ 9525 w 19050"/>
                <a:gd name="connsiteY22" fmla="*/ 58102 h 136302"/>
                <a:gd name="connsiteX23" fmla="*/ 0 w 19050"/>
                <a:gd name="connsiteY23" fmla="*/ 48577 h 136302"/>
                <a:gd name="connsiteX24" fmla="*/ 0 w 19050"/>
                <a:gd name="connsiteY24" fmla="*/ 9525 h 136302"/>
                <a:gd name="connsiteX25" fmla="*/ 0 w 19050"/>
                <a:gd name="connsiteY25" fmla="*/ 9525 h 136302"/>
                <a:gd name="connsiteX26" fmla="*/ 9525 w 19050"/>
                <a:gd name="connsiteY26" fmla="*/ 0 h 136302"/>
                <a:gd name="connsiteX27" fmla="*/ 9525 w 19050"/>
                <a:gd name="connsiteY27" fmla="*/ 0 h 136302"/>
                <a:gd name="connsiteX28" fmla="*/ 19050 w 19050"/>
                <a:gd name="connsiteY28" fmla="*/ 9525 h 136302"/>
                <a:gd name="connsiteX29" fmla="*/ 19050 w 19050"/>
                <a:gd name="connsiteY29" fmla="*/ 9525 h 136302"/>
                <a:gd name="connsiteX30" fmla="*/ 9525 w 19050"/>
                <a:gd name="connsiteY30" fmla="*/ 19050 h 136302"/>
                <a:gd name="connsiteX31" fmla="*/ 9525 w 19050"/>
                <a:gd name="connsiteY31" fmla="*/ 19050 h 136302"/>
                <a:gd name="connsiteX32" fmla="*/ 0 w 19050"/>
                <a:gd name="connsiteY32" fmla="*/ 9525 h 1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9050" h="136302">
                  <a:moveTo>
                    <a:pt x="0" y="126778"/>
                  </a:moveTo>
                  <a:cubicBezTo>
                    <a:pt x="0" y="121539"/>
                    <a:pt x="4191" y="117253"/>
                    <a:pt x="9430" y="117253"/>
                  </a:cubicBezTo>
                  <a:lnTo>
                    <a:pt x="9430" y="117253"/>
                  </a:lnTo>
                  <a:cubicBezTo>
                    <a:pt x="14669" y="117253"/>
                    <a:pt x="18955" y="121444"/>
                    <a:pt x="19050" y="126778"/>
                  </a:cubicBezTo>
                  <a:lnTo>
                    <a:pt x="19050" y="126778"/>
                  </a:lnTo>
                  <a:cubicBezTo>
                    <a:pt x="19050" y="132017"/>
                    <a:pt x="14764" y="136303"/>
                    <a:pt x="9525" y="136303"/>
                  </a:cubicBezTo>
                  <a:lnTo>
                    <a:pt x="9525" y="136303"/>
                  </a:lnTo>
                  <a:cubicBezTo>
                    <a:pt x="4286" y="136303"/>
                    <a:pt x="95" y="132017"/>
                    <a:pt x="95" y="126778"/>
                  </a:cubicBezTo>
                  <a:close/>
                  <a:moveTo>
                    <a:pt x="0" y="87725"/>
                  </a:moveTo>
                  <a:cubicBezTo>
                    <a:pt x="0" y="82391"/>
                    <a:pt x="4286" y="78200"/>
                    <a:pt x="9525" y="78200"/>
                  </a:cubicBezTo>
                  <a:lnTo>
                    <a:pt x="9525" y="78200"/>
                  </a:lnTo>
                  <a:cubicBezTo>
                    <a:pt x="14764" y="78200"/>
                    <a:pt x="19050" y="82391"/>
                    <a:pt x="19050" y="87725"/>
                  </a:cubicBezTo>
                  <a:lnTo>
                    <a:pt x="19050" y="87725"/>
                  </a:lnTo>
                  <a:cubicBezTo>
                    <a:pt x="19050" y="92964"/>
                    <a:pt x="14764" y="97250"/>
                    <a:pt x="9525" y="97250"/>
                  </a:cubicBezTo>
                  <a:lnTo>
                    <a:pt x="9525" y="97250"/>
                  </a:lnTo>
                  <a:cubicBezTo>
                    <a:pt x="4286" y="97250"/>
                    <a:pt x="0" y="92964"/>
                    <a:pt x="0" y="87725"/>
                  </a:cubicBezTo>
                  <a:close/>
                  <a:moveTo>
                    <a:pt x="0" y="48577"/>
                  </a:moveTo>
                  <a:cubicBezTo>
                    <a:pt x="0" y="43339"/>
                    <a:pt x="4286" y="39052"/>
                    <a:pt x="9525" y="39052"/>
                  </a:cubicBezTo>
                  <a:lnTo>
                    <a:pt x="9525" y="39052"/>
                  </a:lnTo>
                  <a:cubicBezTo>
                    <a:pt x="14859" y="39052"/>
                    <a:pt x="19050" y="43339"/>
                    <a:pt x="19050" y="48673"/>
                  </a:cubicBezTo>
                  <a:lnTo>
                    <a:pt x="19050" y="48673"/>
                  </a:lnTo>
                  <a:cubicBezTo>
                    <a:pt x="19050" y="53912"/>
                    <a:pt x="14764" y="58102"/>
                    <a:pt x="9525" y="58102"/>
                  </a:cubicBezTo>
                  <a:lnTo>
                    <a:pt x="9525" y="58102"/>
                  </a:lnTo>
                  <a:cubicBezTo>
                    <a:pt x="4286" y="58102"/>
                    <a:pt x="0" y="53816"/>
                    <a:pt x="0" y="48577"/>
                  </a:cubicBezTo>
                  <a:close/>
                  <a:moveTo>
                    <a:pt x="0" y="9525"/>
                  </a:moveTo>
                  <a:lnTo>
                    <a:pt x="0" y="9525"/>
                  </a:ln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3C325ED-6C20-79D1-6D39-6B9776001643}"/>
                </a:ext>
              </a:extLst>
            </p:cNvPr>
            <p:cNvSpPr/>
            <p:nvPr/>
          </p:nvSpPr>
          <p:spPr>
            <a:xfrm>
              <a:off x="6513778" y="3649374"/>
              <a:ext cx="37702" cy="51087"/>
            </a:xfrm>
            <a:custGeom>
              <a:avLst/>
              <a:gdLst>
                <a:gd name="connsiteX0" fmla="*/ 3131 w 37702"/>
                <a:gd name="connsiteY0" fmla="*/ 48706 h 51087"/>
                <a:gd name="connsiteX1" fmla="*/ 2464 w 37702"/>
                <a:gd name="connsiteY1" fmla="*/ 35181 h 51087"/>
                <a:gd name="connsiteX2" fmla="*/ 2464 w 37702"/>
                <a:gd name="connsiteY2" fmla="*/ 35181 h 51087"/>
                <a:gd name="connsiteX3" fmla="*/ 15894 w 37702"/>
                <a:gd name="connsiteY3" fmla="*/ 34514 h 51087"/>
                <a:gd name="connsiteX4" fmla="*/ 15894 w 37702"/>
                <a:gd name="connsiteY4" fmla="*/ 34514 h 51087"/>
                <a:gd name="connsiteX5" fmla="*/ 16656 w 37702"/>
                <a:gd name="connsiteY5" fmla="*/ 47944 h 51087"/>
                <a:gd name="connsiteX6" fmla="*/ 16656 w 37702"/>
                <a:gd name="connsiteY6" fmla="*/ 47944 h 51087"/>
                <a:gd name="connsiteX7" fmla="*/ 9513 w 37702"/>
                <a:gd name="connsiteY7" fmla="*/ 51088 h 51087"/>
                <a:gd name="connsiteX8" fmla="*/ 9513 w 37702"/>
                <a:gd name="connsiteY8" fmla="*/ 51088 h 51087"/>
                <a:gd name="connsiteX9" fmla="*/ 3131 w 37702"/>
                <a:gd name="connsiteY9" fmla="*/ 48706 h 51087"/>
                <a:gd name="connsiteX10" fmla="*/ 25134 w 37702"/>
                <a:gd name="connsiteY10" fmla="*/ 18512 h 51087"/>
                <a:gd name="connsiteX11" fmla="*/ 19133 w 37702"/>
                <a:gd name="connsiteY11" fmla="*/ 6511 h 51087"/>
                <a:gd name="connsiteX12" fmla="*/ 19133 w 37702"/>
                <a:gd name="connsiteY12" fmla="*/ 6511 h 51087"/>
                <a:gd name="connsiteX13" fmla="*/ 31134 w 37702"/>
                <a:gd name="connsiteY13" fmla="*/ 510 h 51087"/>
                <a:gd name="connsiteX14" fmla="*/ 31134 w 37702"/>
                <a:gd name="connsiteY14" fmla="*/ 510 h 51087"/>
                <a:gd name="connsiteX15" fmla="*/ 37230 w 37702"/>
                <a:gd name="connsiteY15" fmla="*/ 12511 h 51087"/>
                <a:gd name="connsiteX16" fmla="*/ 37230 w 37702"/>
                <a:gd name="connsiteY16" fmla="*/ 12511 h 51087"/>
                <a:gd name="connsiteX17" fmla="*/ 28182 w 37702"/>
                <a:gd name="connsiteY17" fmla="*/ 19084 h 51087"/>
                <a:gd name="connsiteX18" fmla="*/ 28182 w 37702"/>
                <a:gd name="connsiteY18" fmla="*/ 19084 h 51087"/>
                <a:gd name="connsiteX19" fmla="*/ 25134 w 37702"/>
                <a:gd name="connsiteY19" fmla="*/ 18512 h 51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702" h="51087">
                  <a:moveTo>
                    <a:pt x="3131" y="48706"/>
                  </a:moveTo>
                  <a:cubicBezTo>
                    <a:pt x="-774" y="45182"/>
                    <a:pt x="-1060" y="39181"/>
                    <a:pt x="2464" y="35181"/>
                  </a:cubicBezTo>
                  <a:lnTo>
                    <a:pt x="2464" y="35181"/>
                  </a:lnTo>
                  <a:cubicBezTo>
                    <a:pt x="5988" y="31276"/>
                    <a:pt x="11989" y="30990"/>
                    <a:pt x="15894" y="34514"/>
                  </a:cubicBezTo>
                  <a:lnTo>
                    <a:pt x="15894" y="34514"/>
                  </a:lnTo>
                  <a:cubicBezTo>
                    <a:pt x="19800" y="37943"/>
                    <a:pt x="20181" y="44039"/>
                    <a:pt x="16656" y="47944"/>
                  </a:cubicBezTo>
                  <a:lnTo>
                    <a:pt x="16656" y="47944"/>
                  </a:lnTo>
                  <a:cubicBezTo>
                    <a:pt x="14751" y="50040"/>
                    <a:pt x="12180" y="51088"/>
                    <a:pt x="9513" y="51088"/>
                  </a:cubicBezTo>
                  <a:lnTo>
                    <a:pt x="9513" y="51088"/>
                  </a:lnTo>
                  <a:cubicBezTo>
                    <a:pt x="7227" y="51088"/>
                    <a:pt x="4941" y="50326"/>
                    <a:pt x="3131" y="48706"/>
                  </a:cubicBezTo>
                  <a:close/>
                  <a:moveTo>
                    <a:pt x="25134" y="18512"/>
                  </a:moveTo>
                  <a:cubicBezTo>
                    <a:pt x="20181" y="16893"/>
                    <a:pt x="17514" y="11464"/>
                    <a:pt x="19133" y="6511"/>
                  </a:cubicBezTo>
                  <a:lnTo>
                    <a:pt x="19133" y="6511"/>
                  </a:lnTo>
                  <a:cubicBezTo>
                    <a:pt x="20847" y="1558"/>
                    <a:pt x="26181" y="-1205"/>
                    <a:pt x="31134" y="510"/>
                  </a:cubicBezTo>
                  <a:lnTo>
                    <a:pt x="31134" y="510"/>
                  </a:lnTo>
                  <a:cubicBezTo>
                    <a:pt x="36183" y="2129"/>
                    <a:pt x="38850" y="7558"/>
                    <a:pt x="37230" y="12511"/>
                  </a:cubicBezTo>
                  <a:lnTo>
                    <a:pt x="37230" y="12511"/>
                  </a:lnTo>
                  <a:cubicBezTo>
                    <a:pt x="35897" y="16512"/>
                    <a:pt x="32182" y="19084"/>
                    <a:pt x="28182" y="19084"/>
                  </a:cubicBezTo>
                  <a:lnTo>
                    <a:pt x="28182" y="19084"/>
                  </a:lnTo>
                  <a:cubicBezTo>
                    <a:pt x="27134" y="19084"/>
                    <a:pt x="26181" y="18893"/>
                    <a:pt x="25134" y="185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5D196BD-BA7D-C6A4-A6C8-E72878F464D5}"/>
                </a:ext>
              </a:extLst>
            </p:cNvPr>
            <p:cNvSpPr/>
            <p:nvPr/>
          </p:nvSpPr>
          <p:spPr>
            <a:xfrm>
              <a:off x="6177576" y="3724034"/>
              <a:ext cx="291906" cy="176071"/>
            </a:xfrm>
            <a:custGeom>
              <a:avLst/>
              <a:gdLst>
                <a:gd name="connsiteX0" fmla="*/ 1291 w 291906"/>
                <a:gd name="connsiteY0" fmla="*/ 171309 h 176071"/>
                <a:gd name="connsiteX1" fmla="*/ 4720 w 291906"/>
                <a:gd name="connsiteY1" fmla="*/ 158260 h 176071"/>
                <a:gd name="connsiteX2" fmla="*/ 4720 w 291906"/>
                <a:gd name="connsiteY2" fmla="*/ 158260 h 176071"/>
                <a:gd name="connsiteX3" fmla="*/ 17770 w 291906"/>
                <a:gd name="connsiteY3" fmla="*/ 161784 h 176071"/>
                <a:gd name="connsiteX4" fmla="*/ 17770 w 291906"/>
                <a:gd name="connsiteY4" fmla="*/ 161784 h 176071"/>
                <a:gd name="connsiteX5" fmla="*/ 14245 w 291906"/>
                <a:gd name="connsiteY5" fmla="*/ 174738 h 176071"/>
                <a:gd name="connsiteX6" fmla="*/ 14245 w 291906"/>
                <a:gd name="connsiteY6" fmla="*/ 174738 h 176071"/>
                <a:gd name="connsiteX7" fmla="*/ 9483 w 291906"/>
                <a:gd name="connsiteY7" fmla="*/ 176072 h 176071"/>
                <a:gd name="connsiteX8" fmla="*/ 9483 w 291906"/>
                <a:gd name="connsiteY8" fmla="*/ 176072 h 176071"/>
                <a:gd name="connsiteX9" fmla="*/ 1291 w 291906"/>
                <a:gd name="connsiteY9" fmla="*/ 171309 h 176071"/>
                <a:gd name="connsiteX10" fmla="*/ 35391 w 291906"/>
                <a:gd name="connsiteY10" fmla="*/ 151592 h 176071"/>
                <a:gd name="connsiteX11" fmla="*/ 38820 w 291906"/>
                <a:gd name="connsiteY11" fmla="*/ 138638 h 176071"/>
                <a:gd name="connsiteX12" fmla="*/ 38820 w 291906"/>
                <a:gd name="connsiteY12" fmla="*/ 138638 h 176071"/>
                <a:gd name="connsiteX13" fmla="*/ 51869 w 291906"/>
                <a:gd name="connsiteY13" fmla="*/ 142067 h 176071"/>
                <a:gd name="connsiteX14" fmla="*/ 51869 w 291906"/>
                <a:gd name="connsiteY14" fmla="*/ 142067 h 176071"/>
                <a:gd name="connsiteX15" fmla="*/ 48345 w 291906"/>
                <a:gd name="connsiteY15" fmla="*/ 155117 h 176071"/>
                <a:gd name="connsiteX16" fmla="*/ 48345 w 291906"/>
                <a:gd name="connsiteY16" fmla="*/ 155117 h 176071"/>
                <a:gd name="connsiteX17" fmla="*/ 43582 w 291906"/>
                <a:gd name="connsiteY17" fmla="*/ 156355 h 176071"/>
                <a:gd name="connsiteX18" fmla="*/ 43582 w 291906"/>
                <a:gd name="connsiteY18" fmla="*/ 156355 h 176071"/>
                <a:gd name="connsiteX19" fmla="*/ 35391 w 291906"/>
                <a:gd name="connsiteY19" fmla="*/ 151592 h 176071"/>
                <a:gd name="connsiteX20" fmla="*/ 69395 w 291906"/>
                <a:gd name="connsiteY20" fmla="*/ 131971 h 176071"/>
                <a:gd name="connsiteX21" fmla="*/ 72919 w 291906"/>
                <a:gd name="connsiteY21" fmla="*/ 118922 h 176071"/>
                <a:gd name="connsiteX22" fmla="*/ 72919 w 291906"/>
                <a:gd name="connsiteY22" fmla="*/ 118922 h 176071"/>
                <a:gd name="connsiteX23" fmla="*/ 85969 w 291906"/>
                <a:gd name="connsiteY23" fmla="*/ 122446 h 176071"/>
                <a:gd name="connsiteX24" fmla="*/ 85969 w 291906"/>
                <a:gd name="connsiteY24" fmla="*/ 122446 h 176071"/>
                <a:gd name="connsiteX25" fmla="*/ 82444 w 291906"/>
                <a:gd name="connsiteY25" fmla="*/ 135400 h 176071"/>
                <a:gd name="connsiteX26" fmla="*/ 82444 w 291906"/>
                <a:gd name="connsiteY26" fmla="*/ 135400 h 176071"/>
                <a:gd name="connsiteX27" fmla="*/ 77682 w 291906"/>
                <a:gd name="connsiteY27" fmla="*/ 136734 h 176071"/>
                <a:gd name="connsiteX28" fmla="*/ 77682 w 291906"/>
                <a:gd name="connsiteY28" fmla="*/ 136734 h 176071"/>
                <a:gd name="connsiteX29" fmla="*/ 69395 w 291906"/>
                <a:gd name="connsiteY29" fmla="*/ 131971 h 176071"/>
                <a:gd name="connsiteX30" fmla="*/ 103495 w 291906"/>
                <a:gd name="connsiteY30" fmla="*/ 112254 h 176071"/>
                <a:gd name="connsiteX31" fmla="*/ 107019 w 291906"/>
                <a:gd name="connsiteY31" fmla="*/ 99300 h 176071"/>
                <a:gd name="connsiteX32" fmla="*/ 107019 w 291906"/>
                <a:gd name="connsiteY32" fmla="*/ 99300 h 176071"/>
                <a:gd name="connsiteX33" fmla="*/ 120068 w 291906"/>
                <a:gd name="connsiteY33" fmla="*/ 102824 h 176071"/>
                <a:gd name="connsiteX34" fmla="*/ 120068 w 291906"/>
                <a:gd name="connsiteY34" fmla="*/ 102824 h 176071"/>
                <a:gd name="connsiteX35" fmla="*/ 116544 w 291906"/>
                <a:gd name="connsiteY35" fmla="*/ 115778 h 176071"/>
                <a:gd name="connsiteX36" fmla="*/ 116544 w 291906"/>
                <a:gd name="connsiteY36" fmla="*/ 115778 h 176071"/>
                <a:gd name="connsiteX37" fmla="*/ 111781 w 291906"/>
                <a:gd name="connsiteY37" fmla="*/ 117112 h 176071"/>
                <a:gd name="connsiteX38" fmla="*/ 111781 w 291906"/>
                <a:gd name="connsiteY38" fmla="*/ 117112 h 176071"/>
                <a:gd name="connsiteX39" fmla="*/ 103495 w 291906"/>
                <a:gd name="connsiteY39" fmla="*/ 112254 h 176071"/>
                <a:gd name="connsiteX40" fmla="*/ 137594 w 291906"/>
                <a:gd name="connsiteY40" fmla="*/ 92633 h 176071"/>
                <a:gd name="connsiteX41" fmla="*/ 141118 w 291906"/>
                <a:gd name="connsiteY41" fmla="*/ 79679 h 176071"/>
                <a:gd name="connsiteX42" fmla="*/ 141118 w 291906"/>
                <a:gd name="connsiteY42" fmla="*/ 79679 h 176071"/>
                <a:gd name="connsiteX43" fmla="*/ 154168 w 291906"/>
                <a:gd name="connsiteY43" fmla="*/ 83203 h 176071"/>
                <a:gd name="connsiteX44" fmla="*/ 154168 w 291906"/>
                <a:gd name="connsiteY44" fmla="*/ 83203 h 176071"/>
                <a:gd name="connsiteX45" fmla="*/ 150643 w 291906"/>
                <a:gd name="connsiteY45" fmla="*/ 96157 h 176071"/>
                <a:gd name="connsiteX46" fmla="*/ 150643 w 291906"/>
                <a:gd name="connsiteY46" fmla="*/ 96157 h 176071"/>
                <a:gd name="connsiteX47" fmla="*/ 145881 w 291906"/>
                <a:gd name="connsiteY47" fmla="*/ 97395 h 176071"/>
                <a:gd name="connsiteX48" fmla="*/ 145881 w 291906"/>
                <a:gd name="connsiteY48" fmla="*/ 97395 h 176071"/>
                <a:gd name="connsiteX49" fmla="*/ 137594 w 291906"/>
                <a:gd name="connsiteY49" fmla="*/ 92633 h 176071"/>
                <a:gd name="connsiteX50" fmla="*/ 171694 w 291906"/>
                <a:gd name="connsiteY50" fmla="*/ 73011 h 176071"/>
                <a:gd name="connsiteX51" fmla="*/ 175218 w 291906"/>
                <a:gd name="connsiteY51" fmla="*/ 60057 h 176071"/>
                <a:gd name="connsiteX52" fmla="*/ 175218 w 291906"/>
                <a:gd name="connsiteY52" fmla="*/ 60057 h 176071"/>
                <a:gd name="connsiteX53" fmla="*/ 188267 w 291906"/>
                <a:gd name="connsiteY53" fmla="*/ 63581 h 176071"/>
                <a:gd name="connsiteX54" fmla="*/ 188267 w 291906"/>
                <a:gd name="connsiteY54" fmla="*/ 63581 h 176071"/>
                <a:gd name="connsiteX55" fmla="*/ 184743 w 291906"/>
                <a:gd name="connsiteY55" fmla="*/ 76536 h 176071"/>
                <a:gd name="connsiteX56" fmla="*/ 184743 w 291906"/>
                <a:gd name="connsiteY56" fmla="*/ 76536 h 176071"/>
                <a:gd name="connsiteX57" fmla="*/ 179980 w 291906"/>
                <a:gd name="connsiteY57" fmla="*/ 77869 h 176071"/>
                <a:gd name="connsiteX58" fmla="*/ 179980 w 291906"/>
                <a:gd name="connsiteY58" fmla="*/ 77869 h 176071"/>
                <a:gd name="connsiteX59" fmla="*/ 171694 w 291906"/>
                <a:gd name="connsiteY59" fmla="*/ 73011 h 176071"/>
                <a:gd name="connsiteX60" fmla="*/ 205888 w 291906"/>
                <a:gd name="connsiteY60" fmla="*/ 53485 h 176071"/>
                <a:gd name="connsiteX61" fmla="*/ 209317 w 291906"/>
                <a:gd name="connsiteY61" fmla="*/ 40436 h 176071"/>
                <a:gd name="connsiteX62" fmla="*/ 209317 w 291906"/>
                <a:gd name="connsiteY62" fmla="*/ 40436 h 176071"/>
                <a:gd name="connsiteX63" fmla="*/ 222367 w 291906"/>
                <a:gd name="connsiteY63" fmla="*/ 43960 h 176071"/>
                <a:gd name="connsiteX64" fmla="*/ 222367 w 291906"/>
                <a:gd name="connsiteY64" fmla="*/ 43960 h 176071"/>
                <a:gd name="connsiteX65" fmla="*/ 218842 w 291906"/>
                <a:gd name="connsiteY65" fmla="*/ 56914 h 176071"/>
                <a:gd name="connsiteX66" fmla="*/ 218842 w 291906"/>
                <a:gd name="connsiteY66" fmla="*/ 56914 h 176071"/>
                <a:gd name="connsiteX67" fmla="*/ 214080 w 291906"/>
                <a:gd name="connsiteY67" fmla="*/ 58247 h 176071"/>
                <a:gd name="connsiteX68" fmla="*/ 214080 w 291906"/>
                <a:gd name="connsiteY68" fmla="*/ 58247 h 176071"/>
                <a:gd name="connsiteX69" fmla="*/ 205888 w 291906"/>
                <a:gd name="connsiteY69" fmla="*/ 53485 h 176071"/>
                <a:gd name="connsiteX70" fmla="*/ 239988 w 291906"/>
                <a:gd name="connsiteY70" fmla="*/ 33863 h 176071"/>
                <a:gd name="connsiteX71" fmla="*/ 243512 w 291906"/>
                <a:gd name="connsiteY71" fmla="*/ 20814 h 176071"/>
                <a:gd name="connsiteX72" fmla="*/ 243512 w 291906"/>
                <a:gd name="connsiteY72" fmla="*/ 20814 h 176071"/>
                <a:gd name="connsiteX73" fmla="*/ 256466 w 291906"/>
                <a:gd name="connsiteY73" fmla="*/ 24338 h 176071"/>
                <a:gd name="connsiteX74" fmla="*/ 256466 w 291906"/>
                <a:gd name="connsiteY74" fmla="*/ 24338 h 176071"/>
                <a:gd name="connsiteX75" fmla="*/ 252942 w 291906"/>
                <a:gd name="connsiteY75" fmla="*/ 37388 h 176071"/>
                <a:gd name="connsiteX76" fmla="*/ 252942 w 291906"/>
                <a:gd name="connsiteY76" fmla="*/ 37388 h 176071"/>
                <a:gd name="connsiteX77" fmla="*/ 248275 w 291906"/>
                <a:gd name="connsiteY77" fmla="*/ 38626 h 176071"/>
                <a:gd name="connsiteX78" fmla="*/ 248275 w 291906"/>
                <a:gd name="connsiteY78" fmla="*/ 38626 h 176071"/>
                <a:gd name="connsiteX79" fmla="*/ 239988 w 291906"/>
                <a:gd name="connsiteY79" fmla="*/ 33863 h 176071"/>
                <a:gd name="connsiteX80" fmla="*/ 274087 w 291906"/>
                <a:gd name="connsiteY80" fmla="*/ 14242 h 176071"/>
                <a:gd name="connsiteX81" fmla="*/ 277612 w 291906"/>
                <a:gd name="connsiteY81" fmla="*/ 1288 h 176071"/>
                <a:gd name="connsiteX82" fmla="*/ 277612 w 291906"/>
                <a:gd name="connsiteY82" fmla="*/ 1288 h 176071"/>
                <a:gd name="connsiteX83" fmla="*/ 290661 w 291906"/>
                <a:gd name="connsiteY83" fmla="*/ 4812 h 176071"/>
                <a:gd name="connsiteX84" fmla="*/ 290661 w 291906"/>
                <a:gd name="connsiteY84" fmla="*/ 4812 h 176071"/>
                <a:gd name="connsiteX85" fmla="*/ 287137 w 291906"/>
                <a:gd name="connsiteY85" fmla="*/ 17766 h 176071"/>
                <a:gd name="connsiteX86" fmla="*/ 287137 w 291906"/>
                <a:gd name="connsiteY86" fmla="*/ 17766 h 176071"/>
                <a:gd name="connsiteX87" fmla="*/ 282374 w 291906"/>
                <a:gd name="connsiteY87" fmla="*/ 19100 h 176071"/>
                <a:gd name="connsiteX88" fmla="*/ 282374 w 291906"/>
                <a:gd name="connsiteY88" fmla="*/ 19100 h 176071"/>
                <a:gd name="connsiteX89" fmla="*/ 274087 w 291906"/>
                <a:gd name="connsiteY89" fmla="*/ 14242 h 17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906" h="176071">
                  <a:moveTo>
                    <a:pt x="1291" y="171309"/>
                  </a:moveTo>
                  <a:cubicBezTo>
                    <a:pt x="-1376" y="166737"/>
                    <a:pt x="244" y="160927"/>
                    <a:pt x="4720" y="158260"/>
                  </a:cubicBezTo>
                  <a:lnTo>
                    <a:pt x="4720" y="158260"/>
                  </a:lnTo>
                  <a:cubicBezTo>
                    <a:pt x="9292" y="155593"/>
                    <a:pt x="15198" y="157212"/>
                    <a:pt x="17770" y="161784"/>
                  </a:cubicBezTo>
                  <a:lnTo>
                    <a:pt x="17770" y="161784"/>
                  </a:lnTo>
                  <a:cubicBezTo>
                    <a:pt x="20437" y="166261"/>
                    <a:pt x="18817" y="172167"/>
                    <a:pt x="14245" y="174738"/>
                  </a:cubicBezTo>
                  <a:lnTo>
                    <a:pt x="14245" y="174738"/>
                  </a:lnTo>
                  <a:cubicBezTo>
                    <a:pt x="12817" y="175596"/>
                    <a:pt x="11102" y="176072"/>
                    <a:pt x="9483" y="176072"/>
                  </a:cubicBezTo>
                  <a:lnTo>
                    <a:pt x="9483" y="176072"/>
                  </a:lnTo>
                  <a:cubicBezTo>
                    <a:pt x="6244" y="176072"/>
                    <a:pt x="3006" y="174357"/>
                    <a:pt x="1291" y="171309"/>
                  </a:cubicBezTo>
                  <a:close/>
                  <a:moveTo>
                    <a:pt x="35391" y="151592"/>
                  </a:moveTo>
                  <a:cubicBezTo>
                    <a:pt x="32724" y="147021"/>
                    <a:pt x="34343" y="141210"/>
                    <a:pt x="38820" y="138638"/>
                  </a:cubicBezTo>
                  <a:lnTo>
                    <a:pt x="38820" y="138638"/>
                  </a:lnTo>
                  <a:cubicBezTo>
                    <a:pt x="43392" y="135971"/>
                    <a:pt x="49202" y="137496"/>
                    <a:pt x="51869" y="142067"/>
                  </a:cubicBezTo>
                  <a:lnTo>
                    <a:pt x="51869" y="142067"/>
                  </a:lnTo>
                  <a:cubicBezTo>
                    <a:pt x="54441" y="146640"/>
                    <a:pt x="52917" y="152450"/>
                    <a:pt x="48345" y="155117"/>
                  </a:cubicBezTo>
                  <a:lnTo>
                    <a:pt x="48345" y="155117"/>
                  </a:lnTo>
                  <a:cubicBezTo>
                    <a:pt x="46916" y="155974"/>
                    <a:pt x="45202" y="156355"/>
                    <a:pt x="43582" y="156355"/>
                  </a:cubicBezTo>
                  <a:lnTo>
                    <a:pt x="43582" y="156355"/>
                  </a:lnTo>
                  <a:cubicBezTo>
                    <a:pt x="40344" y="156355"/>
                    <a:pt x="37105" y="154640"/>
                    <a:pt x="35391" y="151592"/>
                  </a:cubicBezTo>
                  <a:close/>
                  <a:moveTo>
                    <a:pt x="69395" y="131971"/>
                  </a:moveTo>
                  <a:cubicBezTo>
                    <a:pt x="66823" y="127399"/>
                    <a:pt x="68347" y="121589"/>
                    <a:pt x="72919" y="118922"/>
                  </a:cubicBezTo>
                  <a:lnTo>
                    <a:pt x="72919" y="118922"/>
                  </a:lnTo>
                  <a:cubicBezTo>
                    <a:pt x="77491" y="116350"/>
                    <a:pt x="83302" y="117874"/>
                    <a:pt x="85969" y="122446"/>
                  </a:cubicBezTo>
                  <a:lnTo>
                    <a:pt x="85969" y="122446"/>
                  </a:lnTo>
                  <a:cubicBezTo>
                    <a:pt x="88540" y="127018"/>
                    <a:pt x="87016" y="132828"/>
                    <a:pt x="82444" y="135400"/>
                  </a:cubicBezTo>
                  <a:lnTo>
                    <a:pt x="82444" y="135400"/>
                  </a:lnTo>
                  <a:cubicBezTo>
                    <a:pt x="80920" y="136257"/>
                    <a:pt x="79301" y="136734"/>
                    <a:pt x="77682" y="136734"/>
                  </a:cubicBezTo>
                  <a:lnTo>
                    <a:pt x="77682" y="136734"/>
                  </a:lnTo>
                  <a:cubicBezTo>
                    <a:pt x="74443" y="136734"/>
                    <a:pt x="71205" y="135019"/>
                    <a:pt x="69395" y="131971"/>
                  </a:cubicBezTo>
                  <a:close/>
                  <a:moveTo>
                    <a:pt x="103495" y="112254"/>
                  </a:moveTo>
                  <a:cubicBezTo>
                    <a:pt x="100923" y="107682"/>
                    <a:pt x="102447" y="101967"/>
                    <a:pt x="107019" y="99300"/>
                  </a:cubicBezTo>
                  <a:lnTo>
                    <a:pt x="107019" y="99300"/>
                  </a:lnTo>
                  <a:cubicBezTo>
                    <a:pt x="111591" y="96633"/>
                    <a:pt x="117401" y="98252"/>
                    <a:pt x="120068" y="102824"/>
                  </a:cubicBezTo>
                  <a:lnTo>
                    <a:pt x="120068" y="102824"/>
                  </a:lnTo>
                  <a:cubicBezTo>
                    <a:pt x="122640" y="107301"/>
                    <a:pt x="121116" y="113111"/>
                    <a:pt x="116544" y="115778"/>
                  </a:cubicBezTo>
                  <a:lnTo>
                    <a:pt x="116544" y="115778"/>
                  </a:lnTo>
                  <a:cubicBezTo>
                    <a:pt x="115020" y="116636"/>
                    <a:pt x="113401" y="117112"/>
                    <a:pt x="111781" y="117112"/>
                  </a:cubicBezTo>
                  <a:lnTo>
                    <a:pt x="111781" y="117112"/>
                  </a:lnTo>
                  <a:cubicBezTo>
                    <a:pt x="108543" y="117112"/>
                    <a:pt x="105304" y="115397"/>
                    <a:pt x="103495" y="112254"/>
                  </a:cubicBezTo>
                  <a:close/>
                  <a:moveTo>
                    <a:pt x="137594" y="92633"/>
                  </a:moveTo>
                  <a:cubicBezTo>
                    <a:pt x="135022" y="88156"/>
                    <a:pt x="136546" y="82250"/>
                    <a:pt x="141118" y="79679"/>
                  </a:cubicBezTo>
                  <a:lnTo>
                    <a:pt x="141118" y="79679"/>
                  </a:lnTo>
                  <a:cubicBezTo>
                    <a:pt x="145690" y="77012"/>
                    <a:pt x="151501" y="78631"/>
                    <a:pt x="154168" y="83203"/>
                  </a:cubicBezTo>
                  <a:lnTo>
                    <a:pt x="154168" y="83203"/>
                  </a:lnTo>
                  <a:cubicBezTo>
                    <a:pt x="156739" y="87680"/>
                    <a:pt x="155215" y="93585"/>
                    <a:pt x="150643" y="96157"/>
                  </a:cubicBezTo>
                  <a:lnTo>
                    <a:pt x="150643" y="96157"/>
                  </a:lnTo>
                  <a:cubicBezTo>
                    <a:pt x="149119" y="97014"/>
                    <a:pt x="147500" y="97395"/>
                    <a:pt x="145881" y="97395"/>
                  </a:cubicBezTo>
                  <a:lnTo>
                    <a:pt x="145881" y="97395"/>
                  </a:lnTo>
                  <a:cubicBezTo>
                    <a:pt x="142642" y="97395"/>
                    <a:pt x="139404" y="95681"/>
                    <a:pt x="137594" y="92633"/>
                  </a:cubicBezTo>
                  <a:close/>
                  <a:moveTo>
                    <a:pt x="171694" y="73011"/>
                  </a:moveTo>
                  <a:cubicBezTo>
                    <a:pt x="169122" y="68439"/>
                    <a:pt x="170646" y="62629"/>
                    <a:pt x="175218" y="60057"/>
                  </a:cubicBezTo>
                  <a:lnTo>
                    <a:pt x="175218" y="60057"/>
                  </a:lnTo>
                  <a:cubicBezTo>
                    <a:pt x="179790" y="57390"/>
                    <a:pt x="185600" y="59009"/>
                    <a:pt x="188267" y="63581"/>
                  </a:cubicBezTo>
                  <a:lnTo>
                    <a:pt x="188267" y="63581"/>
                  </a:lnTo>
                  <a:cubicBezTo>
                    <a:pt x="190839" y="68153"/>
                    <a:pt x="189315" y="73869"/>
                    <a:pt x="184743" y="76536"/>
                  </a:cubicBezTo>
                  <a:lnTo>
                    <a:pt x="184743" y="76536"/>
                  </a:lnTo>
                  <a:cubicBezTo>
                    <a:pt x="183219" y="77393"/>
                    <a:pt x="181600" y="77869"/>
                    <a:pt x="179980" y="77869"/>
                  </a:cubicBezTo>
                  <a:lnTo>
                    <a:pt x="179980" y="77869"/>
                  </a:lnTo>
                  <a:cubicBezTo>
                    <a:pt x="176647" y="77869"/>
                    <a:pt x="173503" y="76154"/>
                    <a:pt x="171694" y="73011"/>
                  </a:cubicBezTo>
                  <a:close/>
                  <a:moveTo>
                    <a:pt x="205888" y="53485"/>
                  </a:moveTo>
                  <a:cubicBezTo>
                    <a:pt x="203221" y="48818"/>
                    <a:pt x="204841" y="43007"/>
                    <a:pt x="209317" y="40436"/>
                  </a:cubicBezTo>
                  <a:lnTo>
                    <a:pt x="209317" y="40436"/>
                  </a:lnTo>
                  <a:cubicBezTo>
                    <a:pt x="213889" y="37769"/>
                    <a:pt x="219700" y="39388"/>
                    <a:pt x="222367" y="43960"/>
                  </a:cubicBezTo>
                  <a:lnTo>
                    <a:pt x="222367" y="43960"/>
                  </a:lnTo>
                  <a:cubicBezTo>
                    <a:pt x="224938" y="48532"/>
                    <a:pt x="223414" y="54342"/>
                    <a:pt x="218842" y="56914"/>
                  </a:cubicBezTo>
                  <a:lnTo>
                    <a:pt x="218842" y="56914"/>
                  </a:lnTo>
                  <a:cubicBezTo>
                    <a:pt x="217318" y="57771"/>
                    <a:pt x="215699" y="58247"/>
                    <a:pt x="214080" y="58247"/>
                  </a:cubicBezTo>
                  <a:lnTo>
                    <a:pt x="214080" y="58247"/>
                  </a:lnTo>
                  <a:cubicBezTo>
                    <a:pt x="210841" y="58247"/>
                    <a:pt x="207603" y="56533"/>
                    <a:pt x="205888" y="53485"/>
                  </a:cubicBezTo>
                  <a:close/>
                  <a:moveTo>
                    <a:pt x="239988" y="33863"/>
                  </a:moveTo>
                  <a:cubicBezTo>
                    <a:pt x="237321" y="29292"/>
                    <a:pt x="238940" y="23481"/>
                    <a:pt x="243512" y="20814"/>
                  </a:cubicBezTo>
                  <a:lnTo>
                    <a:pt x="243512" y="20814"/>
                  </a:lnTo>
                  <a:cubicBezTo>
                    <a:pt x="248084" y="18242"/>
                    <a:pt x="253894" y="19767"/>
                    <a:pt x="256466" y="24338"/>
                  </a:cubicBezTo>
                  <a:lnTo>
                    <a:pt x="256466" y="24338"/>
                  </a:lnTo>
                  <a:cubicBezTo>
                    <a:pt x="259133" y="28910"/>
                    <a:pt x="257514" y="34721"/>
                    <a:pt x="252942" y="37388"/>
                  </a:cubicBezTo>
                  <a:lnTo>
                    <a:pt x="252942" y="37388"/>
                  </a:lnTo>
                  <a:cubicBezTo>
                    <a:pt x="251513" y="38245"/>
                    <a:pt x="249894" y="38626"/>
                    <a:pt x="248275" y="38626"/>
                  </a:cubicBezTo>
                  <a:lnTo>
                    <a:pt x="248275" y="38626"/>
                  </a:lnTo>
                  <a:cubicBezTo>
                    <a:pt x="244941" y="38626"/>
                    <a:pt x="241702" y="36911"/>
                    <a:pt x="239988" y="33863"/>
                  </a:cubicBezTo>
                  <a:close/>
                  <a:moveTo>
                    <a:pt x="274087" y="14242"/>
                  </a:moveTo>
                  <a:cubicBezTo>
                    <a:pt x="271420" y="9670"/>
                    <a:pt x="273040" y="3860"/>
                    <a:pt x="277612" y="1288"/>
                  </a:cubicBezTo>
                  <a:lnTo>
                    <a:pt x="277612" y="1288"/>
                  </a:lnTo>
                  <a:cubicBezTo>
                    <a:pt x="282184" y="-1379"/>
                    <a:pt x="287994" y="240"/>
                    <a:pt x="290661" y="4812"/>
                  </a:cubicBezTo>
                  <a:lnTo>
                    <a:pt x="290661" y="4812"/>
                  </a:lnTo>
                  <a:cubicBezTo>
                    <a:pt x="293233" y="9384"/>
                    <a:pt x="291709" y="15194"/>
                    <a:pt x="287137" y="17766"/>
                  </a:cubicBezTo>
                  <a:lnTo>
                    <a:pt x="287137" y="17766"/>
                  </a:lnTo>
                  <a:cubicBezTo>
                    <a:pt x="285613" y="18623"/>
                    <a:pt x="283993" y="19100"/>
                    <a:pt x="282374" y="19100"/>
                  </a:cubicBezTo>
                  <a:lnTo>
                    <a:pt x="282374" y="19100"/>
                  </a:lnTo>
                  <a:cubicBezTo>
                    <a:pt x="279040" y="19100"/>
                    <a:pt x="275897" y="17385"/>
                    <a:pt x="274087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B831836-9478-19A3-A8A2-FD1C30EB2BCF}"/>
                </a:ext>
              </a:extLst>
            </p:cNvPr>
            <p:cNvSpPr/>
            <p:nvPr/>
          </p:nvSpPr>
          <p:spPr>
            <a:xfrm>
              <a:off x="5722326" y="3721748"/>
              <a:ext cx="295903" cy="178453"/>
            </a:xfrm>
            <a:custGeom>
              <a:avLst/>
              <a:gdLst>
                <a:gd name="connsiteX0" fmla="*/ 281662 w 295903"/>
                <a:gd name="connsiteY0" fmla="*/ 177120 h 178453"/>
                <a:gd name="connsiteX1" fmla="*/ 281662 w 295903"/>
                <a:gd name="connsiteY1" fmla="*/ 177120 h 178453"/>
                <a:gd name="connsiteX2" fmla="*/ 278137 w 295903"/>
                <a:gd name="connsiteY2" fmla="*/ 164166 h 178453"/>
                <a:gd name="connsiteX3" fmla="*/ 278137 w 295903"/>
                <a:gd name="connsiteY3" fmla="*/ 164166 h 178453"/>
                <a:gd name="connsiteX4" fmla="*/ 291091 w 295903"/>
                <a:gd name="connsiteY4" fmla="*/ 160641 h 178453"/>
                <a:gd name="connsiteX5" fmla="*/ 291091 w 295903"/>
                <a:gd name="connsiteY5" fmla="*/ 160641 h 178453"/>
                <a:gd name="connsiteX6" fmla="*/ 294616 w 295903"/>
                <a:gd name="connsiteY6" fmla="*/ 173691 h 178453"/>
                <a:gd name="connsiteX7" fmla="*/ 294616 w 295903"/>
                <a:gd name="connsiteY7" fmla="*/ 173691 h 178453"/>
                <a:gd name="connsiteX8" fmla="*/ 286329 w 295903"/>
                <a:gd name="connsiteY8" fmla="*/ 178453 h 178453"/>
                <a:gd name="connsiteX9" fmla="*/ 286329 w 295903"/>
                <a:gd name="connsiteY9" fmla="*/ 178453 h 178453"/>
                <a:gd name="connsiteX10" fmla="*/ 281566 w 295903"/>
                <a:gd name="connsiteY10" fmla="*/ 177120 h 178453"/>
                <a:gd name="connsiteX11" fmla="*/ 247086 w 295903"/>
                <a:gd name="connsiteY11" fmla="*/ 157212 h 178453"/>
                <a:gd name="connsiteX12" fmla="*/ 243562 w 295903"/>
                <a:gd name="connsiteY12" fmla="*/ 144163 h 178453"/>
                <a:gd name="connsiteX13" fmla="*/ 243562 w 295903"/>
                <a:gd name="connsiteY13" fmla="*/ 144163 h 178453"/>
                <a:gd name="connsiteX14" fmla="*/ 256611 w 295903"/>
                <a:gd name="connsiteY14" fmla="*/ 140734 h 178453"/>
                <a:gd name="connsiteX15" fmla="*/ 256611 w 295903"/>
                <a:gd name="connsiteY15" fmla="*/ 140734 h 178453"/>
                <a:gd name="connsiteX16" fmla="*/ 260135 w 295903"/>
                <a:gd name="connsiteY16" fmla="*/ 153688 h 178453"/>
                <a:gd name="connsiteX17" fmla="*/ 260135 w 295903"/>
                <a:gd name="connsiteY17" fmla="*/ 153688 h 178453"/>
                <a:gd name="connsiteX18" fmla="*/ 251848 w 295903"/>
                <a:gd name="connsiteY18" fmla="*/ 158451 h 178453"/>
                <a:gd name="connsiteX19" fmla="*/ 251848 w 295903"/>
                <a:gd name="connsiteY19" fmla="*/ 158451 h 178453"/>
                <a:gd name="connsiteX20" fmla="*/ 247086 w 295903"/>
                <a:gd name="connsiteY20" fmla="*/ 157212 h 178453"/>
                <a:gd name="connsiteX21" fmla="*/ 212510 w 295903"/>
                <a:gd name="connsiteY21" fmla="*/ 137305 h 178453"/>
                <a:gd name="connsiteX22" fmla="*/ 208986 w 295903"/>
                <a:gd name="connsiteY22" fmla="*/ 124256 h 178453"/>
                <a:gd name="connsiteX23" fmla="*/ 208986 w 295903"/>
                <a:gd name="connsiteY23" fmla="*/ 124256 h 178453"/>
                <a:gd name="connsiteX24" fmla="*/ 221940 w 295903"/>
                <a:gd name="connsiteY24" fmla="*/ 120732 h 178453"/>
                <a:gd name="connsiteX25" fmla="*/ 221940 w 295903"/>
                <a:gd name="connsiteY25" fmla="*/ 120732 h 178453"/>
                <a:gd name="connsiteX26" fmla="*/ 225464 w 295903"/>
                <a:gd name="connsiteY26" fmla="*/ 133781 h 178453"/>
                <a:gd name="connsiteX27" fmla="*/ 225464 w 295903"/>
                <a:gd name="connsiteY27" fmla="*/ 133781 h 178453"/>
                <a:gd name="connsiteX28" fmla="*/ 217177 w 295903"/>
                <a:gd name="connsiteY28" fmla="*/ 138543 h 178453"/>
                <a:gd name="connsiteX29" fmla="*/ 217177 w 295903"/>
                <a:gd name="connsiteY29" fmla="*/ 138543 h 178453"/>
                <a:gd name="connsiteX30" fmla="*/ 212510 w 295903"/>
                <a:gd name="connsiteY30" fmla="*/ 137305 h 178453"/>
                <a:gd name="connsiteX31" fmla="*/ 177839 w 295903"/>
                <a:gd name="connsiteY31" fmla="*/ 117398 h 178453"/>
                <a:gd name="connsiteX32" fmla="*/ 177839 w 295903"/>
                <a:gd name="connsiteY32" fmla="*/ 117398 h 178453"/>
                <a:gd name="connsiteX33" fmla="*/ 174220 w 295903"/>
                <a:gd name="connsiteY33" fmla="*/ 104349 h 178453"/>
                <a:gd name="connsiteX34" fmla="*/ 174220 w 295903"/>
                <a:gd name="connsiteY34" fmla="*/ 104349 h 178453"/>
                <a:gd name="connsiteX35" fmla="*/ 187269 w 295903"/>
                <a:gd name="connsiteY35" fmla="*/ 100824 h 178453"/>
                <a:gd name="connsiteX36" fmla="*/ 187269 w 295903"/>
                <a:gd name="connsiteY36" fmla="*/ 100824 h 178453"/>
                <a:gd name="connsiteX37" fmla="*/ 190793 w 295903"/>
                <a:gd name="connsiteY37" fmla="*/ 113874 h 178453"/>
                <a:gd name="connsiteX38" fmla="*/ 190793 w 295903"/>
                <a:gd name="connsiteY38" fmla="*/ 113874 h 178453"/>
                <a:gd name="connsiteX39" fmla="*/ 182506 w 295903"/>
                <a:gd name="connsiteY39" fmla="*/ 118636 h 178453"/>
                <a:gd name="connsiteX40" fmla="*/ 182506 w 295903"/>
                <a:gd name="connsiteY40" fmla="*/ 118636 h 178453"/>
                <a:gd name="connsiteX41" fmla="*/ 177744 w 295903"/>
                <a:gd name="connsiteY41" fmla="*/ 117398 h 178453"/>
                <a:gd name="connsiteX42" fmla="*/ 143263 w 295903"/>
                <a:gd name="connsiteY42" fmla="*/ 97491 h 178453"/>
                <a:gd name="connsiteX43" fmla="*/ 139739 w 295903"/>
                <a:gd name="connsiteY43" fmla="*/ 84441 h 178453"/>
                <a:gd name="connsiteX44" fmla="*/ 139739 w 295903"/>
                <a:gd name="connsiteY44" fmla="*/ 84441 h 178453"/>
                <a:gd name="connsiteX45" fmla="*/ 152788 w 295903"/>
                <a:gd name="connsiteY45" fmla="*/ 80917 h 178453"/>
                <a:gd name="connsiteX46" fmla="*/ 152788 w 295903"/>
                <a:gd name="connsiteY46" fmla="*/ 80917 h 178453"/>
                <a:gd name="connsiteX47" fmla="*/ 156217 w 295903"/>
                <a:gd name="connsiteY47" fmla="*/ 93966 h 178453"/>
                <a:gd name="connsiteX48" fmla="*/ 156217 w 295903"/>
                <a:gd name="connsiteY48" fmla="*/ 93966 h 178453"/>
                <a:gd name="connsiteX49" fmla="*/ 147931 w 295903"/>
                <a:gd name="connsiteY49" fmla="*/ 98729 h 178453"/>
                <a:gd name="connsiteX50" fmla="*/ 147931 w 295903"/>
                <a:gd name="connsiteY50" fmla="*/ 98729 h 178453"/>
                <a:gd name="connsiteX51" fmla="*/ 143263 w 295903"/>
                <a:gd name="connsiteY51" fmla="*/ 97491 h 178453"/>
                <a:gd name="connsiteX52" fmla="*/ 108592 w 295903"/>
                <a:gd name="connsiteY52" fmla="*/ 77583 h 178453"/>
                <a:gd name="connsiteX53" fmla="*/ 105068 w 295903"/>
                <a:gd name="connsiteY53" fmla="*/ 64534 h 178453"/>
                <a:gd name="connsiteX54" fmla="*/ 105068 w 295903"/>
                <a:gd name="connsiteY54" fmla="*/ 64534 h 178453"/>
                <a:gd name="connsiteX55" fmla="*/ 118117 w 295903"/>
                <a:gd name="connsiteY55" fmla="*/ 61010 h 178453"/>
                <a:gd name="connsiteX56" fmla="*/ 118117 w 295903"/>
                <a:gd name="connsiteY56" fmla="*/ 61010 h 178453"/>
                <a:gd name="connsiteX57" fmla="*/ 121642 w 295903"/>
                <a:gd name="connsiteY57" fmla="*/ 74059 h 178453"/>
                <a:gd name="connsiteX58" fmla="*/ 121642 w 295903"/>
                <a:gd name="connsiteY58" fmla="*/ 74059 h 178453"/>
                <a:gd name="connsiteX59" fmla="*/ 113355 w 295903"/>
                <a:gd name="connsiteY59" fmla="*/ 78822 h 178453"/>
                <a:gd name="connsiteX60" fmla="*/ 113355 w 295903"/>
                <a:gd name="connsiteY60" fmla="*/ 78822 h 178453"/>
                <a:gd name="connsiteX61" fmla="*/ 108592 w 295903"/>
                <a:gd name="connsiteY61" fmla="*/ 77583 h 178453"/>
                <a:gd name="connsiteX62" fmla="*/ 74017 w 295903"/>
                <a:gd name="connsiteY62" fmla="*/ 57581 h 178453"/>
                <a:gd name="connsiteX63" fmla="*/ 70492 w 295903"/>
                <a:gd name="connsiteY63" fmla="*/ 44627 h 178453"/>
                <a:gd name="connsiteX64" fmla="*/ 70492 w 295903"/>
                <a:gd name="connsiteY64" fmla="*/ 44627 h 178453"/>
                <a:gd name="connsiteX65" fmla="*/ 83542 w 295903"/>
                <a:gd name="connsiteY65" fmla="*/ 41103 h 178453"/>
                <a:gd name="connsiteX66" fmla="*/ 83542 w 295903"/>
                <a:gd name="connsiteY66" fmla="*/ 41103 h 178453"/>
                <a:gd name="connsiteX67" fmla="*/ 86971 w 295903"/>
                <a:gd name="connsiteY67" fmla="*/ 54152 h 178453"/>
                <a:gd name="connsiteX68" fmla="*/ 86971 w 295903"/>
                <a:gd name="connsiteY68" fmla="*/ 54152 h 178453"/>
                <a:gd name="connsiteX69" fmla="*/ 78779 w 295903"/>
                <a:gd name="connsiteY69" fmla="*/ 58914 h 178453"/>
                <a:gd name="connsiteX70" fmla="*/ 78779 w 295903"/>
                <a:gd name="connsiteY70" fmla="*/ 58914 h 178453"/>
                <a:gd name="connsiteX71" fmla="*/ 74017 w 295903"/>
                <a:gd name="connsiteY71" fmla="*/ 57581 h 178453"/>
                <a:gd name="connsiteX72" fmla="*/ 39346 w 295903"/>
                <a:gd name="connsiteY72" fmla="*/ 37674 h 178453"/>
                <a:gd name="connsiteX73" fmla="*/ 35917 w 295903"/>
                <a:gd name="connsiteY73" fmla="*/ 24720 h 178453"/>
                <a:gd name="connsiteX74" fmla="*/ 35917 w 295903"/>
                <a:gd name="connsiteY74" fmla="*/ 24720 h 178453"/>
                <a:gd name="connsiteX75" fmla="*/ 48871 w 295903"/>
                <a:gd name="connsiteY75" fmla="*/ 21195 h 178453"/>
                <a:gd name="connsiteX76" fmla="*/ 48871 w 295903"/>
                <a:gd name="connsiteY76" fmla="*/ 21195 h 178453"/>
                <a:gd name="connsiteX77" fmla="*/ 52395 w 295903"/>
                <a:gd name="connsiteY77" fmla="*/ 34245 h 178453"/>
                <a:gd name="connsiteX78" fmla="*/ 52395 w 295903"/>
                <a:gd name="connsiteY78" fmla="*/ 34245 h 178453"/>
                <a:gd name="connsiteX79" fmla="*/ 44108 w 295903"/>
                <a:gd name="connsiteY79" fmla="*/ 39007 h 178453"/>
                <a:gd name="connsiteX80" fmla="*/ 44108 w 295903"/>
                <a:gd name="connsiteY80" fmla="*/ 39007 h 178453"/>
                <a:gd name="connsiteX81" fmla="*/ 39346 w 295903"/>
                <a:gd name="connsiteY81" fmla="*/ 37674 h 178453"/>
                <a:gd name="connsiteX82" fmla="*/ 4770 w 295903"/>
                <a:gd name="connsiteY82" fmla="*/ 17766 h 178453"/>
                <a:gd name="connsiteX83" fmla="*/ 1246 w 295903"/>
                <a:gd name="connsiteY83" fmla="*/ 4812 h 178453"/>
                <a:gd name="connsiteX84" fmla="*/ 1246 w 295903"/>
                <a:gd name="connsiteY84" fmla="*/ 4812 h 178453"/>
                <a:gd name="connsiteX85" fmla="*/ 14295 w 295903"/>
                <a:gd name="connsiteY85" fmla="*/ 1288 h 178453"/>
                <a:gd name="connsiteX86" fmla="*/ 14295 w 295903"/>
                <a:gd name="connsiteY86" fmla="*/ 1288 h 178453"/>
                <a:gd name="connsiteX87" fmla="*/ 17819 w 295903"/>
                <a:gd name="connsiteY87" fmla="*/ 14242 h 178453"/>
                <a:gd name="connsiteX88" fmla="*/ 17819 w 295903"/>
                <a:gd name="connsiteY88" fmla="*/ 14242 h 178453"/>
                <a:gd name="connsiteX89" fmla="*/ 9532 w 295903"/>
                <a:gd name="connsiteY89" fmla="*/ 19100 h 178453"/>
                <a:gd name="connsiteX90" fmla="*/ 9532 w 295903"/>
                <a:gd name="connsiteY90" fmla="*/ 19100 h 178453"/>
                <a:gd name="connsiteX91" fmla="*/ 4770 w 295903"/>
                <a:gd name="connsiteY91" fmla="*/ 17766 h 178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295903" h="178453">
                  <a:moveTo>
                    <a:pt x="281662" y="177120"/>
                  </a:moveTo>
                  <a:lnTo>
                    <a:pt x="281662" y="177120"/>
                  </a:lnTo>
                  <a:cubicBezTo>
                    <a:pt x="277090" y="174548"/>
                    <a:pt x="275470" y="168642"/>
                    <a:pt x="278137" y="164166"/>
                  </a:cubicBezTo>
                  <a:lnTo>
                    <a:pt x="278137" y="164166"/>
                  </a:lnTo>
                  <a:cubicBezTo>
                    <a:pt x="280709" y="159593"/>
                    <a:pt x="286519" y="157974"/>
                    <a:pt x="291091" y="160641"/>
                  </a:cubicBezTo>
                  <a:lnTo>
                    <a:pt x="291091" y="160641"/>
                  </a:lnTo>
                  <a:cubicBezTo>
                    <a:pt x="295663" y="163308"/>
                    <a:pt x="297283" y="169118"/>
                    <a:pt x="294616" y="173691"/>
                  </a:cubicBezTo>
                  <a:lnTo>
                    <a:pt x="294616" y="173691"/>
                  </a:lnTo>
                  <a:cubicBezTo>
                    <a:pt x="292806" y="176739"/>
                    <a:pt x="289663" y="178453"/>
                    <a:pt x="286329" y="178453"/>
                  </a:cubicBezTo>
                  <a:lnTo>
                    <a:pt x="286329" y="178453"/>
                  </a:lnTo>
                  <a:cubicBezTo>
                    <a:pt x="284710" y="178453"/>
                    <a:pt x="283090" y="177977"/>
                    <a:pt x="281566" y="177120"/>
                  </a:cubicBezTo>
                  <a:close/>
                  <a:moveTo>
                    <a:pt x="247086" y="157212"/>
                  </a:moveTo>
                  <a:cubicBezTo>
                    <a:pt x="242514" y="154545"/>
                    <a:pt x="240990" y="148735"/>
                    <a:pt x="243562" y="144163"/>
                  </a:cubicBezTo>
                  <a:lnTo>
                    <a:pt x="243562" y="144163"/>
                  </a:lnTo>
                  <a:cubicBezTo>
                    <a:pt x="246229" y="139591"/>
                    <a:pt x="252039" y="138067"/>
                    <a:pt x="256611" y="140734"/>
                  </a:cubicBezTo>
                  <a:lnTo>
                    <a:pt x="256611" y="140734"/>
                  </a:lnTo>
                  <a:cubicBezTo>
                    <a:pt x="261183" y="143306"/>
                    <a:pt x="262707" y="149116"/>
                    <a:pt x="260135" y="153688"/>
                  </a:cubicBezTo>
                  <a:lnTo>
                    <a:pt x="260135" y="153688"/>
                  </a:lnTo>
                  <a:cubicBezTo>
                    <a:pt x="258325" y="156736"/>
                    <a:pt x="255087" y="158451"/>
                    <a:pt x="251848" y="158451"/>
                  </a:cubicBezTo>
                  <a:lnTo>
                    <a:pt x="251848" y="158451"/>
                  </a:lnTo>
                  <a:cubicBezTo>
                    <a:pt x="250229" y="158451"/>
                    <a:pt x="248610" y="158070"/>
                    <a:pt x="247086" y="157212"/>
                  </a:cubicBezTo>
                  <a:close/>
                  <a:moveTo>
                    <a:pt x="212510" y="137305"/>
                  </a:moveTo>
                  <a:cubicBezTo>
                    <a:pt x="207938" y="134638"/>
                    <a:pt x="206319" y="128828"/>
                    <a:pt x="208986" y="124256"/>
                  </a:cubicBezTo>
                  <a:lnTo>
                    <a:pt x="208986" y="124256"/>
                  </a:lnTo>
                  <a:cubicBezTo>
                    <a:pt x="211653" y="119684"/>
                    <a:pt x="217463" y="118160"/>
                    <a:pt x="221940" y="120732"/>
                  </a:cubicBezTo>
                  <a:lnTo>
                    <a:pt x="221940" y="120732"/>
                  </a:lnTo>
                  <a:cubicBezTo>
                    <a:pt x="226512" y="123399"/>
                    <a:pt x="228131" y="129209"/>
                    <a:pt x="225464" y="133781"/>
                  </a:cubicBezTo>
                  <a:lnTo>
                    <a:pt x="225464" y="133781"/>
                  </a:lnTo>
                  <a:cubicBezTo>
                    <a:pt x="223750" y="136829"/>
                    <a:pt x="220511" y="138543"/>
                    <a:pt x="217177" y="138543"/>
                  </a:cubicBezTo>
                  <a:lnTo>
                    <a:pt x="217177" y="138543"/>
                  </a:lnTo>
                  <a:cubicBezTo>
                    <a:pt x="215653" y="138543"/>
                    <a:pt x="213939" y="138162"/>
                    <a:pt x="212510" y="137305"/>
                  </a:cubicBezTo>
                  <a:close/>
                  <a:moveTo>
                    <a:pt x="177839" y="117398"/>
                  </a:moveTo>
                  <a:lnTo>
                    <a:pt x="177839" y="117398"/>
                  </a:lnTo>
                  <a:cubicBezTo>
                    <a:pt x="173172" y="114731"/>
                    <a:pt x="171648" y="108920"/>
                    <a:pt x="174220" y="104349"/>
                  </a:cubicBezTo>
                  <a:lnTo>
                    <a:pt x="174220" y="104349"/>
                  </a:lnTo>
                  <a:cubicBezTo>
                    <a:pt x="176887" y="99776"/>
                    <a:pt x="182697" y="98253"/>
                    <a:pt x="187269" y="100824"/>
                  </a:cubicBezTo>
                  <a:lnTo>
                    <a:pt x="187269" y="100824"/>
                  </a:lnTo>
                  <a:cubicBezTo>
                    <a:pt x="191841" y="103491"/>
                    <a:pt x="193365" y="109301"/>
                    <a:pt x="190793" y="113874"/>
                  </a:cubicBezTo>
                  <a:lnTo>
                    <a:pt x="190793" y="113874"/>
                  </a:lnTo>
                  <a:cubicBezTo>
                    <a:pt x="188983" y="116922"/>
                    <a:pt x="185840" y="118636"/>
                    <a:pt x="182506" y="118636"/>
                  </a:cubicBezTo>
                  <a:lnTo>
                    <a:pt x="182506" y="118636"/>
                  </a:lnTo>
                  <a:cubicBezTo>
                    <a:pt x="180887" y="118636"/>
                    <a:pt x="179268" y="118255"/>
                    <a:pt x="177744" y="117398"/>
                  </a:cubicBezTo>
                  <a:close/>
                  <a:moveTo>
                    <a:pt x="143263" y="97491"/>
                  </a:moveTo>
                  <a:cubicBezTo>
                    <a:pt x="138691" y="94824"/>
                    <a:pt x="137072" y="89013"/>
                    <a:pt x="139739" y="84441"/>
                  </a:cubicBezTo>
                  <a:lnTo>
                    <a:pt x="139739" y="84441"/>
                  </a:lnTo>
                  <a:cubicBezTo>
                    <a:pt x="142311" y="79869"/>
                    <a:pt x="148216" y="78345"/>
                    <a:pt x="152788" y="80917"/>
                  </a:cubicBezTo>
                  <a:lnTo>
                    <a:pt x="152788" y="80917"/>
                  </a:lnTo>
                  <a:cubicBezTo>
                    <a:pt x="157360" y="83584"/>
                    <a:pt x="158884" y="89394"/>
                    <a:pt x="156217" y="93966"/>
                  </a:cubicBezTo>
                  <a:lnTo>
                    <a:pt x="156217" y="93966"/>
                  </a:lnTo>
                  <a:cubicBezTo>
                    <a:pt x="154503" y="97014"/>
                    <a:pt x="151264" y="98729"/>
                    <a:pt x="147931" y="98729"/>
                  </a:cubicBezTo>
                  <a:lnTo>
                    <a:pt x="147931" y="98729"/>
                  </a:lnTo>
                  <a:cubicBezTo>
                    <a:pt x="146407" y="98729"/>
                    <a:pt x="144692" y="98348"/>
                    <a:pt x="143263" y="97491"/>
                  </a:cubicBezTo>
                  <a:close/>
                  <a:moveTo>
                    <a:pt x="108592" y="77583"/>
                  </a:moveTo>
                  <a:cubicBezTo>
                    <a:pt x="104020" y="74916"/>
                    <a:pt x="102496" y="69106"/>
                    <a:pt x="105068" y="64534"/>
                  </a:cubicBezTo>
                  <a:lnTo>
                    <a:pt x="105068" y="64534"/>
                  </a:lnTo>
                  <a:cubicBezTo>
                    <a:pt x="107735" y="59962"/>
                    <a:pt x="113545" y="58438"/>
                    <a:pt x="118117" y="61010"/>
                  </a:cubicBezTo>
                  <a:lnTo>
                    <a:pt x="118117" y="61010"/>
                  </a:lnTo>
                  <a:cubicBezTo>
                    <a:pt x="122689" y="63677"/>
                    <a:pt x="124309" y="69487"/>
                    <a:pt x="121642" y="74059"/>
                  </a:cubicBezTo>
                  <a:lnTo>
                    <a:pt x="121642" y="74059"/>
                  </a:lnTo>
                  <a:cubicBezTo>
                    <a:pt x="119832" y="77107"/>
                    <a:pt x="116689" y="78822"/>
                    <a:pt x="113355" y="78822"/>
                  </a:cubicBezTo>
                  <a:lnTo>
                    <a:pt x="113355" y="78822"/>
                  </a:lnTo>
                  <a:cubicBezTo>
                    <a:pt x="111736" y="78822"/>
                    <a:pt x="110116" y="78441"/>
                    <a:pt x="108592" y="77583"/>
                  </a:cubicBezTo>
                  <a:close/>
                  <a:moveTo>
                    <a:pt x="74017" y="57581"/>
                  </a:moveTo>
                  <a:cubicBezTo>
                    <a:pt x="69445" y="55009"/>
                    <a:pt x="67921" y="49199"/>
                    <a:pt x="70492" y="44627"/>
                  </a:cubicBezTo>
                  <a:lnTo>
                    <a:pt x="70492" y="44627"/>
                  </a:lnTo>
                  <a:cubicBezTo>
                    <a:pt x="73159" y="40055"/>
                    <a:pt x="78970" y="38531"/>
                    <a:pt x="83542" y="41103"/>
                  </a:cubicBezTo>
                  <a:lnTo>
                    <a:pt x="83542" y="41103"/>
                  </a:lnTo>
                  <a:cubicBezTo>
                    <a:pt x="88018" y="43770"/>
                    <a:pt x="89638" y="49580"/>
                    <a:pt x="86971" y="54152"/>
                  </a:cubicBezTo>
                  <a:lnTo>
                    <a:pt x="86971" y="54152"/>
                  </a:lnTo>
                  <a:cubicBezTo>
                    <a:pt x="85256" y="57200"/>
                    <a:pt x="82018" y="58914"/>
                    <a:pt x="78779" y="58914"/>
                  </a:cubicBezTo>
                  <a:lnTo>
                    <a:pt x="78779" y="58914"/>
                  </a:lnTo>
                  <a:cubicBezTo>
                    <a:pt x="77160" y="58914"/>
                    <a:pt x="75541" y="58438"/>
                    <a:pt x="74017" y="57581"/>
                  </a:cubicBezTo>
                  <a:close/>
                  <a:moveTo>
                    <a:pt x="39346" y="37674"/>
                  </a:moveTo>
                  <a:cubicBezTo>
                    <a:pt x="34869" y="35102"/>
                    <a:pt x="33250" y="29291"/>
                    <a:pt x="35917" y="24720"/>
                  </a:cubicBezTo>
                  <a:lnTo>
                    <a:pt x="35917" y="24720"/>
                  </a:lnTo>
                  <a:cubicBezTo>
                    <a:pt x="38488" y="20147"/>
                    <a:pt x="44299" y="18528"/>
                    <a:pt x="48871" y="21195"/>
                  </a:cubicBezTo>
                  <a:lnTo>
                    <a:pt x="48871" y="21195"/>
                  </a:lnTo>
                  <a:cubicBezTo>
                    <a:pt x="53443" y="23862"/>
                    <a:pt x="54967" y="29672"/>
                    <a:pt x="52395" y="34245"/>
                  </a:cubicBezTo>
                  <a:lnTo>
                    <a:pt x="52395" y="34245"/>
                  </a:lnTo>
                  <a:cubicBezTo>
                    <a:pt x="50585" y="37293"/>
                    <a:pt x="47442" y="39007"/>
                    <a:pt x="44108" y="39007"/>
                  </a:cubicBezTo>
                  <a:lnTo>
                    <a:pt x="44108" y="39007"/>
                  </a:lnTo>
                  <a:cubicBezTo>
                    <a:pt x="42489" y="39007"/>
                    <a:pt x="40870" y="38626"/>
                    <a:pt x="39346" y="37674"/>
                  </a:cubicBezTo>
                  <a:close/>
                  <a:moveTo>
                    <a:pt x="4770" y="17766"/>
                  </a:moveTo>
                  <a:cubicBezTo>
                    <a:pt x="198" y="15099"/>
                    <a:pt x="-1326" y="9289"/>
                    <a:pt x="1246" y="4812"/>
                  </a:cubicBezTo>
                  <a:lnTo>
                    <a:pt x="1246" y="4812"/>
                  </a:lnTo>
                  <a:cubicBezTo>
                    <a:pt x="3913" y="240"/>
                    <a:pt x="9723" y="-1379"/>
                    <a:pt x="14295" y="1288"/>
                  </a:cubicBezTo>
                  <a:lnTo>
                    <a:pt x="14295" y="1288"/>
                  </a:lnTo>
                  <a:cubicBezTo>
                    <a:pt x="18867" y="3955"/>
                    <a:pt x="20391" y="9765"/>
                    <a:pt x="17819" y="14242"/>
                  </a:cubicBezTo>
                  <a:lnTo>
                    <a:pt x="17819" y="14242"/>
                  </a:lnTo>
                  <a:cubicBezTo>
                    <a:pt x="16009" y="17385"/>
                    <a:pt x="12771" y="19100"/>
                    <a:pt x="9532" y="19100"/>
                  </a:cubicBezTo>
                  <a:lnTo>
                    <a:pt x="9532" y="19100"/>
                  </a:lnTo>
                  <a:cubicBezTo>
                    <a:pt x="7913" y="19100"/>
                    <a:pt x="6294" y="18624"/>
                    <a:pt x="4770" y="1776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B26CC09-A38A-FAFF-57A3-FFE84E34AF1A}"/>
                </a:ext>
              </a:extLst>
            </p:cNvPr>
            <p:cNvSpPr/>
            <p:nvPr/>
          </p:nvSpPr>
          <p:spPr>
            <a:xfrm>
              <a:off x="5645396" y="3655039"/>
              <a:ext cx="36116" cy="46089"/>
            </a:xfrm>
            <a:custGeom>
              <a:avLst/>
              <a:gdLst>
                <a:gd name="connsiteX0" fmla="*/ 19597 w 36116"/>
                <a:gd name="connsiteY0" fmla="*/ 43041 h 46089"/>
                <a:gd name="connsiteX1" fmla="*/ 20073 w 36116"/>
                <a:gd name="connsiteY1" fmla="*/ 29611 h 46089"/>
                <a:gd name="connsiteX2" fmla="*/ 20073 w 36116"/>
                <a:gd name="connsiteY2" fmla="*/ 29611 h 46089"/>
                <a:gd name="connsiteX3" fmla="*/ 33599 w 36116"/>
                <a:gd name="connsiteY3" fmla="*/ 30087 h 46089"/>
                <a:gd name="connsiteX4" fmla="*/ 33599 w 36116"/>
                <a:gd name="connsiteY4" fmla="*/ 30087 h 46089"/>
                <a:gd name="connsiteX5" fmla="*/ 33123 w 36116"/>
                <a:gd name="connsiteY5" fmla="*/ 43518 h 46089"/>
                <a:gd name="connsiteX6" fmla="*/ 33123 w 36116"/>
                <a:gd name="connsiteY6" fmla="*/ 43518 h 46089"/>
                <a:gd name="connsiteX7" fmla="*/ 26646 w 36116"/>
                <a:gd name="connsiteY7" fmla="*/ 46089 h 46089"/>
                <a:gd name="connsiteX8" fmla="*/ 26646 w 36116"/>
                <a:gd name="connsiteY8" fmla="*/ 46089 h 46089"/>
                <a:gd name="connsiteX9" fmla="*/ 19597 w 36116"/>
                <a:gd name="connsiteY9" fmla="*/ 43041 h 46089"/>
                <a:gd name="connsiteX10" fmla="*/ 642 w 36116"/>
                <a:gd name="connsiteY10" fmla="*/ 12942 h 46089"/>
                <a:gd name="connsiteX11" fmla="*/ 6167 w 36116"/>
                <a:gd name="connsiteY11" fmla="*/ 655 h 46089"/>
                <a:gd name="connsiteX12" fmla="*/ 6167 w 36116"/>
                <a:gd name="connsiteY12" fmla="*/ 655 h 46089"/>
                <a:gd name="connsiteX13" fmla="*/ 18454 w 36116"/>
                <a:gd name="connsiteY13" fmla="*/ 6084 h 46089"/>
                <a:gd name="connsiteX14" fmla="*/ 18454 w 36116"/>
                <a:gd name="connsiteY14" fmla="*/ 6084 h 46089"/>
                <a:gd name="connsiteX15" fmla="*/ 12930 w 36116"/>
                <a:gd name="connsiteY15" fmla="*/ 18372 h 46089"/>
                <a:gd name="connsiteX16" fmla="*/ 12930 w 36116"/>
                <a:gd name="connsiteY16" fmla="*/ 18372 h 46089"/>
                <a:gd name="connsiteX17" fmla="*/ 9596 w 36116"/>
                <a:gd name="connsiteY17" fmla="*/ 19038 h 46089"/>
                <a:gd name="connsiteX18" fmla="*/ 9596 w 36116"/>
                <a:gd name="connsiteY18" fmla="*/ 19038 h 46089"/>
                <a:gd name="connsiteX19" fmla="*/ 642 w 36116"/>
                <a:gd name="connsiteY19" fmla="*/ 12942 h 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116" h="46089">
                  <a:moveTo>
                    <a:pt x="19597" y="43041"/>
                  </a:moveTo>
                  <a:cubicBezTo>
                    <a:pt x="16073" y="39231"/>
                    <a:pt x="16263" y="33135"/>
                    <a:pt x="20073" y="29611"/>
                  </a:cubicBezTo>
                  <a:lnTo>
                    <a:pt x="20073" y="29611"/>
                  </a:lnTo>
                  <a:cubicBezTo>
                    <a:pt x="23979" y="25992"/>
                    <a:pt x="29979" y="26182"/>
                    <a:pt x="33599" y="30087"/>
                  </a:cubicBezTo>
                  <a:lnTo>
                    <a:pt x="33599" y="30087"/>
                  </a:lnTo>
                  <a:cubicBezTo>
                    <a:pt x="37123" y="33993"/>
                    <a:pt x="36933" y="39993"/>
                    <a:pt x="33123" y="43518"/>
                  </a:cubicBezTo>
                  <a:lnTo>
                    <a:pt x="33123" y="43518"/>
                  </a:lnTo>
                  <a:cubicBezTo>
                    <a:pt x="31218" y="45232"/>
                    <a:pt x="28932" y="46089"/>
                    <a:pt x="26646" y="46089"/>
                  </a:cubicBezTo>
                  <a:lnTo>
                    <a:pt x="26646" y="46089"/>
                  </a:lnTo>
                  <a:cubicBezTo>
                    <a:pt x="24074" y="46089"/>
                    <a:pt x="21502" y="45042"/>
                    <a:pt x="19597" y="43041"/>
                  </a:cubicBezTo>
                  <a:close/>
                  <a:moveTo>
                    <a:pt x="642" y="12942"/>
                  </a:moveTo>
                  <a:cubicBezTo>
                    <a:pt x="-1263" y="7989"/>
                    <a:pt x="1214" y="2465"/>
                    <a:pt x="6167" y="655"/>
                  </a:cubicBezTo>
                  <a:lnTo>
                    <a:pt x="6167" y="655"/>
                  </a:lnTo>
                  <a:cubicBezTo>
                    <a:pt x="11025" y="-1250"/>
                    <a:pt x="16549" y="1131"/>
                    <a:pt x="18454" y="6084"/>
                  </a:cubicBezTo>
                  <a:lnTo>
                    <a:pt x="18454" y="6084"/>
                  </a:lnTo>
                  <a:cubicBezTo>
                    <a:pt x="20359" y="10942"/>
                    <a:pt x="17883" y="16467"/>
                    <a:pt x="12930" y="18372"/>
                  </a:cubicBezTo>
                  <a:lnTo>
                    <a:pt x="12930" y="18372"/>
                  </a:lnTo>
                  <a:cubicBezTo>
                    <a:pt x="11882" y="18848"/>
                    <a:pt x="10739" y="19038"/>
                    <a:pt x="9596" y="19038"/>
                  </a:cubicBezTo>
                  <a:lnTo>
                    <a:pt x="9596" y="19038"/>
                  </a:lnTo>
                  <a:cubicBezTo>
                    <a:pt x="5691" y="19038"/>
                    <a:pt x="2166" y="16752"/>
                    <a:pt x="642" y="129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BEFF213-8518-6E7E-68B1-DE00D3164FA8}"/>
                </a:ext>
              </a:extLst>
            </p:cNvPr>
            <p:cNvSpPr/>
            <p:nvPr/>
          </p:nvSpPr>
          <p:spPr>
            <a:xfrm>
              <a:off x="5638800" y="3496722"/>
              <a:ext cx="19240" cy="103631"/>
            </a:xfrm>
            <a:custGeom>
              <a:avLst/>
              <a:gdLst>
                <a:gd name="connsiteX0" fmla="*/ 191 w 19240"/>
                <a:gd name="connsiteY0" fmla="*/ 94107 h 103631"/>
                <a:gd name="connsiteX1" fmla="*/ 9620 w 19240"/>
                <a:gd name="connsiteY1" fmla="*/ 84582 h 103631"/>
                <a:gd name="connsiteX2" fmla="*/ 9620 w 19240"/>
                <a:gd name="connsiteY2" fmla="*/ 84582 h 103631"/>
                <a:gd name="connsiteX3" fmla="*/ 19241 w 19240"/>
                <a:gd name="connsiteY3" fmla="*/ 94012 h 103631"/>
                <a:gd name="connsiteX4" fmla="*/ 19241 w 19240"/>
                <a:gd name="connsiteY4" fmla="*/ 94012 h 103631"/>
                <a:gd name="connsiteX5" fmla="*/ 9811 w 19240"/>
                <a:gd name="connsiteY5" fmla="*/ 103632 h 103631"/>
                <a:gd name="connsiteX6" fmla="*/ 9811 w 19240"/>
                <a:gd name="connsiteY6" fmla="*/ 103632 h 103631"/>
                <a:gd name="connsiteX7" fmla="*/ 286 w 19240"/>
                <a:gd name="connsiteY7" fmla="*/ 94107 h 103631"/>
                <a:gd name="connsiteX8" fmla="*/ 0 w 19240"/>
                <a:gd name="connsiteY8" fmla="*/ 51816 h 103631"/>
                <a:gd name="connsiteX9" fmla="*/ 9525 w 19240"/>
                <a:gd name="connsiteY9" fmla="*/ 42291 h 103631"/>
                <a:gd name="connsiteX10" fmla="*/ 9525 w 19240"/>
                <a:gd name="connsiteY10" fmla="*/ 42291 h 103631"/>
                <a:gd name="connsiteX11" fmla="*/ 19050 w 19240"/>
                <a:gd name="connsiteY11" fmla="*/ 51816 h 103631"/>
                <a:gd name="connsiteX12" fmla="*/ 19050 w 19240"/>
                <a:gd name="connsiteY12" fmla="*/ 51816 h 103631"/>
                <a:gd name="connsiteX13" fmla="*/ 9525 w 19240"/>
                <a:gd name="connsiteY13" fmla="*/ 61341 h 103631"/>
                <a:gd name="connsiteX14" fmla="*/ 9525 w 19240"/>
                <a:gd name="connsiteY14" fmla="*/ 61341 h 103631"/>
                <a:gd name="connsiteX15" fmla="*/ 0 w 19240"/>
                <a:gd name="connsiteY15" fmla="*/ 51816 h 103631"/>
                <a:gd name="connsiteX16" fmla="*/ 0 w 19240"/>
                <a:gd name="connsiteY16" fmla="*/ 9525 h 103631"/>
                <a:gd name="connsiteX17" fmla="*/ 9620 w 19240"/>
                <a:gd name="connsiteY17" fmla="*/ 0 h 103631"/>
                <a:gd name="connsiteX18" fmla="*/ 9620 w 19240"/>
                <a:gd name="connsiteY18" fmla="*/ 0 h 103631"/>
                <a:gd name="connsiteX19" fmla="*/ 19050 w 19240"/>
                <a:gd name="connsiteY19" fmla="*/ 9525 h 103631"/>
                <a:gd name="connsiteX20" fmla="*/ 19050 w 19240"/>
                <a:gd name="connsiteY20" fmla="*/ 9525 h 103631"/>
                <a:gd name="connsiteX21" fmla="*/ 9525 w 19240"/>
                <a:gd name="connsiteY21" fmla="*/ 19050 h 103631"/>
                <a:gd name="connsiteX22" fmla="*/ 9525 w 19240"/>
                <a:gd name="connsiteY22" fmla="*/ 19050 h 103631"/>
                <a:gd name="connsiteX23" fmla="*/ 0 w 19240"/>
                <a:gd name="connsiteY23" fmla="*/ 9525 h 103631"/>
                <a:gd name="connsiteX24" fmla="*/ 19050 w 19240"/>
                <a:gd name="connsiteY24" fmla="*/ 9525 h 103631"/>
                <a:gd name="connsiteX25" fmla="*/ 19050 w 19240"/>
                <a:gd name="connsiteY25" fmla="*/ 9525 h 103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40" h="103631">
                  <a:moveTo>
                    <a:pt x="191" y="94107"/>
                  </a:moveTo>
                  <a:cubicBezTo>
                    <a:pt x="191" y="88868"/>
                    <a:pt x="4382" y="84582"/>
                    <a:pt x="9620" y="84582"/>
                  </a:cubicBezTo>
                  <a:lnTo>
                    <a:pt x="9620" y="84582"/>
                  </a:lnTo>
                  <a:cubicBezTo>
                    <a:pt x="14954" y="84487"/>
                    <a:pt x="19145" y="88773"/>
                    <a:pt x="19241" y="94012"/>
                  </a:cubicBezTo>
                  <a:lnTo>
                    <a:pt x="19241" y="94012"/>
                  </a:lnTo>
                  <a:cubicBezTo>
                    <a:pt x="19241" y="99250"/>
                    <a:pt x="15050" y="103537"/>
                    <a:pt x="9811" y="103632"/>
                  </a:cubicBezTo>
                  <a:lnTo>
                    <a:pt x="9811" y="103632"/>
                  </a:lnTo>
                  <a:cubicBezTo>
                    <a:pt x="4572" y="103632"/>
                    <a:pt x="381" y="99346"/>
                    <a:pt x="286" y="94107"/>
                  </a:cubicBezTo>
                  <a:close/>
                  <a:moveTo>
                    <a:pt x="0" y="51816"/>
                  </a:moveTo>
                  <a:cubicBezTo>
                    <a:pt x="0" y="46482"/>
                    <a:pt x="4286" y="42291"/>
                    <a:pt x="9525" y="42291"/>
                  </a:cubicBezTo>
                  <a:lnTo>
                    <a:pt x="9525" y="42291"/>
                  </a:lnTo>
                  <a:cubicBezTo>
                    <a:pt x="14764" y="42291"/>
                    <a:pt x="19050" y="46482"/>
                    <a:pt x="19050" y="51816"/>
                  </a:cubicBezTo>
                  <a:lnTo>
                    <a:pt x="19050" y="51816"/>
                  </a:lnTo>
                  <a:cubicBezTo>
                    <a:pt x="19050" y="57055"/>
                    <a:pt x="14859" y="61341"/>
                    <a:pt x="9525" y="61341"/>
                  </a:cubicBezTo>
                  <a:lnTo>
                    <a:pt x="9525" y="61341"/>
                  </a:lnTo>
                  <a:cubicBezTo>
                    <a:pt x="4286" y="61341"/>
                    <a:pt x="0" y="57055"/>
                    <a:pt x="0" y="51816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145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  <a:moveTo>
                    <a:pt x="19050" y="9525"/>
                  </a:moveTo>
                  <a:lnTo>
                    <a:pt x="19050" y="952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F9FEBD0-C507-6495-360E-0B913C095E32}"/>
                </a:ext>
              </a:extLst>
            </p:cNvPr>
            <p:cNvSpPr/>
            <p:nvPr/>
          </p:nvSpPr>
          <p:spPr>
            <a:xfrm>
              <a:off x="5638800" y="3261264"/>
              <a:ext cx="19240" cy="173545"/>
            </a:xfrm>
            <a:custGeom>
              <a:avLst/>
              <a:gdLst>
                <a:gd name="connsiteX0" fmla="*/ 0 w 19240"/>
                <a:gd name="connsiteY0" fmla="*/ 164021 h 173545"/>
                <a:gd name="connsiteX1" fmla="*/ 9525 w 19240"/>
                <a:gd name="connsiteY1" fmla="*/ 154496 h 173545"/>
                <a:gd name="connsiteX2" fmla="*/ 9525 w 19240"/>
                <a:gd name="connsiteY2" fmla="*/ 154496 h 173545"/>
                <a:gd name="connsiteX3" fmla="*/ 19050 w 19240"/>
                <a:gd name="connsiteY3" fmla="*/ 164021 h 173545"/>
                <a:gd name="connsiteX4" fmla="*/ 19050 w 19240"/>
                <a:gd name="connsiteY4" fmla="*/ 164021 h 173545"/>
                <a:gd name="connsiteX5" fmla="*/ 9525 w 19240"/>
                <a:gd name="connsiteY5" fmla="*/ 173546 h 173545"/>
                <a:gd name="connsiteX6" fmla="*/ 9525 w 19240"/>
                <a:gd name="connsiteY6" fmla="*/ 173546 h 173545"/>
                <a:gd name="connsiteX7" fmla="*/ 0 w 19240"/>
                <a:gd name="connsiteY7" fmla="*/ 164021 h 173545"/>
                <a:gd name="connsiteX8" fmla="*/ 0 w 19240"/>
                <a:gd name="connsiteY8" fmla="*/ 125444 h 173545"/>
                <a:gd name="connsiteX9" fmla="*/ 0 w 19240"/>
                <a:gd name="connsiteY9" fmla="*/ 125444 h 173545"/>
                <a:gd name="connsiteX10" fmla="*/ 9620 w 19240"/>
                <a:gd name="connsiteY10" fmla="*/ 115919 h 173545"/>
                <a:gd name="connsiteX11" fmla="*/ 9620 w 19240"/>
                <a:gd name="connsiteY11" fmla="*/ 115919 h 173545"/>
                <a:gd name="connsiteX12" fmla="*/ 19050 w 19240"/>
                <a:gd name="connsiteY12" fmla="*/ 125444 h 173545"/>
                <a:gd name="connsiteX13" fmla="*/ 19050 w 19240"/>
                <a:gd name="connsiteY13" fmla="*/ 125444 h 173545"/>
                <a:gd name="connsiteX14" fmla="*/ 9525 w 19240"/>
                <a:gd name="connsiteY14" fmla="*/ 134969 h 173545"/>
                <a:gd name="connsiteX15" fmla="*/ 9525 w 19240"/>
                <a:gd name="connsiteY15" fmla="*/ 134969 h 173545"/>
                <a:gd name="connsiteX16" fmla="*/ 0 w 19240"/>
                <a:gd name="connsiteY16" fmla="*/ 125444 h 173545"/>
                <a:gd name="connsiteX17" fmla="*/ 0 w 19240"/>
                <a:gd name="connsiteY17" fmla="*/ 86773 h 173545"/>
                <a:gd name="connsiteX18" fmla="*/ 9525 w 19240"/>
                <a:gd name="connsiteY18" fmla="*/ 77248 h 173545"/>
                <a:gd name="connsiteX19" fmla="*/ 9525 w 19240"/>
                <a:gd name="connsiteY19" fmla="*/ 77248 h 173545"/>
                <a:gd name="connsiteX20" fmla="*/ 19050 w 19240"/>
                <a:gd name="connsiteY20" fmla="*/ 86773 h 173545"/>
                <a:gd name="connsiteX21" fmla="*/ 19050 w 19240"/>
                <a:gd name="connsiteY21" fmla="*/ 86773 h 173545"/>
                <a:gd name="connsiteX22" fmla="*/ 9525 w 19240"/>
                <a:gd name="connsiteY22" fmla="*/ 96298 h 173545"/>
                <a:gd name="connsiteX23" fmla="*/ 9525 w 19240"/>
                <a:gd name="connsiteY23" fmla="*/ 96298 h 173545"/>
                <a:gd name="connsiteX24" fmla="*/ 0 w 19240"/>
                <a:gd name="connsiteY24" fmla="*/ 86773 h 173545"/>
                <a:gd name="connsiteX25" fmla="*/ 191 w 19240"/>
                <a:gd name="connsiteY25" fmla="*/ 48101 h 173545"/>
                <a:gd name="connsiteX26" fmla="*/ 9716 w 19240"/>
                <a:gd name="connsiteY26" fmla="*/ 38576 h 173545"/>
                <a:gd name="connsiteX27" fmla="*/ 9716 w 19240"/>
                <a:gd name="connsiteY27" fmla="*/ 38576 h 173545"/>
                <a:gd name="connsiteX28" fmla="*/ 19241 w 19240"/>
                <a:gd name="connsiteY28" fmla="*/ 48101 h 173545"/>
                <a:gd name="connsiteX29" fmla="*/ 19241 w 19240"/>
                <a:gd name="connsiteY29" fmla="*/ 48101 h 173545"/>
                <a:gd name="connsiteX30" fmla="*/ 9716 w 19240"/>
                <a:gd name="connsiteY30" fmla="*/ 57626 h 173545"/>
                <a:gd name="connsiteX31" fmla="*/ 9716 w 19240"/>
                <a:gd name="connsiteY31" fmla="*/ 57626 h 173545"/>
                <a:gd name="connsiteX32" fmla="*/ 191 w 19240"/>
                <a:gd name="connsiteY32" fmla="*/ 48101 h 173545"/>
                <a:gd name="connsiteX33" fmla="*/ 19241 w 19240"/>
                <a:gd name="connsiteY33" fmla="*/ 48101 h 173545"/>
                <a:gd name="connsiteX34" fmla="*/ 19241 w 19240"/>
                <a:gd name="connsiteY34" fmla="*/ 48101 h 173545"/>
                <a:gd name="connsiteX35" fmla="*/ 0 w 19240"/>
                <a:gd name="connsiteY35" fmla="*/ 9525 h 173545"/>
                <a:gd name="connsiteX36" fmla="*/ 9525 w 19240"/>
                <a:gd name="connsiteY36" fmla="*/ 0 h 173545"/>
                <a:gd name="connsiteX37" fmla="*/ 9525 w 19240"/>
                <a:gd name="connsiteY37" fmla="*/ 0 h 173545"/>
                <a:gd name="connsiteX38" fmla="*/ 19050 w 19240"/>
                <a:gd name="connsiteY38" fmla="*/ 9430 h 173545"/>
                <a:gd name="connsiteX39" fmla="*/ 19050 w 19240"/>
                <a:gd name="connsiteY39" fmla="*/ 9430 h 173545"/>
                <a:gd name="connsiteX40" fmla="*/ 9525 w 19240"/>
                <a:gd name="connsiteY40" fmla="*/ 19050 h 173545"/>
                <a:gd name="connsiteX41" fmla="*/ 9525 w 19240"/>
                <a:gd name="connsiteY41" fmla="*/ 19050 h 173545"/>
                <a:gd name="connsiteX42" fmla="*/ 0 w 19240"/>
                <a:gd name="connsiteY42" fmla="*/ 9525 h 173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240" h="173545">
                  <a:moveTo>
                    <a:pt x="0" y="164021"/>
                  </a:moveTo>
                  <a:cubicBezTo>
                    <a:pt x="0" y="158782"/>
                    <a:pt x="4286" y="154496"/>
                    <a:pt x="9525" y="154496"/>
                  </a:cubicBezTo>
                  <a:lnTo>
                    <a:pt x="9525" y="154496"/>
                  </a:lnTo>
                  <a:cubicBezTo>
                    <a:pt x="14764" y="154496"/>
                    <a:pt x="19050" y="158782"/>
                    <a:pt x="19050" y="164021"/>
                  </a:cubicBezTo>
                  <a:lnTo>
                    <a:pt x="19050" y="164021"/>
                  </a:lnTo>
                  <a:cubicBezTo>
                    <a:pt x="19050" y="169259"/>
                    <a:pt x="14764" y="173546"/>
                    <a:pt x="9525" y="173546"/>
                  </a:cubicBezTo>
                  <a:lnTo>
                    <a:pt x="9525" y="173546"/>
                  </a:lnTo>
                  <a:cubicBezTo>
                    <a:pt x="4191" y="173546"/>
                    <a:pt x="0" y="169259"/>
                    <a:pt x="0" y="164021"/>
                  </a:cubicBezTo>
                  <a:close/>
                  <a:moveTo>
                    <a:pt x="0" y="125444"/>
                  </a:moveTo>
                  <a:lnTo>
                    <a:pt x="0" y="125444"/>
                  </a:lnTo>
                  <a:cubicBezTo>
                    <a:pt x="0" y="120110"/>
                    <a:pt x="4286" y="115824"/>
                    <a:pt x="9620" y="115919"/>
                  </a:cubicBezTo>
                  <a:lnTo>
                    <a:pt x="9620" y="115919"/>
                  </a:lnTo>
                  <a:cubicBezTo>
                    <a:pt x="14859" y="115919"/>
                    <a:pt x="19050" y="120205"/>
                    <a:pt x="19050" y="125444"/>
                  </a:cubicBezTo>
                  <a:lnTo>
                    <a:pt x="19050" y="125444"/>
                  </a:lnTo>
                  <a:cubicBezTo>
                    <a:pt x="19050" y="130683"/>
                    <a:pt x="14764" y="134969"/>
                    <a:pt x="9525" y="134969"/>
                  </a:cubicBezTo>
                  <a:lnTo>
                    <a:pt x="9525" y="134969"/>
                  </a:lnTo>
                  <a:cubicBezTo>
                    <a:pt x="4286" y="134969"/>
                    <a:pt x="0" y="130683"/>
                    <a:pt x="0" y="125444"/>
                  </a:cubicBezTo>
                  <a:close/>
                  <a:moveTo>
                    <a:pt x="0" y="86773"/>
                  </a:moveTo>
                  <a:cubicBezTo>
                    <a:pt x="0" y="81534"/>
                    <a:pt x="4286" y="77248"/>
                    <a:pt x="9525" y="77248"/>
                  </a:cubicBezTo>
                  <a:lnTo>
                    <a:pt x="9525" y="77248"/>
                  </a:lnTo>
                  <a:cubicBezTo>
                    <a:pt x="14764" y="77248"/>
                    <a:pt x="19050" y="81534"/>
                    <a:pt x="19050" y="86773"/>
                  </a:cubicBezTo>
                  <a:lnTo>
                    <a:pt x="19050" y="86773"/>
                  </a:lnTo>
                  <a:cubicBezTo>
                    <a:pt x="19050" y="92012"/>
                    <a:pt x="14764" y="96298"/>
                    <a:pt x="9525" y="96298"/>
                  </a:cubicBezTo>
                  <a:lnTo>
                    <a:pt x="9525" y="96298"/>
                  </a:lnTo>
                  <a:cubicBezTo>
                    <a:pt x="4286" y="96298"/>
                    <a:pt x="0" y="92012"/>
                    <a:pt x="0" y="86773"/>
                  </a:cubicBezTo>
                  <a:close/>
                  <a:moveTo>
                    <a:pt x="191" y="48101"/>
                  </a:moveTo>
                  <a:cubicBezTo>
                    <a:pt x="191" y="42863"/>
                    <a:pt x="4477" y="38576"/>
                    <a:pt x="9716" y="38576"/>
                  </a:cubicBezTo>
                  <a:lnTo>
                    <a:pt x="9716" y="38576"/>
                  </a:lnTo>
                  <a:cubicBezTo>
                    <a:pt x="14954" y="38576"/>
                    <a:pt x="19241" y="42863"/>
                    <a:pt x="19241" y="48101"/>
                  </a:cubicBezTo>
                  <a:lnTo>
                    <a:pt x="19241" y="48101"/>
                  </a:lnTo>
                  <a:cubicBezTo>
                    <a:pt x="19241" y="53340"/>
                    <a:pt x="14954" y="57626"/>
                    <a:pt x="9716" y="57626"/>
                  </a:cubicBezTo>
                  <a:lnTo>
                    <a:pt x="9716" y="57626"/>
                  </a:lnTo>
                  <a:cubicBezTo>
                    <a:pt x="4477" y="57626"/>
                    <a:pt x="191" y="53340"/>
                    <a:pt x="191" y="48101"/>
                  </a:cubicBezTo>
                  <a:close/>
                  <a:moveTo>
                    <a:pt x="19241" y="48101"/>
                  </a:moveTo>
                  <a:lnTo>
                    <a:pt x="19241" y="48101"/>
                  </a:lnTo>
                  <a:close/>
                  <a:moveTo>
                    <a:pt x="0" y="9525"/>
                  </a:moveTo>
                  <a:cubicBezTo>
                    <a:pt x="0" y="4191"/>
                    <a:pt x="4191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430"/>
                  </a:cubicBezTo>
                  <a:lnTo>
                    <a:pt x="19050" y="9430"/>
                  </a:lnTo>
                  <a:cubicBezTo>
                    <a:pt x="19050" y="14669"/>
                    <a:pt x="14764" y="18955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D1190FA-6DF3-1005-F59F-A6DE375E4DC1}"/>
                </a:ext>
              </a:extLst>
            </p:cNvPr>
            <p:cNvSpPr/>
            <p:nvPr/>
          </p:nvSpPr>
          <p:spPr>
            <a:xfrm>
              <a:off x="5644232" y="3151072"/>
              <a:ext cx="38464" cy="52375"/>
            </a:xfrm>
            <a:custGeom>
              <a:avLst/>
              <a:gdLst>
                <a:gd name="connsiteX0" fmla="*/ 6569 w 38464"/>
                <a:gd name="connsiteY0" fmla="*/ 51899 h 52375"/>
                <a:gd name="connsiteX1" fmla="*/ 473 w 38464"/>
                <a:gd name="connsiteY1" fmla="*/ 39802 h 52375"/>
                <a:gd name="connsiteX2" fmla="*/ 473 w 38464"/>
                <a:gd name="connsiteY2" fmla="*/ 39802 h 52375"/>
                <a:gd name="connsiteX3" fmla="*/ 12569 w 38464"/>
                <a:gd name="connsiteY3" fmla="*/ 33801 h 52375"/>
                <a:gd name="connsiteX4" fmla="*/ 12569 w 38464"/>
                <a:gd name="connsiteY4" fmla="*/ 33801 h 52375"/>
                <a:gd name="connsiteX5" fmla="*/ 18570 w 38464"/>
                <a:gd name="connsiteY5" fmla="*/ 45803 h 52375"/>
                <a:gd name="connsiteX6" fmla="*/ 18570 w 38464"/>
                <a:gd name="connsiteY6" fmla="*/ 45803 h 52375"/>
                <a:gd name="connsiteX7" fmla="*/ 9521 w 38464"/>
                <a:gd name="connsiteY7" fmla="*/ 52375 h 52375"/>
                <a:gd name="connsiteX8" fmla="*/ 9521 w 38464"/>
                <a:gd name="connsiteY8" fmla="*/ 52375 h 52375"/>
                <a:gd name="connsiteX9" fmla="*/ 6569 w 38464"/>
                <a:gd name="connsiteY9" fmla="*/ 51899 h 52375"/>
                <a:gd name="connsiteX10" fmla="*/ 22571 w 38464"/>
                <a:gd name="connsiteY10" fmla="*/ 16561 h 52375"/>
                <a:gd name="connsiteX11" fmla="*/ 21904 w 38464"/>
                <a:gd name="connsiteY11" fmla="*/ 3131 h 52375"/>
                <a:gd name="connsiteX12" fmla="*/ 21904 w 38464"/>
                <a:gd name="connsiteY12" fmla="*/ 3131 h 52375"/>
                <a:gd name="connsiteX13" fmla="*/ 35334 w 38464"/>
                <a:gd name="connsiteY13" fmla="*/ 2464 h 52375"/>
                <a:gd name="connsiteX14" fmla="*/ 35334 w 38464"/>
                <a:gd name="connsiteY14" fmla="*/ 2464 h 52375"/>
                <a:gd name="connsiteX15" fmla="*/ 36001 w 38464"/>
                <a:gd name="connsiteY15" fmla="*/ 15894 h 52375"/>
                <a:gd name="connsiteX16" fmla="*/ 36001 w 38464"/>
                <a:gd name="connsiteY16" fmla="*/ 15894 h 52375"/>
                <a:gd name="connsiteX17" fmla="*/ 28952 w 38464"/>
                <a:gd name="connsiteY17" fmla="*/ 19038 h 52375"/>
                <a:gd name="connsiteX18" fmla="*/ 28952 w 38464"/>
                <a:gd name="connsiteY18" fmla="*/ 19038 h 52375"/>
                <a:gd name="connsiteX19" fmla="*/ 22571 w 38464"/>
                <a:gd name="connsiteY19" fmla="*/ 16561 h 52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464" h="52375">
                  <a:moveTo>
                    <a:pt x="6569" y="51899"/>
                  </a:moveTo>
                  <a:cubicBezTo>
                    <a:pt x="1520" y="50184"/>
                    <a:pt x="-1147" y="44755"/>
                    <a:pt x="473" y="39802"/>
                  </a:cubicBezTo>
                  <a:lnTo>
                    <a:pt x="473" y="39802"/>
                  </a:lnTo>
                  <a:cubicBezTo>
                    <a:pt x="2187" y="34849"/>
                    <a:pt x="7521" y="32087"/>
                    <a:pt x="12569" y="33801"/>
                  </a:cubicBezTo>
                  <a:lnTo>
                    <a:pt x="12569" y="33801"/>
                  </a:lnTo>
                  <a:cubicBezTo>
                    <a:pt x="17522" y="35421"/>
                    <a:pt x="20189" y="40755"/>
                    <a:pt x="18570" y="45803"/>
                  </a:cubicBezTo>
                  <a:lnTo>
                    <a:pt x="18570" y="45803"/>
                  </a:lnTo>
                  <a:cubicBezTo>
                    <a:pt x="17237" y="49803"/>
                    <a:pt x="13522" y="52375"/>
                    <a:pt x="9521" y="52375"/>
                  </a:cubicBezTo>
                  <a:lnTo>
                    <a:pt x="9521" y="52375"/>
                  </a:lnTo>
                  <a:cubicBezTo>
                    <a:pt x="8569" y="52375"/>
                    <a:pt x="7521" y="52185"/>
                    <a:pt x="6569" y="51899"/>
                  </a:cubicBezTo>
                  <a:close/>
                  <a:moveTo>
                    <a:pt x="22571" y="16561"/>
                  </a:moveTo>
                  <a:cubicBezTo>
                    <a:pt x="18665" y="13037"/>
                    <a:pt x="18380" y="7036"/>
                    <a:pt x="21904" y="3131"/>
                  </a:cubicBezTo>
                  <a:lnTo>
                    <a:pt x="21904" y="3131"/>
                  </a:lnTo>
                  <a:cubicBezTo>
                    <a:pt x="25428" y="-774"/>
                    <a:pt x="31429" y="-1060"/>
                    <a:pt x="35334" y="2464"/>
                  </a:cubicBezTo>
                  <a:lnTo>
                    <a:pt x="35334" y="2464"/>
                  </a:lnTo>
                  <a:cubicBezTo>
                    <a:pt x="39239" y="5988"/>
                    <a:pt x="39525" y="11989"/>
                    <a:pt x="36001" y="15894"/>
                  </a:cubicBezTo>
                  <a:lnTo>
                    <a:pt x="36001" y="15894"/>
                  </a:lnTo>
                  <a:cubicBezTo>
                    <a:pt x="34096" y="17990"/>
                    <a:pt x="31524" y="19038"/>
                    <a:pt x="28952" y="19038"/>
                  </a:cubicBezTo>
                  <a:lnTo>
                    <a:pt x="28952" y="19038"/>
                  </a:lnTo>
                  <a:cubicBezTo>
                    <a:pt x="26666" y="19038"/>
                    <a:pt x="24380" y="18180"/>
                    <a:pt x="22571" y="1656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73FB1B1-820C-543D-4874-972FCED5C4AE}"/>
                </a:ext>
              </a:extLst>
            </p:cNvPr>
            <p:cNvSpPr/>
            <p:nvPr/>
          </p:nvSpPr>
          <p:spPr>
            <a:xfrm>
              <a:off x="5728235" y="2952795"/>
              <a:ext cx="291614" cy="174166"/>
            </a:xfrm>
            <a:custGeom>
              <a:avLst/>
              <a:gdLst>
                <a:gd name="connsiteX0" fmla="*/ 1242 w 291614"/>
                <a:gd name="connsiteY0" fmla="*/ 169404 h 174166"/>
                <a:gd name="connsiteX1" fmla="*/ 4862 w 291614"/>
                <a:gd name="connsiteY1" fmla="*/ 156355 h 174166"/>
                <a:gd name="connsiteX2" fmla="*/ 4862 w 291614"/>
                <a:gd name="connsiteY2" fmla="*/ 156355 h 174166"/>
                <a:gd name="connsiteX3" fmla="*/ 17816 w 291614"/>
                <a:gd name="connsiteY3" fmla="*/ 159974 h 174166"/>
                <a:gd name="connsiteX4" fmla="*/ 17816 w 291614"/>
                <a:gd name="connsiteY4" fmla="*/ 159974 h 174166"/>
                <a:gd name="connsiteX5" fmla="*/ 14196 w 291614"/>
                <a:gd name="connsiteY5" fmla="*/ 173024 h 174166"/>
                <a:gd name="connsiteX6" fmla="*/ 14196 w 291614"/>
                <a:gd name="connsiteY6" fmla="*/ 173024 h 174166"/>
                <a:gd name="connsiteX7" fmla="*/ 9529 w 291614"/>
                <a:gd name="connsiteY7" fmla="*/ 174167 h 174166"/>
                <a:gd name="connsiteX8" fmla="*/ 9529 w 291614"/>
                <a:gd name="connsiteY8" fmla="*/ 174167 h 174166"/>
                <a:gd name="connsiteX9" fmla="*/ 1242 w 291614"/>
                <a:gd name="connsiteY9" fmla="*/ 169404 h 174166"/>
                <a:gd name="connsiteX10" fmla="*/ 35342 w 291614"/>
                <a:gd name="connsiteY10" fmla="*/ 150068 h 174166"/>
                <a:gd name="connsiteX11" fmla="*/ 38866 w 291614"/>
                <a:gd name="connsiteY11" fmla="*/ 137019 h 174166"/>
                <a:gd name="connsiteX12" fmla="*/ 38866 w 291614"/>
                <a:gd name="connsiteY12" fmla="*/ 137019 h 174166"/>
                <a:gd name="connsiteX13" fmla="*/ 51915 w 291614"/>
                <a:gd name="connsiteY13" fmla="*/ 140639 h 174166"/>
                <a:gd name="connsiteX14" fmla="*/ 51915 w 291614"/>
                <a:gd name="connsiteY14" fmla="*/ 140639 h 174166"/>
                <a:gd name="connsiteX15" fmla="*/ 48296 w 291614"/>
                <a:gd name="connsiteY15" fmla="*/ 153593 h 174166"/>
                <a:gd name="connsiteX16" fmla="*/ 48296 w 291614"/>
                <a:gd name="connsiteY16" fmla="*/ 153593 h 174166"/>
                <a:gd name="connsiteX17" fmla="*/ 43629 w 291614"/>
                <a:gd name="connsiteY17" fmla="*/ 154831 h 174166"/>
                <a:gd name="connsiteX18" fmla="*/ 43629 w 291614"/>
                <a:gd name="connsiteY18" fmla="*/ 154831 h 174166"/>
                <a:gd name="connsiteX19" fmla="*/ 35342 w 291614"/>
                <a:gd name="connsiteY19" fmla="*/ 150068 h 174166"/>
                <a:gd name="connsiteX20" fmla="*/ 69441 w 291614"/>
                <a:gd name="connsiteY20" fmla="*/ 130733 h 174166"/>
                <a:gd name="connsiteX21" fmla="*/ 72966 w 291614"/>
                <a:gd name="connsiteY21" fmla="*/ 117683 h 174166"/>
                <a:gd name="connsiteX22" fmla="*/ 72966 w 291614"/>
                <a:gd name="connsiteY22" fmla="*/ 117683 h 174166"/>
                <a:gd name="connsiteX23" fmla="*/ 85920 w 291614"/>
                <a:gd name="connsiteY23" fmla="*/ 121303 h 174166"/>
                <a:gd name="connsiteX24" fmla="*/ 85920 w 291614"/>
                <a:gd name="connsiteY24" fmla="*/ 121303 h 174166"/>
                <a:gd name="connsiteX25" fmla="*/ 82300 w 291614"/>
                <a:gd name="connsiteY25" fmla="*/ 134257 h 174166"/>
                <a:gd name="connsiteX26" fmla="*/ 82300 w 291614"/>
                <a:gd name="connsiteY26" fmla="*/ 134257 h 174166"/>
                <a:gd name="connsiteX27" fmla="*/ 77633 w 291614"/>
                <a:gd name="connsiteY27" fmla="*/ 135495 h 174166"/>
                <a:gd name="connsiteX28" fmla="*/ 77633 w 291614"/>
                <a:gd name="connsiteY28" fmla="*/ 135495 h 174166"/>
                <a:gd name="connsiteX29" fmla="*/ 69346 w 291614"/>
                <a:gd name="connsiteY29" fmla="*/ 130733 h 174166"/>
                <a:gd name="connsiteX30" fmla="*/ 103541 w 291614"/>
                <a:gd name="connsiteY30" fmla="*/ 111302 h 174166"/>
                <a:gd name="connsiteX31" fmla="*/ 107065 w 291614"/>
                <a:gd name="connsiteY31" fmla="*/ 98348 h 174166"/>
                <a:gd name="connsiteX32" fmla="*/ 107065 w 291614"/>
                <a:gd name="connsiteY32" fmla="*/ 98348 h 174166"/>
                <a:gd name="connsiteX33" fmla="*/ 120114 w 291614"/>
                <a:gd name="connsiteY33" fmla="*/ 101872 h 174166"/>
                <a:gd name="connsiteX34" fmla="*/ 120114 w 291614"/>
                <a:gd name="connsiteY34" fmla="*/ 101872 h 174166"/>
                <a:gd name="connsiteX35" fmla="*/ 116495 w 291614"/>
                <a:gd name="connsiteY35" fmla="*/ 114921 h 174166"/>
                <a:gd name="connsiteX36" fmla="*/ 116495 w 291614"/>
                <a:gd name="connsiteY36" fmla="*/ 114921 h 174166"/>
                <a:gd name="connsiteX37" fmla="*/ 111828 w 291614"/>
                <a:gd name="connsiteY37" fmla="*/ 116159 h 174166"/>
                <a:gd name="connsiteX38" fmla="*/ 111828 w 291614"/>
                <a:gd name="connsiteY38" fmla="*/ 116159 h 174166"/>
                <a:gd name="connsiteX39" fmla="*/ 103541 w 291614"/>
                <a:gd name="connsiteY39" fmla="*/ 111302 h 174166"/>
                <a:gd name="connsiteX40" fmla="*/ 137545 w 291614"/>
                <a:gd name="connsiteY40" fmla="*/ 91966 h 174166"/>
                <a:gd name="connsiteX41" fmla="*/ 141165 w 291614"/>
                <a:gd name="connsiteY41" fmla="*/ 79012 h 174166"/>
                <a:gd name="connsiteX42" fmla="*/ 141165 w 291614"/>
                <a:gd name="connsiteY42" fmla="*/ 79012 h 174166"/>
                <a:gd name="connsiteX43" fmla="*/ 154119 w 291614"/>
                <a:gd name="connsiteY43" fmla="*/ 82536 h 174166"/>
                <a:gd name="connsiteX44" fmla="*/ 154119 w 291614"/>
                <a:gd name="connsiteY44" fmla="*/ 82536 h 174166"/>
                <a:gd name="connsiteX45" fmla="*/ 150594 w 291614"/>
                <a:gd name="connsiteY45" fmla="*/ 95490 h 174166"/>
                <a:gd name="connsiteX46" fmla="*/ 150594 w 291614"/>
                <a:gd name="connsiteY46" fmla="*/ 95490 h 174166"/>
                <a:gd name="connsiteX47" fmla="*/ 145927 w 291614"/>
                <a:gd name="connsiteY47" fmla="*/ 96728 h 174166"/>
                <a:gd name="connsiteX48" fmla="*/ 145927 w 291614"/>
                <a:gd name="connsiteY48" fmla="*/ 96728 h 174166"/>
                <a:gd name="connsiteX49" fmla="*/ 137545 w 291614"/>
                <a:gd name="connsiteY49" fmla="*/ 91966 h 174166"/>
                <a:gd name="connsiteX50" fmla="*/ 171645 w 291614"/>
                <a:gd name="connsiteY50" fmla="*/ 72535 h 174166"/>
                <a:gd name="connsiteX51" fmla="*/ 175264 w 291614"/>
                <a:gd name="connsiteY51" fmla="*/ 59581 h 174166"/>
                <a:gd name="connsiteX52" fmla="*/ 175264 w 291614"/>
                <a:gd name="connsiteY52" fmla="*/ 59581 h 174166"/>
                <a:gd name="connsiteX53" fmla="*/ 188218 w 291614"/>
                <a:gd name="connsiteY53" fmla="*/ 63105 h 174166"/>
                <a:gd name="connsiteX54" fmla="*/ 188218 w 291614"/>
                <a:gd name="connsiteY54" fmla="*/ 63105 h 174166"/>
                <a:gd name="connsiteX55" fmla="*/ 184694 w 291614"/>
                <a:gd name="connsiteY55" fmla="*/ 76059 h 174166"/>
                <a:gd name="connsiteX56" fmla="*/ 184694 w 291614"/>
                <a:gd name="connsiteY56" fmla="*/ 76059 h 174166"/>
                <a:gd name="connsiteX57" fmla="*/ 179931 w 291614"/>
                <a:gd name="connsiteY57" fmla="*/ 77393 h 174166"/>
                <a:gd name="connsiteX58" fmla="*/ 179931 w 291614"/>
                <a:gd name="connsiteY58" fmla="*/ 77393 h 174166"/>
                <a:gd name="connsiteX59" fmla="*/ 171645 w 291614"/>
                <a:gd name="connsiteY59" fmla="*/ 72535 h 174166"/>
                <a:gd name="connsiteX60" fmla="*/ 205744 w 291614"/>
                <a:gd name="connsiteY60" fmla="*/ 53104 h 174166"/>
                <a:gd name="connsiteX61" fmla="*/ 209268 w 291614"/>
                <a:gd name="connsiteY61" fmla="*/ 40150 h 174166"/>
                <a:gd name="connsiteX62" fmla="*/ 209268 w 291614"/>
                <a:gd name="connsiteY62" fmla="*/ 40150 h 174166"/>
                <a:gd name="connsiteX63" fmla="*/ 222222 w 291614"/>
                <a:gd name="connsiteY63" fmla="*/ 43674 h 174166"/>
                <a:gd name="connsiteX64" fmla="*/ 222222 w 291614"/>
                <a:gd name="connsiteY64" fmla="*/ 43674 h 174166"/>
                <a:gd name="connsiteX65" fmla="*/ 218698 w 291614"/>
                <a:gd name="connsiteY65" fmla="*/ 56628 h 174166"/>
                <a:gd name="connsiteX66" fmla="*/ 218698 w 291614"/>
                <a:gd name="connsiteY66" fmla="*/ 56628 h 174166"/>
                <a:gd name="connsiteX67" fmla="*/ 214031 w 291614"/>
                <a:gd name="connsiteY67" fmla="*/ 57962 h 174166"/>
                <a:gd name="connsiteX68" fmla="*/ 214031 w 291614"/>
                <a:gd name="connsiteY68" fmla="*/ 57962 h 174166"/>
                <a:gd name="connsiteX69" fmla="*/ 205744 w 291614"/>
                <a:gd name="connsiteY69" fmla="*/ 53104 h 174166"/>
                <a:gd name="connsiteX70" fmla="*/ 239748 w 291614"/>
                <a:gd name="connsiteY70" fmla="*/ 33673 h 174166"/>
                <a:gd name="connsiteX71" fmla="*/ 243273 w 291614"/>
                <a:gd name="connsiteY71" fmla="*/ 20719 h 174166"/>
                <a:gd name="connsiteX72" fmla="*/ 243273 w 291614"/>
                <a:gd name="connsiteY72" fmla="*/ 20719 h 174166"/>
                <a:gd name="connsiteX73" fmla="*/ 256322 w 291614"/>
                <a:gd name="connsiteY73" fmla="*/ 24243 h 174166"/>
                <a:gd name="connsiteX74" fmla="*/ 256322 w 291614"/>
                <a:gd name="connsiteY74" fmla="*/ 24243 h 174166"/>
                <a:gd name="connsiteX75" fmla="*/ 252798 w 291614"/>
                <a:gd name="connsiteY75" fmla="*/ 37197 h 174166"/>
                <a:gd name="connsiteX76" fmla="*/ 252798 w 291614"/>
                <a:gd name="connsiteY76" fmla="*/ 37197 h 174166"/>
                <a:gd name="connsiteX77" fmla="*/ 248035 w 291614"/>
                <a:gd name="connsiteY77" fmla="*/ 38435 h 174166"/>
                <a:gd name="connsiteX78" fmla="*/ 248035 w 291614"/>
                <a:gd name="connsiteY78" fmla="*/ 38435 h 174166"/>
                <a:gd name="connsiteX79" fmla="*/ 239748 w 291614"/>
                <a:gd name="connsiteY79" fmla="*/ 33673 h 174166"/>
                <a:gd name="connsiteX80" fmla="*/ 273753 w 291614"/>
                <a:gd name="connsiteY80" fmla="*/ 14242 h 174166"/>
                <a:gd name="connsiteX81" fmla="*/ 277372 w 291614"/>
                <a:gd name="connsiteY81" fmla="*/ 1288 h 174166"/>
                <a:gd name="connsiteX82" fmla="*/ 277372 w 291614"/>
                <a:gd name="connsiteY82" fmla="*/ 1288 h 174166"/>
                <a:gd name="connsiteX83" fmla="*/ 290326 w 291614"/>
                <a:gd name="connsiteY83" fmla="*/ 4812 h 174166"/>
                <a:gd name="connsiteX84" fmla="*/ 290326 w 291614"/>
                <a:gd name="connsiteY84" fmla="*/ 4812 h 174166"/>
                <a:gd name="connsiteX85" fmla="*/ 286802 w 291614"/>
                <a:gd name="connsiteY85" fmla="*/ 17766 h 174166"/>
                <a:gd name="connsiteX86" fmla="*/ 286802 w 291614"/>
                <a:gd name="connsiteY86" fmla="*/ 17766 h 174166"/>
                <a:gd name="connsiteX87" fmla="*/ 282039 w 291614"/>
                <a:gd name="connsiteY87" fmla="*/ 19004 h 174166"/>
                <a:gd name="connsiteX88" fmla="*/ 282039 w 291614"/>
                <a:gd name="connsiteY88" fmla="*/ 19004 h 174166"/>
                <a:gd name="connsiteX89" fmla="*/ 273753 w 291614"/>
                <a:gd name="connsiteY89" fmla="*/ 14242 h 174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614" h="174166">
                  <a:moveTo>
                    <a:pt x="1242" y="169404"/>
                  </a:moveTo>
                  <a:cubicBezTo>
                    <a:pt x="-1329" y="164832"/>
                    <a:pt x="195" y="158927"/>
                    <a:pt x="4862" y="156355"/>
                  </a:cubicBezTo>
                  <a:lnTo>
                    <a:pt x="4862" y="156355"/>
                  </a:lnTo>
                  <a:cubicBezTo>
                    <a:pt x="9434" y="153783"/>
                    <a:pt x="15244" y="155402"/>
                    <a:pt x="17816" y="159974"/>
                  </a:cubicBezTo>
                  <a:lnTo>
                    <a:pt x="17816" y="159974"/>
                  </a:lnTo>
                  <a:cubicBezTo>
                    <a:pt x="20388" y="164547"/>
                    <a:pt x="18768" y="170357"/>
                    <a:pt x="14196" y="173024"/>
                  </a:cubicBezTo>
                  <a:lnTo>
                    <a:pt x="14196" y="173024"/>
                  </a:lnTo>
                  <a:cubicBezTo>
                    <a:pt x="12768" y="173786"/>
                    <a:pt x="11148" y="174167"/>
                    <a:pt x="9529" y="174167"/>
                  </a:cubicBezTo>
                  <a:lnTo>
                    <a:pt x="9529" y="174167"/>
                  </a:lnTo>
                  <a:cubicBezTo>
                    <a:pt x="6195" y="174167"/>
                    <a:pt x="2957" y="172452"/>
                    <a:pt x="1242" y="169404"/>
                  </a:cubicBezTo>
                  <a:close/>
                  <a:moveTo>
                    <a:pt x="35342" y="150068"/>
                  </a:moveTo>
                  <a:cubicBezTo>
                    <a:pt x="32770" y="145497"/>
                    <a:pt x="34389" y="139686"/>
                    <a:pt x="38866" y="137019"/>
                  </a:cubicBezTo>
                  <a:lnTo>
                    <a:pt x="38866" y="137019"/>
                  </a:lnTo>
                  <a:cubicBezTo>
                    <a:pt x="43533" y="134448"/>
                    <a:pt x="49344" y="136067"/>
                    <a:pt x="51915" y="140639"/>
                  </a:cubicBezTo>
                  <a:lnTo>
                    <a:pt x="51915" y="140639"/>
                  </a:lnTo>
                  <a:cubicBezTo>
                    <a:pt x="54487" y="145211"/>
                    <a:pt x="52868" y="151021"/>
                    <a:pt x="48296" y="153593"/>
                  </a:cubicBezTo>
                  <a:lnTo>
                    <a:pt x="48296" y="153593"/>
                  </a:lnTo>
                  <a:cubicBezTo>
                    <a:pt x="46867" y="154450"/>
                    <a:pt x="45248" y="154831"/>
                    <a:pt x="43629" y="154831"/>
                  </a:cubicBezTo>
                  <a:lnTo>
                    <a:pt x="43629" y="154831"/>
                  </a:lnTo>
                  <a:cubicBezTo>
                    <a:pt x="40295" y="154831"/>
                    <a:pt x="37056" y="153116"/>
                    <a:pt x="35342" y="150068"/>
                  </a:cubicBezTo>
                  <a:close/>
                  <a:moveTo>
                    <a:pt x="69441" y="130733"/>
                  </a:moveTo>
                  <a:cubicBezTo>
                    <a:pt x="66870" y="126065"/>
                    <a:pt x="68394" y="120350"/>
                    <a:pt x="72966" y="117683"/>
                  </a:cubicBezTo>
                  <a:lnTo>
                    <a:pt x="72966" y="117683"/>
                  </a:lnTo>
                  <a:cubicBezTo>
                    <a:pt x="77538" y="115112"/>
                    <a:pt x="83348" y="116731"/>
                    <a:pt x="85920" y="121303"/>
                  </a:cubicBezTo>
                  <a:lnTo>
                    <a:pt x="85920" y="121303"/>
                  </a:lnTo>
                  <a:cubicBezTo>
                    <a:pt x="88491" y="125875"/>
                    <a:pt x="86872" y="131685"/>
                    <a:pt x="82300" y="134257"/>
                  </a:cubicBezTo>
                  <a:lnTo>
                    <a:pt x="82300" y="134257"/>
                  </a:lnTo>
                  <a:cubicBezTo>
                    <a:pt x="80871" y="135114"/>
                    <a:pt x="79252" y="135495"/>
                    <a:pt x="77633" y="135495"/>
                  </a:cubicBezTo>
                  <a:lnTo>
                    <a:pt x="77633" y="135495"/>
                  </a:lnTo>
                  <a:cubicBezTo>
                    <a:pt x="74299" y="135495"/>
                    <a:pt x="71061" y="133781"/>
                    <a:pt x="69346" y="130733"/>
                  </a:cubicBezTo>
                  <a:close/>
                  <a:moveTo>
                    <a:pt x="103541" y="111302"/>
                  </a:moveTo>
                  <a:cubicBezTo>
                    <a:pt x="100969" y="106730"/>
                    <a:pt x="102493" y="100919"/>
                    <a:pt x="107065" y="98348"/>
                  </a:cubicBezTo>
                  <a:lnTo>
                    <a:pt x="107065" y="98348"/>
                  </a:lnTo>
                  <a:cubicBezTo>
                    <a:pt x="111637" y="95776"/>
                    <a:pt x="117447" y="97395"/>
                    <a:pt x="120114" y="101872"/>
                  </a:cubicBezTo>
                  <a:lnTo>
                    <a:pt x="120114" y="101872"/>
                  </a:lnTo>
                  <a:cubicBezTo>
                    <a:pt x="122686" y="106444"/>
                    <a:pt x="121067" y="112349"/>
                    <a:pt x="116495" y="114921"/>
                  </a:cubicBezTo>
                  <a:lnTo>
                    <a:pt x="116495" y="114921"/>
                  </a:lnTo>
                  <a:cubicBezTo>
                    <a:pt x="115066" y="115778"/>
                    <a:pt x="113447" y="116159"/>
                    <a:pt x="111828" y="116159"/>
                  </a:cubicBezTo>
                  <a:lnTo>
                    <a:pt x="111828" y="116159"/>
                  </a:lnTo>
                  <a:cubicBezTo>
                    <a:pt x="108494" y="116159"/>
                    <a:pt x="105255" y="114445"/>
                    <a:pt x="103541" y="111302"/>
                  </a:cubicBezTo>
                  <a:close/>
                  <a:moveTo>
                    <a:pt x="137545" y="91966"/>
                  </a:moveTo>
                  <a:cubicBezTo>
                    <a:pt x="134973" y="87394"/>
                    <a:pt x="136593" y="81584"/>
                    <a:pt x="141165" y="79012"/>
                  </a:cubicBezTo>
                  <a:lnTo>
                    <a:pt x="141165" y="79012"/>
                  </a:lnTo>
                  <a:cubicBezTo>
                    <a:pt x="145737" y="76345"/>
                    <a:pt x="151547" y="77964"/>
                    <a:pt x="154119" y="82536"/>
                  </a:cubicBezTo>
                  <a:lnTo>
                    <a:pt x="154119" y="82536"/>
                  </a:lnTo>
                  <a:cubicBezTo>
                    <a:pt x="156786" y="87108"/>
                    <a:pt x="155166" y="92918"/>
                    <a:pt x="150594" y="95490"/>
                  </a:cubicBezTo>
                  <a:lnTo>
                    <a:pt x="150594" y="95490"/>
                  </a:lnTo>
                  <a:cubicBezTo>
                    <a:pt x="149070" y="96347"/>
                    <a:pt x="147451" y="96728"/>
                    <a:pt x="145927" y="96728"/>
                  </a:cubicBezTo>
                  <a:lnTo>
                    <a:pt x="145927" y="96728"/>
                  </a:lnTo>
                  <a:cubicBezTo>
                    <a:pt x="142593" y="96728"/>
                    <a:pt x="139355" y="95014"/>
                    <a:pt x="137545" y="91966"/>
                  </a:cubicBezTo>
                  <a:close/>
                  <a:moveTo>
                    <a:pt x="171645" y="72535"/>
                  </a:moveTo>
                  <a:cubicBezTo>
                    <a:pt x="169073" y="67963"/>
                    <a:pt x="170692" y="62153"/>
                    <a:pt x="175264" y="59581"/>
                  </a:cubicBezTo>
                  <a:lnTo>
                    <a:pt x="175264" y="59581"/>
                  </a:lnTo>
                  <a:cubicBezTo>
                    <a:pt x="179836" y="56914"/>
                    <a:pt x="185551" y="58533"/>
                    <a:pt x="188218" y="63105"/>
                  </a:cubicBezTo>
                  <a:lnTo>
                    <a:pt x="188218" y="63105"/>
                  </a:lnTo>
                  <a:cubicBezTo>
                    <a:pt x="190790" y="67677"/>
                    <a:pt x="189171" y="73487"/>
                    <a:pt x="184694" y="76059"/>
                  </a:cubicBezTo>
                  <a:lnTo>
                    <a:pt x="184694" y="76059"/>
                  </a:lnTo>
                  <a:cubicBezTo>
                    <a:pt x="183170" y="76916"/>
                    <a:pt x="181551" y="77393"/>
                    <a:pt x="179931" y="77393"/>
                  </a:cubicBezTo>
                  <a:lnTo>
                    <a:pt x="179931" y="77393"/>
                  </a:lnTo>
                  <a:cubicBezTo>
                    <a:pt x="176598" y="77393"/>
                    <a:pt x="173454" y="75583"/>
                    <a:pt x="171645" y="72535"/>
                  </a:cubicBezTo>
                  <a:close/>
                  <a:moveTo>
                    <a:pt x="205744" y="53104"/>
                  </a:moveTo>
                  <a:cubicBezTo>
                    <a:pt x="203077" y="48532"/>
                    <a:pt x="204696" y="42722"/>
                    <a:pt x="209268" y="40150"/>
                  </a:cubicBezTo>
                  <a:lnTo>
                    <a:pt x="209268" y="40150"/>
                  </a:lnTo>
                  <a:cubicBezTo>
                    <a:pt x="213840" y="37483"/>
                    <a:pt x="219651" y="39102"/>
                    <a:pt x="222222" y="43674"/>
                  </a:cubicBezTo>
                  <a:lnTo>
                    <a:pt x="222222" y="43674"/>
                  </a:lnTo>
                  <a:cubicBezTo>
                    <a:pt x="224889" y="48246"/>
                    <a:pt x="223270" y="54056"/>
                    <a:pt x="218698" y="56628"/>
                  </a:cubicBezTo>
                  <a:lnTo>
                    <a:pt x="218698" y="56628"/>
                  </a:lnTo>
                  <a:cubicBezTo>
                    <a:pt x="217269" y="57485"/>
                    <a:pt x="215650" y="57962"/>
                    <a:pt x="214031" y="57962"/>
                  </a:cubicBezTo>
                  <a:lnTo>
                    <a:pt x="214031" y="57962"/>
                  </a:lnTo>
                  <a:cubicBezTo>
                    <a:pt x="210697" y="57962"/>
                    <a:pt x="207459" y="56152"/>
                    <a:pt x="205744" y="53104"/>
                  </a:cubicBezTo>
                  <a:close/>
                  <a:moveTo>
                    <a:pt x="239748" y="33673"/>
                  </a:moveTo>
                  <a:cubicBezTo>
                    <a:pt x="237177" y="29101"/>
                    <a:pt x="238701" y="23291"/>
                    <a:pt x="243273" y="20719"/>
                  </a:cubicBezTo>
                  <a:lnTo>
                    <a:pt x="243273" y="20719"/>
                  </a:lnTo>
                  <a:cubicBezTo>
                    <a:pt x="247845" y="18052"/>
                    <a:pt x="253655" y="19671"/>
                    <a:pt x="256322" y="24243"/>
                  </a:cubicBezTo>
                  <a:lnTo>
                    <a:pt x="256322" y="24243"/>
                  </a:lnTo>
                  <a:cubicBezTo>
                    <a:pt x="258894" y="28815"/>
                    <a:pt x="257370" y="34625"/>
                    <a:pt x="252798" y="37197"/>
                  </a:cubicBezTo>
                  <a:lnTo>
                    <a:pt x="252798" y="37197"/>
                  </a:lnTo>
                  <a:cubicBezTo>
                    <a:pt x="251274" y="38054"/>
                    <a:pt x="249654" y="38435"/>
                    <a:pt x="248035" y="38435"/>
                  </a:cubicBezTo>
                  <a:lnTo>
                    <a:pt x="248035" y="38435"/>
                  </a:lnTo>
                  <a:cubicBezTo>
                    <a:pt x="244797" y="38435"/>
                    <a:pt x="241558" y="36721"/>
                    <a:pt x="239748" y="33673"/>
                  </a:cubicBezTo>
                  <a:close/>
                  <a:moveTo>
                    <a:pt x="273753" y="14242"/>
                  </a:moveTo>
                  <a:cubicBezTo>
                    <a:pt x="271181" y="9670"/>
                    <a:pt x="272800" y="3860"/>
                    <a:pt x="277372" y="1288"/>
                  </a:cubicBezTo>
                  <a:lnTo>
                    <a:pt x="277372" y="1288"/>
                  </a:lnTo>
                  <a:cubicBezTo>
                    <a:pt x="281944" y="-1379"/>
                    <a:pt x="287754" y="240"/>
                    <a:pt x="290326" y="4812"/>
                  </a:cubicBezTo>
                  <a:lnTo>
                    <a:pt x="290326" y="4812"/>
                  </a:lnTo>
                  <a:cubicBezTo>
                    <a:pt x="292993" y="9289"/>
                    <a:pt x="291374" y="15194"/>
                    <a:pt x="286802" y="17766"/>
                  </a:cubicBezTo>
                  <a:lnTo>
                    <a:pt x="286802" y="17766"/>
                  </a:lnTo>
                  <a:cubicBezTo>
                    <a:pt x="285278" y="18623"/>
                    <a:pt x="283659" y="19004"/>
                    <a:pt x="282039" y="19004"/>
                  </a:cubicBezTo>
                  <a:lnTo>
                    <a:pt x="282039" y="19004"/>
                  </a:lnTo>
                  <a:cubicBezTo>
                    <a:pt x="278801" y="19004"/>
                    <a:pt x="275562" y="17290"/>
                    <a:pt x="273753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16FE47E-2512-BCC4-3CD9-F3B4EE0F7E56}"/>
                </a:ext>
              </a:extLst>
            </p:cNvPr>
            <p:cNvSpPr/>
            <p:nvPr/>
          </p:nvSpPr>
          <p:spPr>
            <a:xfrm>
              <a:off x="6070562" y="2919409"/>
              <a:ext cx="57253" cy="19052"/>
            </a:xfrm>
            <a:custGeom>
              <a:avLst/>
              <a:gdLst>
                <a:gd name="connsiteX0" fmla="*/ 196 w 57253"/>
                <a:gd name="connsiteY0" fmla="*/ 11432 h 19052"/>
                <a:gd name="connsiteX1" fmla="*/ 7626 w 57253"/>
                <a:gd name="connsiteY1" fmla="*/ 193 h 19052"/>
                <a:gd name="connsiteX2" fmla="*/ 7626 w 57253"/>
                <a:gd name="connsiteY2" fmla="*/ 193 h 19052"/>
                <a:gd name="connsiteX3" fmla="*/ 18770 w 57253"/>
                <a:gd name="connsiteY3" fmla="*/ 7622 h 19052"/>
                <a:gd name="connsiteX4" fmla="*/ 18770 w 57253"/>
                <a:gd name="connsiteY4" fmla="*/ 7622 h 19052"/>
                <a:gd name="connsiteX5" fmla="*/ 11436 w 57253"/>
                <a:gd name="connsiteY5" fmla="*/ 18862 h 19052"/>
                <a:gd name="connsiteX6" fmla="*/ 11436 w 57253"/>
                <a:gd name="connsiteY6" fmla="*/ 18862 h 19052"/>
                <a:gd name="connsiteX7" fmla="*/ 9531 w 57253"/>
                <a:gd name="connsiteY7" fmla="*/ 19052 h 19052"/>
                <a:gd name="connsiteX8" fmla="*/ 9531 w 57253"/>
                <a:gd name="connsiteY8" fmla="*/ 19052 h 19052"/>
                <a:gd name="connsiteX9" fmla="*/ 196 w 57253"/>
                <a:gd name="connsiteY9" fmla="*/ 11432 h 19052"/>
                <a:gd name="connsiteX10" fmla="*/ 45821 w 57253"/>
                <a:gd name="connsiteY10" fmla="*/ 18862 h 19052"/>
                <a:gd name="connsiteX11" fmla="*/ 38392 w 57253"/>
                <a:gd name="connsiteY11" fmla="*/ 7622 h 19052"/>
                <a:gd name="connsiteX12" fmla="*/ 38392 w 57253"/>
                <a:gd name="connsiteY12" fmla="*/ 7622 h 19052"/>
                <a:gd name="connsiteX13" fmla="*/ 49631 w 57253"/>
                <a:gd name="connsiteY13" fmla="*/ 193 h 19052"/>
                <a:gd name="connsiteX14" fmla="*/ 49631 w 57253"/>
                <a:gd name="connsiteY14" fmla="*/ 193 h 19052"/>
                <a:gd name="connsiteX15" fmla="*/ 57061 w 57253"/>
                <a:gd name="connsiteY15" fmla="*/ 11337 h 19052"/>
                <a:gd name="connsiteX16" fmla="*/ 57061 w 57253"/>
                <a:gd name="connsiteY16" fmla="*/ 11337 h 19052"/>
                <a:gd name="connsiteX17" fmla="*/ 47726 w 57253"/>
                <a:gd name="connsiteY17" fmla="*/ 19052 h 19052"/>
                <a:gd name="connsiteX18" fmla="*/ 47726 w 57253"/>
                <a:gd name="connsiteY18" fmla="*/ 19052 h 19052"/>
                <a:gd name="connsiteX19" fmla="*/ 45821 w 57253"/>
                <a:gd name="connsiteY19" fmla="*/ 18862 h 1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253" h="19052">
                  <a:moveTo>
                    <a:pt x="196" y="11432"/>
                  </a:moveTo>
                  <a:cubicBezTo>
                    <a:pt x="-851" y="6289"/>
                    <a:pt x="2387" y="1240"/>
                    <a:pt x="7626" y="193"/>
                  </a:cubicBezTo>
                  <a:lnTo>
                    <a:pt x="7626" y="193"/>
                  </a:lnTo>
                  <a:cubicBezTo>
                    <a:pt x="12769" y="-855"/>
                    <a:pt x="17818" y="2479"/>
                    <a:pt x="18770" y="7622"/>
                  </a:cubicBezTo>
                  <a:lnTo>
                    <a:pt x="18770" y="7622"/>
                  </a:lnTo>
                  <a:cubicBezTo>
                    <a:pt x="19818" y="12766"/>
                    <a:pt x="16579" y="17814"/>
                    <a:pt x="11436" y="18862"/>
                  </a:cubicBezTo>
                  <a:lnTo>
                    <a:pt x="11436" y="18862"/>
                  </a:lnTo>
                  <a:cubicBezTo>
                    <a:pt x="10769" y="19052"/>
                    <a:pt x="10102" y="19052"/>
                    <a:pt x="9531" y="19052"/>
                  </a:cubicBezTo>
                  <a:lnTo>
                    <a:pt x="9531" y="19052"/>
                  </a:lnTo>
                  <a:cubicBezTo>
                    <a:pt x="5054" y="19052"/>
                    <a:pt x="1054" y="16004"/>
                    <a:pt x="196" y="11432"/>
                  </a:cubicBezTo>
                  <a:close/>
                  <a:moveTo>
                    <a:pt x="45821" y="18862"/>
                  </a:moveTo>
                  <a:cubicBezTo>
                    <a:pt x="40678" y="17814"/>
                    <a:pt x="37344" y="12766"/>
                    <a:pt x="38392" y="7622"/>
                  </a:cubicBezTo>
                  <a:lnTo>
                    <a:pt x="38392" y="7622"/>
                  </a:lnTo>
                  <a:cubicBezTo>
                    <a:pt x="39439" y="2479"/>
                    <a:pt x="44488" y="-855"/>
                    <a:pt x="49631" y="193"/>
                  </a:cubicBezTo>
                  <a:lnTo>
                    <a:pt x="49631" y="193"/>
                  </a:lnTo>
                  <a:cubicBezTo>
                    <a:pt x="54775" y="1240"/>
                    <a:pt x="58108" y="6193"/>
                    <a:pt x="57061" y="11337"/>
                  </a:cubicBezTo>
                  <a:lnTo>
                    <a:pt x="57061" y="11337"/>
                  </a:lnTo>
                  <a:cubicBezTo>
                    <a:pt x="56108" y="15909"/>
                    <a:pt x="52203" y="19052"/>
                    <a:pt x="47726" y="19052"/>
                  </a:cubicBezTo>
                  <a:lnTo>
                    <a:pt x="47726" y="19052"/>
                  </a:lnTo>
                  <a:cubicBezTo>
                    <a:pt x="47059" y="19052"/>
                    <a:pt x="46488" y="19052"/>
                    <a:pt x="45821" y="1886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1DD5FBB-0BEA-7879-E999-53CF8275E7AE}"/>
                </a:ext>
              </a:extLst>
            </p:cNvPr>
            <p:cNvSpPr/>
            <p:nvPr/>
          </p:nvSpPr>
          <p:spPr>
            <a:xfrm>
              <a:off x="6178669" y="2953027"/>
              <a:ext cx="293170" cy="176315"/>
            </a:xfrm>
            <a:custGeom>
              <a:avLst/>
              <a:gdLst>
                <a:gd name="connsiteX0" fmla="*/ 278899 w 293170"/>
                <a:gd name="connsiteY0" fmla="*/ 175077 h 176315"/>
                <a:gd name="connsiteX1" fmla="*/ 275375 w 293170"/>
                <a:gd name="connsiteY1" fmla="*/ 162028 h 176315"/>
                <a:gd name="connsiteX2" fmla="*/ 275375 w 293170"/>
                <a:gd name="connsiteY2" fmla="*/ 162028 h 176315"/>
                <a:gd name="connsiteX3" fmla="*/ 288329 w 293170"/>
                <a:gd name="connsiteY3" fmla="*/ 158503 h 176315"/>
                <a:gd name="connsiteX4" fmla="*/ 288329 w 293170"/>
                <a:gd name="connsiteY4" fmla="*/ 158503 h 176315"/>
                <a:gd name="connsiteX5" fmla="*/ 291949 w 293170"/>
                <a:gd name="connsiteY5" fmla="*/ 171553 h 176315"/>
                <a:gd name="connsiteX6" fmla="*/ 291949 w 293170"/>
                <a:gd name="connsiteY6" fmla="*/ 171553 h 176315"/>
                <a:gd name="connsiteX7" fmla="*/ 283662 w 293170"/>
                <a:gd name="connsiteY7" fmla="*/ 176315 h 176315"/>
                <a:gd name="connsiteX8" fmla="*/ 283662 w 293170"/>
                <a:gd name="connsiteY8" fmla="*/ 176315 h 176315"/>
                <a:gd name="connsiteX9" fmla="*/ 278899 w 293170"/>
                <a:gd name="connsiteY9" fmla="*/ 175077 h 176315"/>
                <a:gd name="connsiteX10" fmla="*/ 244609 w 293170"/>
                <a:gd name="connsiteY10" fmla="*/ 155455 h 176315"/>
                <a:gd name="connsiteX11" fmla="*/ 241085 w 293170"/>
                <a:gd name="connsiteY11" fmla="*/ 142406 h 176315"/>
                <a:gd name="connsiteX12" fmla="*/ 241085 w 293170"/>
                <a:gd name="connsiteY12" fmla="*/ 142406 h 176315"/>
                <a:gd name="connsiteX13" fmla="*/ 254039 w 293170"/>
                <a:gd name="connsiteY13" fmla="*/ 138882 h 176315"/>
                <a:gd name="connsiteX14" fmla="*/ 254039 w 293170"/>
                <a:gd name="connsiteY14" fmla="*/ 138882 h 176315"/>
                <a:gd name="connsiteX15" fmla="*/ 257659 w 293170"/>
                <a:gd name="connsiteY15" fmla="*/ 151931 h 176315"/>
                <a:gd name="connsiteX16" fmla="*/ 257659 w 293170"/>
                <a:gd name="connsiteY16" fmla="*/ 151931 h 176315"/>
                <a:gd name="connsiteX17" fmla="*/ 249372 w 293170"/>
                <a:gd name="connsiteY17" fmla="*/ 156694 h 176315"/>
                <a:gd name="connsiteX18" fmla="*/ 249372 w 293170"/>
                <a:gd name="connsiteY18" fmla="*/ 156694 h 176315"/>
                <a:gd name="connsiteX19" fmla="*/ 244609 w 293170"/>
                <a:gd name="connsiteY19" fmla="*/ 155455 h 176315"/>
                <a:gd name="connsiteX20" fmla="*/ 210319 w 293170"/>
                <a:gd name="connsiteY20" fmla="*/ 135739 h 176315"/>
                <a:gd name="connsiteX21" fmla="*/ 210319 w 293170"/>
                <a:gd name="connsiteY21" fmla="*/ 135739 h 176315"/>
                <a:gd name="connsiteX22" fmla="*/ 206795 w 293170"/>
                <a:gd name="connsiteY22" fmla="*/ 122785 h 176315"/>
                <a:gd name="connsiteX23" fmla="*/ 206795 w 293170"/>
                <a:gd name="connsiteY23" fmla="*/ 122785 h 176315"/>
                <a:gd name="connsiteX24" fmla="*/ 219844 w 293170"/>
                <a:gd name="connsiteY24" fmla="*/ 119260 h 176315"/>
                <a:gd name="connsiteX25" fmla="*/ 219844 w 293170"/>
                <a:gd name="connsiteY25" fmla="*/ 119260 h 176315"/>
                <a:gd name="connsiteX26" fmla="*/ 223369 w 293170"/>
                <a:gd name="connsiteY26" fmla="*/ 132214 h 176315"/>
                <a:gd name="connsiteX27" fmla="*/ 223369 w 293170"/>
                <a:gd name="connsiteY27" fmla="*/ 132214 h 176315"/>
                <a:gd name="connsiteX28" fmla="*/ 215082 w 293170"/>
                <a:gd name="connsiteY28" fmla="*/ 137072 h 176315"/>
                <a:gd name="connsiteX29" fmla="*/ 215082 w 293170"/>
                <a:gd name="connsiteY29" fmla="*/ 137072 h 176315"/>
                <a:gd name="connsiteX30" fmla="*/ 210319 w 293170"/>
                <a:gd name="connsiteY30" fmla="*/ 135739 h 176315"/>
                <a:gd name="connsiteX31" fmla="*/ 176125 w 293170"/>
                <a:gd name="connsiteY31" fmla="*/ 116117 h 176315"/>
                <a:gd name="connsiteX32" fmla="*/ 176029 w 293170"/>
                <a:gd name="connsiteY32" fmla="*/ 116117 h 176315"/>
                <a:gd name="connsiteX33" fmla="*/ 172505 w 293170"/>
                <a:gd name="connsiteY33" fmla="*/ 103163 h 176315"/>
                <a:gd name="connsiteX34" fmla="*/ 172505 w 293170"/>
                <a:gd name="connsiteY34" fmla="*/ 103163 h 176315"/>
                <a:gd name="connsiteX35" fmla="*/ 185554 w 293170"/>
                <a:gd name="connsiteY35" fmla="*/ 99544 h 176315"/>
                <a:gd name="connsiteX36" fmla="*/ 185554 w 293170"/>
                <a:gd name="connsiteY36" fmla="*/ 99544 h 176315"/>
                <a:gd name="connsiteX37" fmla="*/ 189079 w 293170"/>
                <a:gd name="connsiteY37" fmla="*/ 112593 h 176315"/>
                <a:gd name="connsiteX38" fmla="*/ 189079 w 293170"/>
                <a:gd name="connsiteY38" fmla="*/ 112593 h 176315"/>
                <a:gd name="connsiteX39" fmla="*/ 180792 w 293170"/>
                <a:gd name="connsiteY39" fmla="*/ 117355 h 176315"/>
                <a:gd name="connsiteX40" fmla="*/ 180792 w 293170"/>
                <a:gd name="connsiteY40" fmla="*/ 117355 h 176315"/>
                <a:gd name="connsiteX41" fmla="*/ 176125 w 293170"/>
                <a:gd name="connsiteY41" fmla="*/ 116117 h 176315"/>
                <a:gd name="connsiteX42" fmla="*/ 141835 w 293170"/>
                <a:gd name="connsiteY42" fmla="*/ 96496 h 176315"/>
                <a:gd name="connsiteX43" fmla="*/ 138310 w 293170"/>
                <a:gd name="connsiteY43" fmla="*/ 83446 h 176315"/>
                <a:gd name="connsiteX44" fmla="*/ 138310 w 293170"/>
                <a:gd name="connsiteY44" fmla="*/ 83446 h 176315"/>
                <a:gd name="connsiteX45" fmla="*/ 151264 w 293170"/>
                <a:gd name="connsiteY45" fmla="*/ 79922 h 176315"/>
                <a:gd name="connsiteX46" fmla="*/ 151264 w 293170"/>
                <a:gd name="connsiteY46" fmla="*/ 79922 h 176315"/>
                <a:gd name="connsiteX47" fmla="*/ 154789 w 293170"/>
                <a:gd name="connsiteY47" fmla="*/ 92971 h 176315"/>
                <a:gd name="connsiteX48" fmla="*/ 154789 w 293170"/>
                <a:gd name="connsiteY48" fmla="*/ 92971 h 176315"/>
                <a:gd name="connsiteX49" fmla="*/ 146502 w 293170"/>
                <a:gd name="connsiteY49" fmla="*/ 97734 h 176315"/>
                <a:gd name="connsiteX50" fmla="*/ 146502 w 293170"/>
                <a:gd name="connsiteY50" fmla="*/ 97734 h 176315"/>
                <a:gd name="connsiteX51" fmla="*/ 141835 w 293170"/>
                <a:gd name="connsiteY51" fmla="*/ 96496 h 176315"/>
                <a:gd name="connsiteX52" fmla="*/ 107545 w 293170"/>
                <a:gd name="connsiteY52" fmla="*/ 76779 h 176315"/>
                <a:gd name="connsiteX53" fmla="*/ 104020 w 293170"/>
                <a:gd name="connsiteY53" fmla="*/ 63825 h 176315"/>
                <a:gd name="connsiteX54" fmla="*/ 104020 w 293170"/>
                <a:gd name="connsiteY54" fmla="*/ 63825 h 176315"/>
                <a:gd name="connsiteX55" fmla="*/ 116974 w 293170"/>
                <a:gd name="connsiteY55" fmla="*/ 60301 h 176315"/>
                <a:gd name="connsiteX56" fmla="*/ 116974 w 293170"/>
                <a:gd name="connsiteY56" fmla="*/ 60301 h 176315"/>
                <a:gd name="connsiteX57" fmla="*/ 120499 w 293170"/>
                <a:gd name="connsiteY57" fmla="*/ 73255 h 176315"/>
                <a:gd name="connsiteX58" fmla="*/ 120499 w 293170"/>
                <a:gd name="connsiteY58" fmla="*/ 73255 h 176315"/>
                <a:gd name="connsiteX59" fmla="*/ 112307 w 293170"/>
                <a:gd name="connsiteY59" fmla="*/ 78112 h 176315"/>
                <a:gd name="connsiteX60" fmla="*/ 112307 w 293170"/>
                <a:gd name="connsiteY60" fmla="*/ 78112 h 176315"/>
                <a:gd name="connsiteX61" fmla="*/ 107545 w 293170"/>
                <a:gd name="connsiteY61" fmla="*/ 76779 h 176315"/>
                <a:gd name="connsiteX62" fmla="*/ 73255 w 293170"/>
                <a:gd name="connsiteY62" fmla="*/ 57157 h 176315"/>
                <a:gd name="connsiteX63" fmla="*/ 69730 w 293170"/>
                <a:gd name="connsiteY63" fmla="*/ 44108 h 176315"/>
                <a:gd name="connsiteX64" fmla="*/ 69730 w 293170"/>
                <a:gd name="connsiteY64" fmla="*/ 44108 h 176315"/>
                <a:gd name="connsiteX65" fmla="*/ 82780 w 293170"/>
                <a:gd name="connsiteY65" fmla="*/ 40679 h 176315"/>
                <a:gd name="connsiteX66" fmla="*/ 82780 w 293170"/>
                <a:gd name="connsiteY66" fmla="*/ 40679 h 176315"/>
                <a:gd name="connsiteX67" fmla="*/ 86304 w 293170"/>
                <a:gd name="connsiteY67" fmla="*/ 53633 h 176315"/>
                <a:gd name="connsiteX68" fmla="*/ 86304 w 293170"/>
                <a:gd name="connsiteY68" fmla="*/ 53633 h 176315"/>
                <a:gd name="connsiteX69" fmla="*/ 78017 w 293170"/>
                <a:gd name="connsiteY69" fmla="*/ 58396 h 176315"/>
                <a:gd name="connsiteX70" fmla="*/ 78017 w 293170"/>
                <a:gd name="connsiteY70" fmla="*/ 58396 h 176315"/>
                <a:gd name="connsiteX71" fmla="*/ 73255 w 293170"/>
                <a:gd name="connsiteY71" fmla="*/ 57157 h 176315"/>
                <a:gd name="connsiteX72" fmla="*/ 39060 w 293170"/>
                <a:gd name="connsiteY72" fmla="*/ 37441 h 176315"/>
                <a:gd name="connsiteX73" fmla="*/ 35536 w 293170"/>
                <a:gd name="connsiteY73" fmla="*/ 24487 h 176315"/>
                <a:gd name="connsiteX74" fmla="*/ 35536 w 293170"/>
                <a:gd name="connsiteY74" fmla="*/ 24487 h 176315"/>
                <a:gd name="connsiteX75" fmla="*/ 48490 w 293170"/>
                <a:gd name="connsiteY75" fmla="*/ 20962 h 176315"/>
                <a:gd name="connsiteX76" fmla="*/ 48490 w 293170"/>
                <a:gd name="connsiteY76" fmla="*/ 20962 h 176315"/>
                <a:gd name="connsiteX77" fmla="*/ 52014 w 293170"/>
                <a:gd name="connsiteY77" fmla="*/ 33916 h 176315"/>
                <a:gd name="connsiteX78" fmla="*/ 52014 w 293170"/>
                <a:gd name="connsiteY78" fmla="*/ 33916 h 176315"/>
                <a:gd name="connsiteX79" fmla="*/ 43727 w 293170"/>
                <a:gd name="connsiteY79" fmla="*/ 38774 h 176315"/>
                <a:gd name="connsiteX80" fmla="*/ 43727 w 293170"/>
                <a:gd name="connsiteY80" fmla="*/ 38774 h 176315"/>
                <a:gd name="connsiteX81" fmla="*/ 39060 w 293170"/>
                <a:gd name="connsiteY81" fmla="*/ 37441 h 176315"/>
                <a:gd name="connsiteX82" fmla="*/ 4770 w 293170"/>
                <a:gd name="connsiteY82" fmla="*/ 17724 h 176315"/>
                <a:gd name="connsiteX83" fmla="*/ 4770 w 293170"/>
                <a:gd name="connsiteY83" fmla="*/ 17724 h 176315"/>
                <a:gd name="connsiteX84" fmla="*/ 1246 w 293170"/>
                <a:gd name="connsiteY84" fmla="*/ 4770 h 176315"/>
                <a:gd name="connsiteX85" fmla="*/ 1246 w 293170"/>
                <a:gd name="connsiteY85" fmla="*/ 4770 h 176315"/>
                <a:gd name="connsiteX86" fmla="*/ 14295 w 293170"/>
                <a:gd name="connsiteY86" fmla="*/ 1246 h 176315"/>
                <a:gd name="connsiteX87" fmla="*/ 14295 w 293170"/>
                <a:gd name="connsiteY87" fmla="*/ 1246 h 176315"/>
                <a:gd name="connsiteX88" fmla="*/ 17819 w 293170"/>
                <a:gd name="connsiteY88" fmla="*/ 14295 h 176315"/>
                <a:gd name="connsiteX89" fmla="*/ 17819 w 293170"/>
                <a:gd name="connsiteY89" fmla="*/ 14295 h 176315"/>
                <a:gd name="connsiteX90" fmla="*/ 9532 w 293170"/>
                <a:gd name="connsiteY90" fmla="*/ 19057 h 176315"/>
                <a:gd name="connsiteX91" fmla="*/ 9532 w 293170"/>
                <a:gd name="connsiteY91" fmla="*/ 19057 h 176315"/>
                <a:gd name="connsiteX92" fmla="*/ 4770 w 293170"/>
                <a:gd name="connsiteY92" fmla="*/ 17724 h 176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93170" h="176315">
                  <a:moveTo>
                    <a:pt x="278899" y="175077"/>
                  </a:moveTo>
                  <a:cubicBezTo>
                    <a:pt x="274327" y="172410"/>
                    <a:pt x="272708" y="166600"/>
                    <a:pt x="275375" y="162028"/>
                  </a:cubicBezTo>
                  <a:lnTo>
                    <a:pt x="275375" y="162028"/>
                  </a:lnTo>
                  <a:cubicBezTo>
                    <a:pt x="277947" y="157456"/>
                    <a:pt x="283757" y="155932"/>
                    <a:pt x="288329" y="158503"/>
                  </a:cubicBezTo>
                  <a:lnTo>
                    <a:pt x="288329" y="158503"/>
                  </a:lnTo>
                  <a:cubicBezTo>
                    <a:pt x="292901" y="161170"/>
                    <a:pt x="294520" y="166981"/>
                    <a:pt x="291949" y="171553"/>
                  </a:cubicBezTo>
                  <a:lnTo>
                    <a:pt x="291949" y="171553"/>
                  </a:lnTo>
                  <a:cubicBezTo>
                    <a:pt x="290139" y="174601"/>
                    <a:pt x="286900" y="176315"/>
                    <a:pt x="283662" y="176315"/>
                  </a:cubicBezTo>
                  <a:lnTo>
                    <a:pt x="283662" y="176315"/>
                  </a:lnTo>
                  <a:cubicBezTo>
                    <a:pt x="282043" y="176315"/>
                    <a:pt x="280423" y="175934"/>
                    <a:pt x="278899" y="175077"/>
                  </a:cubicBezTo>
                  <a:close/>
                  <a:moveTo>
                    <a:pt x="244609" y="155455"/>
                  </a:moveTo>
                  <a:cubicBezTo>
                    <a:pt x="240037" y="152788"/>
                    <a:pt x="238513" y="146978"/>
                    <a:pt x="241085" y="142406"/>
                  </a:cubicBezTo>
                  <a:lnTo>
                    <a:pt x="241085" y="142406"/>
                  </a:lnTo>
                  <a:cubicBezTo>
                    <a:pt x="243752" y="137834"/>
                    <a:pt x="249562" y="136215"/>
                    <a:pt x="254039" y="138882"/>
                  </a:cubicBezTo>
                  <a:lnTo>
                    <a:pt x="254039" y="138882"/>
                  </a:lnTo>
                  <a:cubicBezTo>
                    <a:pt x="258611" y="141454"/>
                    <a:pt x="260230" y="147359"/>
                    <a:pt x="257659" y="151931"/>
                  </a:cubicBezTo>
                  <a:lnTo>
                    <a:pt x="257659" y="151931"/>
                  </a:lnTo>
                  <a:cubicBezTo>
                    <a:pt x="255849" y="154979"/>
                    <a:pt x="252706" y="156694"/>
                    <a:pt x="249372" y="156694"/>
                  </a:cubicBezTo>
                  <a:lnTo>
                    <a:pt x="249372" y="156694"/>
                  </a:lnTo>
                  <a:cubicBezTo>
                    <a:pt x="247753" y="156694"/>
                    <a:pt x="246133" y="156217"/>
                    <a:pt x="244609" y="155455"/>
                  </a:cubicBezTo>
                  <a:close/>
                  <a:moveTo>
                    <a:pt x="210319" y="135739"/>
                  </a:moveTo>
                  <a:lnTo>
                    <a:pt x="210319" y="135739"/>
                  </a:lnTo>
                  <a:cubicBezTo>
                    <a:pt x="205747" y="133167"/>
                    <a:pt x="204223" y="127357"/>
                    <a:pt x="206795" y="122785"/>
                  </a:cubicBezTo>
                  <a:lnTo>
                    <a:pt x="206795" y="122785"/>
                  </a:lnTo>
                  <a:cubicBezTo>
                    <a:pt x="209462" y="118213"/>
                    <a:pt x="215272" y="116593"/>
                    <a:pt x="219844" y="119260"/>
                  </a:cubicBezTo>
                  <a:lnTo>
                    <a:pt x="219844" y="119260"/>
                  </a:lnTo>
                  <a:cubicBezTo>
                    <a:pt x="224416" y="121927"/>
                    <a:pt x="225940" y="127642"/>
                    <a:pt x="223369" y="132214"/>
                  </a:cubicBezTo>
                  <a:lnTo>
                    <a:pt x="223369" y="132214"/>
                  </a:lnTo>
                  <a:cubicBezTo>
                    <a:pt x="221559" y="135358"/>
                    <a:pt x="218416" y="137072"/>
                    <a:pt x="215082" y="137072"/>
                  </a:cubicBezTo>
                  <a:lnTo>
                    <a:pt x="215082" y="137072"/>
                  </a:lnTo>
                  <a:cubicBezTo>
                    <a:pt x="213463" y="137072"/>
                    <a:pt x="211843" y="136596"/>
                    <a:pt x="210319" y="135739"/>
                  </a:cubicBezTo>
                  <a:close/>
                  <a:moveTo>
                    <a:pt x="176125" y="116117"/>
                  </a:moveTo>
                  <a:lnTo>
                    <a:pt x="176029" y="116117"/>
                  </a:lnTo>
                  <a:cubicBezTo>
                    <a:pt x="171457" y="113545"/>
                    <a:pt x="169933" y="107640"/>
                    <a:pt x="172505" y="103163"/>
                  </a:cubicBezTo>
                  <a:lnTo>
                    <a:pt x="172505" y="103163"/>
                  </a:lnTo>
                  <a:cubicBezTo>
                    <a:pt x="175172" y="98591"/>
                    <a:pt x="180982" y="96972"/>
                    <a:pt x="185554" y="99544"/>
                  </a:cubicBezTo>
                  <a:lnTo>
                    <a:pt x="185554" y="99544"/>
                  </a:lnTo>
                  <a:cubicBezTo>
                    <a:pt x="190126" y="102211"/>
                    <a:pt x="191650" y="108021"/>
                    <a:pt x="189079" y="112593"/>
                  </a:cubicBezTo>
                  <a:lnTo>
                    <a:pt x="189079" y="112593"/>
                  </a:lnTo>
                  <a:cubicBezTo>
                    <a:pt x="187269" y="115641"/>
                    <a:pt x="184126" y="117355"/>
                    <a:pt x="180792" y="117355"/>
                  </a:cubicBezTo>
                  <a:lnTo>
                    <a:pt x="180792" y="117355"/>
                  </a:lnTo>
                  <a:cubicBezTo>
                    <a:pt x="179173" y="117355"/>
                    <a:pt x="177553" y="116974"/>
                    <a:pt x="176125" y="116117"/>
                  </a:cubicBezTo>
                  <a:close/>
                  <a:moveTo>
                    <a:pt x="141835" y="96496"/>
                  </a:moveTo>
                  <a:cubicBezTo>
                    <a:pt x="137263" y="93829"/>
                    <a:pt x="135643" y="88018"/>
                    <a:pt x="138310" y="83446"/>
                  </a:cubicBezTo>
                  <a:lnTo>
                    <a:pt x="138310" y="83446"/>
                  </a:lnTo>
                  <a:cubicBezTo>
                    <a:pt x="140882" y="78874"/>
                    <a:pt x="146692" y="77350"/>
                    <a:pt x="151264" y="79922"/>
                  </a:cubicBezTo>
                  <a:lnTo>
                    <a:pt x="151264" y="79922"/>
                  </a:lnTo>
                  <a:cubicBezTo>
                    <a:pt x="155836" y="82589"/>
                    <a:pt x="157456" y="88399"/>
                    <a:pt x="154789" y="92971"/>
                  </a:cubicBezTo>
                  <a:lnTo>
                    <a:pt x="154789" y="92971"/>
                  </a:lnTo>
                  <a:cubicBezTo>
                    <a:pt x="153074" y="96019"/>
                    <a:pt x="149836" y="97734"/>
                    <a:pt x="146502" y="97734"/>
                  </a:cubicBezTo>
                  <a:lnTo>
                    <a:pt x="146502" y="97734"/>
                  </a:lnTo>
                  <a:cubicBezTo>
                    <a:pt x="144883" y="97734"/>
                    <a:pt x="143263" y="97353"/>
                    <a:pt x="141835" y="96496"/>
                  </a:cubicBezTo>
                  <a:close/>
                  <a:moveTo>
                    <a:pt x="107545" y="76779"/>
                  </a:moveTo>
                  <a:cubicBezTo>
                    <a:pt x="102973" y="74207"/>
                    <a:pt x="101449" y="68397"/>
                    <a:pt x="104020" y="63825"/>
                  </a:cubicBezTo>
                  <a:lnTo>
                    <a:pt x="104020" y="63825"/>
                  </a:lnTo>
                  <a:cubicBezTo>
                    <a:pt x="106687" y="59253"/>
                    <a:pt x="112498" y="57634"/>
                    <a:pt x="116974" y="60301"/>
                  </a:cubicBezTo>
                  <a:lnTo>
                    <a:pt x="116974" y="60301"/>
                  </a:lnTo>
                  <a:cubicBezTo>
                    <a:pt x="121546" y="62872"/>
                    <a:pt x="123166" y="68778"/>
                    <a:pt x="120499" y="73255"/>
                  </a:cubicBezTo>
                  <a:lnTo>
                    <a:pt x="120499" y="73255"/>
                  </a:lnTo>
                  <a:cubicBezTo>
                    <a:pt x="118784" y="76398"/>
                    <a:pt x="115546" y="78112"/>
                    <a:pt x="112307" y="78112"/>
                  </a:cubicBezTo>
                  <a:lnTo>
                    <a:pt x="112307" y="78112"/>
                  </a:lnTo>
                  <a:cubicBezTo>
                    <a:pt x="110688" y="78112"/>
                    <a:pt x="109069" y="77636"/>
                    <a:pt x="107545" y="76779"/>
                  </a:cubicBezTo>
                  <a:close/>
                  <a:moveTo>
                    <a:pt x="73255" y="57157"/>
                  </a:moveTo>
                  <a:cubicBezTo>
                    <a:pt x="68683" y="54490"/>
                    <a:pt x="67159" y="48680"/>
                    <a:pt x="69730" y="44108"/>
                  </a:cubicBezTo>
                  <a:lnTo>
                    <a:pt x="69730" y="44108"/>
                  </a:lnTo>
                  <a:cubicBezTo>
                    <a:pt x="72397" y="39536"/>
                    <a:pt x="78208" y="38012"/>
                    <a:pt x="82780" y="40679"/>
                  </a:cubicBezTo>
                  <a:lnTo>
                    <a:pt x="82780" y="40679"/>
                  </a:lnTo>
                  <a:cubicBezTo>
                    <a:pt x="87352" y="43251"/>
                    <a:pt x="88876" y="49061"/>
                    <a:pt x="86304" y="53633"/>
                  </a:cubicBezTo>
                  <a:lnTo>
                    <a:pt x="86304" y="53633"/>
                  </a:lnTo>
                  <a:cubicBezTo>
                    <a:pt x="84494" y="56681"/>
                    <a:pt x="81351" y="58396"/>
                    <a:pt x="78017" y="58396"/>
                  </a:cubicBezTo>
                  <a:lnTo>
                    <a:pt x="78017" y="58396"/>
                  </a:lnTo>
                  <a:cubicBezTo>
                    <a:pt x="76398" y="58396"/>
                    <a:pt x="74779" y="58015"/>
                    <a:pt x="73255" y="57157"/>
                  </a:cubicBezTo>
                  <a:close/>
                  <a:moveTo>
                    <a:pt x="39060" y="37441"/>
                  </a:moveTo>
                  <a:cubicBezTo>
                    <a:pt x="34488" y="34869"/>
                    <a:pt x="32869" y="28963"/>
                    <a:pt x="35536" y="24487"/>
                  </a:cubicBezTo>
                  <a:lnTo>
                    <a:pt x="35536" y="24487"/>
                  </a:lnTo>
                  <a:cubicBezTo>
                    <a:pt x="38203" y="19915"/>
                    <a:pt x="43918" y="18295"/>
                    <a:pt x="48490" y="20962"/>
                  </a:cubicBezTo>
                  <a:lnTo>
                    <a:pt x="48490" y="20962"/>
                  </a:lnTo>
                  <a:cubicBezTo>
                    <a:pt x="53062" y="23534"/>
                    <a:pt x="54681" y="29344"/>
                    <a:pt x="52014" y="33916"/>
                  </a:cubicBezTo>
                  <a:lnTo>
                    <a:pt x="52014" y="33916"/>
                  </a:lnTo>
                  <a:cubicBezTo>
                    <a:pt x="50299" y="36964"/>
                    <a:pt x="47061" y="38774"/>
                    <a:pt x="43727" y="38774"/>
                  </a:cubicBezTo>
                  <a:lnTo>
                    <a:pt x="43727" y="38774"/>
                  </a:lnTo>
                  <a:cubicBezTo>
                    <a:pt x="42108" y="38774"/>
                    <a:pt x="40489" y="38298"/>
                    <a:pt x="39060" y="37441"/>
                  </a:cubicBezTo>
                  <a:close/>
                  <a:moveTo>
                    <a:pt x="4770" y="17724"/>
                  </a:moveTo>
                  <a:lnTo>
                    <a:pt x="4770" y="17724"/>
                  </a:lnTo>
                  <a:cubicBezTo>
                    <a:pt x="198" y="15152"/>
                    <a:pt x="-1326" y="9342"/>
                    <a:pt x="1246" y="4770"/>
                  </a:cubicBezTo>
                  <a:lnTo>
                    <a:pt x="1246" y="4770"/>
                  </a:lnTo>
                  <a:cubicBezTo>
                    <a:pt x="3913" y="198"/>
                    <a:pt x="9723" y="-1326"/>
                    <a:pt x="14295" y="1246"/>
                  </a:cubicBezTo>
                  <a:lnTo>
                    <a:pt x="14295" y="1246"/>
                  </a:lnTo>
                  <a:cubicBezTo>
                    <a:pt x="18867" y="3817"/>
                    <a:pt x="20391" y="9723"/>
                    <a:pt x="17819" y="14295"/>
                  </a:cubicBezTo>
                  <a:lnTo>
                    <a:pt x="17819" y="14295"/>
                  </a:lnTo>
                  <a:cubicBezTo>
                    <a:pt x="16009" y="17343"/>
                    <a:pt x="12866" y="19057"/>
                    <a:pt x="9532" y="19057"/>
                  </a:cubicBezTo>
                  <a:lnTo>
                    <a:pt x="9532" y="19057"/>
                  </a:lnTo>
                  <a:cubicBezTo>
                    <a:pt x="7913" y="19057"/>
                    <a:pt x="6294" y="18581"/>
                    <a:pt x="4770" y="177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0AB52B8-950F-00F3-4E94-95CD4FCFC31E}"/>
                </a:ext>
              </a:extLst>
            </p:cNvPr>
            <p:cNvSpPr/>
            <p:nvPr/>
          </p:nvSpPr>
          <p:spPr>
            <a:xfrm>
              <a:off x="6514663" y="3151957"/>
              <a:ext cx="36637" cy="49585"/>
            </a:xfrm>
            <a:custGeom>
              <a:avLst/>
              <a:gdLst>
                <a:gd name="connsiteX0" fmla="*/ 18153 w 36637"/>
                <a:gd name="connsiteY0" fmla="*/ 43108 h 49585"/>
                <a:gd name="connsiteX1" fmla="*/ 24058 w 36637"/>
                <a:gd name="connsiteY1" fmla="*/ 31012 h 49585"/>
                <a:gd name="connsiteX2" fmla="*/ 24058 w 36637"/>
                <a:gd name="connsiteY2" fmla="*/ 31012 h 49585"/>
                <a:gd name="connsiteX3" fmla="*/ 36155 w 36637"/>
                <a:gd name="connsiteY3" fmla="*/ 37012 h 49585"/>
                <a:gd name="connsiteX4" fmla="*/ 36155 w 36637"/>
                <a:gd name="connsiteY4" fmla="*/ 37012 h 49585"/>
                <a:gd name="connsiteX5" fmla="*/ 30154 w 36637"/>
                <a:gd name="connsiteY5" fmla="*/ 49014 h 49585"/>
                <a:gd name="connsiteX6" fmla="*/ 30154 w 36637"/>
                <a:gd name="connsiteY6" fmla="*/ 49014 h 49585"/>
                <a:gd name="connsiteX7" fmla="*/ 27106 w 36637"/>
                <a:gd name="connsiteY7" fmla="*/ 49585 h 49585"/>
                <a:gd name="connsiteX8" fmla="*/ 27106 w 36637"/>
                <a:gd name="connsiteY8" fmla="*/ 49585 h 49585"/>
                <a:gd name="connsiteX9" fmla="*/ 18153 w 36637"/>
                <a:gd name="connsiteY9" fmla="*/ 43108 h 49585"/>
                <a:gd name="connsiteX10" fmla="*/ 2341 w 36637"/>
                <a:gd name="connsiteY10" fmla="*/ 15867 h 49585"/>
                <a:gd name="connsiteX11" fmla="*/ 3199 w 36637"/>
                <a:gd name="connsiteY11" fmla="*/ 2341 h 49585"/>
                <a:gd name="connsiteX12" fmla="*/ 3199 w 36637"/>
                <a:gd name="connsiteY12" fmla="*/ 2341 h 49585"/>
                <a:gd name="connsiteX13" fmla="*/ 16629 w 36637"/>
                <a:gd name="connsiteY13" fmla="*/ 3199 h 49585"/>
                <a:gd name="connsiteX14" fmla="*/ 16629 w 36637"/>
                <a:gd name="connsiteY14" fmla="*/ 3199 h 49585"/>
                <a:gd name="connsiteX15" fmla="*/ 15772 w 36637"/>
                <a:gd name="connsiteY15" fmla="*/ 16724 h 49585"/>
                <a:gd name="connsiteX16" fmla="*/ 15772 w 36637"/>
                <a:gd name="connsiteY16" fmla="*/ 16724 h 49585"/>
                <a:gd name="connsiteX17" fmla="*/ 9485 w 36637"/>
                <a:gd name="connsiteY17" fmla="*/ 19010 h 49585"/>
                <a:gd name="connsiteX18" fmla="*/ 9485 w 36637"/>
                <a:gd name="connsiteY18" fmla="*/ 19010 h 49585"/>
                <a:gd name="connsiteX19" fmla="*/ 2341 w 36637"/>
                <a:gd name="connsiteY19" fmla="*/ 15867 h 4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637" h="49585">
                  <a:moveTo>
                    <a:pt x="18153" y="43108"/>
                  </a:moveTo>
                  <a:cubicBezTo>
                    <a:pt x="16438" y="38060"/>
                    <a:pt x="19105" y="32726"/>
                    <a:pt x="24058" y="31012"/>
                  </a:cubicBezTo>
                  <a:lnTo>
                    <a:pt x="24058" y="31012"/>
                  </a:lnTo>
                  <a:cubicBezTo>
                    <a:pt x="29011" y="29297"/>
                    <a:pt x="34536" y="32059"/>
                    <a:pt x="36155" y="37012"/>
                  </a:cubicBezTo>
                  <a:lnTo>
                    <a:pt x="36155" y="37012"/>
                  </a:lnTo>
                  <a:cubicBezTo>
                    <a:pt x="37774" y="41965"/>
                    <a:pt x="35203" y="47395"/>
                    <a:pt x="30154" y="49014"/>
                  </a:cubicBezTo>
                  <a:lnTo>
                    <a:pt x="30154" y="49014"/>
                  </a:lnTo>
                  <a:cubicBezTo>
                    <a:pt x="29202" y="49395"/>
                    <a:pt x="28154" y="49585"/>
                    <a:pt x="27106" y="49585"/>
                  </a:cubicBezTo>
                  <a:lnTo>
                    <a:pt x="27106" y="49585"/>
                  </a:lnTo>
                  <a:cubicBezTo>
                    <a:pt x="23201" y="49585"/>
                    <a:pt x="19486" y="47014"/>
                    <a:pt x="18153" y="43108"/>
                  </a:cubicBezTo>
                  <a:close/>
                  <a:moveTo>
                    <a:pt x="2341" y="15867"/>
                  </a:moveTo>
                  <a:cubicBezTo>
                    <a:pt x="-1088" y="11866"/>
                    <a:pt x="-707" y="5866"/>
                    <a:pt x="3199" y="2341"/>
                  </a:cubicBezTo>
                  <a:lnTo>
                    <a:pt x="3199" y="2341"/>
                  </a:lnTo>
                  <a:cubicBezTo>
                    <a:pt x="7104" y="-1088"/>
                    <a:pt x="13105" y="-707"/>
                    <a:pt x="16629" y="3199"/>
                  </a:cubicBezTo>
                  <a:lnTo>
                    <a:pt x="16629" y="3199"/>
                  </a:lnTo>
                  <a:cubicBezTo>
                    <a:pt x="20153" y="7199"/>
                    <a:pt x="19772" y="13200"/>
                    <a:pt x="15772" y="16724"/>
                  </a:cubicBezTo>
                  <a:lnTo>
                    <a:pt x="15772" y="16724"/>
                  </a:lnTo>
                  <a:cubicBezTo>
                    <a:pt x="13962" y="18248"/>
                    <a:pt x="11771" y="19010"/>
                    <a:pt x="9485" y="19010"/>
                  </a:cubicBezTo>
                  <a:lnTo>
                    <a:pt x="9485" y="19010"/>
                  </a:lnTo>
                  <a:cubicBezTo>
                    <a:pt x="6818" y="19010"/>
                    <a:pt x="4246" y="17962"/>
                    <a:pt x="2341" y="158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D70D368-3547-1E04-4573-3F376A9F4FEA}"/>
                </a:ext>
              </a:extLst>
            </p:cNvPr>
            <p:cNvSpPr/>
            <p:nvPr/>
          </p:nvSpPr>
          <p:spPr>
            <a:xfrm>
              <a:off x="6537674" y="3257358"/>
              <a:ext cx="19145" cy="138874"/>
            </a:xfrm>
            <a:custGeom>
              <a:avLst/>
              <a:gdLst>
                <a:gd name="connsiteX0" fmla="*/ 0 w 19145"/>
                <a:gd name="connsiteY0" fmla="*/ 129350 h 138874"/>
                <a:gd name="connsiteX1" fmla="*/ 9525 w 19145"/>
                <a:gd name="connsiteY1" fmla="*/ 119825 h 138874"/>
                <a:gd name="connsiteX2" fmla="*/ 9525 w 19145"/>
                <a:gd name="connsiteY2" fmla="*/ 119825 h 138874"/>
                <a:gd name="connsiteX3" fmla="*/ 19050 w 19145"/>
                <a:gd name="connsiteY3" fmla="*/ 129350 h 138874"/>
                <a:gd name="connsiteX4" fmla="*/ 19050 w 19145"/>
                <a:gd name="connsiteY4" fmla="*/ 129350 h 138874"/>
                <a:gd name="connsiteX5" fmla="*/ 9525 w 19145"/>
                <a:gd name="connsiteY5" fmla="*/ 138875 h 138874"/>
                <a:gd name="connsiteX6" fmla="*/ 9525 w 19145"/>
                <a:gd name="connsiteY6" fmla="*/ 138875 h 138874"/>
                <a:gd name="connsiteX7" fmla="*/ 0 w 19145"/>
                <a:gd name="connsiteY7" fmla="*/ 129350 h 138874"/>
                <a:gd name="connsiteX8" fmla="*/ 0 w 19145"/>
                <a:gd name="connsiteY8" fmla="*/ 89440 h 138874"/>
                <a:gd name="connsiteX9" fmla="*/ 9620 w 19145"/>
                <a:gd name="connsiteY9" fmla="*/ 79915 h 138874"/>
                <a:gd name="connsiteX10" fmla="*/ 9620 w 19145"/>
                <a:gd name="connsiteY10" fmla="*/ 79915 h 138874"/>
                <a:gd name="connsiteX11" fmla="*/ 19050 w 19145"/>
                <a:gd name="connsiteY11" fmla="*/ 89440 h 138874"/>
                <a:gd name="connsiteX12" fmla="*/ 19050 w 19145"/>
                <a:gd name="connsiteY12" fmla="*/ 89440 h 138874"/>
                <a:gd name="connsiteX13" fmla="*/ 9525 w 19145"/>
                <a:gd name="connsiteY13" fmla="*/ 98965 h 138874"/>
                <a:gd name="connsiteX14" fmla="*/ 9525 w 19145"/>
                <a:gd name="connsiteY14" fmla="*/ 98965 h 138874"/>
                <a:gd name="connsiteX15" fmla="*/ 0 w 19145"/>
                <a:gd name="connsiteY15" fmla="*/ 89440 h 138874"/>
                <a:gd name="connsiteX16" fmla="*/ 0 w 19145"/>
                <a:gd name="connsiteY16" fmla="*/ 89440 h 138874"/>
                <a:gd name="connsiteX17" fmla="*/ 0 w 19145"/>
                <a:gd name="connsiteY17" fmla="*/ 89440 h 138874"/>
                <a:gd name="connsiteX18" fmla="*/ 95 w 19145"/>
                <a:gd name="connsiteY18" fmla="*/ 49435 h 138874"/>
                <a:gd name="connsiteX19" fmla="*/ 9620 w 19145"/>
                <a:gd name="connsiteY19" fmla="*/ 40005 h 138874"/>
                <a:gd name="connsiteX20" fmla="*/ 9620 w 19145"/>
                <a:gd name="connsiteY20" fmla="*/ 40005 h 138874"/>
                <a:gd name="connsiteX21" fmla="*/ 19145 w 19145"/>
                <a:gd name="connsiteY21" fmla="*/ 49435 h 138874"/>
                <a:gd name="connsiteX22" fmla="*/ 19145 w 19145"/>
                <a:gd name="connsiteY22" fmla="*/ 49435 h 138874"/>
                <a:gd name="connsiteX23" fmla="*/ 9620 w 19145"/>
                <a:gd name="connsiteY23" fmla="*/ 59055 h 138874"/>
                <a:gd name="connsiteX24" fmla="*/ 9620 w 19145"/>
                <a:gd name="connsiteY24" fmla="*/ 59055 h 138874"/>
                <a:gd name="connsiteX25" fmla="*/ 95 w 19145"/>
                <a:gd name="connsiteY25" fmla="*/ 49435 h 138874"/>
                <a:gd name="connsiteX26" fmla="*/ 95 w 19145"/>
                <a:gd name="connsiteY26" fmla="*/ 9525 h 138874"/>
                <a:gd name="connsiteX27" fmla="*/ 9620 w 19145"/>
                <a:gd name="connsiteY27" fmla="*/ 0 h 138874"/>
                <a:gd name="connsiteX28" fmla="*/ 9620 w 19145"/>
                <a:gd name="connsiteY28" fmla="*/ 0 h 138874"/>
                <a:gd name="connsiteX29" fmla="*/ 19050 w 19145"/>
                <a:gd name="connsiteY29" fmla="*/ 9525 h 138874"/>
                <a:gd name="connsiteX30" fmla="*/ 19145 w 19145"/>
                <a:gd name="connsiteY30" fmla="*/ 9525 h 138874"/>
                <a:gd name="connsiteX31" fmla="*/ 9620 w 19145"/>
                <a:gd name="connsiteY31" fmla="*/ 19050 h 138874"/>
                <a:gd name="connsiteX32" fmla="*/ 9620 w 19145"/>
                <a:gd name="connsiteY32" fmla="*/ 19050 h 138874"/>
                <a:gd name="connsiteX33" fmla="*/ 95 w 19145"/>
                <a:gd name="connsiteY33" fmla="*/ 9525 h 13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45" h="138874">
                  <a:moveTo>
                    <a:pt x="0" y="129350"/>
                  </a:moveTo>
                  <a:cubicBezTo>
                    <a:pt x="0" y="124111"/>
                    <a:pt x="4286" y="119825"/>
                    <a:pt x="9525" y="119825"/>
                  </a:cubicBezTo>
                  <a:lnTo>
                    <a:pt x="9525" y="119825"/>
                  </a:lnTo>
                  <a:cubicBezTo>
                    <a:pt x="14859" y="119825"/>
                    <a:pt x="19050" y="124111"/>
                    <a:pt x="19050" y="129350"/>
                  </a:cubicBezTo>
                  <a:lnTo>
                    <a:pt x="19050" y="129350"/>
                  </a:lnTo>
                  <a:cubicBezTo>
                    <a:pt x="19050" y="134588"/>
                    <a:pt x="14859" y="138875"/>
                    <a:pt x="9525" y="138875"/>
                  </a:cubicBezTo>
                  <a:lnTo>
                    <a:pt x="9525" y="138875"/>
                  </a:lnTo>
                  <a:cubicBezTo>
                    <a:pt x="4286" y="138875"/>
                    <a:pt x="0" y="134588"/>
                    <a:pt x="0" y="129350"/>
                  </a:cubicBezTo>
                  <a:close/>
                  <a:moveTo>
                    <a:pt x="0" y="89440"/>
                  </a:moveTo>
                  <a:cubicBezTo>
                    <a:pt x="95" y="84106"/>
                    <a:pt x="4286" y="79915"/>
                    <a:pt x="9620" y="79915"/>
                  </a:cubicBezTo>
                  <a:lnTo>
                    <a:pt x="9620" y="79915"/>
                  </a:lnTo>
                  <a:cubicBezTo>
                    <a:pt x="14859" y="79915"/>
                    <a:pt x="19050" y="84201"/>
                    <a:pt x="19050" y="89440"/>
                  </a:cubicBezTo>
                  <a:lnTo>
                    <a:pt x="19050" y="89440"/>
                  </a:lnTo>
                  <a:cubicBezTo>
                    <a:pt x="19050" y="94678"/>
                    <a:pt x="14859" y="98965"/>
                    <a:pt x="9525" y="98965"/>
                  </a:cubicBezTo>
                  <a:lnTo>
                    <a:pt x="9525" y="98965"/>
                  </a:lnTo>
                  <a:cubicBezTo>
                    <a:pt x="4286" y="98965"/>
                    <a:pt x="95" y="94678"/>
                    <a:pt x="0" y="89440"/>
                  </a:cubicBezTo>
                  <a:close/>
                  <a:moveTo>
                    <a:pt x="0" y="89440"/>
                  </a:moveTo>
                  <a:lnTo>
                    <a:pt x="0" y="89440"/>
                  </a:lnTo>
                  <a:close/>
                  <a:moveTo>
                    <a:pt x="95" y="49435"/>
                  </a:moveTo>
                  <a:cubicBezTo>
                    <a:pt x="95" y="44196"/>
                    <a:pt x="4286" y="40005"/>
                    <a:pt x="9620" y="40005"/>
                  </a:cubicBezTo>
                  <a:lnTo>
                    <a:pt x="9620" y="40005"/>
                  </a:lnTo>
                  <a:cubicBezTo>
                    <a:pt x="14859" y="40005"/>
                    <a:pt x="19145" y="44196"/>
                    <a:pt x="19145" y="49435"/>
                  </a:cubicBezTo>
                  <a:lnTo>
                    <a:pt x="19145" y="49435"/>
                  </a:lnTo>
                  <a:cubicBezTo>
                    <a:pt x="19145" y="54769"/>
                    <a:pt x="14859" y="59055"/>
                    <a:pt x="9620" y="59055"/>
                  </a:cubicBezTo>
                  <a:lnTo>
                    <a:pt x="9620" y="59055"/>
                  </a:lnTo>
                  <a:cubicBezTo>
                    <a:pt x="4286" y="59055"/>
                    <a:pt x="95" y="54769"/>
                    <a:pt x="95" y="49435"/>
                  </a:cubicBezTo>
                  <a:close/>
                  <a:moveTo>
                    <a:pt x="95" y="9525"/>
                  </a:moveTo>
                  <a:cubicBezTo>
                    <a:pt x="95" y="4286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145" y="9525"/>
                  </a:lnTo>
                  <a:cubicBezTo>
                    <a:pt x="19145" y="14764"/>
                    <a:pt x="14859" y="19050"/>
                    <a:pt x="9620" y="19050"/>
                  </a:cubicBezTo>
                  <a:lnTo>
                    <a:pt x="9620" y="19050"/>
                  </a:lnTo>
                  <a:cubicBezTo>
                    <a:pt x="4286" y="19050"/>
                    <a:pt x="95" y="14764"/>
                    <a:pt x="95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5393F59-DB3F-F185-61D4-F21C03B7BA3B}"/>
                </a:ext>
              </a:extLst>
            </p:cNvPr>
            <p:cNvSpPr/>
            <p:nvPr/>
          </p:nvSpPr>
          <p:spPr>
            <a:xfrm>
              <a:off x="6088284" y="2959321"/>
              <a:ext cx="19050" cy="144494"/>
            </a:xfrm>
            <a:custGeom>
              <a:avLst/>
              <a:gdLst>
                <a:gd name="connsiteX0" fmla="*/ 0 w 19050"/>
                <a:gd name="connsiteY0" fmla="*/ 134969 h 144494"/>
                <a:gd name="connsiteX1" fmla="*/ 9525 w 19050"/>
                <a:gd name="connsiteY1" fmla="*/ 125444 h 144494"/>
                <a:gd name="connsiteX2" fmla="*/ 9525 w 19050"/>
                <a:gd name="connsiteY2" fmla="*/ 125444 h 144494"/>
                <a:gd name="connsiteX3" fmla="*/ 19050 w 19050"/>
                <a:gd name="connsiteY3" fmla="*/ 134969 h 144494"/>
                <a:gd name="connsiteX4" fmla="*/ 19050 w 19050"/>
                <a:gd name="connsiteY4" fmla="*/ 134969 h 144494"/>
                <a:gd name="connsiteX5" fmla="*/ 9525 w 19050"/>
                <a:gd name="connsiteY5" fmla="*/ 144494 h 144494"/>
                <a:gd name="connsiteX6" fmla="*/ 9525 w 19050"/>
                <a:gd name="connsiteY6" fmla="*/ 144494 h 144494"/>
                <a:gd name="connsiteX7" fmla="*/ 0 w 19050"/>
                <a:gd name="connsiteY7" fmla="*/ 134969 h 144494"/>
                <a:gd name="connsiteX8" fmla="*/ 0 w 19050"/>
                <a:gd name="connsiteY8" fmla="*/ 93155 h 144494"/>
                <a:gd name="connsiteX9" fmla="*/ 9525 w 19050"/>
                <a:gd name="connsiteY9" fmla="*/ 83630 h 144494"/>
                <a:gd name="connsiteX10" fmla="*/ 9525 w 19050"/>
                <a:gd name="connsiteY10" fmla="*/ 83630 h 144494"/>
                <a:gd name="connsiteX11" fmla="*/ 19050 w 19050"/>
                <a:gd name="connsiteY11" fmla="*/ 93155 h 144494"/>
                <a:gd name="connsiteX12" fmla="*/ 19050 w 19050"/>
                <a:gd name="connsiteY12" fmla="*/ 93155 h 144494"/>
                <a:gd name="connsiteX13" fmla="*/ 9525 w 19050"/>
                <a:gd name="connsiteY13" fmla="*/ 102680 h 144494"/>
                <a:gd name="connsiteX14" fmla="*/ 9525 w 19050"/>
                <a:gd name="connsiteY14" fmla="*/ 102680 h 144494"/>
                <a:gd name="connsiteX15" fmla="*/ 0 w 19050"/>
                <a:gd name="connsiteY15" fmla="*/ 93155 h 144494"/>
                <a:gd name="connsiteX16" fmla="*/ 0 w 19050"/>
                <a:gd name="connsiteY16" fmla="*/ 51340 h 144494"/>
                <a:gd name="connsiteX17" fmla="*/ 9525 w 19050"/>
                <a:gd name="connsiteY17" fmla="*/ 41815 h 144494"/>
                <a:gd name="connsiteX18" fmla="*/ 9525 w 19050"/>
                <a:gd name="connsiteY18" fmla="*/ 41815 h 144494"/>
                <a:gd name="connsiteX19" fmla="*/ 19050 w 19050"/>
                <a:gd name="connsiteY19" fmla="*/ 51340 h 144494"/>
                <a:gd name="connsiteX20" fmla="*/ 19050 w 19050"/>
                <a:gd name="connsiteY20" fmla="*/ 51340 h 144494"/>
                <a:gd name="connsiteX21" fmla="*/ 9525 w 19050"/>
                <a:gd name="connsiteY21" fmla="*/ 60865 h 144494"/>
                <a:gd name="connsiteX22" fmla="*/ 9525 w 19050"/>
                <a:gd name="connsiteY22" fmla="*/ 60865 h 144494"/>
                <a:gd name="connsiteX23" fmla="*/ 0 w 19050"/>
                <a:gd name="connsiteY23" fmla="*/ 51340 h 144494"/>
                <a:gd name="connsiteX24" fmla="*/ 0 w 19050"/>
                <a:gd name="connsiteY24" fmla="*/ 9525 h 144494"/>
                <a:gd name="connsiteX25" fmla="*/ 9525 w 19050"/>
                <a:gd name="connsiteY25" fmla="*/ 0 h 144494"/>
                <a:gd name="connsiteX26" fmla="*/ 9525 w 19050"/>
                <a:gd name="connsiteY26" fmla="*/ 0 h 144494"/>
                <a:gd name="connsiteX27" fmla="*/ 19050 w 19050"/>
                <a:gd name="connsiteY27" fmla="*/ 9525 h 144494"/>
                <a:gd name="connsiteX28" fmla="*/ 19050 w 19050"/>
                <a:gd name="connsiteY28" fmla="*/ 9525 h 144494"/>
                <a:gd name="connsiteX29" fmla="*/ 9525 w 19050"/>
                <a:gd name="connsiteY29" fmla="*/ 19050 h 144494"/>
                <a:gd name="connsiteX30" fmla="*/ 9525 w 19050"/>
                <a:gd name="connsiteY30" fmla="*/ 19050 h 144494"/>
                <a:gd name="connsiteX31" fmla="*/ 0 w 19050"/>
                <a:gd name="connsiteY31" fmla="*/ 9525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050" h="144494">
                  <a:moveTo>
                    <a:pt x="0" y="134969"/>
                  </a:moveTo>
                  <a:cubicBezTo>
                    <a:pt x="0" y="129730"/>
                    <a:pt x="4286" y="125444"/>
                    <a:pt x="9525" y="125444"/>
                  </a:cubicBezTo>
                  <a:lnTo>
                    <a:pt x="9525" y="125444"/>
                  </a:lnTo>
                  <a:cubicBezTo>
                    <a:pt x="14764" y="125444"/>
                    <a:pt x="19050" y="129730"/>
                    <a:pt x="19050" y="134969"/>
                  </a:cubicBezTo>
                  <a:lnTo>
                    <a:pt x="19050" y="134969"/>
                  </a:lnTo>
                  <a:cubicBezTo>
                    <a:pt x="19050" y="140208"/>
                    <a:pt x="14764" y="144494"/>
                    <a:pt x="9525" y="144494"/>
                  </a:cubicBezTo>
                  <a:lnTo>
                    <a:pt x="9525" y="144494"/>
                  </a:lnTo>
                  <a:cubicBezTo>
                    <a:pt x="4286" y="144494"/>
                    <a:pt x="0" y="140208"/>
                    <a:pt x="0" y="134969"/>
                  </a:cubicBezTo>
                  <a:close/>
                  <a:moveTo>
                    <a:pt x="0" y="93155"/>
                  </a:moveTo>
                  <a:cubicBezTo>
                    <a:pt x="0" y="87916"/>
                    <a:pt x="4286" y="83630"/>
                    <a:pt x="9525" y="83630"/>
                  </a:cubicBezTo>
                  <a:lnTo>
                    <a:pt x="9525" y="83630"/>
                  </a:lnTo>
                  <a:cubicBezTo>
                    <a:pt x="14764" y="83630"/>
                    <a:pt x="19050" y="87916"/>
                    <a:pt x="19050" y="93155"/>
                  </a:cubicBezTo>
                  <a:lnTo>
                    <a:pt x="19050" y="93155"/>
                  </a:lnTo>
                  <a:cubicBezTo>
                    <a:pt x="19050" y="98393"/>
                    <a:pt x="14764" y="102680"/>
                    <a:pt x="9525" y="102680"/>
                  </a:cubicBezTo>
                  <a:lnTo>
                    <a:pt x="9525" y="102680"/>
                  </a:lnTo>
                  <a:cubicBezTo>
                    <a:pt x="4286" y="102680"/>
                    <a:pt x="0" y="98393"/>
                    <a:pt x="0" y="93155"/>
                  </a:cubicBezTo>
                  <a:close/>
                  <a:moveTo>
                    <a:pt x="0" y="51340"/>
                  </a:moveTo>
                  <a:cubicBezTo>
                    <a:pt x="0" y="46101"/>
                    <a:pt x="4286" y="41815"/>
                    <a:pt x="9525" y="41815"/>
                  </a:cubicBezTo>
                  <a:lnTo>
                    <a:pt x="9525" y="41815"/>
                  </a:lnTo>
                  <a:cubicBezTo>
                    <a:pt x="14764" y="41815"/>
                    <a:pt x="19050" y="46101"/>
                    <a:pt x="19050" y="51340"/>
                  </a:cubicBezTo>
                  <a:lnTo>
                    <a:pt x="19050" y="51340"/>
                  </a:lnTo>
                  <a:cubicBezTo>
                    <a:pt x="19050" y="56579"/>
                    <a:pt x="14764" y="60865"/>
                    <a:pt x="9525" y="60865"/>
                  </a:cubicBezTo>
                  <a:lnTo>
                    <a:pt x="9525" y="60865"/>
                  </a:lnTo>
                  <a:cubicBezTo>
                    <a:pt x="4286" y="60865"/>
                    <a:pt x="0" y="56579"/>
                    <a:pt x="0" y="51340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F2FA468-75E8-9021-25AD-62617825AD16}"/>
                </a:ext>
              </a:extLst>
            </p:cNvPr>
            <p:cNvSpPr/>
            <p:nvPr/>
          </p:nvSpPr>
          <p:spPr>
            <a:xfrm>
              <a:off x="5819485" y="3158725"/>
              <a:ext cx="268616" cy="436390"/>
            </a:xfrm>
            <a:custGeom>
              <a:avLst/>
              <a:gdLst>
                <a:gd name="connsiteX0" fmla="*/ 4671 w 268616"/>
                <a:gd name="connsiteY0" fmla="*/ 435057 h 436390"/>
                <a:gd name="connsiteX1" fmla="*/ 1337 w 268616"/>
                <a:gd name="connsiteY1" fmla="*/ 422007 h 436390"/>
                <a:gd name="connsiteX2" fmla="*/ 1337 w 268616"/>
                <a:gd name="connsiteY2" fmla="*/ 422007 h 436390"/>
                <a:gd name="connsiteX3" fmla="*/ 14387 w 268616"/>
                <a:gd name="connsiteY3" fmla="*/ 418674 h 436390"/>
                <a:gd name="connsiteX4" fmla="*/ 14387 w 268616"/>
                <a:gd name="connsiteY4" fmla="*/ 418674 h 436390"/>
                <a:gd name="connsiteX5" fmla="*/ 17720 w 268616"/>
                <a:gd name="connsiteY5" fmla="*/ 431723 h 436390"/>
                <a:gd name="connsiteX6" fmla="*/ 17720 w 268616"/>
                <a:gd name="connsiteY6" fmla="*/ 431723 h 436390"/>
                <a:gd name="connsiteX7" fmla="*/ 9529 w 268616"/>
                <a:gd name="connsiteY7" fmla="*/ 436390 h 436390"/>
                <a:gd name="connsiteX8" fmla="*/ 9529 w 268616"/>
                <a:gd name="connsiteY8" fmla="*/ 436390 h 436390"/>
                <a:gd name="connsiteX9" fmla="*/ 4671 w 268616"/>
                <a:gd name="connsiteY9" fmla="*/ 435057 h 436390"/>
                <a:gd name="connsiteX10" fmla="*/ 23912 w 268616"/>
                <a:gd name="connsiteY10" fmla="*/ 402957 h 436390"/>
                <a:gd name="connsiteX11" fmla="*/ 20578 w 268616"/>
                <a:gd name="connsiteY11" fmla="*/ 389813 h 436390"/>
                <a:gd name="connsiteX12" fmla="*/ 20578 w 268616"/>
                <a:gd name="connsiteY12" fmla="*/ 389813 h 436390"/>
                <a:gd name="connsiteX13" fmla="*/ 33627 w 268616"/>
                <a:gd name="connsiteY13" fmla="*/ 386574 h 436390"/>
                <a:gd name="connsiteX14" fmla="*/ 33627 w 268616"/>
                <a:gd name="connsiteY14" fmla="*/ 386574 h 436390"/>
                <a:gd name="connsiteX15" fmla="*/ 36961 w 268616"/>
                <a:gd name="connsiteY15" fmla="*/ 399624 h 436390"/>
                <a:gd name="connsiteX16" fmla="*/ 36961 w 268616"/>
                <a:gd name="connsiteY16" fmla="*/ 399624 h 436390"/>
                <a:gd name="connsiteX17" fmla="*/ 28769 w 268616"/>
                <a:gd name="connsiteY17" fmla="*/ 404291 h 436390"/>
                <a:gd name="connsiteX18" fmla="*/ 28769 w 268616"/>
                <a:gd name="connsiteY18" fmla="*/ 404291 h 436390"/>
                <a:gd name="connsiteX19" fmla="*/ 23912 w 268616"/>
                <a:gd name="connsiteY19" fmla="*/ 402957 h 436390"/>
                <a:gd name="connsiteX20" fmla="*/ 43057 w 268616"/>
                <a:gd name="connsiteY20" fmla="*/ 370858 h 436390"/>
                <a:gd name="connsiteX21" fmla="*/ 39723 w 268616"/>
                <a:gd name="connsiteY21" fmla="*/ 357714 h 436390"/>
                <a:gd name="connsiteX22" fmla="*/ 39723 w 268616"/>
                <a:gd name="connsiteY22" fmla="*/ 357714 h 436390"/>
                <a:gd name="connsiteX23" fmla="*/ 52868 w 268616"/>
                <a:gd name="connsiteY23" fmla="*/ 354475 h 436390"/>
                <a:gd name="connsiteX24" fmla="*/ 52868 w 268616"/>
                <a:gd name="connsiteY24" fmla="*/ 354475 h 436390"/>
                <a:gd name="connsiteX25" fmla="*/ 56106 w 268616"/>
                <a:gd name="connsiteY25" fmla="*/ 367524 h 436390"/>
                <a:gd name="connsiteX26" fmla="*/ 56106 w 268616"/>
                <a:gd name="connsiteY26" fmla="*/ 367524 h 436390"/>
                <a:gd name="connsiteX27" fmla="*/ 47915 w 268616"/>
                <a:gd name="connsiteY27" fmla="*/ 372192 h 436390"/>
                <a:gd name="connsiteX28" fmla="*/ 47915 w 268616"/>
                <a:gd name="connsiteY28" fmla="*/ 372192 h 436390"/>
                <a:gd name="connsiteX29" fmla="*/ 43057 w 268616"/>
                <a:gd name="connsiteY29" fmla="*/ 370858 h 436390"/>
                <a:gd name="connsiteX30" fmla="*/ 62297 w 268616"/>
                <a:gd name="connsiteY30" fmla="*/ 338759 h 436390"/>
                <a:gd name="connsiteX31" fmla="*/ 58964 w 268616"/>
                <a:gd name="connsiteY31" fmla="*/ 325614 h 436390"/>
                <a:gd name="connsiteX32" fmla="*/ 58964 w 268616"/>
                <a:gd name="connsiteY32" fmla="*/ 325614 h 436390"/>
                <a:gd name="connsiteX33" fmla="*/ 72013 w 268616"/>
                <a:gd name="connsiteY33" fmla="*/ 322376 h 436390"/>
                <a:gd name="connsiteX34" fmla="*/ 72013 w 268616"/>
                <a:gd name="connsiteY34" fmla="*/ 322376 h 436390"/>
                <a:gd name="connsiteX35" fmla="*/ 75347 w 268616"/>
                <a:gd name="connsiteY35" fmla="*/ 335425 h 436390"/>
                <a:gd name="connsiteX36" fmla="*/ 75347 w 268616"/>
                <a:gd name="connsiteY36" fmla="*/ 335425 h 436390"/>
                <a:gd name="connsiteX37" fmla="*/ 67155 w 268616"/>
                <a:gd name="connsiteY37" fmla="*/ 340092 h 436390"/>
                <a:gd name="connsiteX38" fmla="*/ 67155 w 268616"/>
                <a:gd name="connsiteY38" fmla="*/ 340092 h 436390"/>
                <a:gd name="connsiteX39" fmla="*/ 62297 w 268616"/>
                <a:gd name="connsiteY39" fmla="*/ 338759 h 436390"/>
                <a:gd name="connsiteX40" fmla="*/ 81443 w 268616"/>
                <a:gd name="connsiteY40" fmla="*/ 306564 h 436390"/>
                <a:gd name="connsiteX41" fmla="*/ 78109 w 268616"/>
                <a:gd name="connsiteY41" fmla="*/ 293515 h 436390"/>
                <a:gd name="connsiteX42" fmla="*/ 78109 w 268616"/>
                <a:gd name="connsiteY42" fmla="*/ 293515 h 436390"/>
                <a:gd name="connsiteX43" fmla="*/ 91253 w 268616"/>
                <a:gd name="connsiteY43" fmla="*/ 290277 h 436390"/>
                <a:gd name="connsiteX44" fmla="*/ 91253 w 268616"/>
                <a:gd name="connsiteY44" fmla="*/ 290277 h 436390"/>
                <a:gd name="connsiteX45" fmla="*/ 94492 w 268616"/>
                <a:gd name="connsiteY45" fmla="*/ 303326 h 436390"/>
                <a:gd name="connsiteX46" fmla="*/ 94492 w 268616"/>
                <a:gd name="connsiteY46" fmla="*/ 303326 h 436390"/>
                <a:gd name="connsiteX47" fmla="*/ 86300 w 268616"/>
                <a:gd name="connsiteY47" fmla="*/ 307993 h 436390"/>
                <a:gd name="connsiteX48" fmla="*/ 86300 w 268616"/>
                <a:gd name="connsiteY48" fmla="*/ 307993 h 436390"/>
                <a:gd name="connsiteX49" fmla="*/ 81443 w 268616"/>
                <a:gd name="connsiteY49" fmla="*/ 306564 h 436390"/>
                <a:gd name="connsiteX50" fmla="*/ 100683 w 268616"/>
                <a:gd name="connsiteY50" fmla="*/ 274465 h 436390"/>
                <a:gd name="connsiteX51" fmla="*/ 97349 w 268616"/>
                <a:gd name="connsiteY51" fmla="*/ 261416 h 436390"/>
                <a:gd name="connsiteX52" fmla="*/ 97349 w 268616"/>
                <a:gd name="connsiteY52" fmla="*/ 261416 h 436390"/>
                <a:gd name="connsiteX53" fmla="*/ 110399 w 268616"/>
                <a:gd name="connsiteY53" fmla="*/ 258177 h 436390"/>
                <a:gd name="connsiteX54" fmla="*/ 110399 w 268616"/>
                <a:gd name="connsiteY54" fmla="*/ 258177 h 436390"/>
                <a:gd name="connsiteX55" fmla="*/ 113732 w 268616"/>
                <a:gd name="connsiteY55" fmla="*/ 271227 h 436390"/>
                <a:gd name="connsiteX56" fmla="*/ 113732 w 268616"/>
                <a:gd name="connsiteY56" fmla="*/ 271227 h 436390"/>
                <a:gd name="connsiteX57" fmla="*/ 105541 w 268616"/>
                <a:gd name="connsiteY57" fmla="*/ 275894 h 436390"/>
                <a:gd name="connsiteX58" fmla="*/ 105541 w 268616"/>
                <a:gd name="connsiteY58" fmla="*/ 275894 h 436390"/>
                <a:gd name="connsiteX59" fmla="*/ 100683 w 268616"/>
                <a:gd name="connsiteY59" fmla="*/ 274465 h 436390"/>
                <a:gd name="connsiteX60" fmla="*/ 119828 w 268616"/>
                <a:gd name="connsiteY60" fmla="*/ 242461 h 436390"/>
                <a:gd name="connsiteX61" fmla="*/ 116590 w 268616"/>
                <a:gd name="connsiteY61" fmla="*/ 229317 h 436390"/>
                <a:gd name="connsiteX62" fmla="*/ 116590 w 268616"/>
                <a:gd name="connsiteY62" fmla="*/ 229317 h 436390"/>
                <a:gd name="connsiteX63" fmla="*/ 129639 w 268616"/>
                <a:gd name="connsiteY63" fmla="*/ 226078 h 436390"/>
                <a:gd name="connsiteX64" fmla="*/ 129639 w 268616"/>
                <a:gd name="connsiteY64" fmla="*/ 226078 h 436390"/>
                <a:gd name="connsiteX65" fmla="*/ 132878 w 268616"/>
                <a:gd name="connsiteY65" fmla="*/ 239127 h 436390"/>
                <a:gd name="connsiteX66" fmla="*/ 132878 w 268616"/>
                <a:gd name="connsiteY66" fmla="*/ 239127 h 436390"/>
                <a:gd name="connsiteX67" fmla="*/ 124686 w 268616"/>
                <a:gd name="connsiteY67" fmla="*/ 243795 h 436390"/>
                <a:gd name="connsiteX68" fmla="*/ 124686 w 268616"/>
                <a:gd name="connsiteY68" fmla="*/ 243795 h 436390"/>
                <a:gd name="connsiteX69" fmla="*/ 119828 w 268616"/>
                <a:gd name="connsiteY69" fmla="*/ 242461 h 436390"/>
                <a:gd name="connsiteX70" fmla="*/ 139069 w 268616"/>
                <a:gd name="connsiteY70" fmla="*/ 210267 h 436390"/>
                <a:gd name="connsiteX71" fmla="*/ 135735 w 268616"/>
                <a:gd name="connsiteY71" fmla="*/ 197217 h 436390"/>
                <a:gd name="connsiteX72" fmla="*/ 135735 w 268616"/>
                <a:gd name="connsiteY72" fmla="*/ 197217 h 436390"/>
                <a:gd name="connsiteX73" fmla="*/ 148784 w 268616"/>
                <a:gd name="connsiteY73" fmla="*/ 193979 h 436390"/>
                <a:gd name="connsiteX74" fmla="*/ 148784 w 268616"/>
                <a:gd name="connsiteY74" fmla="*/ 193979 h 436390"/>
                <a:gd name="connsiteX75" fmla="*/ 152118 w 268616"/>
                <a:gd name="connsiteY75" fmla="*/ 207028 h 436390"/>
                <a:gd name="connsiteX76" fmla="*/ 152118 w 268616"/>
                <a:gd name="connsiteY76" fmla="*/ 207028 h 436390"/>
                <a:gd name="connsiteX77" fmla="*/ 143927 w 268616"/>
                <a:gd name="connsiteY77" fmla="*/ 211600 h 436390"/>
                <a:gd name="connsiteX78" fmla="*/ 143927 w 268616"/>
                <a:gd name="connsiteY78" fmla="*/ 211600 h 436390"/>
                <a:gd name="connsiteX79" fmla="*/ 139069 w 268616"/>
                <a:gd name="connsiteY79" fmla="*/ 210267 h 436390"/>
                <a:gd name="connsiteX80" fmla="*/ 158214 w 268616"/>
                <a:gd name="connsiteY80" fmla="*/ 178167 h 436390"/>
                <a:gd name="connsiteX81" fmla="*/ 154976 w 268616"/>
                <a:gd name="connsiteY81" fmla="*/ 165118 h 436390"/>
                <a:gd name="connsiteX82" fmla="*/ 154976 w 268616"/>
                <a:gd name="connsiteY82" fmla="*/ 165118 h 436390"/>
                <a:gd name="connsiteX83" fmla="*/ 168025 w 268616"/>
                <a:gd name="connsiteY83" fmla="*/ 161880 h 436390"/>
                <a:gd name="connsiteX84" fmla="*/ 168025 w 268616"/>
                <a:gd name="connsiteY84" fmla="*/ 161880 h 436390"/>
                <a:gd name="connsiteX85" fmla="*/ 171263 w 268616"/>
                <a:gd name="connsiteY85" fmla="*/ 174929 h 436390"/>
                <a:gd name="connsiteX86" fmla="*/ 171263 w 268616"/>
                <a:gd name="connsiteY86" fmla="*/ 174929 h 436390"/>
                <a:gd name="connsiteX87" fmla="*/ 163072 w 268616"/>
                <a:gd name="connsiteY87" fmla="*/ 179596 h 436390"/>
                <a:gd name="connsiteX88" fmla="*/ 163072 w 268616"/>
                <a:gd name="connsiteY88" fmla="*/ 179596 h 436390"/>
                <a:gd name="connsiteX89" fmla="*/ 158214 w 268616"/>
                <a:gd name="connsiteY89" fmla="*/ 178167 h 436390"/>
                <a:gd name="connsiteX90" fmla="*/ 177455 w 268616"/>
                <a:gd name="connsiteY90" fmla="*/ 146068 h 436390"/>
                <a:gd name="connsiteX91" fmla="*/ 174121 w 268616"/>
                <a:gd name="connsiteY91" fmla="*/ 133019 h 436390"/>
                <a:gd name="connsiteX92" fmla="*/ 174121 w 268616"/>
                <a:gd name="connsiteY92" fmla="*/ 133019 h 436390"/>
                <a:gd name="connsiteX93" fmla="*/ 187265 w 268616"/>
                <a:gd name="connsiteY93" fmla="*/ 129780 h 436390"/>
                <a:gd name="connsiteX94" fmla="*/ 187265 w 268616"/>
                <a:gd name="connsiteY94" fmla="*/ 129780 h 436390"/>
                <a:gd name="connsiteX95" fmla="*/ 190504 w 268616"/>
                <a:gd name="connsiteY95" fmla="*/ 142830 h 436390"/>
                <a:gd name="connsiteX96" fmla="*/ 190504 w 268616"/>
                <a:gd name="connsiteY96" fmla="*/ 142830 h 436390"/>
                <a:gd name="connsiteX97" fmla="*/ 182312 w 268616"/>
                <a:gd name="connsiteY97" fmla="*/ 147402 h 436390"/>
                <a:gd name="connsiteX98" fmla="*/ 182312 w 268616"/>
                <a:gd name="connsiteY98" fmla="*/ 147402 h 436390"/>
                <a:gd name="connsiteX99" fmla="*/ 177455 w 268616"/>
                <a:gd name="connsiteY99" fmla="*/ 146068 h 436390"/>
                <a:gd name="connsiteX100" fmla="*/ 196600 w 268616"/>
                <a:gd name="connsiteY100" fmla="*/ 113969 h 436390"/>
                <a:gd name="connsiteX101" fmla="*/ 193361 w 268616"/>
                <a:gd name="connsiteY101" fmla="*/ 100920 h 436390"/>
                <a:gd name="connsiteX102" fmla="*/ 193361 w 268616"/>
                <a:gd name="connsiteY102" fmla="*/ 100920 h 436390"/>
                <a:gd name="connsiteX103" fmla="*/ 206411 w 268616"/>
                <a:gd name="connsiteY103" fmla="*/ 97681 h 436390"/>
                <a:gd name="connsiteX104" fmla="*/ 206411 w 268616"/>
                <a:gd name="connsiteY104" fmla="*/ 97681 h 436390"/>
                <a:gd name="connsiteX105" fmla="*/ 209649 w 268616"/>
                <a:gd name="connsiteY105" fmla="*/ 110730 h 436390"/>
                <a:gd name="connsiteX106" fmla="*/ 209649 w 268616"/>
                <a:gd name="connsiteY106" fmla="*/ 110730 h 436390"/>
                <a:gd name="connsiteX107" fmla="*/ 201553 w 268616"/>
                <a:gd name="connsiteY107" fmla="*/ 115302 h 436390"/>
                <a:gd name="connsiteX108" fmla="*/ 201553 w 268616"/>
                <a:gd name="connsiteY108" fmla="*/ 115302 h 436390"/>
                <a:gd name="connsiteX109" fmla="*/ 196600 w 268616"/>
                <a:gd name="connsiteY109" fmla="*/ 113969 h 436390"/>
                <a:gd name="connsiteX110" fmla="*/ 215840 w 268616"/>
                <a:gd name="connsiteY110" fmla="*/ 81870 h 436390"/>
                <a:gd name="connsiteX111" fmla="*/ 212602 w 268616"/>
                <a:gd name="connsiteY111" fmla="*/ 68820 h 436390"/>
                <a:gd name="connsiteX112" fmla="*/ 212602 w 268616"/>
                <a:gd name="connsiteY112" fmla="*/ 68820 h 436390"/>
                <a:gd name="connsiteX113" fmla="*/ 225651 w 268616"/>
                <a:gd name="connsiteY113" fmla="*/ 65487 h 436390"/>
                <a:gd name="connsiteX114" fmla="*/ 225651 w 268616"/>
                <a:gd name="connsiteY114" fmla="*/ 65487 h 436390"/>
                <a:gd name="connsiteX115" fmla="*/ 228890 w 268616"/>
                <a:gd name="connsiteY115" fmla="*/ 78631 h 436390"/>
                <a:gd name="connsiteX116" fmla="*/ 228890 w 268616"/>
                <a:gd name="connsiteY116" fmla="*/ 78631 h 436390"/>
                <a:gd name="connsiteX117" fmla="*/ 220698 w 268616"/>
                <a:gd name="connsiteY117" fmla="*/ 83203 h 436390"/>
                <a:gd name="connsiteX118" fmla="*/ 220698 w 268616"/>
                <a:gd name="connsiteY118" fmla="*/ 83203 h 436390"/>
                <a:gd name="connsiteX119" fmla="*/ 215840 w 268616"/>
                <a:gd name="connsiteY119" fmla="*/ 81870 h 436390"/>
                <a:gd name="connsiteX120" fmla="*/ 234986 w 268616"/>
                <a:gd name="connsiteY120" fmla="*/ 49770 h 436390"/>
                <a:gd name="connsiteX121" fmla="*/ 231747 w 268616"/>
                <a:gd name="connsiteY121" fmla="*/ 36721 h 436390"/>
                <a:gd name="connsiteX122" fmla="*/ 231747 w 268616"/>
                <a:gd name="connsiteY122" fmla="*/ 36721 h 436390"/>
                <a:gd name="connsiteX123" fmla="*/ 244796 w 268616"/>
                <a:gd name="connsiteY123" fmla="*/ 33483 h 436390"/>
                <a:gd name="connsiteX124" fmla="*/ 244796 w 268616"/>
                <a:gd name="connsiteY124" fmla="*/ 33483 h 436390"/>
                <a:gd name="connsiteX125" fmla="*/ 248035 w 268616"/>
                <a:gd name="connsiteY125" fmla="*/ 46532 h 436390"/>
                <a:gd name="connsiteX126" fmla="*/ 248035 w 268616"/>
                <a:gd name="connsiteY126" fmla="*/ 46532 h 436390"/>
                <a:gd name="connsiteX127" fmla="*/ 239939 w 268616"/>
                <a:gd name="connsiteY127" fmla="*/ 51104 h 436390"/>
                <a:gd name="connsiteX128" fmla="*/ 239939 w 268616"/>
                <a:gd name="connsiteY128" fmla="*/ 51104 h 436390"/>
                <a:gd name="connsiteX129" fmla="*/ 234986 w 268616"/>
                <a:gd name="connsiteY129" fmla="*/ 49770 h 436390"/>
                <a:gd name="connsiteX130" fmla="*/ 254226 w 268616"/>
                <a:gd name="connsiteY130" fmla="*/ 17671 h 436390"/>
                <a:gd name="connsiteX131" fmla="*/ 250988 w 268616"/>
                <a:gd name="connsiteY131" fmla="*/ 4622 h 436390"/>
                <a:gd name="connsiteX132" fmla="*/ 250988 w 268616"/>
                <a:gd name="connsiteY132" fmla="*/ 4622 h 436390"/>
                <a:gd name="connsiteX133" fmla="*/ 264037 w 268616"/>
                <a:gd name="connsiteY133" fmla="*/ 1383 h 436390"/>
                <a:gd name="connsiteX134" fmla="*/ 264037 w 268616"/>
                <a:gd name="connsiteY134" fmla="*/ 1383 h 436390"/>
                <a:gd name="connsiteX135" fmla="*/ 267275 w 268616"/>
                <a:gd name="connsiteY135" fmla="*/ 14433 h 436390"/>
                <a:gd name="connsiteX136" fmla="*/ 267275 w 268616"/>
                <a:gd name="connsiteY136" fmla="*/ 14433 h 436390"/>
                <a:gd name="connsiteX137" fmla="*/ 259084 w 268616"/>
                <a:gd name="connsiteY137" fmla="*/ 19005 h 436390"/>
                <a:gd name="connsiteX138" fmla="*/ 259084 w 268616"/>
                <a:gd name="connsiteY138" fmla="*/ 19005 h 436390"/>
                <a:gd name="connsiteX139" fmla="*/ 254226 w 268616"/>
                <a:gd name="connsiteY139" fmla="*/ 17671 h 43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68616" h="436390">
                  <a:moveTo>
                    <a:pt x="4671" y="435057"/>
                  </a:moveTo>
                  <a:cubicBezTo>
                    <a:pt x="99" y="432294"/>
                    <a:pt x="-1330" y="426484"/>
                    <a:pt x="1337" y="422007"/>
                  </a:cubicBezTo>
                  <a:lnTo>
                    <a:pt x="1337" y="422007"/>
                  </a:lnTo>
                  <a:cubicBezTo>
                    <a:pt x="4100" y="417435"/>
                    <a:pt x="9910" y="415911"/>
                    <a:pt x="14387" y="418674"/>
                  </a:cubicBezTo>
                  <a:lnTo>
                    <a:pt x="14387" y="418674"/>
                  </a:lnTo>
                  <a:cubicBezTo>
                    <a:pt x="18959" y="421341"/>
                    <a:pt x="20483" y="427246"/>
                    <a:pt x="17720" y="431723"/>
                  </a:cubicBezTo>
                  <a:lnTo>
                    <a:pt x="17720" y="431723"/>
                  </a:lnTo>
                  <a:cubicBezTo>
                    <a:pt x="15911" y="434771"/>
                    <a:pt x="12767" y="436390"/>
                    <a:pt x="9529" y="436390"/>
                  </a:cubicBezTo>
                  <a:lnTo>
                    <a:pt x="9529" y="436390"/>
                  </a:lnTo>
                  <a:cubicBezTo>
                    <a:pt x="7910" y="436390"/>
                    <a:pt x="6195" y="435914"/>
                    <a:pt x="4671" y="435057"/>
                  </a:cubicBezTo>
                  <a:close/>
                  <a:moveTo>
                    <a:pt x="23912" y="402957"/>
                  </a:moveTo>
                  <a:cubicBezTo>
                    <a:pt x="19340" y="400195"/>
                    <a:pt x="17816" y="394385"/>
                    <a:pt x="20578" y="389813"/>
                  </a:cubicBezTo>
                  <a:lnTo>
                    <a:pt x="20578" y="389813"/>
                  </a:lnTo>
                  <a:cubicBezTo>
                    <a:pt x="23245" y="385336"/>
                    <a:pt x="29150" y="383907"/>
                    <a:pt x="33627" y="386574"/>
                  </a:cubicBezTo>
                  <a:lnTo>
                    <a:pt x="33627" y="386574"/>
                  </a:lnTo>
                  <a:cubicBezTo>
                    <a:pt x="38199" y="389241"/>
                    <a:pt x="39628" y="395147"/>
                    <a:pt x="36961" y="399624"/>
                  </a:cubicBezTo>
                  <a:lnTo>
                    <a:pt x="36961" y="399624"/>
                  </a:lnTo>
                  <a:cubicBezTo>
                    <a:pt x="35151" y="402576"/>
                    <a:pt x="32008" y="404291"/>
                    <a:pt x="28769" y="404291"/>
                  </a:cubicBezTo>
                  <a:lnTo>
                    <a:pt x="28769" y="404291"/>
                  </a:lnTo>
                  <a:cubicBezTo>
                    <a:pt x="27055" y="404291"/>
                    <a:pt x="25436" y="403815"/>
                    <a:pt x="23912" y="402957"/>
                  </a:cubicBezTo>
                  <a:close/>
                  <a:moveTo>
                    <a:pt x="43057" y="370858"/>
                  </a:moveTo>
                  <a:cubicBezTo>
                    <a:pt x="38580" y="368096"/>
                    <a:pt x="37056" y="362286"/>
                    <a:pt x="39723" y="357714"/>
                  </a:cubicBezTo>
                  <a:lnTo>
                    <a:pt x="39723" y="357714"/>
                  </a:lnTo>
                  <a:cubicBezTo>
                    <a:pt x="42485" y="353237"/>
                    <a:pt x="48296" y="351808"/>
                    <a:pt x="52868" y="354475"/>
                  </a:cubicBezTo>
                  <a:lnTo>
                    <a:pt x="52868" y="354475"/>
                  </a:lnTo>
                  <a:cubicBezTo>
                    <a:pt x="57344" y="357142"/>
                    <a:pt x="58868" y="363048"/>
                    <a:pt x="56106" y="367524"/>
                  </a:cubicBezTo>
                  <a:lnTo>
                    <a:pt x="56106" y="367524"/>
                  </a:lnTo>
                  <a:cubicBezTo>
                    <a:pt x="54296" y="370477"/>
                    <a:pt x="51153" y="372192"/>
                    <a:pt x="47915" y="372192"/>
                  </a:cubicBezTo>
                  <a:lnTo>
                    <a:pt x="47915" y="372192"/>
                  </a:lnTo>
                  <a:cubicBezTo>
                    <a:pt x="46295" y="372192"/>
                    <a:pt x="44581" y="371715"/>
                    <a:pt x="43057" y="370858"/>
                  </a:cubicBezTo>
                  <a:close/>
                  <a:moveTo>
                    <a:pt x="62297" y="338759"/>
                  </a:moveTo>
                  <a:cubicBezTo>
                    <a:pt x="57725" y="335997"/>
                    <a:pt x="56297" y="330186"/>
                    <a:pt x="58964" y="325614"/>
                  </a:cubicBezTo>
                  <a:lnTo>
                    <a:pt x="58964" y="325614"/>
                  </a:lnTo>
                  <a:cubicBezTo>
                    <a:pt x="61631" y="321138"/>
                    <a:pt x="67536" y="319614"/>
                    <a:pt x="72013" y="322376"/>
                  </a:cubicBezTo>
                  <a:lnTo>
                    <a:pt x="72013" y="322376"/>
                  </a:lnTo>
                  <a:cubicBezTo>
                    <a:pt x="76585" y="325043"/>
                    <a:pt x="78014" y="330948"/>
                    <a:pt x="75347" y="335425"/>
                  </a:cubicBezTo>
                  <a:lnTo>
                    <a:pt x="75347" y="335425"/>
                  </a:lnTo>
                  <a:cubicBezTo>
                    <a:pt x="73537" y="338378"/>
                    <a:pt x="70394" y="340092"/>
                    <a:pt x="67155" y="340092"/>
                  </a:cubicBezTo>
                  <a:lnTo>
                    <a:pt x="67155" y="340092"/>
                  </a:lnTo>
                  <a:cubicBezTo>
                    <a:pt x="65441" y="340092"/>
                    <a:pt x="63821" y="339616"/>
                    <a:pt x="62297" y="338759"/>
                  </a:cubicBezTo>
                  <a:close/>
                  <a:moveTo>
                    <a:pt x="81443" y="306564"/>
                  </a:moveTo>
                  <a:cubicBezTo>
                    <a:pt x="76966" y="303897"/>
                    <a:pt x="75442" y="298087"/>
                    <a:pt x="78109" y="293515"/>
                  </a:cubicBezTo>
                  <a:lnTo>
                    <a:pt x="78109" y="293515"/>
                  </a:lnTo>
                  <a:cubicBezTo>
                    <a:pt x="80871" y="289038"/>
                    <a:pt x="86681" y="287610"/>
                    <a:pt x="91253" y="290277"/>
                  </a:cubicBezTo>
                  <a:lnTo>
                    <a:pt x="91253" y="290277"/>
                  </a:lnTo>
                  <a:cubicBezTo>
                    <a:pt x="95730" y="292944"/>
                    <a:pt x="97254" y="298754"/>
                    <a:pt x="94492" y="303326"/>
                  </a:cubicBezTo>
                  <a:lnTo>
                    <a:pt x="94492" y="303326"/>
                  </a:lnTo>
                  <a:cubicBezTo>
                    <a:pt x="92682" y="306279"/>
                    <a:pt x="89539" y="307993"/>
                    <a:pt x="86300" y="307993"/>
                  </a:cubicBezTo>
                  <a:lnTo>
                    <a:pt x="86300" y="307993"/>
                  </a:lnTo>
                  <a:cubicBezTo>
                    <a:pt x="84681" y="307993"/>
                    <a:pt x="82967" y="307517"/>
                    <a:pt x="81443" y="306564"/>
                  </a:cubicBezTo>
                  <a:close/>
                  <a:moveTo>
                    <a:pt x="100683" y="274465"/>
                  </a:moveTo>
                  <a:cubicBezTo>
                    <a:pt x="96111" y="271798"/>
                    <a:pt x="94682" y="265988"/>
                    <a:pt x="97349" y="261416"/>
                  </a:cubicBezTo>
                  <a:lnTo>
                    <a:pt x="97349" y="261416"/>
                  </a:lnTo>
                  <a:cubicBezTo>
                    <a:pt x="100016" y="256939"/>
                    <a:pt x="105922" y="255415"/>
                    <a:pt x="110399" y="258177"/>
                  </a:cubicBezTo>
                  <a:lnTo>
                    <a:pt x="110399" y="258177"/>
                  </a:lnTo>
                  <a:cubicBezTo>
                    <a:pt x="114971" y="260844"/>
                    <a:pt x="116399" y="266750"/>
                    <a:pt x="113732" y="271227"/>
                  </a:cubicBezTo>
                  <a:lnTo>
                    <a:pt x="113732" y="271227"/>
                  </a:lnTo>
                  <a:cubicBezTo>
                    <a:pt x="111923" y="274179"/>
                    <a:pt x="108779" y="275894"/>
                    <a:pt x="105541" y="275894"/>
                  </a:cubicBezTo>
                  <a:lnTo>
                    <a:pt x="105541" y="275894"/>
                  </a:lnTo>
                  <a:cubicBezTo>
                    <a:pt x="103922" y="275894"/>
                    <a:pt x="102207" y="275418"/>
                    <a:pt x="100683" y="274465"/>
                  </a:cubicBezTo>
                  <a:close/>
                  <a:moveTo>
                    <a:pt x="119828" y="242461"/>
                  </a:moveTo>
                  <a:cubicBezTo>
                    <a:pt x="115352" y="239699"/>
                    <a:pt x="113828" y="233889"/>
                    <a:pt x="116590" y="229317"/>
                  </a:cubicBezTo>
                  <a:lnTo>
                    <a:pt x="116590" y="229317"/>
                  </a:lnTo>
                  <a:cubicBezTo>
                    <a:pt x="119257" y="224840"/>
                    <a:pt x="125067" y="223316"/>
                    <a:pt x="129639" y="226078"/>
                  </a:cubicBezTo>
                  <a:lnTo>
                    <a:pt x="129639" y="226078"/>
                  </a:lnTo>
                  <a:cubicBezTo>
                    <a:pt x="134116" y="228745"/>
                    <a:pt x="135640" y="234651"/>
                    <a:pt x="132878" y="239127"/>
                  </a:cubicBezTo>
                  <a:lnTo>
                    <a:pt x="132878" y="239127"/>
                  </a:lnTo>
                  <a:cubicBezTo>
                    <a:pt x="131068" y="242080"/>
                    <a:pt x="127925" y="243795"/>
                    <a:pt x="124686" y="243795"/>
                  </a:cubicBezTo>
                  <a:lnTo>
                    <a:pt x="124686" y="243795"/>
                  </a:lnTo>
                  <a:cubicBezTo>
                    <a:pt x="123067" y="243795"/>
                    <a:pt x="121352" y="243318"/>
                    <a:pt x="119828" y="242461"/>
                  </a:cubicBezTo>
                  <a:close/>
                  <a:moveTo>
                    <a:pt x="139069" y="210267"/>
                  </a:moveTo>
                  <a:cubicBezTo>
                    <a:pt x="134497" y="207600"/>
                    <a:pt x="133068" y="201789"/>
                    <a:pt x="135735" y="197217"/>
                  </a:cubicBezTo>
                  <a:lnTo>
                    <a:pt x="135735" y="197217"/>
                  </a:lnTo>
                  <a:cubicBezTo>
                    <a:pt x="138402" y="192741"/>
                    <a:pt x="144308" y="191217"/>
                    <a:pt x="148784" y="193979"/>
                  </a:cubicBezTo>
                  <a:lnTo>
                    <a:pt x="148784" y="193979"/>
                  </a:lnTo>
                  <a:cubicBezTo>
                    <a:pt x="153356" y="196646"/>
                    <a:pt x="154785" y="202456"/>
                    <a:pt x="152118" y="207028"/>
                  </a:cubicBezTo>
                  <a:lnTo>
                    <a:pt x="152118" y="207028"/>
                  </a:lnTo>
                  <a:cubicBezTo>
                    <a:pt x="150308" y="209981"/>
                    <a:pt x="147165" y="211600"/>
                    <a:pt x="143927" y="211600"/>
                  </a:cubicBezTo>
                  <a:lnTo>
                    <a:pt x="143927" y="211600"/>
                  </a:lnTo>
                  <a:cubicBezTo>
                    <a:pt x="142307" y="211600"/>
                    <a:pt x="140593" y="211219"/>
                    <a:pt x="139069" y="210267"/>
                  </a:cubicBezTo>
                  <a:close/>
                  <a:moveTo>
                    <a:pt x="158214" y="178167"/>
                  </a:moveTo>
                  <a:cubicBezTo>
                    <a:pt x="153737" y="175500"/>
                    <a:pt x="152309" y="169595"/>
                    <a:pt x="154976" y="165118"/>
                  </a:cubicBezTo>
                  <a:lnTo>
                    <a:pt x="154976" y="165118"/>
                  </a:lnTo>
                  <a:cubicBezTo>
                    <a:pt x="157643" y="160641"/>
                    <a:pt x="163453" y="159117"/>
                    <a:pt x="168025" y="161880"/>
                  </a:cubicBezTo>
                  <a:lnTo>
                    <a:pt x="168025" y="161880"/>
                  </a:lnTo>
                  <a:cubicBezTo>
                    <a:pt x="172502" y="164547"/>
                    <a:pt x="174026" y="170452"/>
                    <a:pt x="171263" y="174929"/>
                  </a:cubicBezTo>
                  <a:lnTo>
                    <a:pt x="171263" y="174929"/>
                  </a:lnTo>
                  <a:cubicBezTo>
                    <a:pt x="169549" y="177882"/>
                    <a:pt x="166310" y="179596"/>
                    <a:pt x="163072" y="179596"/>
                  </a:cubicBezTo>
                  <a:lnTo>
                    <a:pt x="163072" y="179596"/>
                  </a:lnTo>
                  <a:cubicBezTo>
                    <a:pt x="161453" y="179596"/>
                    <a:pt x="159738" y="179120"/>
                    <a:pt x="158214" y="178167"/>
                  </a:cubicBezTo>
                  <a:close/>
                  <a:moveTo>
                    <a:pt x="177455" y="146068"/>
                  </a:moveTo>
                  <a:cubicBezTo>
                    <a:pt x="172978" y="143401"/>
                    <a:pt x="171454" y="137496"/>
                    <a:pt x="174121" y="133019"/>
                  </a:cubicBezTo>
                  <a:lnTo>
                    <a:pt x="174121" y="133019"/>
                  </a:lnTo>
                  <a:cubicBezTo>
                    <a:pt x="176883" y="128542"/>
                    <a:pt x="182693" y="127018"/>
                    <a:pt x="187265" y="129780"/>
                  </a:cubicBezTo>
                  <a:lnTo>
                    <a:pt x="187265" y="129780"/>
                  </a:lnTo>
                  <a:cubicBezTo>
                    <a:pt x="191742" y="132447"/>
                    <a:pt x="193171" y="138258"/>
                    <a:pt x="190504" y="142830"/>
                  </a:cubicBezTo>
                  <a:lnTo>
                    <a:pt x="190504" y="142830"/>
                  </a:lnTo>
                  <a:cubicBezTo>
                    <a:pt x="188694" y="145782"/>
                    <a:pt x="185551" y="147402"/>
                    <a:pt x="182312" y="147402"/>
                  </a:cubicBezTo>
                  <a:lnTo>
                    <a:pt x="182312" y="147402"/>
                  </a:lnTo>
                  <a:cubicBezTo>
                    <a:pt x="180693" y="147402"/>
                    <a:pt x="178979" y="147021"/>
                    <a:pt x="177455" y="146068"/>
                  </a:cubicBezTo>
                  <a:close/>
                  <a:moveTo>
                    <a:pt x="196600" y="113969"/>
                  </a:moveTo>
                  <a:cubicBezTo>
                    <a:pt x="192123" y="111302"/>
                    <a:pt x="190694" y="105492"/>
                    <a:pt x="193361" y="100920"/>
                  </a:cubicBezTo>
                  <a:lnTo>
                    <a:pt x="193361" y="100920"/>
                  </a:lnTo>
                  <a:cubicBezTo>
                    <a:pt x="196028" y="96443"/>
                    <a:pt x="201839" y="94919"/>
                    <a:pt x="206411" y="97681"/>
                  </a:cubicBezTo>
                  <a:lnTo>
                    <a:pt x="206411" y="97681"/>
                  </a:lnTo>
                  <a:cubicBezTo>
                    <a:pt x="210887" y="100348"/>
                    <a:pt x="212411" y="106158"/>
                    <a:pt x="209649" y="110730"/>
                  </a:cubicBezTo>
                  <a:lnTo>
                    <a:pt x="209649" y="110730"/>
                  </a:lnTo>
                  <a:cubicBezTo>
                    <a:pt x="207935" y="113683"/>
                    <a:pt x="204696" y="115302"/>
                    <a:pt x="201553" y="115302"/>
                  </a:cubicBezTo>
                  <a:lnTo>
                    <a:pt x="201553" y="115302"/>
                  </a:lnTo>
                  <a:cubicBezTo>
                    <a:pt x="199838" y="115302"/>
                    <a:pt x="198124" y="114921"/>
                    <a:pt x="196600" y="113969"/>
                  </a:cubicBezTo>
                  <a:close/>
                  <a:moveTo>
                    <a:pt x="215840" y="81870"/>
                  </a:moveTo>
                  <a:cubicBezTo>
                    <a:pt x="211364" y="79203"/>
                    <a:pt x="209840" y="73297"/>
                    <a:pt x="212602" y="68820"/>
                  </a:cubicBezTo>
                  <a:lnTo>
                    <a:pt x="212602" y="68820"/>
                  </a:lnTo>
                  <a:cubicBezTo>
                    <a:pt x="215269" y="64344"/>
                    <a:pt x="221079" y="62820"/>
                    <a:pt x="225651" y="65487"/>
                  </a:cubicBezTo>
                  <a:lnTo>
                    <a:pt x="225651" y="65487"/>
                  </a:lnTo>
                  <a:cubicBezTo>
                    <a:pt x="230128" y="68249"/>
                    <a:pt x="231557" y="74059"/>
                    <a:pt x="228890" y="78631"/>
                  </a:cubicBezTo>
                  <a:lnTo>
                    <a:pt x="228890" y="78631"/>
                  </a:lnTo>
                  <a:cubicBezTo>
                    <a:pt x="227080" y="81584"/>
                    <a:pt x="223937" y="83203"/>
                    <a:pt x="220698" y="83203"/>
                  </a:cubicBezTo>
                  <a:lnTo>
                    <a:pt x="220698" y="83203"/>
                  </a:lnTo>
                  <a:cubicBezTo>
                    <a:pt x="219079" y="83203"/>
                    <a:pt x="217364" y="82822"/>
                    <a:pt x="215840" y="81870"/>
                  </a:cubicBezTo>
                  <a:close/>
                  <a:moveTo>
                    <a:pt x="234986" y="49770"/>
                  </a:moveTo>
                  <a:cubicBezTo>
                    <a:pt x="230509" y="47103"/>
                    <a:pt x="229080" y="41198"/>
                    <a:pt x="231747" y="36721"/>
                  </a:cubicBezTo>
                  <a:lnTo>
                    <a:pt x="231747" y="36721"/>
                  </a:lnTo>
                  <a:cubicBezTo>
                    <a:pt x="234414" y="32244"/>
                    <a:pt x="240320" y="30720"/>
                    <a:pt x="244796" y="33483"/>
                  </a:cubicBezTo>
                  <a:lnTo>
                    <a:pt x="244796" y="33483"/>
                  </a:lnTo>
                  <a:cubicBezTo>
                    <a:pt x="249273" y="36150"/>
                    <a:pt x="250797" y="41960"/>
                    <a:pt x="248035" y="46532"/>
                  </a:cubicBezTo>
                  <a:lnTo>
                    <a:pt x="248035" y="46532"/>
                  </a:lnTo>
                  <a:cubicBezTo>
                    <a:pt x="246320" y="49485"/>
                    <a:pt x="243177" y="51104"/>
                    <a:pt x="239939" y="51104"/>
                  </a:cubicBezTo>
                  <a:lnTo>
                    <a:pt x="239939" y="51104"/>
                  </a:lnTo>
                  <a:cubicBezTo>
                    <a:pt x="238224" y="51104"/>
                    <a:pt x="236510" y="50723"/>
                    <a:pt x="234986" y="49770"/>
                  </a:cubicBezTo>
                  <a:close/>
                  <a:moveTo>
                    <a:pt x="254226" y="17671"/>
                  </a:moveTo>
                  <a:cubicBezTo>
                    <a:pt x="249749" y="15004"/>
                    <a:pt x="248225" y="9194"/>
                    <a:pt x="250988" y="4622"/>
                  </a:cubicBezTo>
                  <a:lnTo>
                    <a:pt x="250988" y="4622"/>
                  </a:lnTo>
                  <a:cubicBezTo>
                    <a:pt x="253655" y="145"/>
                    <a:pt x="259465" y="-1379"/>
                    <a:pt x="264037" y="1383"/>
                  </a:cubicBezTo>
                  <a:lnTo>
                    <a:pt x="264037" y="1383"/>
                  </a:lnTo>
                  <a:cubicBezTo>
                    <a:pt x="268514" y="4050"/>
                    <a:pt x="269942" y="9861"/>
                    <a:pt x="267275" y="14433"/>
                  </a:cubicBezTo>
                  <a:lnTo>
                    <a:pt x="267275" y="14433"/>
                  </a:lnTo>
                  <a:cubicBezTo>
                    <a:pt x="265466" y="17385"/>
                    <a:pt x="262322" y="19005"/>
                    <a:pt x="259084" y="19005"/>
                  </a:cubicBezTo>
                  <a:lnTo>
                    <a:pt x="259084" y="19005"/>
                  </a:lnTo>
                  <a:cubicBezTo>
                    <a:pt x="257465" y="19005"/>
                    <a:pt x="255750" y="18624"/>
                    <a:pt x="254226" y="176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7DC13A0-07AD-4CF5-442A-E04911230099}"/>
                </a:ext>
              </a:extLst>
            </p:cNvPr>
            <p:cNvSpPr/>
            <p:nvPr/>
          </p:nvSpPr>
          <p:spPr>
            <a:xfrm>
              <a:off x="5825597" y="3636237"/>
              <a:ext cx="246830" cy="271583"/>
            </a:xfrm>
            <a:custGeom>
              <a:avLst/>
              <a:gdLst>
                <a:gd name="connsiteX0" fmla="*/ 230207 w 246830"/>
                <a:gd name="connsiteY0" fmla="*/ 268440 h 271583"/>
                <a:gd name="connsiteX1" fmla="*/ 230969 w 246830"/>
                <a:gd name="connsiteY1" fmla="*/ 255010 h 271583"/>
                <a:gd name="connsiteX2" fmla="*/ 230969 w 246830"/>
                <a:gd name="connsiteY2" fmla="*/ 255010 h 271583"/>
                <a:gd name="connsiteX3" fmla="*/ 244399 w 246830"/>
                <a:gd name="connsiteY3" fmla="*/ 255677 h 271583"/>
                <a:gd name="connsiteX4" fmla="*/ 244399 w 246830"/>
                <a:gd name="connsiteY4" fmla="*/ 255677 h 271583"/>
                <a:gd name="connsiteX5" fmla="*/ 243732 w 246830"/>
                <a:gd name="connsiteY5" fmla="*/ 269107 h 271583"/>
                <a:gd name="connsiteX6" fmla="*/ 243732 w 246830"/>
                <a:gd name="connsiteY6" fmla="*/ 269107 h 271583"/>
                <a:gd name="connsiteX7" fmla="*/ 237351 w 246830"/>
                <a:gd name="connsiteY7" fmla="*/ 271583 h 271583"/>
                <a:gd name="connsiteX8" fmla="*/ 237351 w 246830"/>
                <a:gd name="connsiteY8" fmla="*/ 271583 h 271583"/>
                <a:gd name="connsiteX9" fmla="*/ 230207 w 246830"/>
                <a:gd name="connsiteY9" fmla="*/ 268440 h 271583"/>
                <a:gd name="connsiteX10" fmla="*/ 204966 w 246830"/>
                <a:gd name="connsiteY10" fmla="*/ 240341 h 271583"/>
                <a:gd name="connsiteX11" fmla="*/ 205632 w 246830"/>
                <a:gd name="connsiteY11" fmla="*/ 226911 h 271583"/>
                <a:gd name="connsiteX12" fmla="*/ 205632 w 246830"/>
                <a:gd name="connsiteY12" fmla="*/ 226911 h 271583"/>
                <a:gd name="connsiteX13" fmla="*/ 219063 w 246830"/>
                <a:gd name="connsiteY13" fmla="*/ 227578 h 271583"/>
                <a:gd name="connsiteX14" fmla="*/ 219063 w 246830"/>
                <a:gd name="connsiteY14" fmla="*/ 227578 h 271583"/>
                <a:gd name="connsiteX15" fmla="*/ 218396 w 246830"/>
                <a:gd name="connsiteY15" fmla="*/ 241103 h 271583"/>
                <a:gd name="connsiteX16" fmla="*/ 218396 w 246830"/>
                <a:gd name="connsiteY16" fmla="*/ 241103 h 271583"/>
                <a:gd name="connsiteX17" fmla="*/ 212014 w 246830"/>
                <a:gd name="connsiteY17" fmla="*/ 243485 h 271583"/>
                <a:gd name="connsiteX18" fmla="*/ 212014 w 246830"/>
                <a:gd name="connsiteY18" fmla="*/ 243485 h 271583"/>
                <a:gd name="connsiteX19" fmla="*/ 204966 w 246830"/>
                <a:gd name="connsiteY19" fmla="*/ 240341 h 271583"/>
                <a:gd name="connsiteX20" fmla="*/ 179629 w 246830"/>
                <a:gd name="connsiteY20" fmla="*/ 212338 h 271583"/>
                <a:gd name="connsiteX21" fmla="*/ 180296 w 246830"/>
                <a:gd name="connsiteY21" fmla="*/ 198812 h 271583"/>
                <a:gd name="connsiteX22" fmla="*/ 180296 w 246830"/>
                <a:gd name="connsiteY22" fmla="*/ 198812 h 271583"/>
                <a:gd name="connsiteX23" fmla="*/ 193821 w 246830"/>
                <a:gd name="connsiteY23" fmla="*/ 199574 h 271583"/>
                <a:gd name="connsiteX24" fmla="*/ 193821 w 246830"/>
                <a:gd name="connsiteY24" fmla="*/ 199574 h 271583"/>
                <a:gd name="connsiteX25" fmla="*/ 193059 w 246830"/>
                <a:gd name="connsiteY25" fmla="*/ 213005 h 271583"/>
                <a:gd name="connsiteX26" fmla="*/ 193059 w 246830"/>
                <a:gd name="connsiteY26" fmla="*/ 213005 h 271583"/>
                <a:gd name="connsiteX27" fmla="*/ 186678 w 246830"/>
                <a:gd name="connsiteY27" fmla="*/ 215481 h 271583"/>
                <a:gd name="connsiteX28" fmla="*/ 186678 w 246830"/>
                <a:gd name="connsiteY28" fmla="*/ 215481 h 271583"/>
                <a:gd name="connsiteX29" fmla="*/ 179629 w 246830"/>
                <a:gd name="connsiteY29" fmla="*/ 212338 h 271583"/>
                <a:gd name="connsiteX30" fmla="*/ 154293 w 246830"/>
                <a:gd name="connsiteY30" fmla="*/ 184239 h 271583"/>
                <a:gd name="connsiteX31" fmla="*/ 155055 w 246830"/>
                <a:gd name="connsiteY31" fmla="*/ 170809 h 271583"/>
                <a:gd name="connsiteX32" fmla="*/ 155055 w 246830"/>
                <a:gd name="connsiteY32" fmla="*/ 170809 h 271583"/>
                <a:gd name="connsiteX33" fmla="*/ 168485 w 246830"/>
                <a:gd name="connsiteY33" fmla="*/ 171476 h 271583"/>
                <a:gd name="connsiteX34" fmla="*/ 168485 w 246830"/>
                <a:gd name="connsiteY34" fmla="*/ 171476 h 271583"/>
                <a:gd name="connsiteX35" fmla="*/ 167723 w 246830"/>
                <a:gd name="connsiteY35" fmla="*/ 185001 h 271583"/>
                <a:gd name="connsiteX36" fmla="*/ 167723 w 246830"/>
                <a:gd name="connsiteY36" fmla="*/ 185001 h 271583"/>
                <a:gd name="connsiteX37" fmla="*/ 161436 w 246830"/>
                <a:gd name="connsiteY37" fmla="*/ 187382 h 271583"/>
                <a:gd name="connsiteX38" fmla="*/ 161436 w 246830"/>
                <a:gd name="connsiteY38" fmla="*/ 187382 h 271583"/>
                <a:gd name="connsiteX39" fmla="*/ 154293 w 246830"/>
                <a:gd name="connsiteY39" fmla="*/ 184239 h 271583"/>
                <a:gd name="connsiteX40" fmla="*/ 129051 w 246830"/>
                <a:gd name="connsiteY40" fmla="*/ 156236 h 271583"/>
                <a:gd name="connsiteX41" fmla="*/ 129718 w 246830"/>
                <a:gd name="connsiteY41" fmla="*/ 142710 h 271583"/>
                <a:gd name="connsiteX42" fmla="*/ 129718 w 246830"/>
                <a:gd name="connsiteY42" fmla="*/ 142710 h 271583"/>
                <a:gd name="connsiteX43" fmla="*/ 143148 w 246830"/>
                <a:gd name="connsiteY43" fmla="*/ 143472 h 271583"/>
                <a:gd name="connsiteX44" fmla="*/ 143148 w 246830"/>
                <a:gd name="connsiteY44" fmla="*/ 143472 h 271583"/>
                <a:gd name="connsiteX45" fmla="*/ 142482 w 246830"/>
                <a:gd name="connsiteY45" fmla="*/ 156902 h 271583"/>
                <a:gd name="connsiteX46" fmla="*/ 142482 w 246830"/>
                <a:gd name="connsiteY46" fmla="*/ 156902 h 271583"/>
                <a:gd name="connsiteX47" fmla="*/ 136100 w 246830"/>
                <a:gd name="connsiteY47" fmla="*/ 159284 h 271583"/>
                <a:gd name="connsiteX48" fmla="*/ 136100 w 246830"/>
                <a:gd name="connsiteY48" fmla="*/ 159284 h 271583"/>
                <a:gd name="connsiteX49" fmla="*/ 129051 w 246830"/>
                <a:gd name="connsiteY49" fmla="*/ 156236 h 271583"/>
                <a:gd name="connsiteX50" fmla="*/ 103715 w 246830"/>
                <a:gd name="connsiteY50" fmla="*/ 128137 h 271583"/>
                <a:gd name="connsiteX51" fmla="*/ 104382 w 246830"/>
                <a:gd name="connsiteY51" fmla="*/ 114707 h 271583"/>
                <a:gd name="connsiteX52" fmla="*/ 104382 w 246830"/>
                <a:gd name="connsiteY52" fmla="*/ 114707 h 271583"/>
                <a:gd name="connsiteX53" fmla="*/ 117812 w 246830"/>
                <a:gd name="connsiteY53" fmla="*/ 115373 h 271583"/>
                <a:gd name="connsiteX54" fmla="*/ 117812 w 246830"/>
                <a:gd name="connsiteY54" fmla="*/ 115373 h 271583"/>
                <a:gd name="connsiteX55" fmla="*/ 117145 w 246830"/>
                <a:gd name="connsiteY55" fmla="*/ 128804 h 271583"/>
                <a:gd name="connsiteX56" fmla="*/ 117145 w 246830"/>
                <a:gd name="connsiteY56" fmla="*/ 128804 h 271583"/>
                <a:gd name="connsiteX57" fmla="*/ 110763 w 246830"/>
                <a:gd name="connsiteY57" fmla="*/ 131280 h 271583"/>
                <a:gd name="connsiteX58" fmla="*/ 110763 w 246830"/>
                <a:gd name="connsiteY58" fmla="*/ 131280 h 271583"/>
                <a:gd name="connsiteX59" fmla="*/ 103715 w 246830"/>
                <a:gd name="connsiteY59" fmla="*/ 128137 h 271583"/>
                <a:gd name="connsiteX60" fmla="*/ 78378 w 246830"/>
                <a:gd name="connsiteY60" fmla="*/ 100038 h 271583"/>
                <a:gd name="connsiteX61" fmla="*/ 79140 w 246830"/>
                <a:gd name="connsiteY61" fmla="*/ 86608 h 271583"/>
                <a:gd name="connsiteX62" fmla="*/ 79140 w 246830"/>
                <a:gd name="connsiteY62" fmla="*/ 86608 h 271583"/>
                <a:gd name="connsiteX63" fmla="*/ 92571 w 246830"/>
                <a:gd name="connsiteY63" fmla="*/ 87370 h 271583"/>
                <a:gd name="connsiteX64" fmla="*/ 92571 w 246830"/>
                <a:gd name="connsiteY64" fmla="*/ 87370 h 271583"/>
                <a:gd name="connsiteX65" fmla="*/ 91809 w 246830"/>
                <a:gd name="connsiteY65" fmla="*/ 100800 h 271583"/>
                <a:gd name="connsiteX66" fmla="*/ 91809 w 246830"/>
                <a:gd name="connsiteY66" fmla="*/ 100800 h 271583"/>
                <a:gd name="connsiteX67" fmla="*/ 85427 w 246830"/>
                <a:gd name="connsiteY67" fmla="*/ 103181 h 271583"/>
                <a:gd name="connsiteX68" fmla="*/ 85427 w 246830"/>
                <a:gd name="connsiteY68" fmla="*/ 103181 h 271583"/>
                <a:gd name="connsiteX69" fmla="*/ 78378 w 246830"/>
                <a:gd name="connsiteY69" fmla="*/ 100038 h 271583"/>
                <a:gd name="connsiteX70" fmla="*/ 53042 w 246830"/>
                <a:gd name="connsiteY70" fmla="*/ 72035 h 271583"/>
                <a:gd name="connsiteX71" fmla="*/ 53804 w 246830"/>
                <a:gd name="connsiteY71" fmla="*/ 58604 h 271583"/>
                <a:gd name="connsiteX72" fmla="*/ 53804 w 246830"/>
                <a:gd name="connsiteY72" fmla="*/ 58604 h 271583"/>
                <a:gd name="connsiteX73" fmla="*/ 67234 w 246830"/>
                <a:gd name="connsiteY73" fmla="*/ 59271 h 271583"/>
                <a:gd name="connsiteX74" fmla="*/ 67234 w 246830"/>
                <a:gd name="connsiteY74" fmla="*/ 59271 h 271583"/>
                <a:gd name="connsiteX75" fmla="*/ 66472 w 246830"/>
                <a:gd name="connsiteY75" fmla="*/ 72701 h 271583"/>
                <a:gd name="connsiteX76" fmla="*/ 66472 w 246830"/>
                <a:gd name="connsiteY76" fmla="*/ 72701 h 271583"/>
                <a:gd name="connsiteX77" fmla="*/ 60186 w 246830"/>
                <a:gd name="connsiteY77" fmla="*/ 75178 h 271583"/>
                <a:gd name="connsiteX78" fmla="*/ 60186 w 246830"/>
                <a:gd name="connsiteY78" fmla="*/ 75178 h 271583"/>
                <a:gd name="connsiteX79" fmla="*/ 53042 w 246830"/>
                <a:gd name="connsiteY79" fmla="*/ 72035 h 271583"/>
                <a:gd name="connsiteX80" fmla="*/ 27801 w 246830"/>
                <a:gd name="connsiteY80" fmla="*/ 43936 h 271583"/>
                <a:gd name="connsiteX81" fmla="*/ 28467 w 246830"/>
                <a:gd name="connsiteY81" fmla="*/ 30506 h 271583"/>
                <a:gd name="connsiteX82" fmla="*/ 28467 w 246830"/>
                <a:gd name="connsiteY82" fmla="*/ 30506 h 271583"/>
                <a:gd name="connsiteX83" fmla="*/ 41898 w 246830"/>
                <a:gd name="connsiteY83" fmla="*/ 31172 h 271583"/>
                <a:gd name="connsiteX84" fmla="*/ 41898 w 246830"/>
                <a:gd name="connsiteY84" fmla="*/ 31172 h 271583"/>
                <a:gd name="connsiteX85" fmla="*/ 41231 w 246830"/>
                <a:gd name="connsiteY85" fmla="*/ 44603 h 271583"/>
                <a:gd name="connsiteX86" fmla="*/ 41231 w 246830"/>
                <a:gd name="connsiteY86" fmla="*/ 44603 h 271583"/>
                <a:gd name="connsiteX87" fmla="*/ 34849 w 246830"/>
                <a:gd name="connsiteY87" fmla="*/ 47079 h 271583"/>
                <a:gd name="connsiteX88" fmla="*/ 34849 w 246830"/>
                <a:gd name="connsiteY88" fmla="*/ 47079 h 271583"/>
                <a:gd name="connsiteX89" fmla="*/ 27801 w 246830"/>
                <a:gd name="connsiteY89" fmla="*/ 43936 h 271583"/>
                <a:gd name="connsiteX90" fmla="*/ 2464 w 246830"/>
                <a:gd name="connsiteY90" fmla="*/ 15932 h 271583"/>
                <a:gd name="connsiteX91" fmla="*/ 3131 w 246830"/>
                <a:gd name="connsiteY91" fmla="*/ 2502 h 271583"/>
                <a:gd name="connsiteX92" fmla="*/ 3131 w 246830"/>
                <a:gd name="connsiteY92" fmla="*/ 2502 h 271583"/>
                <a:gd name="connsiteX93" fmla="*/ 16561 w 246830"/>
                <a:gd name="connsiteY93" fmla="*/ 3169 h 271583"/>
                <a:gd name="connsiteX94" fmla="*/ 16561 w 246830"/>
                <a:gd name="connsiteY94" fmla="*/ 3169 h 271583"/>
                <a:gd name="connsiteX95" fmla="*/ 15894 w 246830"/>
                <a:gd name="connsiteY95" fmla="*/ 16599 h 271583"/>
                <a:gd name="connsiteX96" fmla="*/ 15894 w 246830"/>
                <a:gd name="connsiteY96" fmla="*/ 16599 h 271583"/>
                <a:gd name="connsiteX97" fmla="*/ 9513 w 246830"/>
                <a:gd name="connsiteY97" fmla="*/ 19076 h 271583"/>
                <a:gd name="connsiteX98" fmla="*/ 9513 w 246830"/>
                <a:gd name="connsiteY98" fmla="*/ 19076 h 271583"/>
                <a:gd name="connsiteX99" fmla="*/ 2464 w 246830"/>
                <a:gd name="connsiteY99" fmla="*/ 15932 h 271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46830" h="271583">
                  <a:moveTo>
                    <a:pt x="230207" y="268440"/>
                  </a:moveTo>
                  <a:cubicBezTo>
                    <a:pt x="226683" y="264535"/>
                    <a:pt x="226968" y="258439"/>
                    <a:pt x="230969" y="255010"/>
                  </a:cubicBezTo>
                  <a:lnTo>
                    <a:pt x="230969" y="255010"/>
                  </a:lnTo>
                  <a:cubicBezTo>
                    <a:pt x="234779" y="251390"/>
                    <a:pt x="240875" y="251771"/>
                    <a:pt x="244399" y="255677"/>
                  </a:cubicBezTo>
                  <a:lnTo>
                    <a:pt x="244399" y="255677"/>
                  </a:lnTo>
                  <a:cubicBezTo>
                    <a:pt x="247923" y="259582"/>
                    <a:pt x="247542" y="265583"/>
                    <a:pt x="243732" y="269107"/>
                  </a:cubicBezTo>
                  <a:lnTo>
                    <a:pt x="243732" y="269107"/>
                  </a:lnTo>
                  <a:cubicBezTo>
                    <a:pt x="241827" y="270726"/>
                    <a:pt x="239541" y="271583"/>
                    <a:pt x="237351" y="271583"/>
                  </a:cubicBezTo>
                  <a:lnTo>
                    <a:pt x="237351" y="271583"/>
                  </a:lnTo>
                  <a:cubicBezTo>
                    <a:pt x="234684" y="271583"/>
                    <a:pt x="232112" y="270536"/>
                    <a:pt x="230207" y="268440"/>
                  </a:cubicBezTo>
                  <a:close/>
                  <a:moveTo>
                    <a:pt x="204966" y="240341"/>
                  </a:moveTo>
                  <a:cubicBezTo>
                    <a:pt x="201346" y="236436"/>
                    <a:pt x="201727" y="230435"/>
                    <a:pt x="205632" y="226911"/>
                  </a:cubicBezTo>
                  <a:lnTo>
                    <a:pt x="205632" y="226911"/>
                  </a:lnTo>
                  <a:cubicBezTo>
                    <a:pt x="209538" y="223387"/>
                    <a:pt x="215538" y="223673"/>
                    <a:pt x="219063" y="227578"/>
                  </a:cubicBezTo>
                  <a:lnTo>
                    <a:pt x="219063" y="227578"/>
                  </a:lnTo>
                  <a:cubicBezTo>
                    <a:pt x="222587" y="231483"/>
                    <a:pt x="222301" y="237484"/>
                    <a:pt x="218396" y="241103"/>
                  </a:cubicBezTo>
                  <a:lnTo>
                    <a:pt x="218396" y="241103"/>
                  </a:lnTo>
                  <a:cubicBezTo>
                    <a:pt x="216586" y="242723"/>
                    <a:pt x="214300" y="243485"/>
                    <a:pt x="212014" y="243485"/>
                  </a:cubicBezTo>
                  <a:lnTo>
                    <a:pt x="212014" y="243485"/>
                  </a:lnTo>
                  <a:cubicBezTo>
                    <a:pt x="209347" y="243485"/>
                    <a:pt x="206775" y="242437"/>
                    <a:pt x="204966" y="240341"/>
                  </a:cubicBezTo>
                  <a:close/>
                  <a:moveTo>
                    <a:pt x="179629" y="212338"/>
                  </a:moveTo>
                  <a:cubicBezTo>
                    <a:pt x="176105" y="208433"/>
                    <a:pt x="176391" y="202337"/>
                    <a:pt x="180296" y="198812"/>
                  </a:cubicBezTo>
                  <a:lnTo>
                    <a:pt x="180296" y="198812"/>
                  </a:lnTo>
                  <a:cubicBezTo>
                    <a:pt x="184201" y="195288"/>
                    <a:pt x="190202" y="195669"/>
                    <a:pt x="193821" y="199574"/>
                  </a:cubicBezTo>
                  <a:lnTo>
                    <a:pt x="193821" y="199574"/>
                  </a:lnTo>
                  <a:cubicBezTo>
                    <a:pt x="197250" y="203480"/>
                    <a:pt x="196965" y="209480"/>
                    <a:pt x="193059" y="213005"/>
                  </a:cubicBezTo>
                  <a:lnTo>
                    <a:pt x="193059" y="213005"/>
                  </a:lnTo>
                  <a:cubicBezTo>
                    <a:pt x="191250" y="214624"/>
                    <a:pt x="188964" y="215481"/>
                    <a:pt x="186678" y="215481"/>
                  </a:cubicBezTo>
                  <a:lnTo>
                    <a:pt x="186678" y="215481"/>
                  </a:lnTo>
                  <a:cubicBezTo>
                    <a:pt x="184106" y="215481"/>
                    <a:pt x="181534" y="214433"/>
                    <a:pt x="179629" y="212338"/>
                  </a:cubicBezTo>
                  <a:close/>
                  <a:moveTo>
                    <a:pt x="154293" y="184239"/>
                  </a:moveTo>
                  <a:cubicBezTo>
                    <a:pt x="150768" y="180334"/>
                    <a:pt x="151054" y="174333"/>
                    <a:pt x="155055" y="170809"/>
                  </a:cubicBezTo>
                  <a:lnTo>
                    <a:pt x="155055" y="170809"/>
                  </a:lnTo>
                  <a:cubicBezTo>
                    <a:pt x="158865" y="167285"/>
                    <a:pt x="164961" y="167570"/>
                    <a:pt x="168485" y="171476"/>
                  </a:cubicBezTo>
                  <a:lnTo>
                    <a:pt x="168485" y="171476"/>
                  </a:lnTo>
                  <a:cubicBezTo>
                    <a:pt x="172009" y="175381"/>
                    <a:pt x="171628" y="181382"/>
                    <a:pt x="167723" y="185001"/>
                  </a:cubicBezTo>
                  <a:lnTo>
                    <a:pt x="167723" y="185001"/>
                  </a:lnTo>
                  <a:cubicBezTo>
                    <a:pt x="165913" y="186620"/>
                    <a:pt x="163627" y="187382"/>
                    <a:pt x="161436" y="187382"/>
                  </a:cubicBezTo>
                  <a:lnTo>
                    <a:pt x="161436" y="187382"/>
                  </a:lnTo>
                  <a:cubicBezTo>
                    <a:pt x="158769" y="187382"/>
                    <a:pt x="156198" y="186335"/>
                    <a:pt x="154293" y="184239"/>
                  </a:cubicBezTo>
                  <a:close/>
                  <a:moveTo>
                    <a:pt x="129051" y="156236"/>
                  </a:moveTo>
                  <a:cubicBezTo>
                    <a:pt x="125432" y="152235"/>
                    <a:pt x="125813" y="146234"/>
                    <a:pt x="129718" y="142710"/>
                  </a:cubicBezTo>
                  <a:lnTo>
                    <a:pt x="129718" y="142710"/>
                  </a:lnTo>
                  <a:cubicBezTo>
                    <a:pt x="133623" y="139186"/>
                    <a:pt x="139624" y="139472"/>
                    <a:pt x="143148" y="143472"/>
                  </a:cubicBezTo>
                  <a:lnTo>
                    <a:pt x="143148" y="143472"/>
                  </a:lnTo>
                  <a:cubicBezTo>
                    <a:pt x="146673" y="147377"/>
                    <a:pt x="146387" y="153378"/>
                    <a:pt x="142482" y="156902"/>
                  </a:cubicBezTo>
                  <a:lnTo>
                    <a:pt x="142482" y="156902"/>
                  </a:lnTo>
                  <a:cubicBezTo>
                    <a:pt x="140672" y="158522"/>
                    <a:pt x="138386" y="159284"/>
                    <a:pt x="136100" y="159284"/>
                  </a:cubicBezTo>
                  <a:lnTo>
                    <a:pt x="136100" y="159284"/>
                  </a:lnTo>
                  <a:cubicBezTo>
                    <a:pt x="133433" y="159284"/>
                    <a:pt x="130861" y="158236"/>
                    <a:pt x="129051" y="156236"/>
                  </a:cubicBezTo>
                  <a:close/>
                  <a:moveTo>
                    <a:pt x="103715" y="128137"/>
                  </a:moveTo>
                  <a:cubicBezTo>
                    <a:pt x="100191" y="124232"/>
                    <a:pt x="100476" y="118231"/>
                    <a:pt x="104382" y="114707"/>
                  </a:cubicBezTo>
                  <a:lnTo>
                    <a:pt x="104382" y="114707"/>
                  </a:lnTo>
                  <a:cubicBezTo>
                    <a:pt x="108287" y="111182"/>
                    <a:pt x="114288" y="111468"/>
                    <a:pt x="117812" y="115373"/>
                  </a:cubicBezTo>
                  <a:lnTo>
                    <a:pt x="117812" y="115373"/>
                  </a:lnTo>
                  <a:cubicBezTo>
                    <a:pt x="121336" y="119279"/>
                    <a:pt x="121050" y="125279"/>
                    <a:pt x="117145" y="128804"/>
                  </a:cubicBezTo>
                  <a:lnTo>
                    <a:pt x="117145" y="128804"/>
                  </a:lnTo>
                  <a:cubicBezTo>
                    <a:pt x="115335" y="130423"/>
                    <a:pt x="113049" y="131280"/>
                    <a:pt x="110763" y="131280"/>
                  </a:cubicBezTo>
                  <a:lnTo>
                    <a:pt x="110763" y="131280"/>
                  </a:lnTo>
                  <a:cubicBezTo>
                    <a:pt x="108192" y="131280"/>
                    <a:pt x="105525" y="130232"/>
                    <a:pt x="103715" y="128137"/>
                  </a:cubicBezTo>
                  <a:close/>
                  <a:moveTo>
                    <a:pt x="78378" y="100038"/>
                  </a:moveTo>
                  <a:cubicBezTo>
                    <a:pt x="74854" y="96133"/>
                    <a:pt x="75140" y="90132"/>
                    <a:pt x="79140" y="86608"/>
                  </a:cubicBezTo>
                  <a:lnTo>
                    <a:pt x="79140" y="86608"/>
                  </a:lnTo>
                  <a:cubicBezTo>
                    <a:pt x="82950" y="83084"/>
                    <a:pt x="89046" y="83369"/>
                    <a:pt x="92571" y="87370"/>
                  </a:cubicBezTo>
                  <a:lnTo>
                    <a:pt x="92571" y="87370"/>
                  </a:lnTo>
                  <a:cubicBezTo>
                    <a:pt x="96095" y="91180"/>
                    <a:pt x="95714" y="97276"/>
                    <a:pt x="91809" y="100800"/>
                  </a:cubicBezTo>
                  <a:lnTo>
                    <a:pt x="91809" y="100800"/>
                  </a:lnTo>
                  <a:cubicBezTo>
                    <a:pt x="89999" y="102419"/>
                    <a:pt x="87713" y="103181"/>
                    <a:pt x="85427" y="103181"/>
                  </a:cubicBezTo>
                  <a:lnTo>
                    <a:pt x="85427" y="103181"/>
                  </a:lnTo>
                  <a:cubicBezTo>
                    <a:pt x="82855" y="103181"/>
                    <a:pt x="80283" y="102134"/>
                    <a:pt x="78378" y="100038"/>
                  </a:cubicBezTo>
                  <a:close/>
                  <a:moveTo>
                    <a:pt x="53042" y="72035"/>
                  </a:moveTo>
                  <a:cubicBezTo>
                    <a:pt x="49518" y="68129"/>
                    <a:pt x="49899" y="62033"/>
                    <a:pt x="53804" y="58604"/>
                  </a:cubicBezTo>
                  <a:lnTo>
                    <a:pt x="53804" y="58604"/>
                  </a:lnTo>
                  <a:cubicBezTo>
                    <a:pt x="57709" y="54985"/>
                    <a:pt x="63710" y="55366"/>
                    <a:pt x="67234" y="59271"/>
                  </a:cubicBezTo>
                  <a:lnTo>
                    <a:pt x="67234" y="59271"/>
                  </a:lnTo>
                  <a:cubicBezTo>
                    <a:pt x="70758" y="63176"/>
                    <a:pt x="70473" y="69177"/>
                    <a:pt x="66472" y="72701"/>
                  </a:cubicBezTo>
                  <a:lnTo>
                    <a:pt x="66472" y="72701"/>
                  </a:lnTo>
                  <a:cubicBezTo>
                    <a:pt x="64758" y="74321"/>
                    <a:pt x="62472" y="75178"/>
                    <a:pt x="60186" y="75178"/>
                  </a:cubicBezTo>
                  <a:lnTo>
                    <a:pt x="60186" y="75178"/>
                  </a:lnTo>
                  <a:cubicBezTo>
                    <a:pt x="57614" y="75178"/>
                    <a:pt x="54947" y="74130"/>
                    <a:pt x="53042" y="72035"/>
                  </a:cubicBezTo>
                  <a:close/>
                  <a:moveTo>
                    <a:pt x="27801" y="43936"/>
                  </a:moveTo>
                  <a:cubicBezTo>
                    <a:pt x="24276" y="40031"/>
                    <a:pt x="24562" y="34030"/>
                    <a:pt x="28467" y="30506"/>
                  </a:cubicBezTo>
                  <a:lnTo>
                    <a:pt x="28467" y="30506"/>
                  </a:lnTo>
                  <a:cubicBezTo>
                    <a:pt x="32373" y="26981"/>
                    <a:pt x="38373" y="27267"/>
                    <a:pt x="41898" y="31172"/>
                  </a:cubicBezTo>
                  <a:lnTo>
                    <a:pt x="41898" y="31172"/>
                  </a:lnTo>
                  <a:cubicBezTo>
                    <a:pt x="45422" y="35078"/>
                    <a:pt x="45136" y="41078"/>
                    <a:pt x="41231" y="44603"/>
                  </a:cubicBezTo>
                  <a:lnTo>
                    <a:pt x="41231" y="44603"/>
                  </a:lnTo>
                  <a:cubicBezTo>
                    <a:pt x="39421" y="46317"/>
                    <a:pt x="37135" y="47079"/>
                    <a:pt x="34849" y="47079"/>
                  </a:cubicBezTo>
                  <a:lnTo>
                    <a:pt x="34849" y="47079"/>
                  </a:lnTo>
                  <a:cubicBezTo>
                    <a:pt x="32277" y="47079"/>
                    <a:pt x="29610" y="46031"/>
                    <a:pt x="27801" y="43936"/>
                  </a:cubicBezTo>
                  <a:close/>
                  <a:moveTo>
                    <a:pt x="2464" y="15932"/>
                  </a:moveTo>
                  <a:cubicBezTo>
                    <a:pt x="-1060" y="12027"/>
                    <a:pt x="-774" y="5931"/>
                    <a:pt x="3131" y="2502"/>
                  </a:cubicBezTo>
                  <a:lnTo>
                    <a:pt x="3131" y="2502"/>
                  </a:lnTo>
                  <a:cubicBezTo>
                    <a:pt x="7131" y="-1117"/>
                    <a:pt x="13132" y="-736"/>
                    <a:pt x="16561" y="3169"/>
                  </a:cubicBezTo>
                  <a:lnTo>
                    <a:pt x="16561" y="3169"/>
                  </a:lnTo>
                  <a:cubicBezTo>
                    <a:pt x="20181" y="7074"/>
                    <a:pt x="19800" y="13075"/>
                    <a:pt x="15894" y="16599"/>
                  </a:cubicBezTo>
                  <a:lnTo>
                    <a:pt x="15894" y="16599"/>
                  </a:lnTo>
                  <a:cubicBezTo>
                    <a:pt x="14085" y="18218"/>
                    <a:pt x="11799" y="19076"/>
                    <a:pt x="9513" y="19076"/>
                  </a:cubicBezTo>
                  <a:lnTo>
                    <a:pt x="9513" y="19076"/>
                  </a:lnTo>
                  <a:cubicBezTo>
                    <a:pt x="6941" y="19076"/>
                    <a:pt x="4369" y="17933"/>
                    <a:pt x="2464" y="1593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B1255FD-1DEC-9CA5-9C9A-2A23DC4B647B}"/>
                </a:ext>
              </a:extLst>
            </p:cNvPr>
            <p:cNvSpPr/>
            <p:nvPr/>
          </p:nvSpPr>
          <p:spPr>
            <a:xfrm>
              <a:off x="6096952" y="3916774"/>
              <a:ext cx="19145" cy="19145"/>
            </a:xfrm>
            <a:custGeom>
              <a:avLst/>
              <a:gdLst>
                <a:gd name="connsiteX0" fmla="*/ 0 w 19145"/>
                <a:gd name="connsiteY0" fmla="*/ 9620 h 19145"/>
                <a:gd name="connsiteX1" fmla="*/ 9525 w 19145"/>
                <a:gd name="connsiteY1" fmla="*/ 0 h 19145"/>
                <a:gd name="connsiteX2" fmla="*/ 9525 w 19145"/>
                <a:gd name="connsiteY2" fmla="*/ 0 h 19145"/>
                <a:gd name="connsiteX3" fmla="*/ 19145 w 19145"/>
                <a:gd name="connsiteY3" fmla="*/ 9620 h 19145"/>
                <a:gd name="connsiteX4" fmla="*/ 19145 w 19145"/>
                <a:gd name="connsiteY4" fmla="*/ 9620 h 19145"/>
                <a:gd name="connsiteX5" fmla="*/ 9525 w 19145"/>
                <a:gd name="connsiteY5" fmla="*/ 19145 h 19145"/>
                <a:gd name="connsiteX6" fmla="*/ 9525 w 19145"/>
                <a:gd name="connsiteY6" fmla="*/ 19145 h 19145"/>
                <a:gd name="connsiteX7" fmla="*/ 0 w 19145"/>
                <a:gd name="connsiteY7" fmla="*/ 9620 h 1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45" h="19145">
                  <a:moveTo>
                    <a:pt x="0" y="9620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145" y="4286"/>
                    <a:pt x="19145" y="9620"/>
                  </a:cubicBezTo>
                  <a:lnTo>
                    <a:pt x="19145" y="9620"/>
                  </a:lnTo>
                  <a:cubicBezTo>
                    <a:pt x="19145" y="14859"/>
                    <a:pt x="14859" y="19145"/>
                    <a:pt x="9525" y="19145"/>
                  </a:cubicBezTo>
                  <a:lnTo>
                    <a:pt x="9525" y="19145"/>
                  </a:lnTo>
                  <a:cubicBezTo>
                    <a:pt x="4286" y="19145"/>
                    <a:pt x="0" y="14859"/>
                    <a:pt x="0" y="96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85142D1-B6CA-2AD6-5DB6-BA6F636A2EA6}"/>
                </a:ext>
              </a:extLst>
            </p:cNvPr>
            <p:cNvSpPr/>
            <p:nvPr/>
          </p:nvSpPr>
          <p:spPr>
            <a:xfrm>
              <a:off x="6123594" y="3632901"/>
              <a:ext cx="258482" cy="274538"/>
            </a:xfrm>
            <a:custGeom>
              <a:avLst/>
              <a:gdLst>
                <a:gd name="connsiteX0" fmla="*/ 2981 w 258482"/>
                <a:gd name="connsiteY0" fmla="*/ 271967 h 274538"/>
                <a:gd name="connsiteX1" fmla="*/ 2600 w 258482"/>
                <a:gd name="connsiteY1" fmla="*/ 258536 h 274538"/>
                <a:gd name="connsiteX2" fmla="*/ 2600 w 258482"/>
                <a:gd name="connsiteY2" fmla="*/ 258536 h 274538"/>
                <a:gd name="connsiteX3" fmla="*/ 16030 w 258482"/>
                <a:gd name="connsiteY3" fmla="*/ 258060 h 274538"/>
                <a:gd name="connsiteX4" fmla="*/ 16030 w 258482"/>
                <a:gd name="connsiteY4" fmla="*/ 258060 h 274538"/>
                <a:gd name="connsiteX5" fmla="*/ 16506 w 258482"/>
                <a:gd name="connsiteY5" fmla="*/ 271586 h 274538"/>
                <a:gd name="connsiteX6" fmla="*/ 16506 w 258482"/>
                <a:gd name="connsiteY6" fmla="*/ 271586 h 274538"/>
                <a:gd name="connsiteX7" fmla="*/ 9553 w 258482"/>
                <a:gd name="connsiteY7" fmla="*/ 274538 h 274538"/>
                <a:gd name="connsiteX8" fmla="*/ 9553 w 258482"/>
                <a:gd name="connsiteY8" fmla="*/ 274538 h 274538"/>
                <a:gd name="connsiteX9" fmla="*/ 2981 w 258482"/>
                <a:gd name="connsiteY9" fmla="*/ 271967 h 274538"/>
                <a:gd name="connsiteX10" fmla="*/ 29555 w 258482"/>
                <a:gd name="connsiteY10" fmla="*/ 243582 h 274538"/>
                <a:gd name="connsiteX11" fmla="*/ 29174 w 258482"/>
                <a:gd name="connsiteY11" fmla="*/ 230152 h 274538"/>
                <a:gd name="connsiteX12" fmla="*/ 29174 w 258482"/>
                <a:gd name="connsiteY12" fmla="*/ 230152 h 274538"/>
                <a:gd name="connsiteX13" fmla="*/ 42605 w 258482"/>
                <a:gd name="connsiteY13" fmla="*/ 229676 h 274538"/>
                <a:gd name="connsiteX14" fmla="*/ 42605 w 258482"/>
                <a:gd name="connsiteY14" fmla="*/ 229676 h 274538"/>
                <a:gd name="connsiteX15" fmla="*/ 43081 w 258482"/>
                <a:gd name="connsiteY15" fmla="*/ 243201 h 274538"/>
                <a:gd name="connsiteX16" fmla="*/ 43081 w 258482"/>
                <a:gd name="connsiteY16" fmla="*/ 243201 h 274538"/>
                <a:gd name="connsiteX17" fmla="*/ 36128 w 258482"/>
                <a:gd name="connsiteY17" fmla="*/ 246154 h 274538"/>
                <a:gd name="connsiteX18" fmla="*/ 36128 w 258482"/>
                <a:gd name="connsiteY18" fmla="*/ 246154 h 274538"/>
                <a:gd name="connsiteX19" fmla="*/ 29555 w 258482"/>
                <a:gd name="connsiteY19" fmla="*/ 243582 h 274538"/>
                <a:gd name="connsiteX20" fmla="*/ 56225 w 258482"/>
                <a:gd name="connsiteY20" fmla="*/ 215198 h 274538"/>
                <a:gd name="connsiteX21" fmla="*/ 55749 w 258482"/>
                <a:gd name="connsiteY21" fmla="*/ 201767 h 274538"/>
                <a:gd name="connsiteX22" fmla="*/ 55749 w 258482"/>
                <a:gd name="connsiteY22" fmla="*/ 201767 h 274538"/>
                <a:gd name="connsiteX23" fmla="*/ 69275 w 258482"/>
                <a:gd name="connsiteY23" fmla="*/ 201291 h 274538"/>
                <a:gd name="connsiteX24" fmla="*/ 69275 w 258482"/>
                <a:gd name="connsiteY24" fmla="*/ 201291 h 274538"/>
                <a:gd name="connsiteX25" fmla="*/ 69656 w 258482"/>
                <a:gd name="connsiteY25" fmla="*/ 214721 h 274538"/>
                <a:gd name="connsiteX26" fmla="*/ 69656 w 258482"/>
                <a:gd name="connsiteY26" fmla="*/ 214721 h 274538"/>
                <a:gd name="connsiteX27" fmla="*/ 62702 w 258482"/>
                <a:gd name="connsiteY27" fmla="*/ 217769 h 274538"/>
                <a:gd name="connsiteX28" fmla="*/ 62702 w 258482"/>
                <a:gd name="connsiteY28" fmla="*/ 217769 h 274538"/>
                <a:gd name="connsiteX29" fmla="*/ 56225 w 258482"/>
                <a:gd name="connsiteY29" fmla="*/ 215198 h 274538"/>
                <a:gd name="connsiteX30" fmla="*/ 82800 w 258482"/>
                <a:gd name="connsiteY30" fmla="*/ 186813 h 274538"/>
                <a:gd name="connsiteX31" fmla="*/ 82419 w 258482"/>
                <a:gd name="connsiteY31" fmla="*/ 173383 h 274538"/>
                <a:gd name="connsiteX32" fmla="*/ 82419 w 258482"/>
                <a:gd name="connsiteY32" fmla="*/ 173383 h 274538"/>
                <a:gd name="connsiteX33" fmla="*/ 95849 w 258482"/>
                <a:gd name="connsiteY33" fmla="*/ 172907 h 274538"/>
                <a:gd name="connsiteX34" fmla="*/ 95849 w 258482"/>
                <a:gd name="connsiteY34" fmla="*/ 172907 h 274538"/>
                <a:gd name="connsiteX35" fmla="*/ 96326 w 258482"/>
                <a:gd name="connsiteY35" fmla="*/ 186432 h 274538"/>
                <a:gd name="connsiteX36" fmla="*/ 96326 w 258482"/>
                <a:gd name="connsiteY36" fmla="*/ 186432 h 274538"/>
                <a:gd name="connsiteX37" fmla="*/ 89372 w 258482"/>
                <a:gd name="connsiteY37" fmla="*/ 189385 h 274538"/>
                <a:gd name="connsiteX38" fmla="*/ 89372 w 258482"/>
                <a:gd name="connsiteY38" fmla="*/ 189385 h 274538"/>
                <a:gd name="connsiteX39" fmla="*/ 82800 w 258482"/>
                <a:gd name="connsiteY39" fmla="*/ 186813 h 274538"/>
                <a:gd name="connsiteX40" fmla="*/ 109375 w 258482"/>
                <a:gd name="connsiteY40" fmla="*/ 158429 h 274538"/>
                <a:gd name="connsiteX41" fmla="*/ 108994 w 258482"/>
                <a:gd name="connsiteY41" fmla="*/ 144998 h 274538"/>
                <a:gd name="connsiteX42" fmla="*/ 108994 w 258482"/>
                <a:gd name="connsiteY42" fmla="*/ 144998 h 274538"/>
                <a:gd name="connsiteX43" fmla="*/ 122424 w 258482"/>
                <a:gd name="connsiteY43" fmla="*/ 144522 h 274538"/>
                <a:gd name="connsiteX44" fmla="*/ 122424 w 258482"/>
                <a:gd name="connsiteY44" fmla="*/ 144522 h 274538"/>
                <a:gd name="connsiteX45" fmla="*/ 122900 w 258482"/>
                <a:gd name="connsiteY45" fmla="*/ 158048 h 274538"/>
                <a:gd name="connsiteX46" fmla="*/ 122900 w 258482"/>
                <a:gd name="connsiteY46" fmla="*/ 158048 h 274538"/>
                <a:gd name="connsiteX47" fmla="*/ 115947 w 258482"/>
                <a:gd name="connsiteY47" fmla="*/ 161000 h 274538"/>
                <a:gd name="connsiteX48" fmla="*/ 115947 w 258482"/>
                <a:gd name="connsiteY48" fmla="*/ 161000 h 274538"/>
                <a:gd name="connsiteX49" fmla="*/ 109375 w 258482"/>
                <a:gd name="connsiteY49" fmla="*/ 158429 h 274538"/>
                <a:gd name="connsiteX50" fmla="*/ 136045 w 258482"/>
                <a:gd name="connsiteY50" fmla="*/ 130044 h 274538"/>
                <a:gd name="connsiteX51" fmla="*/ 135569 w 258482"/>
                <a:gd name="connsiteY51" fmla="*/ 116614 h 274538"/>
                <a:gd name="connsiteX52" fmla="*/ 135569 w 258482"/>
                <a:gd name="connsiteY52" fmla="*/ 116614 h 274538"/>
                <a:gd name="connsiteX53" fmla="*/ 149094 w 258482"/>
                <a:gd name="connsiteY53" fmla="*/ 116138 h 274538"/>
                <a:gd name="connsiteX54" fmla="*/ 149094 w 258482"/>
                <a:gd name="connsiteY54" fmla="*/ 116138 h 274538"/>
                <a:gd name="connsiteX55" fmla="*/ 149475 w 258482"/>
                <a:gd name="connsiteY55" fmla="*/ 129568 h 274538"/>
                <a:gd name="connsiteX56" fmla="*/ 149475 w 258482"/>
                <a:gd name="connsiteY56" fmla="*/ 129568 h 274538"/>
                <a:gd name="connsiteX57" fmla="*/ 142522 w 258482"/>
                <a:gd name="connsiteY57" fmla="*/ 132616 h 274538"/>
                <a:gd name="connsiteX58" fmla="*/ 142522 w 258482"/>
                <a:gd name="connsiteY58" fmla="*/ 132616 h 274538"/>
                <a:gd name="connsiteX59" fmla="*/ 136045 w 258482"/>
                <a:gd name="connsiteY59" fmla="*/ 130044 h 274538"/>
                <a:gd name="connsiteX60" fmla="*/ 162620 w 258482"/>
                <a:gd name="connsiteY60" fmla="*/ 101660 h 274538"/>
                <a:gd name="connsiteX61" fmla="*/ 162239 w 258482"/>
                <a:gd name="connsiteY61" fmla="*/ 88134 h 274538"/>
                <a:gd name="connsiteX62" fmla="*/ 162239 w 258482"/>
                <a:gd name="connsiteY62" fmla="*/ 88134 h 274538"/>
                <a:gd name="connsiteX63" fmla="*/ 175669 w 258482"/>
                <a:gd name="connsiteY63" fmla="*/ 87753 h 274538"/>
                <a:gd name="connsiteX64" fmla="*/ 175669 w 258482"/>
                <a:gd name="connsiteY64" fmla="*/ 87753 h 274538"/>
                <a:gd name="connsiteX65" fmla="*/ 176145 w 258482"/>
                <a:gd name="connsiteY65" fmla="*/ 101183 h 274538"/>
                <a:gd name="connsiteX66" fmla="*/ 176145 w 258482"/>
                <a:gd name="connsiteY66" fmla="*/ 101183 h 274538"/>
                <a:gd name="connsiteX67" fmla="*/ 169097 w 258482"/>
                <a:gd name="connsiteY67" fmla="*/ 104231 h 274538"/>
                <a:gd name="connsiteX68" fmla="*/ 169097 w 258482"/>
                <a:gd name="connsiteY68" fmla="*/ 104231 h 274538"/>
                <a:gd name="connsiteX69" fmla="*/ 162620 w 258482"/>
                <a:gd name="connsiteY69" fmla="*/ 101660 h 274538"/>
                <a:gd name="connsiteX70" fmla="*/ 189290 w 258482"/>
                <a:gd name="connsiteY70" fmla="*/ 73275 h 274538"/>
                <a:gd name="connsiteX71" fmla="*/ 188813 w 258482"/>
                <a:gd name="connsiteY71" fmla="*/ 59845 h 274538"/>
                <a:gd name="connsiteX72" fmla="*/ 188813 w 258482"/>
                <a:gd name="connsiteY72" fmla="*/ 59845 h 274538"/>
                <a:gd name="connsiteX73" fmla="*/ 202244 w 258482"/>
                <a:gd name="connsiteY73" fmla="*/ 59369 h 274538"/>
                <a:gd name="connsiteX74" fmla="*/ 202244 w 258482"/>
                <a:gd name="connsiteY74" fmla="*/ 59369 h 274538"/>
                <a:gd name="connsiteX75" fmla="*/ 202720 w 258482"/>
                <a:gd name="connsiteY75" fmla="*/ 72799 h 274538"/>
                <a:gd name="connsiteX76" fmla="*/ 202720 w 258482"/>
                <a:gd name="connsiteY76" fmla="*/ 72799 h 274538"/>
                <a:gd name="connsiteX77" fmla="*/ 195767 w 258482"/>
                <a:gd name="connsiteY77" fmla="*/ 75847 h 274538"/>
                <a:gd name="connsiteX78" fmla="*/ 195767 w 258482"/>
                <a:gd name="connsiteY78" fmla="*/ 75847 h 274538"/>
                <a:gd name="connsiteX79" fmla="*/ 189290 w 258482"/>
                <a:gd name="connsiteY79" fmla="*/ 73275 h 274538"/>
                <a:gd name="connsiteX80" fmla="*/ 215864 w 258482"/>
                <a:gd name="connsiteY80" fmla="*/ 44891 h 274538"/>
                <a:gd name="connsiteX81" fmla="*/ 215388 w 258482"/>
                <a:gd name="connsiteY81" fmla="*/ 31365 h 274538"/>
                <a:gd name="connsiteX82" fmla="*/ 215388 w 258482"/>
                <a:gd name="connsiteY82" fmla="*/ 31365 h 274538"/>
                <a:gd name="connsiteX83" fmla="*/ 228914 w 258482"/>
                <a:gd name="connsiteY83" fmla="*/ 30984 h 274538"/>
                <a:gd name="connsiteX84" fmla="*/ 228914 w 258482"/>
                <a:gd name="connsiteY84" fmla="*/ 30984 h 274538"/>
                <a:gd name="connsiteX85" fmla="*/ 229295 w 258482"/>
                <a:gd name="connsiteY85" fmla="*/ 44414 h 274538"/>
                <a:gd name="connsiteX86" fmla="*/ 229295 w 258482"/>
                <a:gd name="connsiteY86" fmla="*/ 44414 h 274538"/>
                <a:gd name="connsiteX87" fmla="*/ 222341 w 258482"/>
                <a:gd name="connsiteY87" fmla="*/ 47462 h 274538"/>
                <a:gd name="connsiteX88" fmla="*/ 222341 w 258482"/>
                <a:gd name="connsiteY88" fmla="*/ 47462 h 274538"/>
                <a:gd name="connsiteX89" fmla="*/ 215864 w 258482"/>
                <a:gd name="connsiteY89" fmla="*/ 44891 h 274538"/>
                <a:gd name="connsiteX90" fmla="*/ 242439 w 258482"/>
                <a:gd name="connsiteY90" fmla="*/ 16506 h 274538"/>
                <a:gd name="connsiteX91" fmla="*/ 242058 w 258482"/>
                <a:gd name="connsiteY91" fmla="*/ 2981 h 274538"/>
                <a:gd name="connsiteX92" fmla="*/ 242058 w 258482"/>
                <a:gd name="connsiteY92" fmla="*/ 2981 h 274538"/>
                <a:gd name="connsiteX93" fmla="*/ 255488 w 258482"/>
                <a:gd name="connsiteY93" fmla="*/ 2600 h 274538"/>
                <a:gd name="connsiteX94" fmla="*/ 255488 w 258482"/>
                <a:gd name="connsiteY94" fmla="*/ 2600 h 274538"/>
                <a:gd name="connsiteX95" fmla="*/ 255965 w 258482"/>
                <a:gd name="connsiteY95" fmla="*/ 16030 h 274538"/>
                <a:gd name="connsiteX96" fmla="*/ 255965 w 258482"/>
                <a:gd name="connsiteY96" fmla="*/ 16030 h 274538"/>
                <a:gd name="connsiteX97" fmla="*/ 249011 w 258482"/>
                <a:gd name="connsiteY97" fmla="*/ 19078 h 274538"/>
                <a:gd name="connsiteX98" fmla="*/ 249011 w 258482"/>
                <a:gd name="connsiteY98" fmla="*/ 19078 h 274538"/>
                <a:gd name="connsiteX99" fmla="*/ 242439 w 258482"/>
                <a:gd name="connsiteY99" fmla="*/ 16506 h 27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58482" h="274538">
                  <a:moveTo>
                    <a:pt x="2981" y="271967"/>
                  </a:moveTo>
                  <a:cubicBezTo>
                    <a:pt x="-829" y="268442"/>
                    <a:pt x="-1020" y="262346"/>
                    <a:pt x="2600" y="258536"/>
                  </a:cubicBezTo>
                  <a:lnTo>
                    <a:pt x="2600" y="258536"/>
                  </a:lnTo>
                  <a:cubicBezTo>
                    <a:pt x="6124" y="254726"/>
                    <a:pt x="12220" y="254536"/>
                    <a:pt x="16030" y="258060"/>
                  </a:cubicBezTo>
                  <a:lnTo>
                    <a:pt x="16030" y="258060"/>
                  </a:lnTo>
                  <a:cubicBezTo>
                    <a:pt x="19840" y="261680"/>
                    <a:pt x="20030" y="267776"/>
                    <a:pt x="16506" y="271586"/>
                  </a:cubicBezTo>
                  <a:lnTo>
                    <a:pt x="16506" y="271586"/>
                  </a:lnTo>
                  <a:cubicBezTo>
                    <a:pt x="14601" y="273586"/>
                    <a:pt x="12029" y="274538"/>
                    <a:pt x="9553" y="274538"/>
                  </a:cubicBezTo>
                  <a:lnTo>
                    <a:pt x="9553" y="274538"/>
                  </a:lnTo>
                  <a:cubicBezTo>
                    <a:pt x="7172" y="274538"/>
                    <a:pt x="4886" y="273681"/>
                    <a:pt x="2981" y="271967"/>
                  </a:cubicBezTo>
                  <a:close/>
                  <a:moveTo>
                    <a:pt x="29555" y="243582"/>
                  </a:moveTo>
                  <a:cubicBezTo>
                    <a:pt x="25745" y="239963"/>
                    <a:pt x="25555" y="233962"/>
                    <a:pt x="29174" y="230152"/>
                  </a:cubicBezTo>
                  <a:lnTo>
                    <a:pt x="29174" y="230152"/>
                  </a:lnTo>
                  <a:cubicBezTo>
                    <a:pt x="32794" y="226342"/>
                    <a:pt x="38795" y="226056"/>
                    <a:pt x="42605" y="229676"/>
                  </a:cubicBezTo>
                  <a:lnTo>
                    <a:pt x="42605" y="229676"/>
                  </a:lnTo>
                  <a:cubicBezTo>
                    <a:pt x="46415" y="233295"/>
                    <a:pt x="46700" y="239296"/>
                    <a:pt x="43081" y="243201"/>
                  </a:cubicBezTo>
                  <a:lnTo>
                    <a:pt x="43081" y="243201"/>
                  </a:lnTo>
                  <a:cubicBezTo>
                    <a:pt x="41176" y="245201"/>
                    <a:pt x="38699" y="246154"/>
                    <a:pt x="36128" y="246154"/>
                  </a:cubicBezTo>
                  <a:lnTo>
                    <a:pt x="36128" y="246154"/>
                  </a:lnTo>
                  <a:cubicBezTo>
                    <a:pt x="33746" y="246154"/>
                    <a:pt x="31460" y="245297"/>
                    <a:pt x="29555" y="243582"/>
                  </a:cubicBezTo>
                  <a:close/>
                  <a:moveTo>
                    <a:pt x="56225" y="215198"/>
                  </a:moveTo>
                  <a:cubicBezTo>
                    <a:pt x="52320" y="211673"/>
                    <a:pt x="52225" y="205577"/>
                    <a:pt x="55749" y="201767"/>
                  </a:cubicBezTo>
                  <a:lnTo>
                    <a:pt x="55749" y="201767"/>
                  </a:lnTo>
                  <a:cubicBezTo>
                    <a:pt x="59369" y="197862"/>
                    <a:pt x="65369" y="197767"/>
                    <a:pt x="69275" y="201291"/>
                  </a:cubicBezTo>
                  <a:lnTo>
                    <a:pt x="69275" y="201291"/>
                  </a:lnTo>
                  <a:cubicBezTo>
                    <a:pt x="73085" y="204911"/>
                    <a:pt x="73275" y="210911"/>
                    <a:pt x="69656" y="214721"/>
                  </a:cubicBezTo>
                  <a:lnTo>
                    <a:pt x="69656" y="214721"/>
                  </a:lnTo>
                  <a:cubicBezTo>
                    <a:pt x="67751" y="216817"/>
                    <a:pt x="65274" y="217769"/>
                    <a:pt x="62702" y="217769"/>
                  </a:cubicBezTo>
                  <a:lnTo>
                    <a:pt x="62702" y="217769"/>
                  </a:lnTo>
                  <a:cubicBezTo>
                    <a:pt x="60416" y="217769"/>
                    <a:pt x="58035" y="216912"/>
                    <a:pt x="56225" y="215198"/>
                  </a:cubicBezTo>
                  <a:close/>
                  <a:moveTo>
                    <a:pt x="82800" y="186813"/>
                  </a:moveTo>
                  <a:cubicBezTo>
                    <a:pt x="78990" y="183194"/>
                    <a:pt x="78800" y="177193"/>
                    <a:pt x="82419" y="173383"/>
                  </a:cubicBezTo>
                  <a:lnTo>
                    <a:pt x="82419" y="173383"/>
                  </a:lnTo>
                  <a:cubicBezTo>
                    <a:pt x="85943" y="169573"/>
                    <a:pt x="92039" y="169382"/>
                    <a:pt x="95849" y="172907"/>
                  </a:cubicBezTo>
                  <a:lnTo>
                    <a:pt x="95849" y="172907"/>
                  </a:lnTo>
                  <a:cubicBezTo>
                    <a:pt x="99659" y="176526"/>
                    <a:pt x="99850" y="182527"/>
                    <a:pt x="96326" y="186432"/>
                  </a:cubicBezTo>
                  <a:lnTo>
                    <a:pt x="96326" y="186432"/>
                  </a:lnTo>
                  <a:cubicBezTo>
                    <a:pt x="94421" y="188337"/>
                    <a:pt x="91849" y="189385"/>
                    <a:pt x="89372" y="189385"/>
                  </a:cubicBezTo>
                  <a:lnTo>
                    <a:pt x="89372" y="189385"/>
                  </a:lnTo>
                  <a:cubicBezTo>
                    <a:pt x="86991" y="189385"/>
                    <a:pt x="84705" y="188528"/>
                    <a:pt x="82800" y="186813"/>
                  </a:cubicBezTo>
                  <a:close/>
                  <a:moveTo>
                    <a:pt x="109375" y="158429"/>
                  </a:moveTo>
                  <a:cubicBezTo>
                    <a:pt x="105565" y="154809"/>
                    <a:pt x="105374" y="148808"/>
                    <a:pt x="108994" y="144998"/>
                  </a:cubicBezTo>
                  <a:lnTo>
                    <a:pt x="108994" y="144998"/>
                  </a:lnTo>
                  <a:cubicBezTo>
                    <a:pt x="112613" y="141093"/>
                    <a:pt x="118614" y="140903"/>
                    <a:pt x="122424" y="144522"/>
                  </a:cubicBezTo>
                  <a:lnTo>
                    <a:pt x="122424" y="144522"/>
                  </a:lnTo>
                  <a:cubicBezTo>
                    <a:pt x="126234" y="148142"/>
                    <a:pt x="126520" y="154142"/>
                    <a:pt x="122900" y="158048"/>
                  </a:cubicBezTo>
                  <a:lnTo>
                    <a:pt x="122900" y="158048"/>
                  </a:lnTo>
                  <a:cubicBezTo>
                    <a:pt x="120995" y="159953"/>
                    <a:pt x="118519" y="161000"/>
                    <a:pt x="115947" y="161000"/>
                  </a:cubicBezTo>
                  <a:lnTo>
                    <a:pt x="115947" y="161000"/>
                  </a:lnTo>
                  <a:cubicBezTo>
                    <a:pt x="113566" y="161000"/>
                    <a:pt x="111280" y="160143"/>
                    <a:pt x="109375" y="158429"/>
                  </a:cubicBezTo>
                  <a:close/>
                  <a:moveTo>
                    <a:pt x="136045" y="130044"/>
                  </a:moveTo>
                  <a:cubicBezTo>
                    <a:pt x="132235" y="126425"/>
                    <a:pt x="132044" y="120424"/>
                    <a:pt x="135569" y="116614"/>
                  </a:cubicBezTo>
                  <a:lnTo>
                    <a:pt x="135569" y="116614"/>
                  </a:lnTo>
                  <a:cubicBezTo>
                    <a:pt x="139188" y="112709"/>
                    <a:pt x="145189" y="112518"/>
                    <a:pt x="149094" y="116138"/>
                  </a:cubicBezTo>
                  <a:lnTo>
                    <a:pt x="149094" y="116138"/>
                  </a:lnTo>
                  <a:cubicBezTo>
                    <a:pt x="152904" y="119757"/>
                    <a:pt x="153095" y="125758"/>
                    <a:pt x="149475" y="129568"/>
                  </a:cubicBezTo>
                  <a:lnTo>
                    <a:pt x="149475" y="129568"/>
                  </a:lnTo>
                  <a:cubicBezTo>
                    <a:pt x="147665" y="131663"/>
                    <a:pt x="145094" y="132616"/>
                    <a:pt x="142522" y="132616"/>
                  </a:cubicBezTo>
                  <a:lnTo>
                    <a:pt x="142522" y="132616"/>
                  </a:lnTo>
                  <a:cubicBezTo>
                    <a:pt x="140236" y="132616"/>
                    <a:pt x="137855" y="131759"/>
                    <a:pt x="136045" y="130044"/>
                  </a:cubicBezTo>
                  <a:close/>
                  <a:moveTo>
                    <a:pt x="162620" y="101660"/>
                  </a:moveTo>
                  <a:cubicBezTo>
                    <a:pt x="158810" y="98040"/>
                    <a:pt x="158619" y="92039"/>
                    <a:pt x="162239" y="88134"/>
                  </a:cubicBezTo>
                  <a:lnTo>
                    <a:pt x="162239" y="88134"/>
                  </a:lnTo>
                  <a:cubicBezTo>
                    <a:pt x="165763" y="84419"/>
                    <a:pt x="171859" y="84134"/>
                    <a:pt x="175669" y="87753"/>
                  </a:cubicBezTo>
                  <a:lnTo>
                    <a:pt x="175669" y="87753"/>
                  </a:lnTo>
                  <a:cubicBezTo>
                    <a:pt x="179479" y="91373"/>
                    <a:pt x="179669" y="97373"/>
                    <a:pt x="176145" y="101183"/>
                  </a:cubicBezTo>
                  <a:lnTo>
                    <a:pt x="176145" y="101183"/>
                  </a:lnTo>
                  <a:cubicBezTo>
                    <a:pt x="174240" y="103184"/>
                    <a:pt x="171668" y="104231"/>
                    <a:pt x="169097" y="104231"/>
                  </a:cubicBezTo>
                  <a:lnTo>
                    <a:pt x="169097" y="104231"/>
                  </a:lnTo>
                  <a:cubicBezTo>
                    <a:pt x="166811" y="104231"/>
                    <a:pt x="164525" y="103374"/>
                    <a:pt x="162620" y="101660"/>
                  </a:cubicBezTo>
                  <a:close/>
                  <a:moveTo>
                    <a:pt x="189290" y="73275"/>
                  </a:moveTo>
                  <a:cubicBezTo>
                    <a:pt x="185384" y="69656"/>
                    <a:pt x="185194" y="63655"/>
                    <a:pt x="188813" y="59845"/>
                  </a:cubicBezTo>
                  <a:lnTo>
                    <a:pt x="188813" y="59845"/>
                  </a:lnTo>
                  <a:cubicBezTo>
                    <a:pt x="192433" y="55940"/>
                    <a:pt x="198434" y="55749"/>
                    <a:pt x="202244" y="59369"/>
                  </a:cubicBezTo>
                  <a:lnTo>
                    <a:pt x="202244" y="59369"/>
                  </a:lnTo>
                  <a:cubicBezTo>
                    <a:pt x="206149" y="62988"/>
                    <a:pt x="206339" y="68989"/>
                    <a:pt x="202720" y="72799"/>
                  </a:cubicBezTo>
                  <a:lnTo>
                    <a:pt x="202720" y="72799"/>
                  </a:lnTo>
                  <a:cubicBezTo>
                    <a:pt x="200815" y="74799"/>
                    <a:pt x="198338" y="75847"/>
                    <a:pt x="195767" y="75847"/>
                  </a:cubicBezTo>
                  <a:lnTo>
                    <a:pt x="195767" y="75847"/>
                  </a:lnTo>
                  <a:cubicBezTo>
                    <a:pt x="193385" y="75847"/>
                    <a:pt x="191099" y="74990"/>
                    <a:pt x="189290" y="73275"/>
                  </a:cubicBezTo>
                  <a:close/>
                  <a:moveTo>
                    <a:pt x="215864" y="44891"/>
                  </a:moveTo>
                  <a:cubicBezTo>
                    <a:pt x="212054" y="41271"/>
                    <a:pt x="211864" y="35270"/>
                    <a:pt x="215388" y="31365"/>
                  </a:cubicBezTo>
                  <a:lnTo>
                    <a:pt x="215388" y="31365"/>
                  </a:lnTo>
                  <a:cubicBezTo>
                    <a:pt x="219008" y="27555"/>
                    <a:pt x="225008" y="27365"/>
                    <a:pt x="228914" y="30984"/>
                  </a:cubicBezTo>
                  <a:lnTo>
                    <a:pt x="228914" y="30984"/>
                  </a:lnTo>
                  <a:cubicBezTo>
                    <a:pt x="232724" y="34604"/>
                    <a:pt x="232914" y="40604"/>
                    <a:pt x="229295" y="44414"/>
                  </a:cubicBezTo>
                  <a:lnTo>
                    <a:pt x="229295" y="44414"/>
                  </a:lnTo>
                  <a:cubicBezTo>
                    <a:pt x="227485" y="46415"/>
                    <a:pt x="224913" y="47462"/>
                    <a:pt x="222341" y="47462"/>
                  </a:cubicBezTo>
                  <a:lnTo>
                    <a:pt x="222341" y="47462"/>
                  </a:lnTo>
                  <a:cubicBezTo>
                    <a:pt x="220055" y="47462"/>
                    <a:pt x="217674" y="46605"/>
                    <a:pt x="215864" y="44891"/>
                  </a:cubicBezTo>
                  <a:close/>
                  <a:moveTo>
                    <a:pt x="242439" y="16506"/>
                  </a:moveTo>
                  <a:cubicBezTo>
                    <a:pt x="238629" y="12887"/>
                    <a:pt x="238439" y="6886"/>
                    <a:pt x="242058" y="2981"/>
                  </a:cubicBezTo>
                  <a:lnTo>
                    <a:pt x="242058" y="2981"/>
                  </a:lnTo>
                  <a:cubicBezTo>
                    <a:pt x="245678" y="-829"/>
                    <a:pt x="251678" y="-1020"/>
                    <a:pt x="255488" y="2600"/>
                  </a:cubicBezTo>
                  <a:lnTo>
                    <a:pt x="255488" y="2600"/>
                  </a:lnTo>
                  <a:cubicBezTo>
                    <a:pt x="259298" y="6124"/>
                    <a:pt x="259489" y="12220"/>
                    <a:pt x="255965" y="16030"/>
                  </a:cubicBezTo>
                  <a:lnTo>
                    <a:pt x="255965" y="16030"/>
                  </a:lnTo>
                  <a:cubicBezTo>
                    <a:pt x="254060" y="18030"/>
                    <a:pt x="251488" y="19078"/>
                    <a:pt x="249011" y="19078"/>
                  </a:cubicBezTo>
                  <a:lnTo>
                    <a:pt x="249011" y="19078"/>
                  </a:lnTo>
                  <a:cubicBezTo>
                    <a:pt x="246630" y="19078"/>
                    <a:pt x="244344" y="18221"/>
                    <a:pt x="242439" y="1650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FA6186B-AD57-B9D6-6FB6-65C58B263378}"/>
                </a:ext>
              </a:extLst>
            </p:cNvPr>
            <p:cNvSpPr/>
            <p:nvPr/>
          </p:nvSpPr>
          <p:spPr>
            <a:xfrm>
              <a:off x="6401469" y="3213927"/>
              <a:ext cx="136581" cy="374138"/>
            </a:xfrm>
            <a:custGeom>
              <a:avLst/>
              <a:gdLst>
                <a:gd name="connsiteX0" fmla="*/ 6474 w 136581"/>
                <a:gd name="connsiteY0" fmla="*/ 373663 h 374138"/>
                <a:gd name="connsiteX1" fmla="*/ 473 w 136581"/>
                <a:gd name="connsiteY1" fmla="*/ 361661 h 374138"/>
                <a:gd name="connsiteX2" fmla="*/ 473 w 136581"/>
                <a:gd name="connsiteY2" fmla="*/ 361661 h 374138"/>
                <a:gd name="connsiteX3" fmla="*/ 12475 w 136581"/>
                <a:gd name="connsiteY3" fmla="*/ 355565 h 374138"/>
                <a:gd name="connsiteX4" fmla="*/ 12475 w 136581"/>
                <a:gd name="connsiteY4" fmla="*/ 355565 h 374138"/>
                <a:gd name="connsiteX5" fmla="*/ 18571 w 136581"/>
                <a:gd name="connsiteY5" fmla="*/ 367662 h 374138"/>
                <a:gd name="connsiteX6" fmla="*/ 18571 w 136581"/>
                <a:gd name="connsiteY6" fmla="*/ 367662 h 374138"/>
                <a:gd name="connsiteX7" fmla="*/ 9522 w 136581"/>
                <a:gd name="connsiteY7" fmla="*/ 374139 h 374138"/>
                <a:gd name="connsiteX8" fmla="*/ 9522 w 136581"/>
                <a:gd name="connsiteY8" fmla="*/ 374139 h 374138"/>
                <a:gd name="connsiteX9" fmla="*/ 6474 w 136581"/>
                <a:gd name="connsiteY9" fmla="*/ 373663 h 374138"/>
                <a:gd name="connsiteX10" fmla="*/ 18190 w 136581"/>
                <a:gd name="connsiteY10" fmla="*/ 338135 h 374138"/>
                <a:gd name="connsiteX11" fmla="*/ 12189 w 136581"/>
                <a:gd name="connsiteY11" fmla="*/ 326133 h 374138"/>
                <a:gd name="connsiteX12" fmla="*/ 12189 w 136581"/>
                <a:gd name="connsiteY12" fmla="*/ 326133 h 374138"/>
                <a:gd name="connsiteX13" fmla="*/ 24190 w 136581"/>
                <a:gd name="connsiteY13" fmla="*/ 320037 h 374138"/>
                <a:gd name="connsiteX14" fmla="*/ 24190 w 136581"/>
                <a:gd name="connsiteY14" fmla="*/ 320037 h 374138"/>
                <a:gd name="connsiteX15" fmla="*/ 30286 w 136581"/>
                <a:gd name="connsiteY15" fmla="*/ 332134 h 374138"/>
                <a:gd name="connsiteX16" fmla="*/ 30286 w 136581"/>
                <a:gd name="connsiteY16" fmla="*/ 332134 h 374138"/>
                <a:gd name="connsiteX17" fmla="*/ 21238 w 136581"/>
                <a:gd name="connsiteY17" fmla="*/ 338611 h 374138"/>
                <a:gd name="connsiteX18" fmla="*/ 21238 w 136581"/>
                <a:gd name="connsiteY18" fmla="*/ 338611 h 374138"/>
                <a:gd name="connsiteX19" fmla="*/ 18190 w 136581"/>
                <a:gd name="connsiteY19" fmla="*/ 338135 h 374138"/>
                <a:gd name="connsiteX20" fmla="*/ 30001 w 136581"/>
                <a:gd name="connsiteY20" fmla="*/ 302606 h 374138"/>
                <a:gd name="connsiteX21" fmla="*/ 24000 w 136581"/>
                <a:gd name="connsiteY21" fmla="*/ 290605 h 374138"/>
                <a:gd name="connsiteX22" fmla="*/ 24000 w 136581"/>
                <a:gd name="connsiteY22" fmla="*/ 290605 h 374138"/>
                <a:gd name="connsiteX23" fmla="*/ 36001 w 136581"/>
                <a:gd name="connsiteY23" fmla="*/ 284509 h 374138"/>
                <a:gd name="connsiteX24" fmla="*/ 36001 w 136581"/>
                <a:gd name="connsiteY24" fmla="*/ 284509 h 374138"/>
                <a:gd name="connsiteX25" fmla="*/ 42002 w 136581"/>
                <a:gd name="connsiteY25" fmla="*/ 296606 h 374138"/>
                <a:gd name="connsiteX26" fmla="*/ 42002 w 136581"/>
                <a:gd name="connsiteY26" fmla="*/ 296606 h 374138"/>
                <a:gd name="connsiteX27" fmla="*/ 32953 w 136581"/>
                <a:gd name="connsiteY27" fmla="*/ 303083 h 374138"/>
                <a:gd name="connsiteX28" fmla="*/ 32953 w 136581"/>
                <a:gd name="connsiteY28" fmla="*/ 303083 h 374138"/>
                <a:gd name="connsiteX29" fmla="*/ 30001 w 136581"/>
                <a:gd name="connsiteY29" fmla="*/ 302606 h 374138"/>
                <a:gd name="connsiteX30" fmla="*/ 41812 w 136581"/>
                <a:gd name="connsiteY30" fmla="*/ 267173 h 374138"/>
                <a:gd name="connsiteX31" fmla="*/ 35716 w 136581"/>
                <a:gd name="connsiteY31" fmla="*/ 255077 h 374138"/>
                <a:gd name="connsiteX32" fmla="*/ 35716 w 136581"/>
                <a:gd name="connsiteY32" fmla="*/ 255077 h 374138"/>
                <a:gd name="connsiteX33" fmla="*/ 47717 w 136581"/>
                <a:gd name="connsiteY33" fmla="*/ 248981 h 374138"/>
                <a:gd name="connsiteX34" fmla="*/ 47717 w 136581"/>
                <a:gd name="connsiteY34" fmla="*/ 248981 h 374138"/>
                <a:gd name="connsiteX35" fmla="*/ 53813 w 136581"/>
                <a:gd name="connsiteY35" fmla="*/ 261077 h 374138"/>
                <a:gd name="connsiteX36" fmla="*/ 53813 w 136581"/>
                <a:gd name="connsiteY36" fmla="*/ 261077 h 374138"/>
                <a:gd name="connsiteX37" fmla="*/ 44764 w 136581"/>
                <a:gd name="connsiteY37" fmla="*/ 267650 h 374138"/>
                <a:gd name="connsiteX38" fmla="*/ 44764 w 136581"/>
                <a:gd name="connsiteY38" fmla="*/ 267650 h 374138"/>
                <a:gd name="connsiteX39" fmla="*/ 41812 w 136581"/>
                <a:gd name="connsiteY39" fmla="*/ 267173 h 374138"/>
                <a:gd name="connsiteX40" fmla="*/ 53528 w 136581"/>
                <a:gd name="connsiteY40" fmla="*/ 231645 h 374138"/>
                <a:gd name="connsiteX41" fmla="*/ 47432 w 136581"/>
                <a:gd name="connsiteY41" fmla="*/ 219548 h 374138"/>
                <a:gd name="connsiteX42" fmla="*/ 47432 w 136581"/>
                <a:gd name="connsiteY42" fmla="*/ 219548 h 374138"/>
                <a:gd name="connsiteX43" fmla="*/ 59528 w 136581"/>
                <a:gd name="connsiteY43" fmla="*/ 213548 h 374138"/>
                <a:gd name="connsiteX44" fmla="*/ 59528 w 136581"/>
                <a:gd name="connsiteY44" fmla="*/ 213548 h 374138"/>
                <a:gd name="connsiteX45" fmla="*/ 65529 w 136581"/>
                <a:gd name="connsiteY45" fmla="*/ 225549 h 374138"/>
                <a:gd name="connsiteX46" fmla="*/ 65529 w 136581"/>
                <a:gd name="connsiteY46" fmla="*/ 225549 h 374138"/>
                <a:gd name="connsiteX47" fmla="*/ 56480 w 136581"/>
                <a:gd name="connsiteY47" fmla="*/ 232121 h 374138"/>
                <a:gd name="connsiteX48" fmla="*/ 56480 w 136581"/>
                <a:gd name="connsiteY48" fmla="*/ 232121 h 374138"/>
                <a:gd name="connsiteX49" fmla="*/ 53528 w 136581"/>
                <a:gd name="connsiteY49" fmla="*/ 231645 h 374138"/>
                <a:gd name="connsiteX50" fmla="*/ 65243 w 136581"/>
                <a:gd name="connsiteY50" fmla="*/ 196117 h 374138"/>
                <a:gd name="connsiteX51" fmla="*/ 59243 w 136581"/>
                <a:gd name="connsiteY51" fmla="*/ 184020 h 374138"/>
                <a:gd name="connsiteX52" fmla="*/ 59243 w 136581"/>
                <a:gd name="connsiteY52" fmla="*/ 184020 h 374138"/>
                <a:gd name="connsiteX53" fmla="*/ 71244 w 136581"/>
                <a:gd name="connsiteY53" fmla="*/ 178019 h 374138"/>
                <a:gd name="connsiteX54" fmla="*/ 71244 w 136581"/>
                <a:gd name="connsiteY54" fmla="*/ 178019 h 374138"/>
                <a:gd name="connsiteX55" fmla="*/ 77340 w 136581"/>
                <a:gd name="connsiteY55" fmla="*/ 190021 h 374138"/>
                <a:gd name="connsiteX56" fmla="*/ 77340 w 136581"/>
                <a:gd name="connsiteY56" fmla="*/ 190021 h 374138"/>
                <a:gd name="connsiteX57" fmla="*/ 68291 w 136581"/>
                <a:gd name="connsiteY57" fmla="*/ 196593 h 374138"/>
                <a:gd name="connsiteX58" fmla="*/ 68291 w 136581"/>
                <a:gd name="connsiteY58" fmla="*/ 196593 h 374138"/>
                <a:gd name="connsiteX59" fmla="*/ 65243 w 136581"/>
                <a:gd name="connsiteY59" fmla="*/ 196117 h 374138"/>
                <a:gd name="connsiteX60" fmla="*/ 77054 w 136581"/>
                <a:gd name="connsiteY60" fmla="*/ 160588 h 374138"/>
                <a:gd name="connsiteX61" fmla="*/ 70958 w 136581"/>
                <a:gd name="connsiteY61" fmla="*/ 148587 h 374138"/>
                <a:gd name="connsiteX62" fmla="*/ 70958 w 136581"/>
                <a:gd name="connsiteY62" fmla="*/ 148587 h 374138"/>
                <a:gd name="connsiteX63" fmla="*/ 83055 w 136581"/>
                <a:gd name="connsiteY63" fmla="*/ 142491 h 374138"/>
                <a:gd name="connsiteX64" fmla="*/ 83055 w 136581"/>
                <a:gd name="connsiteY64" fmla="*/ 142491 h 374138"/>
                <a:gd name="connsiteX65" fmla="*/ 89056 w 136581"/>
                <a:gd name="connsiteY65" fmla="*/ 154588 h 374138"/>
                <a:gd name="connsiteX66" fmla="*/ 89056 w 136581"/>
                <a:gd name="connsiteY66" fmla="*/ 154588 h 374138"/>
                <a:gd name="connsiteX67" fmla="*/ 80007 w 136581"/>
                <a:gd name="connsiteY67" fmla="*/ 161065 h 374138"/>
                <a:gd name="connsiteX68" fmla="*/ 80007 w 136581"/>
                <a:gd name="connsiteY68" fmla="*/ 161065 h 374138"/>
                <a:gd name="connsiteX69" fmla="*/ 77054 w 136581"/>
                <a:gd name="connsiteY69" fmla="*/ 160588 h 374138"/>
                <a:gd name="connsiteX70" fmla="*/ 88770 w 136581"/>
                <a:gd name="connsiteY70" fmla="*/ 125156 h 374138"/>
                <a:gd name="connsiteX71" fmla="*/ 82769 w 136581"/>
                <a:gd name="connsiteY71" fmla="*/ 113059 h 374138"/>
                <a:gd name="connsiteX72" fmla="*/ 82769 w 136581"/>
                <a:gd name="connsiteY72" fmla="*/ 113059 h 374138"/>
                <a:gd name="connsiteX73" fmla="*/ 94771 w 136581"/>
                <a:gd name="connsiteY73" fmla="*/ 106963 h 374138"/>
                <a:gd name="connsiteX74" fmla="*/ 94771 w 136581"/>
                <a:gd name="connsiteY74" fmla="*/ 106963 h 374138"/>
                <a:gd name="connsiteX75" fmla="*/ 100867 w 136581"/>
                <a:gd name="connsiteY75" fmla="*/ 119059 h 374138"/>
                <a:gd name="connsiteX76" fmla="*/ 100867 w 136581"/>
                <a:gd name="connsiteY76" fmla="*/ 119059 h 374138"/>
                <a:gd name="connsiteX77" fmla="*/ 91723 w 136581"/>
                <a:gd name="connsiteY77" fmla="*/ 125536 h 374138"/>
                <a:gd name="connsiteX78" fmla="*/ 91723 w 136581"/>
                <a:gd name="connsiteY78" fmla="*/ 125536 h 374138"/>
                <a:gd name="connsiteX79" fmla="*/ 88770 w 136581"/>
                <a:gd name="connsiteY79" fmla="*/ 125156 h 374138"/>
                <a:gd name="connsiteX80" fmla="*/ 100581 w 136581"/>
                <a:gd name="connsiteY80" fmla="*/ 89627 h 374138"/>
                <a:gd name="connsiteX81" fmla="*/ 94485 w 136581"/>
                <a:gd name="connsiteY81" fmla="*/ 77531 h 374138"/>
                <a:gd name="connsiteX82" fmla="*/ 94485 w 136581"/>
                <a:gd name="connsiteY82" fmla="*/ 77531 h 374138"/>
                <a:gd name="connsiteX83" fmla="*/ 106486 w 136581"/>
                <a:gd name="connsiteY83" fmla="*/ 71434 h 374138"/>
                <a:gd name="connsiteX84" fmla="*/ 106486 w 136581"/>
                <a:gd name="connsiteY84" fmla="*/ 71434 h 374138"/>
                <a:gd name="connsiteX85" fmla="*/ 112582 w 136581"/>
                <a:gd name="connsiteY85" fmla="*/ 83531 h 374138"/>
                <a:gd name="connsiteX86" fmla="*/ 112582 w 136581"/>
                <a:gd name="connsiteY86" fmla="*/ 83531 h 374138"/>
                <a:gd name="connsiteX87" fmla="*/ 103534 w 136581"/>
                <a:gd name="connsiteY87" fmla="*/ 90104 h 374138"/>
                <a:gd name="connsiteX88" fmla="*/ 103534 w 136581"/>
                <a:gd name="connsiteY88" fmla="*/ 90104 h 374138"/>
                <a:gd name="connsiteX89" fmla="*/ 100581 w 136581"/>
                <a:gd name="connsiteY89" fmla="*/ 89627 h 374138"/>
                <a:gd name="connsiteX90" fmla="*/ 112297 w 136581"/>
                <a:gd name="connsiteY90" fmla="*/ 54099 h 374138"/>
                <a:gd name="connsiteX91" fmla="*/ 106296 w 136581"/>
                <a:gd name="connsiteY91" fmla="*/ 42002 h 374138"/>
                <a:gd name="connsiteX92" fmla="*/ 106296 w 136581"/>
                <a:gd name="connsiteY92" fmla="*/ 42002 h 374138"/>
                <a:gd name="connsiteX93" fmla="*/ 118297 w 136581"/>
                <a:gd name="connsiteY93" fmla="*/ 36002 h 374138"/>
                <a:gd name="connsiteX94" fmla="*/ 118297 w 136581"/>
                <a:gd name="connsiteY94" fmla="*/ 36002 h 374138"/>
                <a:gd name="connsiteX95" fmla="*/ 124298 w 136581"/>
                <a:gd name="connsiteY95" fmla="*/ 48003 h 374138"/>
                <a:gd name="connsiteX96" fmla="*/ 124298 w 136581"/>
                <a:gd name="connsiteY96" fmla="*/ 48003 h 374138"/>
                <a:gd name="connsiteX97" fmla="*/ 115345 w 136581"/>
                <a:gd name="connsiteY97" fmla="*/ 54575 h 374138"/>
                <a:gd name="connsiteX98" fmla="*/ 115345 w 136581"/>
                <a:gd name="connsiteY98" fmla="*/ 54575 h 374138"/>
                <a:gd name="connsiteX99" fmla="*/ 112297 w 136581"/>
                <a:gd name="connsiteY99" fmla="*/ 54099 h 374138"/>
                <a:gd name="connsiteX100" fmla="*/ 124108 w 136581"/>
                <a:gd name="connsiteY100" fmla="*/ 18571 h 374138"/>
                <a:gd name="connsiteX101" fmla="*/ 118012 w 136581"/>
                <a:gd name="connsiteY101" fmla="*/ 6474 h 374138"/>
                <a:gd name="connsiteX102" fmla="*/ 118012 w 136581"/>
                <a:gd name="connsiteY102" fmla="*/ 6474 h 374138"/>
                <a:gd name="connsiteX103" fmla="*/ 130013 w 136581"/>
                <a:gd name="connsiteY103" fmla="*/ 473 h 374138"/>
                <a:gd name="connsiteX104" fmla="*/ 130013 w 136581"/>
                <a:gd name="connsiteY104" fmla="*/ 473 h 374138"/>
                <a:gd name="connsiteX105" fmla="*/ 136109 w 136581"/>
                <a:gd name="connsiteY105" fmla="*/ 12475 h 374138"/>
                <a:gd name="connsiteX106" fmla="*/ 136109 w 136581"/>
                <a:gd name="connsiteY106" fmla="*/ 12475 h 374138"/>
                <a:gd name="connsiteX107" fmla="*/ 127061 w 136581"/>
                <a:gd name="connsiteY107" fmla="*/ 19047 h 374138"/>
                <a:gd name="connsiteX108" fmla="*/ 127061 w 136581"/>
                <a:gd name="connsiteY108" fmla="*/ 19047 h 374138"/>
                <a:gd name="connsiteX109" fmla="*/ 124108 w 136581"/>
                <a:gd name="connsiteY109" fmla="*/ 18571 h 37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36581" h="374138">
                  <a:moveTo>
                    <a:pt x="6474" y="373663"/>
                  </a:moveTo>
                  <a:cubicBezTo>
                    <a:pt x="1521" y="372044"/>
                    <a:pt x="-1146" y="366614"/>
                    <a:pt x="473" y="361661"/>
                  </a:cubicBezTo>
                  <a:lnTo>
                    <a:pt x="473" y="361661"/>
                  </a:lnTo>
                  <a:cubicBezTo>
                    <a:pt x="2093" y="356613"/>
                    <a:pt x="7522" y="353946"/>
                    <a:pt x="12475" y="355565"/>
                  </a:cubicBezTo>
                  <a:lnTo>
                    <a:pt x="12475" y="355565"/>
                  </a:lnTo>
                  <a:cubicBezTo>
                    <a:pt x="17523" y="357185"/>
                    <a:pt x="20190" y="362614"/>
                    <a:pt x="18571" y="367662"/>
                  </a:cubicBezTo>
                  <a:lnTo>
                    <a:pt x="18571" y="367662"/>
                  </a:lnTo>
                  <a:cubicBezTo>
                    <a:pt x="17237" y="371567"/>
                    <a:pt x="13522" y="374139"/>
                    <a:pt x="9522" y="374139"/>
                  </a:cubicBezTo>
                  <a:lnTo>
                    <a:pt x="9522" y="374139"/>
                  </a:lnTo>
                  <a:cubicBezTo>
                    <a:pt x="8474" y="374139"/>
                    <a:pt x="7522" y="373949"/>
                    <a:pt x="6474" y="373663"/>
                  </a:cubicBezTo>
                  <a:close/>
                  <a:moveTo>
                    <a:pt x="18190" y="338135"/>
                  </a:moveTo>
                  <a:cubicBezTo>
                    <a:pt x="13237" y="336515"/>
                    <a:pt x="10570" y="331086"/>
                    <a:pt x="12189" y="326133"/>
                  </a:cubicBezTo>
                  <a:lnTo>
                    <a:pt x="12189" y="326133"/>
                  </a:lnTo>
                  <a:cubicBezTo>
                    <a:pt x="13808" y="321085"/>
                    <a:pt x="19237" y="318418"/>
                    <a:pt x="24190" y="320037"/>
                  </a:cubicBezTo>
                  <a:lnTo>
                    <a:pt x="24190" y="320037"/>
                  </a:lnTo>
                  <a:cubicBezTo>
                    <a:pt x="29239" y="321656"/>
                    <a:pt x="31906" y="327086"/>
                    <a:pt x="30286" y="332134"/>
                  </a:cubicBezTo>
                  <a:lnTo>
                    <a:pt x="30286" y="332134"/>
                  </a:lnTo>
                  <a:cubicBezTo>
                    <a:pt x="28953" y="336134"/>
                    <a:pt x="25238" y="338611"/>
                    <a:pt x="21238" y="338611"/>
                  </a:cubicBezTo>
                  <a:lnTo>
                    <a:pt x="21238" y="338611"/>
                  </a:lnTo>
                  <a:cubicBezTo>
                    <a:pt x="20285" y="338611"/>
                    <a:pt x="19237" y="338420"/>
                    <a:pt x="18190" y="338135"/>
                  </a:cubicBezTo>
                  <a:close/>
                  <a:moveTo>
                    <a:pt x="30001" y="302606"/>
                  </a:moveTo>
                  <a:cubicBezTo>
                    <a:pt x="25048" y="300987"/>
                    <a:pt x="22286" y="295653"/>
                    <a:pt x="24000" y="290605"/>
                  </a:cubicBezTo>
                  <a:lnTo>
                    <a:pt x="24000" y="290605"/>
                  </a:lnTo>
                  <a:cubicBezTo>
                    <a:pt x="25619" y="285652"/>
                    <a:pt x="30953" y="282890"/>
                    <a:pt x="36001" y="284509"/>
                  </a:cubicBezTo>
                  <a:lnTo>
                    <a:pt x="36001" y="284509"/>
                  </a:lnTo>
                  <a:cubicBezTo>
                    <a:pt x="40955" y="286223"/>
                    <a:pt x="43717" y="291557"/>
                    <a:pt x="42002" y="296606"/>
                  </a:cubicBezTo>
                  <a:lnTo>
                    <a:pt x="42002" y="296606"/>
                  </a:lnTo>
                  <a:cubicBezTo>
                    <a:pt x="40669" y="300606"/>
                    <a:pt x="36954" y="303083"/>
                    <a:pt x="32953" y="303083"/>
                  </a:cubicBezTo>
                  <a:lnTo>
                    <a:pt x="32953" y="303083"/>
                  </a:lnTo>
                  <a:cubicBezTo>
                    <a:pt x="32001" y="303083"/>
                    <a:pt x="31049" y="302987"/>
                    <a:pt x="30001" y="302606"/>
                  </a:cubicBezTo>
                  <a:close/>
                  <a:moveTo>
                    <a:pt x="41812" y="267173"/>
                  </a:moveTo>
                  <a:cubicBezTo>
                    <a:pt x="36763" y="265459"/>
                    <a:pt x="34097" y="260125"/>
                    <a:pt x="35716" y="255077"/>
                  </a:cubicBezTo>
                  <a:lnTo>
                    <a:pt x="35716" y="255077"/>
                  </a:lnTo>
                  <a:cubicBezTo>
                    <a:pt x="37335" y="250124"/>
                    <a:pt x="42764" y="247361"/>
                    <a:pt x="47717" y="248981"/>
                  </a:cubicBezTo>
                  <a:lnTo>
                    <a:pt x="47717" y="248981"/>
                  </a:lnTo>
                  <a:cubicBezTo>
                    <a:pt x="52765" y="250695"/>
                    <a:pt x="55432" y="256029"/>
                    <a:pt x="53813" y="261077"/>
                  </a:cubicBezTo>
                  <a:lnTo>
                    <a:pt x="53813" y="261077"/>
                  </a:lnTo>
                  <a:cubicBezTo>
                    <a:pt x="52480" y="265078"/>
                    <a:pt x="48765" y="267650"/>
                    <a:pt x="44764" y="267650"/>
                  </a:cubicBezTo>
                  <a:lnTo>
                    <a:pt x="44764" y="267650"/>
                  </a:lnTo>
                  <a:cubicBezTo>
                    <a:pt x="43717" y="267650"/>
                    <a:pt x="42764" y="267459"/>
                    <a:pt x="41812" y="267173"/>
                  </a:cubicBezTo>
                  <a:close/>
                  <a:moveTo>
                    <a:pt x="53528" y="231645"/>
                  </a:moveTo>
                  <a:cubicBezTo>
                    <a:pt x="48479" y="229931"/>
                    <a:pt x="45812" y="224597"/>
                    <a:pt x="47432" y="219548"/>
                  </a:cubicBezTo>
                  <a:lnTo>
                    <a:pt x="47432" y="219548"/>
                  </a:lnTo>
                  <a:cubicBezTo>
                    <a:pt x="49146" y="214595"/>
                    <a:pt x="54480" y="211928"/>
                    <a:pt x="59528" y="213548"/>
                  </a:cubicBezTo>
                  <a:lnTo>
                    <a:pt x="59528" y="213548"/>
                  </a:lnTo>
                  <a:cubicBezTo>
                    <a:pt x="64481" y="215167"/>
                    <a:pt x="67243" y="220596"/>
                    <a:pt x="65529" y="225549"/>
                  </a:cubicBezTo>
                  <a:lnTo>
                    <a:pt x="65529" y="225549"/>
                  </a:lnTo>
                  <a:cubicBezTo>
                    <a:pt x="64195" y="229550"/>
                    <a:pt x="60481" y="232121"/>
                    <a:pt x="56480" y="232121"/>
                  </a:cubicBezTo>
                  <a:lnTo>
                    <a:pt x="56480" y="232121"/>
                  </a:lnTo>
                  <a:cubicBezTo>
                    <a:pt x="55528" y="232121"/>
                    <a:pt x="54480" y="231931"/>
                    <a:pt x="53528" y="231645"/>
                  </a:cubicBezTo>
                  <a:close/>
                  <a:moveTo>
                    <a:pt x="65243" y="196117"/>
                  </a:moveTo>
                  <a:cubicBezTo>
                    <a:pt x="60290" y="194498"/>
                    <a:pt x="57528" y="189068"/>
                    <a:pt x="59243" y="184020"/>
                  </a:cubicBezTo>
                  <a:lnTo>
                    <a:pt x="59243" y="184020"/>
                  </a:lnTo>
                  <a:cubicBezTo>
                    <a:pt x="60862" y="179067"/>
                    <a:pt x="66291" y="176400"/>
                    <a:pt x="71244" y="178019"/>
                  </a:cubicBezTo>
                  <a:lnTo>
                    <a:pt x="71244" y="178019"/>
                  </a:lnTo>
                  <a:cubicBezTo>
                    <a:pt x="76197" y="179638"/>
                    <a:pt x="78959" y="185068"/>
                    <a:pt x="77340" y="190021"/>
                  </a:cubicBezTo>
                  <a:lnTo>
                    <a:pt x="77340" y="190021"/>
                  </a:lnTo>
                  <a:cubicBezTo>
                    <a:pt x="76007" y="194021"/>
                    <a:pt x="72292" y="196593"/>
                    <a:pt x="68291" y="196593"/>
                  </a:cubicBezTo>
                  <a:lnTo>
                    <a:pt x="68291" y="196593"/>
                  </a:lnTo>
                  <a:cubicBezTo>
                    <a:pt x="67243" y="196593"/>
                    <a:pt x="66291" y="196403"/>
                    <a:pt x="65243" y="196117"/>
                  </a:cubicBezTo>
                  <a:close/>
                  <a:moveTo>
                    <a:pt x="77054" y="160588"/>
                  </a:moveTo>
                  <a:cubicBezTo>
                    <a:pt x="72006" y="158969"/>
                    <a:pt x="69339" y="153540"/>
                    <a:pt x="70958" y="148587"/>
                  </a:cubicBezTo>
                  <a:lnTo>
                    <a:pt x="70958" y="148587"/>
                  </a:lnTo>
                  <a:cubicBezTo>
                    <a:pt x="72673" y="143539"/>
                    <a:pt x="78007" y="140872"/>
                    <a:pt x="83055" y="142491"/>
                  </a:cubicBezTo>
                  <a:lnTo>
                    <a:pt x="83055" y="142491"/>
                  </a:lnTo>
                  <a:cubicBezTo>
                    <a:pt x="88008" y="144206"/>
                    <a:pt x="90675" y="149540"/>
                    <a:pt x="89056" y="154588"/>
                  </a:cubicBezTo>
                  <a:lnTo>
                    <a:pt x="89056" y="154588"/>
                  </a:lnTo>
                  <a:cubicBezTo>
                    <a:pt x="87722" y="158588"/>
                    <a:pt x="84007" y="161065"/>
                    <a:pt x="80007" y="161065"/>
                  </a:cubicBezTo>
                  <a:lnTo>
                    <a:pt x="80007" y="161065"/>
                  </a:lnTo>
                  <a:cubicBezTo>
                    <a:pt x="79055" y="161065"/>
                    <a:pt x="78007" y="160874"/>
                    <a:pt x="77054" y="160588"/>
                  </a:cubicBezTo>
                  <a:close/>
                  <a:moveTo>
                    <a:pt x="88770" y="125156"/>
                  </a:moveTo>
                  <a:cubicBezTo>
                    <a:pt x="83817" y="123441"/>
                    <a:pt x="81055" y="118107"/>
                    <a:pt x="82769" y="113059"/>
                  </a:cubicBezTo>
                  <a:lnTo>
                    <a:pt x="82769" y="113059"/>
                  </a:lnTo>
                  <a:cubicBezTo>
                    <a:pt x="84388" y="108106"/>
                    <a:pt x="89818" y="105344"/>
                    <a:pt x="94771" y="106963"/>
                  </a:cubicBezTo>
                  <a:lnTo>
                    <a:pt x="94771" y="106963"/>
                  </a:lnTo>
                  <a:cubicBezTo>
                    <a:pt x="99819" y="108677"/>
                    <a:pt x="102486" y="114011"/>
                    <a:pt x="100867" y="119059"/>
                  </a:cubicBezTo>
                  <a:lnTo>
                    <a:pt x="100867" y="119059"/>
                  </a:lnTo>
                  <a:cubicBezTo>
                    <a:pt x="99533" y="123060"/>
                    <a:pt x="95818" y="125536"/>
                    <a:pt x="91723" y="125536"/>
                  </a:cubicBezTo>
                  <a:lnTo>
                    <a:pt x="91723" y="125536"/>
                  </a:lnTo>
                  <a:cubicBezTo>
                    <a:pt x="90770" y="125536"/>
                    <a:pt x="89722" y="125536"/>
                    <a:pt x="88770" y="125156"/>
                  </a:cubicBezTo>
                  <a:close/>
                  <a:moveTo>
                    <a:pt x="100581" y="89627"/>
                  </a:moveTo>
                  <a:cubicBezTo>
                    <a:pt x="95533" y="87913"/>
                    <a:pt x="92866" y="82579"/>
                    <a:pt x="94485" y="77531"/>
                  </a:cubicBezTo>
                  <a:lnTo>
                    <a:pt x="94485" y="77531"/>
                  </a:lnTo>
                  <a:cubicBezTo>
                    <a:pt x="96199" y="72578"/>
                    <a:pt x="101534" y="69815"/>
                    <a:pt x="106486" y="71434"/>
                  </a:cubicBezTo>
                  <a:lnTo>
                    <a:pt x="106486" y="71434"/>
                  </a:lnTo>
                  <a:cubicBezTo>
                    <a:pt x="111535" y="73149"/>
                    <a:pt x="114202" y="78483"/>
                    <a:pt x="112582" y="83531"/>
                  </a:cubicBezTo>
                  <a:lnTo>
                    <a:pt x="112582" y="83531"/>
                  </a:lnTo>
                  <a:cubicBezTo>
                    <a:pt x="111249" y="87532"/>
                    <a:pt x="107534" y="90104"/>
                    <a:pt x="103534" y="90104"/>
                  </a:cubicBezTo>
                  <a:lnTo>
                    <a:pt x="103534" y="90104"/>
                  </a:lnTo>
                  <a:cubicBezTo>
                    <a:pt x="102581" y="90104"/>
                    <a:pt x="101534" y="89913"/>
                    <a:pt x="100581" y="89627"/>
                  </a:cubicBezTo>
                  <a:close/>
                  <a:moveTo>
                    <a:pt x="112297" y="54099"/>
                  </a:moveTo>
                  <a:cubicBezTo>
                    <a:pt x="107249" y="52480"/>
                    <a:pt x="104582" y="47051"/>
                    <a:pt x="106296" y="42002"/>
                  </a:cubicBezTo>
                  <a:lnTo>
                    <a:pt x="106296" y="42002"/>
                  </a:lnTo>
                  <a:cubicBezTo>
                    <a:pt x="107915" y="37049"/>
                    <a:pt x="113249" y="34382"/>
                    <a:pt x="118297" y="36002"/>
                  </a:cubicBezTo>
                  <a:lnTo>
                    <a:pt x="118297" y="36002"/>
                  </a:lnTo>
                  <a:cubicBezTo>
                    <a:pt x="123251" y="37621"/>
                    <a:pt x="126013" y="43050"/>
                    <a:pt x="124298" y="48003"/>
                  </a:cubicBezTo>
                  <a:lnTo>
                    <a:pt x="124298" y="48003"/>
                  </a:lnTo>
                  <a:cubicBezTo>
                    <a:pt x="122965" y="52004"/>
                    <a:pt x="119250" y="54575"/>
                    <a:pt x="115345" y="54575"/>
                  </a:cubicBezTo>
                  <a:lnTo>
                    <a:pt x="115345" y="54575"/>
                  </a:lnTo>
                  <a:cubicBezTo>
                    <a:pt x="114297" y="54575"/>
                    <a:pt x="113345" y="54385"/>
                    <a:pt x="112297" y="54099"/>
                  </a:cubicBezTo>
                  <a:close/>
                  <a:moveTo>
                    <a:pt x="124108" y="18571"/>
                  </a:moveTo>
                  <a:cubicBezTo>
                    <a:pt x="119059" y="16952"/>
                    <a:pt x="116393" y="11522"/>
                    <a:pt x="118012" y="6474"/>
                  </a:cubicBezTo>
                  <a:lnTo>
                    <a:pt x="118012" y="6474"/>
                  </a:lnTo>
                  <a:cubicBezTo>
                    <a:pt x="119631" y="1521"/>
                    <a:pt x="125060" y="-1146"/>
                    <a:pt x="130013" y="473"/>
                  </a:cubicBezTo>
                  <a:lnTo>
                    <a:pt x="130013" y="473"/>
                  </a:lnTo>
                  <a:cubicBezTo>
                    <a:pt x="135061" y="2092"/>
                    <a:pt x="137728" y="7522"/>
                    <a:pt x="136109" y="12475"/>
                  </a:cubicBezTo>
                  <a:lnTo>
                    <a:pt x="136109" y="12475"/>
                  </a:lnTo>
                  <a:cubicBezTo>
                    <a:pt x="134776" y="16475"/>
                    <a:pt x="131061" y="19047"/>
                    <a:pt x="127061" y="19047"/>
                  </a:cubicBezTo>
                  <a:lnTo>
                    <a:pt x="127061" y="19047"/>
                  </a:lnTo>
                  <a:cubicBezTo>
                    <a:pt x="126013" y="19047"/>
                    <a:pt x="125060" y="18857"/>
                    <a:pt x="124108" y="185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62A43C7-CB96-8BDA-6934-42B733110548}"/>
                </a:ext>
              </a:extLst>
            </p:cNvPr>
            <p:cNvSpPr/>
            <p:nvPr/>
          </p:nvSpPr>
          <p:spPr>
            <a:xfrm>
              <a:off x="6108371" y="3158478"/>
              <a:ext cx="280248" cy="433303"/>
            </a:xfrm>
            <a:custGeom>
              <a:avLst/>
              <a:gdLst>
                <a:gd name="connsiteX0" fmla="*/ 262711 w 280248"/>
                <a:gd name="connsiteY0" fmla="*/ 428827 h 433303"/>
                <a:gd name="connsiteX1" fmla="*/ 265664 w 280248"/>
                <a:gd name="connsiteY1" fmla="*/ 415682 h 433303"/>
                <a:gd name="connsiteX2" fmla="*/ 265664 w 280248"/>
                <a:gd name="connsiteY2" fmla="*/ 415682 h 433303"/>
                <a:gd name="connsiteX3" fmla="*/ 278808 w 280248"/>
                <a:gd name="connsiteY3" fmla="*/ 418635 h 433303"/>
                <a:gd name="connsiteX4" fmla="*/ 278808 w 280248"/>
                <a:gd name="connsiteY4" fmla="*/ 418635 h 433303"/>
                <a:gd name="connsiteX5" fmla="*/ 275855 w 280248"/>
                <a:gd name="connsiteY5" fmla="*/ 431780 h 433303"/>
                <a:gd name="connsiteX6" fmla="*/ 275855 w 280248"/>
                <a:gd name="connsiteY6" fmla="*/ 431780 h 433303"/>
                <a:gd name="connsiteX7" fmla="*/ 270807 w 280248"/>
                <a:gd name="connsiteY7" fmla="*/ 433304 h 433303"/>
                <a:gd name="connsiteX8" fmla="*/ 270807 w 280248"/>
                <a:gd name="connsiteY8" fmla="*/ 433304 h 433303"/>
                <a:gd name="connsiteX9" fmla="*/ 262711 w 280248"/>
                <a:gd name="connsiteY9" fmla="*/ 428827 h 433303"/>
                <a:gd name="connsiteX10" fmla="*/ 242613 w 280248"/>
                <a:gd name="connsiteY10" fmla="*/ 396918 h 433303"/>
                <a:gd name="connsiteX11" fmla="*/ 245566 w 280248"/>
                <a:gd name="connsiteY11" fmla="*/ 383869 h 433303"/>
                <a:gd name="connsiteX12" fmla="*/ 245566 w 280248"/>
                <a:gd name="connsiteY12" fmla="*/ 383869 h 433303"/>
                <a:gd name="connsiteX13" fmla="*/ 258710 w 280248"/>
                <a:gd name="connsiteY13" fmla="*/ 386822 h 433303"/>
                <a:gd name="connsiteX14" fmla="*/ 258710 w 280248"/>
                <a:gd name="connsiteY14" fmla="*/ 386822 h 433303"/>
                <a:gd name="connsiteX15" fmla="*/ 255758 w 280248"/>
                <a:gd name="connsiteY15" fmla="*/ 399966 h 433303"/>
                <a:gd name="connsiteX16" fmla="*/ 255758 w 280248"/>
                <a:gd name="connsiteY16" fmla="*/ 399966 h 433303"/>
                <a:gd name="connsiteX17" fmla="*/ 250709 w 280248"/>
                <a:gd name="connsiteY17" fmla="*/ 401395 h 433303"/>
                <a:gd name="connsiteX18" fmla="*/ 250709 w 280248"/>
                <a:gd name="connsiteY18" fmla="*/ 401395 h 433303"/>
                <a:gd name="connsiteX19" fmla="*/ 242613 w 280248"/>
                <a:gd name="connsiteY19" fmla="*/ 396918 h 433303"/>
                <a:gd name="connsiteX20" fmla="*/ 222516 w 280248"/>
                <a:gd name="connsiteY20" fmla="*/ 365105 h 433303"/>
                <a:gd name="connsiteX21" fmla="*/ 225468 w 280248"/>
                <a:gd name="connsiteY21" fmla="*/ 351960 h 433303"/>
                <a:gd name="connsiteX22" fmla="*/ 225468 w 280248"/>
                <a:gd name="connsiteY22" fmla="*/ 351960 h 433303"/>
                <a:gd name="connsiteX23" fmla="*/ 238613 w 280248"/>
                <a:gd name="connsiteY23" fmla="*/ 354913 h 433303"/>
                <a:gd name="connsiteX24" fmla="*/ 238613 w 280248"/>
                <a:gd name="connsiteY24" fmla="*/ 354913 h 433303"/>
                <a:gd name="connsiteX25" fmla="*/ 235660 w 280248"/>
                <a:gd name="connsiteY25" fmla="*/ 368057 h 433303"/>
                <a:gd name="connsiteX26" fmla="*/ 235660 w 280248"/>
                <a:gd name="connsiteY26" fmla="*/ 368057 h 433303"/>
                <a:gd name="connsiteX27" fmla="*/ 230612 w 280248"/>
                <a:gd name="connsiteY27" fmla="*/ 369581 h 433303"/>
                <a:gd name="connsiteX28" fmla="*/ 230612 w 280248"/>
                <a:gd name="connsiteY28" fmla="*/ 369581 h 433303"/>
                <a:gd name="connsiteX29" fmla="*/ 222516 w 280248"/>
                <a:gd name="connsiteY29" fmla="*/ 365105 h 433303"/>
                <a:gd name="connsiteX30" fmla="*/ 202418 w 280248"/>
                <a:gd name="connsiteY30" fmla="*/ 333291 h 433303"/>
                <a:gd name="connsiteX31" fmla="*/ 205370 w 280248"/>
                <a:gd name="connsiteY31" fmla="*/ 320051 h 433303"/>
                <a:gd name="connsiteX32" fmla="*/ 205370 w 280248"/>
                <a:gd name="connsiteY32" fmla="*/ 320051 h 433303"/>
                <a:gd name="connsiteX33" fmla="*/ 218515 w 280248"/>
                <a:gd name="connsiteY33" fmla="*/ 323099 h 433303"/>
                <a:gd name="connsiteX34" fmla="*/ 218515 w 280248"/>
                <a:gd name="connsiteY34" fmla="*/ 323099 h 433303"/>
                <a:gd name="connsiteX35" fmla="*/ 215562 w 280248"/>
                <a:gd name="connsiteY35" fmla="*/ 336244 h 433303"/>
                <a:gd name="connsiteX36" fmla="*/ 215562 w 280248"/>
                <a:gd name="connsiteY36" fmla="*/ 336244 h 433303"/>
                <a:gd name="connsiteX37" fmla="*/ 210514 w 280248"/>
                <a:gd name="connsiteY37" fmla="*/ 337673 h 433303"/>
                <a:gd name="connsiteX38" fmla="*/ 210514 w 280248"/>
                <a:gd name="connsiteY38" fmla="*/ 337673 h 433303"/>
                <a:gd name="connsiteX39" fmla="*/ 202418 w 280248"/>
                <a:gd name="connsiteY39" fmla="*/ 333291 h 433303"/>
                <a:gd name="connsiteX40" fmla="*/ 182320 w 280248"/>
                <a:gd name="connsiteY40" fmla="*/ 301382 h 433303"/>
                <a:gd name="connsiteX41" fmla="*/ 185273 w 280248"/>
                <a:gd name="connsiteY41" fmla="*/ 288238 h 433303"/>
                <a:gd name="connsiteX42" fmla="*/ 185273 w 280248"/>
                <a:gd name="connsiteY42" fmla="*/ 288238 h 433303"/>
                <a:gd name="connsiteX43" fmla="*/ 198417 w 280248"/>
                <a:gd name="connsiteY43" fmla="*/ 291191 h 433303"/>
                <a:gd name="connsiteX44" fmla="*/ 198417 w 280248"/>
                <a:gd name="connsiteY44" fmla="*/ 291191 h 433303"/>
                <a:gd name="connsiteX45" fmla="*/ 195464 w 280248"/>
                <a:gd name="connsiteY45" fmla="*/ 304335 h 433303"/>
                <a:gd name="connsiteX46" fmla="*/ 195464 w 280248"/>
                <a:gd name="connsiteY46" fmla="*/ 304335 h 433303"/>
                <a:gd name="connsiteX47" fmla="*/ 190416 w 280248"/>
                <a:gd name="connsiteY47" fmla="*/ 305859 h 433303"/>
                <a:gd name="connsiteX48" fmla="*/ 190416 w 280248"/>
                <a:gd name="connsiteY48" fmla="*/ 305859 h 433303"/>
                <a:gd name="connsiteX49" fmla="*/ 182320 w 280248"/>
                <a:gd name="connsiteY49" fmla="*/ 301382 h 433303"/>
                <a:gd name="connsiteX50" fmla="*/ 162222 w 280248"/>
                <a:gd name="connsiteY50" fmla="*/ 269474 h 433303"/>
                <a:gd name="connsiteX51" fmla="*/ 165175 w 280248"/>
                <a:gd name="connsiteY51" fmla="*/ 256329 h 433303"/>
                <a:gd name="connsiteX52" fmla="*/ 165175 w 280248"/>
                <a:gd name="connsiteY52" fmla="*/ 256329 h 433303"/>
                <a:gd name="connsiteX53" fmla="*/ 178319 w 280248"/>
                <a:gd name="connsiteY53" fmla="*/ 259377 h 433303"/>
                <a:gd name="connsiteX54" fmla="*/ 178319 w 280248"/>
                <a:gd name="connsiteY54" fmla="*/ 259377 h 433303"/>
                <a:gd name="connsiteX55" fmla="*/ 175367 w 280248"/>
                <a:gd name="connsiteY55" fmla="*/ 272522 h 433303"/>
                <a:gd name="connsiteX56" fmla="*/ 175367 w 280248"/>
                <a:gd name="connsiteY56" fmla="*/ 272522 h 433303"/>
                <a:gd name="connsiteX57" fmla="*/ 170318 w 280248"/>
                <a:gd name="connsiteY57" fmla="*/ 273950 h 433303"/>
                <a:gd name="connsiteX58" fmla="*/ 170318 w 280248"/>
                <a:gd name="connsiteY58" fmla="*/ 273950 h 433303"/>
                <a:gd name="connsiteX59" fmla="*/ 162222 w 280248"/>
                <a:gd name="connsiteY59" fmla="*/ 269474 h 433303"/>
                <a:gd name="connsiteX60" fmla="*/ 142124 w 280248"/>
                <a:gd name="connsiteY60" fmla="*/ 237660 h 433303"/>
                <a:gd name="connsiteX61" fmla="*/ 145077 w 280248"/>
                <a:gd name="connsiteY61" fmla="*/ 224516 h 433303"/>
                <a:gd name="connsiteX62" fmla="*/ 145077 w 280248"/>
                <a:gd name="connsiteY62" fmla="*/ 224516 h 433303"/>
                <a:gd name="connsiteX63" fmla="*/ 158222 w 280248"/>
                <a:gd name="connsiteY63" fmla="*/ 227468 h 433303"/>
                <a:gd name="connsiteX64" fmla="*/ 158222 w 280248"/>
                <a:gd name="connsiteY64" fmla="*/ 227468 h 433303"/>
                <a:gd name="connsiteX65" fmla="*/ 155269 w 280248"/>
                <a:gd name="connsiteY65" fmla="*/ 240613 h 433303"/>
                <a:gd name="connsiteX66" fmla="*/ 155269 w 280248"/>
                <a:gd name="connsiteY66" fmla="*/ 240613 h 433303"/>
                <a:gd name="connsiteX67" fmla="*/ 150221 w 280248"/>
                <a:gd name="connsiteY67" fmla="*/ 242137 h 433303"/>
                <a:gd name="connsiteX68" fmla="*/ 150221 w 280248"/>
                <a:gd name="connsiteY68" fmla="*/ 242137 h 433303"/>
                <a:gd name="connsiteX69" fmla="*/ 142124 w 280248"/>
                <a:gd name="connsiteY69" fmla="*/ 237660 h 433303"/>
                <a:gd name="connsiteX70" fmla="*/ 122027 w 280248"/>
                <a:gd name="connsiteY70" fmla="*/ 205751 h 433303"/>
                <a:gd name="connsiteX71" fmla="*/ 124979 w 280248"/>
                <a:gd name="connsiteY71" fmla="*/ 192607 h 433303"/>
                <a:gd name="connsiteX72" fmla="*/ 124979 w 280248"/>
                <a:gd name="connsiteY72" fmla="*/ 192607 h 433303"/>
                <a:gd name="connsiteX73" fmla="*/ 138124 w 280248"/>
                <a:gd name="connsiteY73" fmla="*/ 195655 h 433303"/>
                <a:gd name="connsiteX74" fmla="*/ 138124 w 280248"/>
                <a:gd name="connsiteY74" fmla="*/ 195655 h 433303"/>
                <a:gd name="connsiteX75" fmla="*/ 135171 w 280248"/>
                <a:gd name="connsiteY75" fmla="*/ 208799 h 433303"/>
                <a:gd name="connsiteX76" fmla="*/ 135171 w 280248"/>
                <a:gd name="connsiteY76" fmla="*/ 208799 h 433303"/>
                <a:gd name="connsiteX77" fmla="*/ 130123 w 280248"/>
                <a:gd name="connsiteY77" fmla="*/ 210228 h 433303"/>
                <a:gd name="connsiteX78" fmla="*/ 130123 w 280248"/>
                <a:gd name="connsiteY78" fmla="*/ 210228 h 433303"/>
                <a:gd name="connsiteX79" fmla="*/ 122027 w 280248"/>
                <a:gd name="connsiteY79" fmla="*/ 205751 h 433303"/>
                <a:gd name="connsiteX80" fmla="*/ 101929 w 280248"/>
                <a:gd name="connsiteY80" fmla="*/ 173938 h 433303"/>
                <a:gd name="connsiteX81" fmla="*/ 104882 w 280248"/>
                <a:gd name="connsiteY81" fmla="*/ 160793 h 433303"/>
                <a:gd name="connsiteX82" fmla="*/ 104882 w 280248"/>
                <a:gd name="connsiteY82" fmla="*/ 160793 h 433303"/>
                <a:gd name="connsiteX83" fmla="*/ 118026 w 280248"/>
                <a:gd name="connsiteY83" fmla="*/ 163746 h 433303"/>
                <a:gd name="connsiteX84" fmla="*/ 118026 w 280248"/>
                <a:gd name="connsiteY84" fmla="*/ 163746 h 433303"/>
                <a:gd name="connsiteX85" fmla="*/ 115073 w 280248"/>
                <a:gd name="connsiteY85" fmla="*/ 176891 h 433303"/>
                <a:gd name="connsiteX86" fmla="*/ 115073 w 280248"/>
                <a:gd name="connsiteY86" fmla="*/ 176891 h 433303"/>
                <a:gd name="connsiteX87" fmla="*/ 110025 w 280248"/>
                <a:gd name="connsiteY87" fmla="*/ 178319 h 433303"/>
                <a:gd name="connsiteX88" fmla="*/ 110025 w 280248"/>
                <a:gd name="connsiteY88" fmla="*/ 178319 h 433303"/>
                <a:gd name="connsiteX89" fmla="*/ 101929 w 280248"/>
                <a:gd name="connsiteY89" fmla="*/ 173938 h 433303"/>
                <a:gd name="connsiteX90" fmla="*/ 81831 w 280248"/>
                <a:gd name="connsiteY90" fmla="*/ 142029 h 433303"/>
                <a:gd name="connsiteX91" fmla="*/ 84784 w 280248"/>
                <a:gd name="connsiteY91" fmla="*/ 128885 h 433303"/>
                <a:gd name="connsiteX92" fmla="*/ 84784 w 280248"/>
                <a:gd name="connsiteY92" fmla="*/ 128885 h 433303"/>
                <a:gd name="connsiteX93" fmla="*/ 97928 w 280248"/>
                <a:gd name="connsiteY93" fmla="*/ 131837 h 433303"/>
                <a:gd name="connsiteX94" fmla="*/ 97928 w 280248"/>
                <a:gd name="connsiteY94" fmla="*/ 131837 h 433303"/>
                <a:gd name="connsiteX95" fmla="*/ 94976 w 280248"/>
                <a:gd name="connsiteY95" fmla="*/ 145077 h 433303"/>
                <a:gd name="connsiteX96" fmla="*/ 94976 w 280248"/>
                <a:gd name="connsiteY96" fmla="*/ 145077 h 433303"/>
                <a:gd name="connsiteX97" fmla="*/ 89927 w 280248"/>
                <a:gd name="connsiteY97" fmla="*/ 146506 h 433303"/>
                <a:gd name="connsiteX98" fmla="*/ 89927 w 280248"/>
                <a:gd name="connsiteY98" fmla="*/ 146506 h 433303"/>
                <a:gd name="connsiteX99" fmla="*/ 81831 w 280248"/>
                <a:gd name="connsiteY99" fmla="*/ 142029 h 433303"/>
                <a:gd name="connsiteX100" fmla="*/ 61733 w 280248"/>
                <a:gd name="connsiteY100" fmla="*/ 110216 h 433303"/>
                <a:gd name="connsiteX101" fmla="*/ 64686 w 280248"/>
                <a:gd name="connsiteY101" fmla="*/ 97071 h 433303"/>
                <a:gd name="connsiteX102" fmla="*/ 64686 w 280248"/>
                <a:gd name="connsiteY102" fmla="*/ 97071 h 433303"/>
                <a:gd name="connsiteX103" fmla="*/ 77831 w 280248"/>
                <a:gd name="connsiteY103" fmla="*/ 100024 h 433303"/>
                <a:gd name="connsiteX104" fmla="*/ 77831 w 280248"/>
                <a:gd name="connsiteY104" fmla="*/ 100024 h 433303"/>
                <a:gd name="connsiteX105" fmla="*/ 74878 w 280248"/>
                <a:gd name="connsiteY105" fmla="*/ 113168 h 433303"/>
                <a:gd name="connsiteX106" fmla="*/ 74878 w 280248"/>
                <a:gd name="connsiteY106" fmla="*/ 113168 h 433303"/>
                <a:gd name="connsiteX107" fmla="*/ 69830 w 280248"/>
                <a:gd name="connsiteY107" fmla="*/ 114597 h 433303"/>
                <a:gd name="connsiteX108" fmla="*/ 69830 w 280248"/>
                <a:gd name="connsiteY108" fmla="*/ 114597 h 433303"/>
                <a:gd name="connsiteX109" fmla="*/ 61733 w 280248"/>
                <a:gd name="connsiteY109" fmla="*/ 110216 h 433303"/>
                <a:gd name="connsiteX110" fmla="*/ 41636 w 280248"/>
                <a:gd name="connsiteY110" fmla="*/ 78307 h 433303"/>
                <a:gd name="connsiteX111" fmla="*/ 44588 w 280248"/>
                <a:gd name="connsiteY111" fmla="*/ 65162 h 433303"/>
                <a:gd name="connsiteX112" fmla="*/ 44588 w 280248"/>
                <a:gd name="connsiteY112" fmla="*/ 65162 h 433303"/>
                <a:gd name="connsiteX113" fmla="*/ 57733 w 280248"/>
                <a:gd name="connsiteY113" fmla="*/ 68210 h 433303"/>
                <a:gd name="connsiteX114" fmla="*/ 57733 w 280248"/>
                <a:gd name="connsiteY114" fmla="*/ 68210 h 433303"/>
                <a:gd name="connsiteX115" fmla="*/ 54780 w 280248"/>
                <a:gd name="connsiteY115" fmla="*/ 81260 h 433303"/>
                <a:gd name="connsiteX116" fmla="*/ 54780 w 280248"/>
                <a:gd name="connsiteY116" fmla="*/ 81260 h 433303"/>
                <a:gd name="connsiteX117" fmla="*/ 49732 w 280248"/>
                <a:gd name="connsiteY117" fmla="*/ 82784 h 433303"/>
                <a:gd name="connsiteX118" fmla="*/ 49732 w 280248"/>
                <a:gd name="connsiteY118" fmla="*/ 82784 h 433303"/>
                <a:gd name="connsiteX119" fmla="*/ 41636 w 280248"/>
                <a:gd name="connsiteY119" fmla="*/ 78307 h 433303"/>
                <a:gd name="connsiteX120" fmla="*/ 21538 w 280248"/>
                <a:gd name="connsiteY120" fmla="*/ 46493 h 433303"/>
                <a:gd name="connsiteX121" fmla="*/ 24491 w 280248"/>
                <a:gd name="connsiteY121" fmla="*/ 33349 h 433303"/>
                <a:gd name="connsiteX122" fmla="*/ 24491 w 280248"/>
                <a:gd name="connsiteY122" fmla="*/ 33349 h 433303"/>
                <a:gd name="connsiteX123" fmla="*/ 37635 w 280248"/>
                <a:gd name="connsiteY123" fmla="*/ 36302 h 433303"/>
                <a:gd name="connsiteX124" fmla="*/ 37635 w 280248"/>
                <a:gd name="connsiteY124" fmla="*/ 36302 h 433303"/>
                <a:gd name="connsiteX125" fmla="*/ 34682 w 280248"/>
                <a:gd name="connsiteY125" fmla="*/ 49446 h 433303"/>
                <a:gd name="connsiteX126" fmla="*/ 34682 w 280248"/>
                <a:gd name="connsiteY126" fmla="*/ 49446 h 433303"/>
                <a:gd name="connsiteX127" fmla="*/ 29634 w 280248"/>
                <a:gd name="connsiteY127" fmla="*/ 50875 h 433303"/>
                <a:gd name="connsiteX128" fmla="*/ 29634 w 280248"/>
                <a:gd name="connsiteY128" fmla="*/ 50875 h 433303"/>
                <a:gd name="connsiteX129" fmla="*/ 21538 w 280248"/>
                <a:gd name="connsiteY129" fmla="*/ 46493 h 433303"/>
                <a:gd name="connsiteX130" fmla="*/ 1440 w 280248"/>
                <a:gd name="connsiteY130" fmla="*/ 14585 h 433303"/>
                <a:gd name="connsiteX131" fmla="*/ 4393 w 280248"/>
                <a:gd name="connsiteY131" fmla="*/ 1440 h 433303"/>
                <a:gd name="connsiteX132" fmla="*/ 4393 w 280248"/>
                <a:gd name="connsiteY132" fmla="*/ 1440 h 433303"/>
                <a:gd name="connsiteX133" fmla="*/ 17633 w 280248"/>
                <a:gd name="connsiteY133" fmla="*/ 4393 h 433303"/>
                <a:gd name="connsiteX134" fmla="*/ 17633 w 280248"/>
                <a:gd name="connsiteY134" fmla="*/ 4393 h 433303"/>
                <a:gd name="connsiteX135" fmla="*/ 14585 w 280248"/>
                <a:gd name="connsiteY135" fmla="*/ 17633 h 433303"/>
                <a:gd name="connsiteX136" fmla="*/ 14585 w 280248"/>
                <a:gd name="connsiteY136" fmla="*/ 17633 h 433303"/>
                <a:gd name="connsiteX137" fmla="*/ 9536 w 280248"/>
                <a:gd name="connsiteY137" fmla="*/ 19061 h 433303"/>
                <a:gd name="connsiteX138" fmla="*/ 9536 w 280248"/>
                <a:gd name="connsiteY138" fmla="*/ 19061 h 433303"/>
                <a:gd name="connsiteX139" fmla="*/ 1440 w 280248"/>
                <a:gd name="connsiteY139" fmla="*/ 14585 h 433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80248" h="433303">
                  <a:moveTo>
                    <a:pt x="262711" y="428827"/>
                  </a:moveTo>
                  <a:cubicBezTo>
                    <a:pt x="259853" y="424350"/>
                    <a:pt x="261187" y="418445"/>
                    <a:pt x="265664" y="415682"/>
                  </a:cubicBezTo>
                  <a:lnTo>
                    <a:pt x="265664" y="415682"/>
                  </a:lnTo>
                  <a:cubicBezTo>
                    <a:pt x="270141" y="412920"/>
                    <a:pt x="276046" y="414254"/>
                    <a:pt x="278808" y="418635"/>
                  </a:cubicBezTo>
                  <a:lnTo>
                    <a:pt x="278808" y="418635"/>
                  </a:lnTo>
                  <a:cubicBezTo>
                    <a:pt x="281570" y="423112"/>
                    <a:pt x="280237" y="429017"/>
                    <a:pt x="275855" y="431780"/>
                  </a:cubicBezTo>
                  <a:lnTo>
                    <a:pt x="275855" y="431780"/>
                  </a:lnTo>
                  <a:cubicBezTo>
                    <a:pt x="274236" y="432827"/>
                    <a:pt x="272522" y="433304"/>
                    <a:pt x="270807" y="433304"/>
                  </a:cubicBezTo>
                  <a:lnTo>
                    <a:pt x="270807" y="433304"/>
                  </a:lnTo>
                  <a:cubicBezTo>
                    <a:pt x="267569" y="433304"/>
                    <a:pt x="264521" y="431684"/>
                    <a:pt x="262711" y="428827"/>
                  </a:cubicBezTo>
                  <a:close/>
                  <a:moveTo>
                    <a:pt x="242613" y="396918"/>
                  </a:moveTo>
                  <a:cubicBezTo>
                    <a:pt x="239756" y="392537"/>
                    <a:pt x="241089" y="386631"/>
                    <a:pt x="245566" y="383869"/>
                  </a:cubicBezTo>
                  <a:lnTo>
                    <a:pt x="245566" y="383869"/>
                  </a:lnTo>
                  <a:cubicBezTo>
                    <a:pt x="250043" y="381011"/>
                    <a:pt x="255853" y="382345"/>
                    <a:pt x="258710" y="386822"/>
                  </a:cubicBezTo>
                  <a:lnTo>
                    <a:pt x="258710" y="386822"/>
                  </a:lnTo>
                  <a:cubicBezTo>
                    <a:pt x="261473" y="391298"/>
                    <a:pt x="260234" y="397109"/>
                    <a:pt x="255758" y="399966"/>
                  </a:cubicBezTo>
                  <a:lnTo>
                    <a:pt x="255758" y="399966"/>
                  </a:lnTo>
                  <a:cubicBezTo>
                    <a:pt x="254138" y="400919"/>
                    <a:pt x="252424" y="401395"/>
                    <a:pt x="250709" y="401395"/>
                  </a:cubicBezTo>
                  <a:lnTo>
                    <a:pt x="250709" y="401395"/>
                  </a:lnTo>
                  <a:cubicBezTo>
                    <a:pt x="247471" y="401395"/>
                    <a:pt x="244423" y="399871"/>
                    <a:pt x="242613" y="396918"/>
                  </a:cubicBezTo>
                  <a:close/>
                  <a:moveTo>
                    <a:pt x="222516" y="365105"/>
                  </a:moveTo>
                  <a:cubicBezTo>
                    <a:pt x="219658" y="360628"/>
                    <a:pt x="220991" y="354818"/>
                    <a:pt x="225468" y="351960"/>
                  </a:cubicBezTo>
                  <a:lnTo>
                    <a:pt x="225468" y="351960"/>
                  </a:lnTo>
                  <a:cubicBezTo>
                    <a:pt x="229945" y="349103"/>
                    <a:pt x="235850" y="350436"/>
                    <a:pt x="238613" y="354913"/>
                  </a:cubicBezTo>
                  <a:lnTo>
                    <a:pt x="238613" y="354913"/>
                  </a:lnTo>
                  <a:cubicBezTo>
                    <a:pt x="241470" y="359390"/>
                    <a:pt x="240041" y="365295"/>
                    <a:pt x="235660" y="368057"/>
                  </a:cubicBezTo>
                  <a:lnTo>
                    <a:pt x="235660" y="368057"/>
                  </a:lnTo>
                  <a:cubicBezTo>
                    <a:pt x="234041" y="369105"/>
                    <a:pt x="232326" y="369581"/>
                    <a:pt x="230612" y="369581"/>
                  </a:cubicBezTo>
                  <a:lnTo>
                    <a:pt x="230612" y="369581"/>
                  </a:lnTo>
                  <a:cubicBezTo>
                    <a:pt x="227373" y="369581"/>
                    <a:pt x="224325" y="367962"/>
                    <a:pt x="222516" y="365105"/>
                  </a:cubicBezTo>
                  <a:close/>
                  <a:moveTo>
                    <a:pt x="202418" y="333291"/>
                  </a:moveTo>
                  <a:cubicBezTo>
                    <a:pt x="199560" y="328719"/>
                    <a:pt x="200894" y="322909"/>
                    <a:pt x="205370" y="320051"/>
                  </a:cubicBezTo>
                  <a:lnTo>
                    <a:pt x="205370" y="320051"/>
                  </a:lnTo>
                  <a:cubicBezTo>
                    <a:pt x="209847" y="317289"/>
                    <a:pt x="215657" y="318623"/>
                    <a:pt x="218515" y="323099"/>
                  </a:cubicBezTo>
                  <a:lnTo>
                    <a:pt x="218515" y="323099"/>
                  </a:lnTo>
                  <a:cubicBezTo>
                    <a:pt x="221277" y="327481"/>
                    <a:pt x="220039" y="333386"/>
                    <a:pt x="215562" y="336244"/>
                  </a:cubicBezTo>
                  <a:lnTo>
                    <a:pt x="215562" y="336244"/>
                  </a:lnTo>
                  <a:cubicBezTo>
                    <a:pt x="213943" y="337196"/>
                    <a:pt x="212228" y="337673"/>
                    <a:pt x="210514" y="337673"/>
                  </a:cubicBezTo>
                  <a:lnTo>
                    <a:pt x="210514" y="337673"/>
                  </a:lnTo>
                  <a:cubicBezTo>
                    <a:pt x="207275" y="337673"/>
                    <a:pt x="204227" y="336149"/>
                    <a:pt x="202418" y="333291"/>
                  </a:cubicBezTo>
                  <a:close/>
                  <a:moveTo>
                    <a:pt x="182320" y="301382"/>
                  </a:moveTo>
                  <a:cubicBezTo>
                    <a:pt x="179558" y="296906"/>
                    <a:pt x="180891" y="291000"/>
                    <a:pt x="185273" y="288238"/>
                  </a:cubicBezTo>
                  <a:lnTo>
                    <a:pt x="185273" y="288238"/>
                  </a:lnTo>
                  <a:cubicBezTo>
                    <a:pt x="189749" y="285476"/>
                    <a:pt x="195655" y="286809"/>
                    <a:pt x="198417" y="291191"/>
                  </a:cubicBezTo>
                  <a:lnTo>
                    <a:pt x="198417" y="291191"/>
                  </a:lnTo>
                  <a:cubicBezTo>
                    <a:pt x="201275" y="295667"/>
                    <a:pt x="199846" y="301573"/>
                    <a:pt x="195464" y="304335"/>
                  </a:cubicBezTo>
                  <a:lnTo>
                    <a:pt x="195464" y="304335"/>
                  </a:lnTo>
                  <a:cubicBezTo>
                    <a:pt x="193845" y="305383"/>
                    <a:pt x="192131" y="305859"/>
                    <a:pt x="190416" y="305859"/>
                  </a:cubicBezTo>
                  <a:lnTo>
                    <a:pt x="190416" y="305859"/>
                  </a:lnTo>
                  <a:cubicBezTo>
                    <a:pt x="187273" y="305859"/>
                    <a:pt x="184130" y="304240"/>
                    <a:pt x="182320" y="301382"/>
                  </a:cubicBezTo>
                  <a:close/>
                  <a:moveTo>
                    <a:pt x="162222" y="269474"/>
                  </a:moveTo>
                  <a:cubicBezTo>
                    <a:pt x="159365" y="265092"/>
                    <a:pt x="160698" y="259187"/>
                    <a:pt x="165175" y="256329"/>
                  </a:cubicBezTo>
                  <a:lnTo>
                    <a:pt x="165175" y="256329"/>
                  </a:lnTo>
                  <a:cubicBezTo>
                    <a:pt x="169652" y="253567"/>
                    <a:pt x="175557" y="254900"/>
                    <a:pt x="178319" y="259377"/>
                  </a:cubicBezTo>
                  <a:lnTo>
                    <a:pt x="178319" y="259377"/>
                  </a:lnTo>
                  <a:cubicBezTo>
                    <a:pt x="181082" y="263759"/>
                    <a:pt x="179843" y="269664"/>
                    <a:pt x="175367" y="272522"/>
                  </a:cubicBezTo>
                  <a:lnTo>
                    <a:pt x="175367" y="272522"/>
                  </a:lnTo>
                  <a:cubicBezTo>
                    <a:pt x="173747" y="273474"/>
                    <a:pt x="172033" y="273950"/>
                    <a:pt x="170318" y="273950"/>
                  </a:cubicBezTo>
                  <a:lnTo>
                    <a:pt x="170318" y="273950"/>
                  </a:lnTo>
                  <a:cubicBezTo>
                    <a:pt x="167080" y="273950"/>
                    <a:pt x="164032" y="272426"/>
                    <a:pt x="162222" y="269474"/>
                  </a:cubicBezTo>
                  <a:close/>
                  <a:moveTo>
                    <a:pt x="142124" y="237660"/>
                  </a:moveTo>
                  <a:cubicBezTo>
                    <a:pt x="139362" y="233183"/>
                    <a:pt x="140600" y="227278"/>
                    <a:pt x="145077" y="224516"/>
                  </a:cubicBezTo>
                  <a:lnTo>
                    <a:pt x="145077" y="224516"/>
                  </a:lnTo>
                  <a:cubicBezTo>
                    <a:pt x="149554" y="221658"/>
                    <a:pt x="155459" y="222992"/>
                    <a:pt x="158222" y="227468"/>
                  </a:cubicBezTo>
                  <a:lnTo>
                    <a:pt x="158222" y="227468"/>
                  </a:lnTo>
                  <a:cubicBezTo>
                    <a:pt x="161079" y="231945"/>
                    <a:pt x="159650" y="237755"/>
                    <a:pt x="155269" y="240613"/>
                  </a:cubicBezTo>
                  <a:lnTo>
                    <a:pt x="155269" y="240613"/>
                  </a:lnTo>
                  <a:cubicBezTo>
                    <a:pt x="153650" y="241661"/>
                    <a:pt x="151935" y="242137"/>
                    <a:pt x="150221" y="242137"/>
                  </a:cubicBezTo>
                  <a:lnTo>
                    <a:pt x="150221" y="242137"/>
                  </a:lnTo>
                  <a:cubicBezTo>
                    <a:pt x="147077" y="242137"/>
                    <a:pt x="143934" y="240518"/>
                    <a:pt x="142124" y="237660"/>
                  </a:cubicBezTo>
                  <a:close/>
                  <a:moveTo>
                    <a:pt x="122027" y="205751"/>
                  </a:moveTo>
                  <a:cubicBezTo>
                    <a:pt x="119169" y="201275"/>
                    <a:pt x="120598" y="195464"/>
                    <a:pt x="124979" y="192607"/>
                  </a:cubicBezTo>
                  <a:lnTo>
                    <a:pt x="124979" y="192607"/>
                  </a:lnTo>
                  <a:cubicBezTo>
                    <a:pt x="129456" y="189845"/>
                    <a:pt x="135362" y="191178"/>
                    <a:pt x="138124" y="195655"/>
                  </a:cubicBezTo>
                  <a:lnTo>
                    <a:pt x="138124" y="195655"/>
                  </a:lnTo>
                  <a:cubicBezTo>
                    <a:pt x="140886" y="200036"/>
                    <a:pt x="139648" y="205942"/>
                    <a:pt x="135171" y="208799"/>
                  </a:cubicBezTo>
                  <a:lnTo>
                    <a:pt x="135171" y="208799"/>
                  </a:lnTo>
                  <a:cubicBezTo>
                    <a:pt x="133552" y="209752"/>
                    <a:pt x="131837" y="210228"/>
                    <a:pt x="130123" y="210228"/>
                  </a:cubicBezTo>
                  <a:lnTo>
                    <a:pt x="130123" y="210228"/>
                  </a:lnTo>
                  <a:cubicBezTo>
                    <a:pt x="126980" y="210228"/>
                    <a:pt x="123836" y="208609"/>
                    <a:pt x="122027" y="205751"/>
                  </a:cubicBezTo>
                  <a:close/>
                  <a:moveTo>
                    <a:pt x="101929" y="173938"/>
                  </a:moveTo>
                  <a:cubicBezTo>
                    <a:pt x="99167" y="169461"/>
                    <a:pt x="100405" y="163556"/>
                    <a:pt x="104882" y="160793"/>
                  </a:cubicBezTo>
                  <a:lnTo>
                    <a:pt x="104882" y="160793"/>
                  </a:lnTo>
                  <a:cubicBezTo>
                    <a:pt x="109358" y="157936"/>
                    <a:pt x="115264" y="159269"/>
                    <a:pt x="118026" y="163746"/>
                  </a:cubicBezTo>
                  <a:lnTo>
                    <a:pt x="118026" y="163746"/>
                  </a:lnTo>
                  <a:cubicBezTo>
                    <a:pt x="120884" y="168223"/>
                    <a:pt x="119550" y="174128"/>
                    <a:pt x="115073" y="176891"/>
                  </a:cubicBezTo>
                  <a:lnTo>
                    <a:pt x="115073" y="176891"/>
                  </a:lnTo>
                  <a:cubicBezTo>
                    <a:pt x="113454" y="177843"/>
                    <a:pt x="111740" y="178319"/>
                    <a:pt x="110025" y="178319"/>
                  </a:cubicBezTo>
                  <a:lnTo>
                    <a:pt x="110025" y="178319"/>
                  </a:lnTo>
                  <a:cubicBezTo>
                    <a:pt x="106882" y="178319"/>
                    <a:pt x="103739" y="176795"/>
                    <a:pt x="101929" y="173938"/>
                  </a:cubicBezTo>
                  <a:close/>
                  <a:moveTo>
                    <a:pt x="81831" y="142029"/>
                  </a:moveTo>
                  <a:cubicBezTo>
                    <a:pt x="78974" y="137648"/>
                    <a:pt x="80402" y="131742"/>
                    <a:pt x="84784" y="128885"/>
                  </a:cubicBezTo>
                  <a:lnTo>
                    <a:pt x="84784" y="128885"/>
                  </a:lnTo>
                  <a:cubicBezTo>
                    <a:pt x="89261" y="126122"/>
                    <a:pt x="95166" y="127456"/>
                    <a:pt x="97928" y="131837"/>
                  </a:cubicBezTo>
                  <a:lnTo>
                    <a:pt x="97928" y="131837"/>
                  </a:lnTo>
                  <a:cubicBezTo>
                    <a:pt x="100786" y="136314"/>
                    <a:pt x="99452" y="142220"/>
                    <a:pt x="94976" y="145077"/>
                  </a:cubicBezTo>
                  <a:lnTo>
                    <a:pt x="94976" y="145077"/>
                  </a:lnTo>
                  <a:cubicBezTo>
                    <a:pt x="93452" y="146030"/>
                    <a:pt x="91642" y="146506"/>
                    <a:pt x="89927" y="146506"/>
                  </a:cubicBezTo>
                  <a:lnTo>
                    <a:pt x="89927" y="146506"/>
                  </a:lnTo>
                  <a:cubicBezTo>
                    <a:pt x="86784" y="146506"/>
                    <a:pt x="83641" y="144887"/>
                    <a:pt x="81831" y="142029"/>
                  </a:cubicBezTo>
                  <a:close/>
                  <a:moveTo>
                    <a:pt x="61733" y="110216"/>
                  </a:moveTo>
                  <a:cubicBezTo>
                    <a:pt x="58971" y="105739"/>
                    <a:pt x="60305" y="99833"/>
                    <a:pt x="64686" y="97071"/>
                  </a:cubicBezTo>
                  <a:lnTo>
                    <a:pt x="64686" y="97071"/>
                  </a:lnTo>
                  <a:cubicBezTo>
                    <a:pt x="69163" y="94214"/>
                    <a:pt x="75068" y="95547"/>
                    <a:pt x="77831" y="100024"/>
                  </a:cubicBezTo>
                  <a:lnTo>
                    <a:pt x="77831" y="100024"/>
                  </a:lnTo>
                  <a:cubicBezTo>
                    <a:pt x="80688" y="104501"/>
                    <a:pt x="79355" y="110311"/>
                    <a:pt x="74878" y="113168"/>
                  </a:cubicBezTo>
                  <a:lnTo>
                    <a:pt x="74878" y="113168"/>
                  </a:lnTo>
                  <a:cubicBezTo>
                    <a:pt x="73259" y="114121"/>
                    <a:pt x="71544" y="114597"/>
                    <a:pt x="69830" y="114597"/>
                  </a:cubicBezTo>
                  <a:lnTo>
                    <a:pt x="69830" y="114597"/>
                  </a:lnTo>
                  <a:cubicBezTo>
                    <a:pt x="66591" y="114597"/>
                    <a:pt x="63543" y="113073"/>
                    <a:pt x="61733" y="110216"/>
                  </a:cubicBezTo>
                  <a:close/>
                  <a:moveTo>
                    <a:pt x="41636" y="78307"/>
                  </a:moveTo>
                  <a:cubicBezTo>
                    <a:pt x="38873" y="73830"/>
                    <a:pt x="40207" y="68020"/>
                    <a:pt x="44588" y="65162"/>
                  </a:cubicBezTo>
                  <a:lnTo>
                    <a:pt x="44588" y="65162"/>
                  </a:lnTo>
                  <a:cubicBezTo>
                    <a:pt x="49065" y="62400"/>
                    <a:pt x="54971" y="63734"/>
                    <a:pt x="57733" y="68210"/>
                  </a:cubicBezTo>
                  <a:lnTo>
                    <a:pt x="57733" y="68210"/>
                  </a:lnTo>
                  <a:cubicBezTo>
                    <a:pt x="60590" y="72592"/>
                    <a:pt x="59257" y="78497"/>
                    <a:pt x="54780" y="81260"/>
                  </a:cubicBezTo>
                  <a:lnTo>
                    <a:pt x="54780" y="81260"/>
                  </a:lnTo>
                  <a:cubicBezTo>
                    <a:pt x="53256" y="82307"/>
                    <a:pt x="51446" y="82784"/>
                    <a:pt x="49732" y="82784"/>
                  </a:cubicBezTo>
                  <a:lnTo>
                    <a:pt x="49732" y="82784"/>
                  </a:lnTo>
                  <a:cubicBezTo>
                    <a:pt x="46589" y="82784"/>
                    <a:pt x="43445" y="81164"/>
                    <a:pt x="41636" y="78307"/>
                  </a:cubicBezTo>
                  <a:close/>
                  <a:moveTo>
                    <a:pt x="21538" y="46493"/>
                  </a:moveTo>
                  <a:cubicBezTo>
                    <a:pt x="18776" y="42017"/>
                    <a:pt x="20109" y="36111"/>
                    <a:pt x="24491" y="33349"/>
                  </a:cubicBezTo>
                  <a:lnTo>
                    <a:pt x="24491" y="33349"/>
                  </a:lnTo>
                  <a:cubicBezTo>
                    <a:pt x="28967" y="30491"/>
                    <a:pt x="34873" y="31825"/>
                    <a:pt x="37635" y="36302"/>
                  </a:cubicBezTo>
                  <a:lnTo>
                    <a:pt x="37635" y="36302"/>
                  </a:lnTo>
                  <a:cubicBezTo>
                    <a:pt x="40493" y="40778"/>
                    <a:pt x="39159" y="46684"/>
                    <a:pt x="34682" y="49446"/>
                  </a:cubicBezTo>
                  <a:lnTo>
                    <a:pt x="34682" y="49446"/>
                  </a:lnTo>
                  <a:cubicBezTo>
                    <a:pt x="33063" y="50399"/>
                    <a:pt x="31349" y="50875"/>
                    <a:pt x="29634" y="50875"/>
                  </a:cubicBezTo>
                  <a:lnTo>
                    <a:pt x="29634" y="50875"/>
                  </a:lnTo>
                  <a:cubicBezTo>
                    <a:pt x="26491" y="50875"/>
                    <a:pt x="23348" y="49351"/>
                    <a:pt x="21538" y="46493"/>
                  </a:cubicBezTo>
                  <a:close/>
                  <a:moveTo>
                    <a:pt x="1440" y="14585"/>
                  </a:moveTo>
                  <a:cubicBezTo>
                    <a:pt x="-1322" y="10108"/>
                    <a:pt x="11" y="4298"/>
                    <a:pt x="4393" y="1440"/>
                  </a:cubicBezTo>
                  <a:lnTo>
                    <a:pt x="4393" y="1440"/>
                  </a:lnTo>
                  <a:cubicBezTo>
                    <a:pt x="8870" y="-1322"/>
                    <a:pt x="14775" y="11"/>
                    <a:pt x="17633" y="4393"/>
                  </a:cubicBezTo>
                  <a:lnTo>
                    <a:pt x="17633" y="4393"/>
                  </a:lnTo>
                  <a:cubicBezTo>
                    <a:pt x="20395" y="8870"/>
                    <a:pt x="19061" y="14775"/>
                    <a:pt x="14585" y="17633"/>
                  </a:cubicBezTo>
                  <a:lnTo>
                    <a:pt x="14585" y="17633"/>
                  </a:lnTo>
                  <a:cubicBezTo>
                    <a:pt x="13061" y="18585"/>
                    <a:pt x="11251" y="19061"/>
                    <a:pt x="9536" y="19061"/>
                  </a:cubicBezTo>
                  <a:lnTo>
                    <a:pt x="9536" y="19061"/>
                  </a:lnTo>
                  <a:cubicBezTo>
                    <a:pt x="6393" y="19061"/>
                    <a:pt x="3250" y="17442"/>
                    <a:pt x="1440" y="1458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324FF8D-C9EF-D3A7-FC68-5FF31CB9A5FE}"/>
                </a:ext>
              </a:extLst>
            </p:cNvPr>
            <p:cNvSpPr/>
            <p:nvPr/>
          </p:nvSpPr>
          <p:spPr>
            <a:xfrm>
              <a:off x="6423610" y="3619694"/>
              <a:ext cx="86912" cy="49429"/>
            </a:xfrm>
            <a:custGeom>
              <a:avLst/>
              <a:gdLst>
                <a:gd name="connsiteX0" fmla="*/ 73487 w 86912"/>
                <a:gd name="connsiteY0" fmla="*/ 48573 h 49429"/>
                <a:gd name="connsiteX1" fmla="*/ 68725 w 86912"/>
                <a:gd name="connsiteY1" fmla="*/ 36000 h 49429"/>
                <a:gd name="connsiteX2" fmla="*/ 68725 w 86912"/>
                <a:gd name="connsiteY2" fmla="*/ 36000 h 49429"/>
                <a:gd name="connsiteX3" fmla="*/ 81298 w 86912"/>
                <a:gd name="connsiteY3" fmla="*/ 31237 h 49429"/>
                <a:gd name="connsiteX4" fmla="*/ 81298 w 86912"/>
                <a:gd name="connsiteY4" fmla="*/ 31237 h 49429"/>
                <a:gd name="connsiteX5" fmla="*/ 86060 w 86912"/>
                <a:gd name="connsiteY5" fmla="*/ 43810 h 49429"/>
                <a:gd name="connsiteX6" fmla="*/ 86060 w 86912"/>
                <a:gd name="connsiteY6" fmla="*/ 43810 h 49429"/>
                <a:gd name="connsiteX7" fmla="*/ 77392 w 86912"/>
                <a:gd name="connsiteY7" fmla="*/ 49430 h 49429"/>
                <a:gd name="connsiteX8" fmla="*/ 77392 w 86912"/>
                <a:gd name="connsiteY8" fmla="*/ 49430 h 49429"/>
                <a:gd name="connsiteX9" fmla="*/ 73487 w 86912"/>
                <a:gd name="connsiteY9" fmla="*/ 48573 h 49429"/>
                <a:gd name="connsiteX10" fmla="*/ 39578 w 86912"/>
                <a:gd name="connsiteY10" fmla="*/ 33428 h 49429"/>
                <a:gd name="connsiteX11" fmla="*/ 34720 w 86912"/>
                <a:gd name="connsiteY11" fmla="*/ 20855 h 49429"/>
                <a:gd name="connsiteX12" fmla="*/ 34720 w 86912"/>
                <a:gd name="connsiteY12" fmla="*/ 20855 h 49429"/>
                <a:gd name="connsiteX13" fmla="*/ 47293 w 86912"/>
                <a:gd name="connsiteY13" fmla="*/ 16092 h 49429"/>
                <a:gd name="connsiteX14" fmla="*/ 47293 w 86912"/>
                <a:gd name="connsiteY14" fmla="*/ 16092 h 49429"/>
                <a:gd name="connsiteX15" fmla="*/ 52151 w 86912"/>
                <a:gd name="connsiteY15" fmla="*/ 28665 h 49429"/>
                <a:gd name="connsiteX16" fmla="*/ 52151 w 86912"/>
                <a:gd name="connsiteY16" fmla="*/ 28665 h 49429"/>
                <a:gd name="connsiteX17" fmla="*/ 43483 w 86912"/>
                <a:gd name="connsiteY17" fmla="*/ 34285 h 49429"/>
                <a:gd name="connsiteX18" fmla="*/ 43483 w 86912"/>
                <a:gd name="connsiteY18" fmla="*/ 34285 h 49429"/>
                <a:gd name="connsiteX19" fmla="*/ 39578 w 86912"/>
                <a:gd name="connsiteY19" fmla="*/ 33428 h 49429"/>
                <a:gd name="connsiteX20" fmla="*/ 5574 w 86912"/>
                <a:gd name="connsiteY20" fmla="*/ 18188 h 49429"/>
                <a:gd name="connsiteX21" fmla="*/ 811 w 86912"/>
                <a:gd name="connsiteY21" fmla="*/ 5615 h 49429"/>
                <a:gd name="connsiteX22" fmla="*/ 811 w 86912"/>
                <a:gd name="connsiteY22" fmla="*/ 5615 h 49429"/>
                <a:gd name="connsiteX23" fmla="*/ 13384 w 86912"/>
                <a:gd name="connsiteY23" fmla="*/ 852 h 49429"/>
                <a:gd name="connsiteX24" fmla="*/ 13384 w 86912"/>
                <a:gd name="connsiteY24" fmla="*/ 852 h 49429"/>
                <a:gd name="connsiteX25" fmla="*/ 18242 w 86912"/>
                <a:gd name="connsiteY25" fmla="*/ 13425 h 49429"/>
                <a:gd name="connsiteX26" fmla="*/ 18242 w 86912"/>
                <a:gd name="connsiteY26" fmla="*/ 13425 h 49429"/>
                <a:gd name="connsiteX27" fmla="*/ 9479 w 86912"/>
                <a:gd name="connsiteY27" fmla="*/ 19045 h 49429"/>
                <a:gd name="connsiteX28" fmla="*/ 9479 w 86912"/>
                <a:gd name="connsiteY28" fmla="*/ 19045 h 49429"/>
                <a:gd name="connsiteX29" fmla="*/ 5574 w 86912"/>
                <a:gd name="connsiteY29" fmla="*/ 18188 h 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6912" h="49429">
                  <a:moveTo>
                    <a:pt x="73487" y="48573"/>
                  </a:moveTo>
                  <a:cubicBezTo>
                    <a:pt x="68725" y="46477"/>
                    <a:pt x="66534" y="40857"/>
                    <a:pt x="68725" y="36000"/>
                  </a:cubicBezTo>
                  <a:lnTo>
                    <a:pt x="68725" y="36000"/>
                  </a:lnTo>
                  <a:cubicBezTo>
                    <a:pt x="70820" y="31237"/>
                    <a:pt x="76440" y="29046"/>
                    <a:pt x="81298" y="31237"/>
                  </a:cubicBezTo>
                  <a:lnTo>
                    <a:pt x="81298" y="31237"/>
                  </a:lnTo>
                  <a:cubicBezTo>
                    <a:pt x="86060" y="33428"/>
                    <a:pt x="88251" y="39048"/>
                    <a:pt x="86060" y="43810"/>
                  </a:cubicBezTo>
                  <a:lnTo>
                    <a:pt x="86060" y="43810"/>
                  </a:lnTo>
                  <a:cubicBezTo>
                    <a:pt x="84441" y="47334"/>
                    <a:pt x="81012" y="49430"/>
                    <a:pt x="77392" y="49430"/>
                  </a:cubicBezTo>
                  <a:lnTo>
                    <a:pt x="77392" y="49430"/>
                  </a:lnTo>
                  <a:cubicBezTo>
                    <a:pt x="76059" y="49430"/>
                    <a:pt x="74725" y="49144"/>
                    <a:pt x="73487" y="48573"/>
                  </a:cubicBezTo>
                  <a:close/>
                  <a:moveTo>
                    <a:pt x="39578" y="33428"/>
                  </a:moveTo>
                  <a:cubicBezTo>
                    <a:pt x="34720" y="31332"/>
                    <a:pt x="32625" y="25617"/>
                    <a:pt x="34720" y="20855"/>
                  </a:cubicBezTo>
                  <a:lnTo>
                    <a:pt x="34720" y="20855"/>
                  </a:lnTo>
                  <a:cubicBezTo>
                    <a:pt x="36911" y="16092"/>
                    <a:pt x="42531" y="13902"/>
                    <a:pt x="47293" y="16092"/>
                  </a:cubicBezTo>
                  <a:lnTo>
                    <a:pt x="47293" y="16092"/>
                  </a:lnTo>
                  <a:cubicBezTo>
                    <a:pt x="52151" y="18188"/>
                    <a:pt x="54247" y="23807"/>
                    <a:pt x="52151" y="28665"/>
                  </a:cubicBezTo>
                  <a:lnTo>
                    <a:pt x="52151" y="28665"/>
                  </a:lnTo>
                  <a:cubicBezTo>
                    <a:pt x="50532" y="32190"/>
                    <a:pt x="47103" y="34285"/>
                    <a:pt x="43483" y="34285"/>
                  </a:cubicBezTo>
                  <a:lnTo>
                    <a:pt x="43483" y="34285"/>
                  </a:lnTo>
                  <a:cubicBezTo>
                    <a:pt x="42150" y="34285"/>
                    <a:pt x="40816" y="33999"/>
                    <a:pt x="39578" y="33428"/>
                  </a:cubicBezTo>
                  <a:close/>
                  <a:moveTo>
                    <a:pt x="5574" y="18188"/>
                  </a:moveTo>
                  <a:cubicBezTo>
                    <a:pt x="811" y="16092"/>
                    <a:pt x="-1284" y="10473"/>
                    <a:pt x="811" y="5615"/>
                  </a:cubicBezTo>
                  <a:lnTo>
                    <a:pt x="811" y="5615"/>
                  </a:lnTo>
                  <a:cubicBezTo>
                    <a:pt x="3002" y="852"/>
                    <a:pt x="8622" y="-1339"/>
                    <a:pt x="13384" y="852"/>
                  </a:cubicBezTo>
                  <a:lnTo>
                    <a:pt x="13384" y="852"/>
                  </a:lnTo>
                  <a:cubicBezTo>
                    <a:pt x="18242" y="3043"/>
                    <a:pt x="20338" y="8663"/>
                    <a:pt x="18242" y="13425"/>
                  </a:cubicBezTo>
                  <a:lnTo>
                    <a:pt x="18242" y="13425"/>
                  </a:lnTo>
                  <a:cubicBezTo>
                    <a:pt x="16623" y="16950"/>
                    <a:pt x="13194" y="19045"/>
                    <a:pt x="9479" y="19045"/>
                  </a:cubicBezTo>
                  <a:lnTo>
                    <a:pt x="9479" y="19045"/>
                  </a:lnTo>
                  <a:cubicBezTo>
                    <a:pt x="8241" y="19045"/>
                    <a:pt x="6907" y="18759"/>
                    <a:pt x="5574" y="181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95B2851-D18C-05A9-23CA-17067109D46A}"/>
                </a:ext>
              </a:extLst>
            </p:cNvPr>
            <p:cNvSpPr/>
            <p:nvPr/>
          </p:nvSpPr>
          <p:spPr>
            <a:xfrm>
              <a:off x="5695910" y="3124540"/>
              <a:ext cx="372220" cy="50713"/>
            </a:xfrm>
            <a:custGeom>
              <a:avLst/>
              <a:gdLst>
                <a:gd name="connsiteX0" fmla="*/ 39 w 372220"/>
                <a:gd name="connsiteY0" fmla="*/ 42045 h 50713"/>
                <a:gd name="connsiteX1" fmla="*/ 8707 w 372220"/>
                <a:gd name="connsiteY1" fmla="*/ 31758 h 50713"/>
                <a:gd name="connsiteX2" fmla="*/ 8707 w 372220"/>
                <a:gd name="connsiteY2" fmla="*/ 31758 h 50713"/>
                <a:gd name="connsiteX3" fmla="*/ 18994 w 372220"/>
                <a:gd name="connsiteY3" fmla="*/ 40426 h 50713"/>
                <a:gd name="connsiteX4" fmla="*/ 18994 w 372220"/>
                <a:gd name="connsiteY4" fmla="*/ 40426 h 50713"/>
                <a:gd name="connsiteX5" fmla="*/ 10422 w 372220"/>
                <a:gd name="connsiteY5" fmla="*/ 50713 h 50713"/>
                <a:gd name="connsiteX6" fmla="*/ 10422 w 372220"/>
                <a:gd name="connsiteY6" fmla="*/ 50713 h 50713"/>
                <a:gd name="connsiteX7" fmla="*/ 9564 w 372220"/>
                <a:gd name="connsiteY7" fmla="*/ 50713 h 50713"/>
                <a:gd name="connsiteX8" fmla="*/ 9564 w 372220"/>
                <a:gd name="connsiteY8" fmla="*/ 50713 h 50713"/>
                <a:gd name="connsiteX9" fmla="*/ 39 w 372220"/>
                <a:gd name="connsiteY9" fmla="*/ 41950 h 50713"/>
                <a:gd name="connsiteX10" fmla="*/ 39282 w 372220"/>
                <a:gd name="connsiteY10" fmla="*/ 38521 h 50713"/>
                <a:gd name="connsiteX11" fmla="*/ 47950 w 372220"/>
                <a:gd name="connsiteY11" fmla="*/ 28234 h 50713"/>
                <a:gd name="connsiteX12" fmla="*/ 47950 w 372220"/>
                <a:gd name="connsiteY12" fmla="*/ 28234 h 50713"/>
                <a:gd name="connsiteX13" fmla="*/ 58237 w 372220"/>
                <a:gd name="connsiteY13" fmla="*/ 36807 h 50713"/>
                <a:gd name="connsiteX14" fmla="*/ 58237 w 372220"/>
                <a:gd name="connsiteY14" fmla="*/ 36807 h 50713"/>
                <a:gd name="connsiteX15" fmla="*/ 49665 w 372220"/>
                <a:gd name="connsiteY15" fmla="*/ 47189 h 50713"/>
                <a:gd name="connsiteX16" fmla="*/ 48712 w 372220"/>
                <a:gd name="connsiteY16" fmla="*/ 47189 h 50713"/>
                <a:gd name="connsiteX17" fmla="*/ 39282 w 372220"/>
                <a:gd name="connsiteY17" fmla="*/ 38521 h 50713"/>
                <a:gd name="connsiteX18" fmla="*/ 78525 w 372220"/>
                <a:gd name="connsiteY18" fmla="*/ 34997 h 50713"/>
                <a:gd name="connsiteX19" fmla="*/ 87193 w 372220"/>
                <a:gd name="connsiteY19" fmla="*/ 24710 h 50713"/>
                <a:gd name="connsiteX20" fmla="*/ 87193 w 372220"/>
                <a:gd name="connsiteY20" fmla="*/ 24710 h 50713"/>
                <a:gd name="connsiteX21" fmla="*/ 97480 w 372220"/>
                <a:gd name="connsiteY21" fmla="*/ 33378 h 50713"/>
                <a:gd name="connsiteX22" fmla="*/ 97480 w 372220"/>
                <a:gd name="connsiteY22" fmla="*/ 33378 h 50713"/>
                <a:gd name="connsiteX23" fmla="*/ 88908 w 372220"/>
                <a:gd name="connsiteY23" fmla="*/ 43665 h 50713"/>
                <a:gd name="connsiteX24" fmla="*/ 88908 w 372220"/>
                <a:gd name="connsiteY24" fmla="*/ 43665 h 50713"/>
                <a:gd name="connsiteX25" fmla="*/ 87955 w 372220"/>
                <a:gd name="connsiteY25" fmla="*/ 43665 h 50713"/>
                <a:gd name="connsiteX26" fmla="*/ 87955 w 372220"/>
                <a:gd name="connsiteY26" fmla="*/ 43665 h 50713"/>
                <a:gd name="connsiteX27" fmla="*/ 78525 w 372220"/>
                <a:gd name="connsiteY27" fmla="*/ 34902 h 50713"/>
                <a:gd name="connsiteX28" fmla="*/ 117768 w 372220"/>
                <a:gd name="connsiteY28" fmla="*/ 31473 h 50713"/>
                <a:gd name="connsiteX29" fmla="*/ 126436 w 372220"/>
                <a:gd name="connsiteY29" fmla="*/ 21186 h 50713"/>
                <a:gd name="connsiteX30" fmla="*/ 126436 w 372220"/>
                <a:gd name="connsiteY30" fmla="*/ 21186 h 50713"/>
                <a:gd name="connsiteX31" fmla="*/ 136723 w 372220"/>
                <a:gd name="connsiteY31" fmla="*/ 29758 h 50713"/>
                <a:gd name="connsiteX32" fmla="*/ 136723 w 372220"/>
                <a:gd name="connsiteY32" fmla="*/ 29758 h 50713"/>
                <a:gd name="connsiteX33" fmla="*/ 128151 w 372220"/>
                <a:gd name="connsiteY33" fmla="*/ 40140 h 50713"/>
                <a:gd name="connsiteX34" fmla="*/ 127198 w 372220"/>
                <a:gd name="connsiteY34" fmla="*/ 40140 h 50713"/>
                <a:gd name="connsiteX35" fmla="*/ 117768 w 372220"/>
                <a:gd name="connsiteY35" fmla="*/ 31473 h 50713"/>
                <a:gd name="connsiteX36" fmla="*/ 157011 w 372220"/>
                <a:gd name="connsiteY36" fmla="*/ 27948 h 50713"/>
                <a:gd name="connsiteX37" fmla="*/ 165679 w 372220"/>
                <a:gd name="connsiteY37" fmla="*/ 17661 h 50713"/>
                <a:gd name="connsiteX38" fmla="*/ 165679 w 372220"/>
                <a:gd name="connsiteY38" fmla="*/ 17661 h 50713"/>
                <a:gd name="connsiteX39" fmla="*/ 175966 w 372220"/>
                <a:gd name="connsiteY39" fmla="*/ 26329 h 50713"/>
                <a:gd name="connsiteX40" fmla="*/ 175966 w 372220"/>
                <a:gd name="connsiteY40" fmla="*/ 26329 h 50713"/>
                <a:gd name="connsiteX41" fmla="*/ 167394 w 372220"/>
                <a:gd name="connsiteY41" fmla="*/ 36616 h 50713"/>
                <a:gd name="connsiteX42" fmla="*/ 167394 w 372220"/>
                <a:gd name="connsiteY42" fmla="*/ 36616 h 50713"/>
                <a:gd name="connsiteX43" fmla="*/ 166441 w 372220"/>
                <a:gd name="connsiteY43" fmla="*/ 36616 h 50713"/>
                <a:gd name="connsiteX44" fmla="*/ 166441 w 372220"/>
                <a:gd name="connsiteY44" fmla="*/ 36616 h 50713"/>
                <a:gd name="connsiteX45" fmla="*/ 157011 w 372220"/>
                <a:gd name="connsiteY45" fmla="*/ 27853 h 50713"/>
                <a:gd name="connsiteX46" fmla="*/ 196254 w 372220"/>
                <a:gd name="connsiteY46" fmla="*/ 24424 h 50713"/>
                <a:gd name="connsiteX47" fmla="*/ 204922 w 372220"/>
                <a:gd name="connsiteY47" fmla="*/ 14137 h 50713"/>
                <a:gd name="connsiteX48" fmla="*/ 204922 w 372220"/>
                <a:gd name="connsiteY48" fmla="*/ 14137 h 50713"/>
                <a:gd name="connsiteX49" fmla="*/ 215209 w 372220"/>
                <a:gd name="connsiteY49" fmla="*/ 22710 h 50713"/>
                <a:gd name="connsiteX50" fmla="*/ 215209 w 372220"/>
                <a:gd name="connsiteY50" fmla="*/ 22710 h 50713"/>
                <a:gd name="connsiteX51" fmla="*/ 206541 w 372220"/>
                <a:gd name="connsiteY51" fmla="*/ 33092 h 50713"/>
                <a:gd name="connsiteX52" fmla="*/ 205684 w 372220"/>
                <a:gd name="connsiteY52" fmla="*/ 33092 h 50713"/>
                <a:gd name="connsiteX53" fmla="*/ 196254 w 372220"/>
                <a:gd name="connsiteY53" fmla="*/ 24424 h 50713"/>
                <a:gd name="connsiteX54" fmla="*/ 235497 w 372220"/>
                <a:gd name="connsiteY54" fmla="*/ 20900 h 50713"/>
                <a:gd name="connsiteX55" fmla="*/ 244070 w 372220"/>
                <a:gd name="connsiteY55" fmla="*/ 10613 h 50713"/>
                <a:gd name="connsiteX56" fmla="*/ 244070 w 372220"/>
                <a:gd name="connsiteY56" fmla="*/ 10613 h 50713"/>
                <a:gd name="connsiteX57" fmla="*/ 254452 w 372220"/>
                <a:gd name="connsiteY57" fmla="*/ 19281 h 50713"/>
                <a:gd name="connsiteX58" fmla="*/ 254452 w 372220"/>
                <a:gd name="connsiteY58" fmla="*/ 19281 h 50713"/>
                <a:gd name="connsiteX59" fmla="*/ 245784 w 372220"/>
                <a:gd name="connsiteY59" fmla="*/ 29568 h 50713"/>
                <a:gd name="connsiteX60" fmla="*/ 244927 w 372220"/>
                <a:gd name="connsiteY60" fmla="*/ 29568 h 50713"/>
                <a:gd name="connsiteX61" fmla="*/ 235497 w 372220"/>
                <a:gd name="connsiteY61" fmla="*/ 20900 h 50713"/>
                <a:gd name="connsiteX62" fmla="*/ 274740 w 372220"/>
                <a:gd name="connsiteY62" fmla="*/ 17376 h 50713"/>
                <a:gd name="connsiteX63" fmla="*/ 283313 w 372220"/>
                <a:gd name="connsiteY63" fmla="*/ 7089 h 50713"/>
                <a:gd name="connsiteX64" fmla="*/ 283313 w 372220"/>
                <a:gd name="connsiteY64" fmla="*/ 7089 h 50713"/>
                <a:gd name="connsiteX65" fmla="*/ 293695 w 372220"/>
                <a:gd name="connsiteY65" fmla="*/ 15661 h 50713"/>
                <a:gd name="connsiteX66" fmla="*/ 293695 w 372220"/>
                <a:gd name="connsiteY66" fmla="*/ 15661 h 50713"/>
                <a:gd name="connsiteX67" fmla="*/ 285027 w 372220"/>
                <a:gd name="connsiteY67" fmla="*/ 26043 h 50713"/>
                <a:gd name="connsiteX68" fmla="*/ 284170 w 372220"/>
                <a:gd name="connsiteY68" fmla="*/ 26043 h 50713"/>
                <a:gd name="connsiteX69" fmla="*/ 274740 w 372220"/>
                <a:gd name="connsiteY69" fmla="*/ 17376 h 50713"/>
                <a:gd name="connsiteX70" fmla="*/ 313983 w 372220"/>
                <a:gd name="connsiteY70" fmla="*/ 13851 h 50713"/>
                <a:gd name="connsiteX71" fmla="*/ 322556 w 372220"/>
                <a:gd name="connsiteY71" fmla="*/ 3564 h 50713"/>
                <a:gd name="connsiteX72" fmla="*/ 322556 w 372220"/>
                <a:gd name="connsiteY72" fmla="*/ 3564 h 50713"/>
                <a:gd name="connsiteX73" fmla="*/ 332938 w 372220"/>
                <a:gd name="connsiteY73" fmla="*/ 12137 h 50713"/>
                <a:gd name="connsiteX74" fmla="*/ 332938 w 372220"/>
                <a:gd name="connsiteY74" fmla="*/ 12137 h 50713"/>
                <a:gd name="connsiteX75" fmla="*/ 324270 w 372220"/>
                <a:gd name="connsiteY75" fmla="*/ 22519 h 50713"/>
                <a:gd name="connsiteX76" fmla="*/ 323413 w 372220"/>
                <a:gd name="connsiteY76" fmla="*/ 22519 h 50713"/>
                <a:gd name="connsiteX77" fmla="*/ 313983 w 372220"/>
                <a:gd name="connsiteY77" fmla="*/ 13851 h 50713"/>
                <a:gd name="connsiteX78" fmla="*/ 353226 w 372220"/>
                <a:gd name="connsiteY78" fmla="*/ 10327 h 50713"/>
                <a:gd name="connsiteX79" fmla="*/ 361799 w 372220"/>
                <a:gd name="connsiteY79" fmla="*/ 40 h 50713"/>
                <a:gd name="connsiteX80" fmla="*/ 361799 w 372220"/>
                <a:gd name="connsiteY80" fmla="*/ 40 h 50713"/>
                <a:gd name="connsiteX81" fmla="*/ 372181 w 372220"/>
                <a:gd name="connsiteY81" fmla="*/ 8613 h 50713"/>
                <a:gd name="connsiteX82" fmla="*/ 372181 w 372220"/>
                <a:gd name="connsiteY82" fmla="*/ 8613 h 50713"/>
                <a:gd name="connsiteX83" fmla="*/ 363513 w 372220"/>
                <a:gd name="connsiteY83" fmla="*/ 18995 h 50713"/>
                <a:gd name="connsiteX84" fmla="*/ 362656 w 372220"/>
                <a:gd name="connsiteY84" fmla="*/ 18995 h 50713"/>
                <a:gd name="connsiteX85" fmla="*/ 353226 w 372220"/>
                <a:gd name="connsiteY85" fmla="*/ 10327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372220" h="50713">
                  <a:moveTo>
                    <a:pt x="39" y="42045"/>
                  </a:moveTo>
                  <a:cubicBezTo>
                    <a:pt x="-437" y="36807"/>
                    <a:pt x="3468" y="32235"/>
                    <a:pt x="8707" y="31758"/>
                  </a:cubicBezTo>
                  <a:lnTo>
                    <a:pt x="8707" y="31758"/>
                  </a:lnTo>
                  <a:cubicBezTo>
                    <a:pt x="13946" y="31282"/>
                    <a:pt x="18518" y="35092"/>
                    <a:pt x="18994" y="40426"/>
                  </a:cubicBezTo>
                  <a:lnTo>
                    <a:pt x="18994" y="40426"/>
                  </a:lnTo>
                  <a:cubicBezTo>
                    <a:pt x="19470" y="45570"/>
                    <a:pt x="15660" y="50237"/>
                    <a:pt x="10422" y="50713"/>
                  </a:cubicBezTo>
                  <a:lnTo>
                    <a:pt x="10422" y="50713"/>
                  </a:lnTo>
                  <a:cubicBezTo>
                    <a:pt x="10422" y="50713"/>
                    <a:pt x="9850" y="50713"/>
                    <a:pt x="9564" y="50713"/>
                  </a:cubicBezTo>
                  <a:lnTo>
                    <a:pt x="9564" y="50713"/>
                  </a:lnTo>
                  <a:cubicBezTo>
                    <a:pt x="4611" y="50713"/>
                    <a:pt x="516" y="46903"/>
                    <a:pt x="39" y="41950"/>
                  </a:cubicBezTo>
                  <a:close/>
                  <a:moveTo>
                    <a:pt x="39282" y="38521"/>
                  </a:moveTo>
                  <a:cubicBezTo>
                    <a:pt x="38806" y="33378"/>
                    <a:pt x="42711" y="28710"/>
                    <a:pt x="47950" y="28234"/>
                  </a:cubicBezTo>
                  <a:lnTo>
                    <a:pt x="47950" y="28234"/>
                  </a:lnTo>
                  <a:cubicBezTo>
                    <a:pt x="53189" y="27758"/>
                    <a:pt x="57761" y="31663"/>
                    <a:pt x="58237" y="36807"/>
                  </a:cubicBezTo>
                  <a:lnTo>
                    <a:pt x="58237" y="36807"/>
                  </a:lnTo>
                  <a:cubicBezTo>
                    <a:pt x="58713" y="42141"/>
                    <a:pt x="54903" y="46713"/>
                    <a:pt x="49665" y="47189"/>
                  </a:cubicBezTo>
                  <a:lnTo>
                    <a:pt x="48712" y="47189"/>
                  </a:lnTo>
                  <a:cubicBezTo>
                    <a:pt x="43854" y="47189"/>
                    <a:pt x="39759" y="43474"/>
                    <a:pt x="39282" y="38521"/>
                  </a:cubicBezTo>
                  <a:close/>
                  <a:moveTo>
                    <a:pt x="78525" y="34997"/>
                  </a:moveTo>
                  <a:cubicBezTo>
                    <a:pt x="78049" y="29758"/>
                    <a:pt x="81954" y="25186"/>
                    <a:pt x="87193" y="24710"/>
                  </a:cubicBezTo>
                  <a:lnTo>
                    <a:pt x="87193" y="24710"/>
                  </a:lnTo>
                  <a:cubicBezTo>
                    <a:pt x="92432" y="24234"/>
                    <a:pt x="97004" y="28044"/>
                    <a:pt x="97480" y="33378"/>
                  </a:cubicBezTo>
                  <a:lnTo>
                    <a:pt x="97480" y="33378"/>
                  </a:lnTo>
                  <a:cubicBezTo>
                    <a:pt x="97956" y="38521"/>
                    <a:pt x="94051" y="43188"/>
                    <a:pt x="88908" y="43665"/>
                  </a:cubicBezTo>
                  <a:lnTo>
                    <a:pt x="88908" y="43665"/>
                  </a:lnTo>
                  <a:cubicBezTo>
                    <a:pt x="88908" y="43665"/>
                    <a:pt x="88241" y="43665"/>
                    <a:pt x="87955" y="43665"/>
                  </a:cubicBezTo>
                  <a:lnTo>
                    <a:pt x="87955" y="43665"/>
                  </a:lnTo>
                  <a:cubicBezTo>
                    <a:pt x="83097" y="43665"/>
                    <a:pt x="79002" y="39855"/>
                    <a:pt x="78525" y="34902"/>
                  </a:cubicBezTo>
                  <a:close/>
                  <a:moveTo>
                    <a:pt x="117768" y="31473"/>
                  </a:moveTo>
                  <a:cubicBezTo>
                    <a:pt x="117292" y="26329"/>
                    <a:pt x="121197" y="21662"/>
                    <a:pt x="126436" y="21186"/>
                  </a:cubicBezTo>
                  <a:lnTo>
                    <a:pt x="126436" y="21186"/>
                  </a:lnTo>
                  <a:cubicBezTo>
                    <a:pt x="131580" y="20709"/>
                    <a:pt x="136247" y="24615"/>
                    <a:pt x="136723" y="29758"/>
                  </a:cubicBezTo>
                  <a:lnTo>
                    <a:pt x="136723" y="29758"/>
                  </a:lnTo>
                  <a:cubicBezTo>
                    <a:pt x="137199" y="35092"/>
                    <a:pt x="133294" y="39664"/>
                    <a:pt x="128151" y="40140"/>
                  </a:cubicBezTo>
                  <a:lnTo>
                    <a:pt x="127198" y="40140"/>
                  </a:lnTo>
                  <a:cubicBezTo>
                    <a:pt x="122340" y="40140"/>
                    <a:pt x="118245" y="36426"/>
                    <a:pt x="117768" y="31473"/>
                  </a:cubicBezTo>
                  <a:close/>
                  <a:moveTo>
                    <a:pt x="157011" y="27948"/>
                  </a:moveTo>
                  <a:cubicBezTo>
                    <a:pt x="156535" y="22710"/>
                    <a:pt x="160440" y="18138"/>
                    <a:pt x="165679" y="17661"/>
                  </a:cubicBezTo>
                  <a:lnTo>
                    <a:pt x="165679" y="17661"/>
                  </a:lnTo>
                  <a:cubicBezTo>
                    <a:pt x="170823" y="17185"/>
                    <a:pt x="175490" y="20995"/>
                    <a:pt x="175966" y="26329"/>
                  </a:cubicBezTo>
                  <a:lnTo>
                    <a:pt x="175966" y="26329"/>
                  </a:lnTo>
                  <a:cubicBezTo>
                    <a:pt x="176442" y="31473"/>
                    <a:pt x="172537" y="36140"/>
                    <a:pt x="167394" y="36616"/>
                  </a:cubicBezTo>
                  <a:lnTo>
                    <a:pt x="167394" y="36616"/>
                  </a:lnTo>
                  <a:cubicBezTo>
                    <a:pt x="167394" y="36616"/>
                    <a:pt x="166727" y="36616"/>
                    <a:pt x="166441" y="36616"/>
                  </a:cubicBezTo>
                  <a:lnTo>
                    <a:pt x="166441" y="36616"/>
                  </a:lnTo>
                  <a:cubicBezTo>
                    <a:pt x="161583" y="36616"/>
                    <a:pt x="157488" y="32806"/>
                    <a:pt x="157011" y="27853"/>
                  </a:cubicBezTo>
                  <a:close/>
                  <a:moveTo>
                    <a:pt x="196254" y="24424"/>
                  </a:moveTo>
                  <a:cubicBezTo>
                    <a:pt x="195778" y="19281"/>
                    <a:pt x="199588" y="14613"/>
                    <a:pt x="204922" y="14137"/>
                  </a:cubicBezTo>
                  <a:lnTo>
                    <a:pt x="204922" y="14137"/>
                  </a:lnTo>
                  <a:cubicBezTo>
                    <a:pt x="210066" y="13661"/>
                    <a:pt x="214733" y="17566"/>
                    <a:pt x="215209" y="22710"/>
                  </a:cubicBezTo>
                  <a:lnTo>
                    <a:pt x="215209" y="22710"/>
                  </a:lnTo>
                  <a:cubicBezTo>
                    <a:pt x="215685" y="28044"/>
                    <a:pt x="211875" y="32616"/>
                    <a:pt x="206541" y="33092"/>
                  </a:cubicBezTo>
                  <a:lnTo>
                    <a:pt x="205684" y="33092"/>
                  </a:lnTo>
                  <a:cubicBezTo>
                    <a:pt x="200826" y="33092"/>
                    <a:pt x="196731" y="29377"/>
                    <a:pt x="196254" y="24424"/>
                  </a:cubicBezTo>
                  <a:close/>
                  <a:moveTo>
                    <a:pt x="235497" y="20900"/>
                  </a:moveTo>
                  <a:cubicBezTo>
                    <a:pt x="235021" y="15661"/>
                    <a:pt x="238831" y="11089"/>
                    <a:pt x="244070" y="10613"/>
                  </a:cubicBezTo>
                  <a:lnTo>
                    <a:pt x="244070" y="10613"/>
                  </a:lnTo>
                  <a:cubicBezTo>
                    <a:pt x="249309" y="10137"/>
                    <a:pt x="253976" y="13947"/>
                    <a:pt x="254452" y="19281"/>
                  </a:cubicBezTo>
                  <a:lnTo>
                    <a:pt x="254452" y="19281"/>
                  </a:lnTo>
                  <a:cubicBezTo>
                    <a:pt x="254928" y="24424"/>
                    <a:pt x="251023" y="29091"/>
                    <a:pt x="245784" y="29568"/>
                  </a:cubicBezTo>
                  <a:lnTo>
                    <a:pt x="244927" y="29568"/>
                  </a:lnTo>
                  <a:cubicBezTo>
                    <a:pt x="240069" y="29568"/>
                    <a:pt x="235974" y="25853"/>
                    <a:pt x="235497" y="20900"/>
                  </a:cubicBezTo>
                  <a:close/>
                  <a:moveTo>
                    <a:pt x="274740" y="17376"/>
                  </a:moveTo>
                  <a:cubicBezTo>
                    <a:pt x="274264" y="12137"/>
                    <a:pt x="278169" y="7565"/>
                    <a:pt x="283313" y="7089"/>
                  </a:cubicBezTo>
                  <a:lnTo>
                    <a:pt x="283313" y="7089"/>
                  </a:lnTo>
                  <a:cubicBezTo>
                    <a:pt x="288552" y="6612"/>
                    <a:pt x="293219" y="10518"/>
                    <a:pt x="293695" y="15661"/>
                  </a:cubicBezTo>
                  <a:lnTo>
                    <a:pt x="293695" y="15661"/>
                  </a:lnTo>
                  <a:cubicBezTo>
                    <a:pt x="294171" y="20995"/>
                    <a:pt x="290266" y="25567"/>
                    <a:pt x="285027" y="26043"/>
                  </a:cubicBezTo>
                  <a:lnTo>
                    <a:pt x="284170" y="26043"/>
                  </a:lnTo>
                  <a:cubicBezTo>
                    <a:pt x="279312" y="26043"/>
                    <a:pt x="275121" y="22329"/>
                    <a:pt x="274740" y="17376"/>
                  </a:cubicBezTo>
                  <a:close/>
                  <a:moveTo>
                    <a:pt x="313983" y="13851"/>
                  </a:moveTo>
                  <a:cubicBezTo>
                    <a:pt x="313507" y="8613"/>
                    <a:pt x="317412" y="4041"/>
                    <a:pt x="322556" y="3564"/>
                  </a:cubicBezTo>
                  <a:lnTo>
                    <a:pt x="322556" y="3564"/>
                  </a:lnTo>
                  <a:cubicBezTo>
                    <a:pt x="327795" y="3088"/>
                    <a:pt x="332462" y="6898"/>
                    <a:pt x="332938" y="12137"/>
                  </a:cubicBezTo>
                  <a:lnTo>
                    <a:pt x="332938" y="12137"/>
                  </a:lnTo>
                  <a:cubicBezTo>
                    <a:pt x="333414" y="17376"/>
                    <a:pt x="329509" y="22043"/>
                    <a:pt x="324270" y="22519"/>
                  </a:cubicBezTo>
                  <a:lnTo>
                    <a:pt x="323413" y="22519"/>
                  </a:lnTo>
                  <a:cubicBezTo>
                    <a:pt x="318555" y="22519"/>
                    <a:pt x="314364" y="18804"/>
                    <a:pt x="313983" y="13851"/>
                  </a:cubicBezTo>
                  <a:close/>
                  <a:moveTo>
                    <a:pt x="353226" y="10327"/>
                  </a:moveTo>
                  <a:cubicBezTo>
                    <a:pt x="352750" y="5088"/>
                    <a:pt x="356560" y="516"/>
                    <a:pt x="361799" y="40"/>
                  </a:cubicBezTo>
                  <a:lnTo>
                    <a:pt x="361799" y="40"/>
                  </a:lnTo>
                  <a:cubicBezTo>
                    <a:pt x="367038" y="-436"/>
                    <a:pt x="371705" y="3374"/>
                    <a:pt x="372181" y="8613"/>
                  </a:cubicBezTo>
                  <a:lnTo>
                    <a:pt x="372181" y="8613"/>
                  </a:lnTo>
                  <a:cubicBezTo>
                    <a:pt x="372657" y="13947"/>
                    <a:pt x="368752" y="18519"/>
                    <a:pt x="363513" y="18995"/>
                  </a:cubicBezTo>
                  <a:lnTo>
                    <a:pt x="362656" y="18995"/>
                  </a:lnTo>
                  <a:cubicBezTo>
                    <a:pt x="357798" y="18995"/>
                    <a:pt x="353607" y="15280"/>
                    <a:pt x="353226" y="103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F0E554-E3A1-24B6-CC6B-08BD93B64409}"/>
                </a:ext>
              </a:extLst>
            </p:cNvPr>
            <p:cNvSpPr/>
            <p:nvPr/>
          </p:nvSpPr>
          <p:spPr>
            <a:xfrm>
              <a:off x="6127583" y="3124540"/>
              <a:ext cx="372887" cy="50713"/>
            </a:xfrm>
            <a:custGeom>
              <a:avLst/>
              <a:gdLst>
                <a:gd name="connsiteX0" fmla="*/ 362466 w 372887"/>
                <a:gd name="connsiteY0" fmla="*/ 50713 h 50713"/>
                <a:gd name="connsiteX1" fmla="*/ 353893 w 372887"/>
                <a:gd name="connsiteY1" fmla="*/ 40331 h 50713"/>
                <a:gd name="connsiteX2" fmla="*/ 353893 w 372887"/>
                <a:gd name="connsiteY2" fmla="*/ 40331 h 50713"/>
                <a:gd name="connsiteX3" fmla="*/ 364180 w 372887"/>
                <a:gd name="connsiteY3" fmla="*/ 31758 h 50713"/>
                <a:gd name="connsiteX4" fmla="*/ 364180 w 372887"/>
                <a:gd name="connsiteY4" fmla="*/ 31758 h 50713"/>
                <a:gd name="connsiteX5" fmla="*/ 372848 w 372887"/>
                <a:gd name="connsiteY5" fmla="*/ 42141 h 50713"/>
                <a:gd name="connsiteX6" fmla="*/ 372848 w 372887"/>
                <a:gd name="connsiteY6" fmla="*/ 42141 h 50713"/>
                <a:gd name="connsiteX7" fmla="*/ 363323 w 372887"/>
                <a:gd name="connsiteY7" fmla="*/ 50713 h 50713"/>
                <a:gd name="connsiteX8" fmla="*/ 362466 w 372887"/>
                <a:gd name="connsiteY8" fmla="*/ 50713 h 50713"/>
                <a:gd name="connsiteX9" fmla="*/ 323223 w 372887"/>
                <a:gd name="connsiteY9" fmla="*/ 47189 h 50713"/>
                <a:gd name="connsiteX10" fmla="*/ 314555 w 372887"/>
                <a:gd name="connsiteY10" fmla="*/ 36902 h 50713"/>
                <a:gd name="connsiteX11" fmla="*/ 314555 w 372887"/>
                <a:gd name="connsiteY11" fmla="*/ 36902 h 50713"/>
                <a:gd name="connsiteX12" fmla="*/ 324842 w 372887"/>
                <a:gd name="connsiteY12" fmla="*/ 28234 h 50713"/>
                <a:gd name="connsiteX13" fmla="*/ 324842 w 372887"/>
                <a:gd name="connsiteY13" fmla="*/ 28234 h 50713"/>
                <a:gd name="connsiteX14" fmla="*/ 333510 w 372887"/>
                <a:gd name="connsiteY14" fmla="*/ 38521 h 50713"/>
                <a:gd name="connsiteX15" fmla="*/ 333510 w 372887"/>
                <a:gd name="connsiteY15" fmla="*/ 38521 h 50713"/>
                <a:gd name="connsiteX16" fmla="*/ 324080 w 372887"/>
                <a:gd name="connsiteY16" fmla="*/ 47189 h 50713"/>
                <a:gd name="connsiteX17" fmla="*/ 323223 w 372887"/>
                <a:gd name="connsiteY17" fmla="*/ 47189 h 50713"/>
                <a:gd name="connsiteX18" fmla="*/ 283884 w 372887"/>
                <a:gd name="connsiteY18" fmla="*/ 43665 h 50713"/>
                <a:gd name="connsiteX19" fmla="*/ 275217 w 372887"/>
                <a:gd name="connsiteY19" fmla="*/ 33378 h 50713"/>
                <a:gd name="connsiteX20" fmla="*/ 275217 w 372887"/>
                <a:gd name="connsiteY20" fmla="*/ 33378 h 50713"/>
                <a:gd name="connsiteX21" fmla="*/ 285504 w 372887"/>
                <a:gd name="connsiteY21" fmla="*/ 24710 h 50713"/>
                <a:gd name="connsiteX22" fmla="*/ 285504 w 372887"/>
                <a:gd name="connsiteY22" fmla="*/ 24710 h 50713"/>
                <a:gd name="connsiteX23" fmla="*/ 294171 w 372887"/>
                <a:gd name="connsiteY23" fmla="*/ 34997 h 50713"/>
                <a:gd name="connsiteX24" fmla="*/ 294171 w 372887"/>
                <a:gd name="connsiteY24" fmla="*/ 34997 h 50713"/>
                <a:gd name="connsiteX25" fmla="*/ 284742 w 372887"/>
                <a:gd name="connsiteY25" fmla="*/ 43665 h 50713"/>
                <a:gd name="connsiteX26" fmla="*/ 283884 w 372887"/>
                <a:gd name="connsiteY26" fmla="*/ 43665 h 50713"/>
                <a:gd name="connsiteX27" fmla="*/ 244546 w 372887"/>
                <a:gd name="connsiteY27" fmla="*/ 40140 h 50713"/>
                <a:gd name="connsiteX28" fmla="*/ 235878 w 372887"/>
                <a:gd name="connsiteY28" fmla="*/ 29758 h 50713"/>
                <a:gd name="connsiteX29" fmla="*/ 235878 w 372887"/>
                <a:gd name="connsiteY29" fmla="*/ 29758 h 50713"/>
                <a:gd name="connsiteX30" fmla="*/ 246261 w 372887"/>
                <a:gd name="connsiteY30" fmla="*/ 21186 h 50713"/>
                <a:gd name="connsiteX31" fmla="*/ 246261 w 372887"/>
                <a:gd name="connsiteY31" fmla="*/ 21186 h 50713"/>
                <a:gd name="connsiteX32" fmla="*/ 254833 w 372887"/>
                <a:gd name="connsiteY32" fmla="*/ 31473 h 50713"/>
                <a:gd name="connsiteX33" fmla="*/ 254833 w 372887"/>
                <a:gd name="connsiteY33" fmla="*/ 31473 h 50713"/>
                <a:gd name="connsiteX34" fmla="*/ 245403 w 372887"/>
                <a:gd name="connsiteY34" fmla="*/ 40236 h 50713"/>
                <a:gd name="connsiteX35" fmla="*/ 245403 w 372887"/>
                <a:gd name="connsiteY35" fmla="*/ 40236 h 50713"/>
                <a:gd name="connsiteX36" fmla="*/ 244546 w 372887"/>
                <a:gd name="connsiteY36" fmla="*/ 40236 h 50713"/>
                <a:gd name="connsiteX37" fmla="*/ 205208 w 372887"/>
                <a:gd name="connsiteY37" fmla="*/ 36616 h 50713"/>
                <a:gd name="connsiteX38" fmla="*/ 196635 w 372887"/>
                <a:gd name="connsiteY38" fmla="*/ 26234 h 50713"/>
                <a:gd name="connsiteX39" fmla="*/ 196635 w 372887"/>
                <a:gd name="connsiteY39" fmla="*/ 26234 h 50713"/>
                <a:gd name="connsiteX40" fmla="*/ 206922 w 372887"/>
                <a:gd name="connsiteY40" fmla="*/ 17661 h 50713"/>
                <a:gd name="connsiteX41" fmla="*/ 206922 w 372887"/>
                <a:gd name="connsiteY41" fmla="*/ 17661 h 50713"/>
                <a:gd name="connsiteX42" fmla="*/ 215590 w 372887"/>
                <a:gd name="connsiteY42" fmla="*/ 28044 h 50713"/>
                <a:gd name="connsiteX43" fmla="*/ 215590 w 372887"/>
                <a:gd name="connsiteY43" fmla="*/ 28044 h 50713"/>
                <a:gd name="connsiteX44" fmla="*/ 206160 w 372887"/>
                <a:gd name="connsiteY44" fmla="*/ 36616 h 50713"/>
                <a:gd name="connsiteX45" fmla="*/ 205208 w 372887"/>
                <a:gd name="connsiteY45" fmla="*/ 36616 h 50713"/>
                <a:gd name="connsiteX46" fmla="*/ 165870 w 372887"/>
                <a:gd name="connsiteY46" fmla="*/ 33092 h 50713"/>
                <a:gd name="connsiteX47" fmla="*/ 157297 w 372887"/>
                <a:gd name="connsiteY47" fmla="*/ 22805 h 50713"/>
                <a:gd name="connsiteX48" fmla="*/ 157297 w 372887"/>
                <a:gd name="connsiteY48" fmla="*/ 22805 h 50713"/>
                <a:gd name="connsiteX49" fmla="*/ 167584 w 372887"/>
                <a:gd name="connsiteY49" fmla="*/ 14137 h 50713"/>
                <a:gd name="connsiteX50" fmla="*/ 167584 w 372887"/>
                <a:gd name="connsiteY50" fmla="*/ 14137 h 50713"/>
                <a:gd name="connsiteX51" fmla="*/ 176252 w 372887"/>
                <a:gd name="connsiteY51" fmla="*/ 24424 h 50713"/>
                <a:gd name="connsiteX52" fmla="*/ 176252 w 372887"/>
                <a:gd name="connsiteY52" fmla="*/ 24424 h 50713"/>
                <a:gd name="connsiteX53" fmla="*/ 166822 w 372887"/>
                <a:gd name="connsiteY53" fmla="*/ 33092 h 50713"/>
                <a:gd name="connsiteX54" fmla="*/ 165870 w 372887"/>
                <a:gd name="connsiteY54" fmla="*/ 33092 h 50713"/>
                <a:gd name="connsiteX55" fmla="*/ 126627 w 372887"/>
                <a:gd name="connsiteY55" fmla="*/ 29568 h 50713"/>
                <a:gd name="connsiteX56" fmla="*/ 117959 w 372887"/>
                <a:gd name="connsiteY56" fmla="*/ 19281 h 50713"/>
                <a:gd name="connsiteX57" fmla="*/ 117959 w 372887"/>
                <a:gd name="connsiteY57" fmla="*/ 19281 h 50713"/>
                <a:gd name="connsiteX58" fmla="*/ 128341 w 372887"/>
                <a:gd name="connsiteY58" fmla="*/ 10613 h 50713"/>
                <a:gd name="connsiteX59" fmla="*/ 128341 w 372887"/>
                <a:gd name="connsiteY59" fmla="*/ 10613 h 50713"/>
                <a:gd name="connsiteX60" fmla="*/ 136914 w 372887"/>
                <a:gd name="connsiteY60" fmla="*/ 20900 h 50713"/>
                <a:gd name="connsiteX61" fmla="*/ 136914 w 372887"/>
                <a:gd name="connsiteY61" fmla="*/ 20900 h 50713"/>
                <a:gd name="connsiteX62" fmla="*/ 127484 w 372887"/>
                <a:gd name="connsiteY62" fmla="*/ 29568 h 50713"/>
                <a:gd name="connsiteX63" fmla="*/ 126627 w 372887"/>
                <a:gd name="connsiteY63" fmla="*/ 29568 h 50713"/>
                <a:gd name="connsiteX64" fmla="*/ 87288 w 372887"/>
                <a:gd name="connsiteY64" fmla="*/ 26043 h 50713"/>
                <a:gd name="connsiteX65" fmla="*/ 78621 w 372887"/>
                <a:gd name="connsiteY65" fmla="*/ 15661 h 50713"/>
                <a:gd name="connsiteX66" fmla="*/ 78621 w 372887"/>
                <a:gd name="connsiteY66" fmla="*/ 15661 h 50713"/>
                <a:gd name="connsiteX67" fmla="*/ 89003 w 372887"/>
                <a:gd name="connsiteY67" fmla="*/ 7089 h 50713"/>
                <a:gd name="connsiteX68" fmla="*/ 89003 w 372887"/>
                <a:gd name="connsiteY68" fmla="*/ 7089 h 50713"/>
                <a:gd name="connsiteX69" fmla="*/ 97575 w 372887"/>
                <a:gd name="connsiteY69" fmla="*/ 17376 h 50713"/>
                <a:gd name="connsiteX70" fmla="*/ 97575 w 372887"/>
                <a:gd name="connsiteY70" fmla="*/ 17376 h 50713"/>
                <a:gd name="connsiteX71" fmla="*/ 88146 w 372887"/>
                <a:gd name="connsiteY71" fmla="*/ 26043 h 50713"/>
                <a:gd name="connsiteX72" fmla="*/ 87288 w 372887"/>
                <a:gd name="connsiteY72" fmla="*/ 26043 h 50713"/>
                <a:gd name="connsiteX73" fmla="*/ 47950 w 372887"/>
                <a:gd name="connsiteY73" fmla="*/ 22519 h 50713"/>
                <a:gd name="connsiteX74" fmla="*/ 39378 w 372887"/>
                <a:gd name="connsiteY74" fmla="*/ 12137 h 50713"/>
                <a:gd name="connsiteX75" fmla="*/ 39378 w 372887"/>
                <a:gd name="connsiteY75" fmla="*/ 12137 h 50713"/>
                <a:gd name="connsiteX76" fmla="*/ 49665 w 372887"/>
                <a:gd name="connsiteY76" fmla="*/ 3564 h 50713"/>
                <a:gd name="connsiteX77" fmla="*/ 49665 w 372887"/>
                <a:gd name="connsiteY77" fmla="*/ 3564 h 50713"/>
                <a:gd name="connsiteX78" fmla="*/ 58332 w 372887"/>
                <a:gd name="connsiteY78" fmla="*/ 13851 h 50713"/>
                <a:gd name="connsiteX79" fmla="*/ 58332 w 372887"/>
                <a:gd name="connsiteY79" fmla="*/ 13851 h 50713"/>
                <a:gd name="connsiteX80" fmla="*/ 48903 w 372887"/>
                <a:gd name="connsiteY80" fmla="*/ 22519 h 50713"/>
                <a:gd name="connsiteX81" fmla="*/ 47950 w 372887"/>
                <a:gd name="connsiteY81" fmla="*/ 22519 h 50713"/>
                <a:gd name="connsiteX82" fmla="*/ 8707 w 372887"/>
                <a:gd name="connsiteY82" fmla="*/ 18995 h 50713"/>
                <a:gd name="connsiteX83" fmla="*/ 39 w 372887"/>
                <a:gd name="connsiteY83" fmla="*/ 8613 h 50713"/>
                <a:gd name="connsiteX84" fmla="*/ 39 w 372887"/>
                <a:gd name="connsiteY84" fmla="*/ 8613 h 50713"/>
                <a:gd name="connsiteX85" fmla="*/ 10326 w 372887"/>
                <a:gd name="connsiteY85" fmla="*/ 40 h 50713"/>
                <a:gd name="connsiteX86" fmla="*/ 10326 w 372887"/>
                <a:gd name="connsiteY86" fmla="*/ 40 h 50713"/>
                <a:gd name="connsiteX87" fmla="*/ 18994 w 372887"/>
                <a:gd name="connsiteY87" fmla="*/ 10327 h 50713"/>
                <a:gd name="connsiteX88" fmla="*/ 18994 w 372887"/>
                <a:gd name="connsiteY88" fmla="*/ 10327 h 50713"/>
                <a:gd name="connsiteX89" fmla="*/ 9564 w 372887"/>
                <a:gd name="connsiteY89" fmla="*/ 18995 h 50713"/>
                <a:gd name="connsiteX90" fmla="*/ 8707 w 372887"/>
                <a:gd name="connsiteY90" fmla="*/ 18995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72887" h="50713">
                  <a:moveTo>
                    <a:pt x="362466" y="50713"/>
                  </a:moveTo>
                  <a:cubicBezTo>
                    <a:pt x="357227" y="50237"/>
                    <a:pt x="353417" y="45570"/>
                    <a:pt x="353893" y="40331"/>
                  </a:cubicBezTo>
                  <a:lnTo>
                    <a:pt x="353893" y="40331"/>
                  </a:lnTo>
                  <a:cubicBezTo>
                    <a:pt x="354274" y="35187"/>
                    <a:pt x="358941" y="31282"/>
                    <a:pt x="364180" y="31758"/>
                  </a:cubicBezTo>
                  <a:lnTo>
                    <a:pt x="364180" y="31758"/>
                  </a:lnTo>
                  <a:cubicBezTo>
                    <a:pt x="369419" y="32235"/>
                    <a:pt x="373324" y="36902"/>
                    <a:pt x="372848" y="42141"/>
                  </a:cubicBezTo>
                  <a:lnTo>
                    <a:pt x="372848" y="42141"/>
                  </a:lnTo>
                  <a:cubicBezTo>
                    <a:pt x="372372" y="46998"/>
                    <a:pt x="368181" y="50713"/>
                    <a:pt x="363323" y="50713"/>
                  </a:cubicBezTo>
                  <a:lnTo>
                    <a:pt x="362466" y="50713"/>
                  </a:lnTo>
                  <a:close/>
                  <a:moveTo>
                    <a:pt x="323223" y="47189"/>
                  </a:moveTo>
                  <a:cubicBezTo>
                    <a:pt x="317984" y="46713"/>
                    <a:pt x="314079" y="42141"/>
                    <a:pt x="314555" y="36902"/>
                  </a:cubicBezTo>
                  <a:lnTo>
                    <a:pt x="314555" y="36902"/>
                  </a:lnTo>
                  <a:cubicBezTo>
                    <a:pt x="315031" y="31663"/>
                    <a:pt x="319603" y="27758"/>
                    <a:pt x="324842" y="28234"/>
                  </a:cubicBezTo>
                  <a:lnTo>
                    <a:pt x="324842" y="28234"/>
                  </a:lnTo>
                  <a:cubicBezTo>
                    <a:pt x="330081" y="28710"/>
                    <a:pt x="333986" y="33282"/>
                    <a:pt x="333510" y="38521"/>
                  </a:cubicBezTo>
                  <a:lnTo>
                    <a:pt x="333510" y="38521"/>
                  </a:lnTo>
                  <a:cubicBezTo>
                    <a:pt x="333033" y="43474"/>
                    <a:pt x="328938" y="47189"/>
                    <a:pt x="324080" y="47189"/>
                  </a:cubicBezTo>
                  <a:lnTo>
                    <a:pt x="323223" y="47189"/>
                  </a:lnTo>
                  <a:close/>
                  <a:moveTo>
                    <a:pt x="283884" y="43665"/>
                  </a:moveTo>
                  <a:cubicBezTo>
                    <a:pt x="278646" y="43188"/>
                    <a:pt x="274740" y="38616"/>
                    <a:pt x="275217" y="33378"/>
                  </a:cubicBezTo>
                  <a:lnTo>
                    <a:pt x="275217" y="33378"/>
                  </a:lnTo>
                  <a:cubicBezTo>
                    <a:pt x="275693" y="28139"/>
                    <a:pt x="280360" y="24234"/>
                    <a:pt x="285504" y="24710"/>
                  </a:cubicBezTo>
                  <a:lnTo>
                    <a:pt x="285504" y="24710"/>
                  </a:lnTo>
                  <a:cubicBezTo>
                    <a:pt x="290742" y="25186"/>
                    <a:pt x="294648" y="29758"/>
                    <a:pt x="294171" y="34997"/>
                  </a:cubicBezTo>
                  <a:lnTo>
                    <a:pt x="294171" y="34997"/>
                  </a:lnTo>
                  <a:cubicBezTo>
                    <a:pt x="293790" y="39950"/>
                    <a:pt x="289599" y="43665"/>
                    <a:pt x="284742" y="43665"/>
                  </a:cubicBezTo>
                  <a:lnTo>
                    <a:pt x="283884" y="43665"/>
                  </a:lnTo>
                  <a:close/>
                  <a:moveTo>
                    <a:pt x="244546" y="40140"/>
                  </a:moveTo>
                  <a:cubicBezTo>
                    <a:pt x="239307" y="39664"/>
                    <a:pt x="235497" y="34997"/>
                    <a:pt x="235878" y="29758"/>
                  </a:cubicBezTo>
                  <a:lnTo>
                    <a:pt x="235878" y="29758"/>
                  </a:lnTo>
                  <a:cubicBezTo>
                    <a:pt x="236355" y="24519"/>
                    <a:pt x="241022" y="20709"/>
                    <a:pt x="246261" y="21186"/>
                  </a:cubicBezTo>
                  <a:lnTo>
                    <a:pt x="246261" y="21186"/>
                  </a:lnTo>
                  <a:cubicBezTo>
                    <a:pt x="251499" y="21662"/>
                    <a:pt x="255405" y="26234"/>
                    <a:pt x="254833" y="31473"/>
                  </a:cubicBezTo>
                  <a:lnTo>
                    <a:pt x="254833" y="31473"/>
                  </a:lnTo>
                  <a:cubicBezTo>
                    <a:pt x="254452" y="36426"/>
                    <a:pt x="250261" y="40236"/>
                    <a:pt x="245403" y="40236"/>
                  </a:cubicBezTo>
                  <a:lnTo>
                    <a:pt x="245403" y="40236"/>
                  </a:lnTo>
                  <a:cubicBezTo>
                    <a:pt x="245403" y="40236"/>
                    <a:pt x="244832" y="40236"/>
                    <a:pt x="244546" y="40236"/>
                  </a:cubicBezTo>
                  <a:close/>
                  <a:moveTo>
                    <a:pt x="205208" y="36616"/>
                  </a:moveTo>
                  <a:cubicBezTo>
                    <a:pt x="199969" y="36140"/>
                    <a:pt x="196159" y="31473"/>
                    <a:pt x="196635" y="26234"/>
                  </a:cubicBezTo>
                  <a:lnTo>
                    <a:pt x="196635" y="26234"/>
                  </a:lnTo>
                  <a:cubicBezTo>
                    <a:pt x="197016" y="20995"/>
                    <a:pt x="201684" y="17185"/>
                    <a:pt x="206922" y="17661"/>
                  </a:cubicBezTo>
                  <a:lnTo>
                    <a:pt x="206922" y="17661"/>
                  </a:lnTo>
                  <a:cubicBezTo>
                    <a:pt x="212161" y="18138"/>
                    <a:pt x="216066" y="22805"/>
                    <a:pt x="215590" y="28044"/>
                  </a:cubicBezTo>
                  <a:lnTo>
                    <a:pt x="215590" y="28044"/>
                  </a:lnTo>
                  <a:cubicBezTo>
                    <a:pt x="215114" y="32901"/>
                    <a:pt x="211018" y="36616"/>
                    <a:pt x="206160" y="36616"/>
                  </a:cubicBezTo>
                  <a:lnTo>
                    <a:pt x="205208" y="36616"/>
                  </a:lnTo>
                  <a:close/>
                  <a:moveTo>
                    <a:pt x="165870" y="33092"/>
                  </a:moveTo>
                  <a:cubicBezTo>
                    <a:pt x="160631" y="32616"/>
                    <a:pt x="156821" y="28044"/>
                    <a:pt x="157297" y="22805"/>
                  </a:cubicBezTo>
                  <a:lnTo>
                    <a:pt x="157297" y="22805"/>
                  </a:lnTo>
                  <a:cubicBezTo>
                    <a:pt x="157773" y="17566"/>
                    <a:pt x="162345" y="13661"/>
                    <a:pt x="167584" y="14137"/>
                  </a:cubicBezTo>
                  <a:lnTo>
                    <a:pt x="167584" y="14137"/>
                  </a:lnTo>
                  <a:cubicBezTo>
                    <a:pt x="172823" y="14613"/>
                    <a:pt x="176728" y="19185"/>
                    <a:pt x="176252" y="24424"/>
                  </a:cubicBezTo>
                  <a:lnTo>
                    <a:pt x="176252" y="24424"/>
                  </a:lnTo>
                  <a:cubicBezTo>
                    <a:pt x="175776" y="29377"/>
                    <a:pt x="171680" y="33092"/>
                    <a:pt x="166822" y="33092"/>
                  </a:cubicBezTo>
                  <a:lnTo>
                    <a:pt x="165870" y="33092"/>
                  </a:lnTo>
                  <a:close/>
                  <a:moveTo>
                    <a:pt x="126627" y="29568"/>
                  </a:moveTo>
                  <a:cubicBezTo>
                    <a:pt x="121388" y="29091"/>
                    <a:pt x="117483" y="24519"/>
                    <a:pt x="117959" y="19281"/>
                  </a:cubicBezTo>
                  <a:lnTo>
                    <a:pt x="117959" y="19281"/>
                  </a:lnTo>
                  <a:cubicBezTo>
                    <a:pt x="118435" y="14042"/>
                    <a:pt x="123102" y="10137"/>
                    <a:pt x="128341" y="10613"/>
                  </a:cubicBezTo>
                  <a:lnTo>
                    <a:pt x="128341" y="10613"/>
                  </a:lnTo>
                  <a:cubicBezTo>
                    <a:pt x="133485" y="11089"/>
                    <a:pt x="137390" y="15661"/>
                    <a:pt x="136914" y="20900"/>
                  </a:cubicBezTo>
                  <a:lnTo>
                    <a:pt x="136914" y="20900"/>
                  </a:lnTo>
                  <a:cubicBezTo>
                    <a:pt x="136533" y="25853"/>
                    <a:pt x="132342" y="29568"/>
                    <a:pt x="127484" y="29568"/>
                  </a:cubicBezTo>
                  <a:lnTo>
                    <a:pt x="126627" y="29568"/>
                  </a:lnTo>
                  <a:close/>
                  <a:moveTo>
                    <a:pt x="87288" y="26043"/>
                  </a:moveTo>
                  <a:cubicBezTo>
                    <a:pt x="82050" y="25567"/>
                    <a:pt x="78240" y="20900"/>
                    <a:pt x="78621" y="15661"/>
                  </a:cubicBezTo>
                  <a:lnTo>
                    <a:pt x="78621" y="15661"/>
                  </a:lnTo>
                  <a:cubicBezTo>
                    <a:pt x="79097" y="10518"/>
                    <a:pt x="83764" y="6612"/>
                    <a:pt x="89003" y="7089"/>
                  </a:cubicBezTo>
                  <a:lnTo>
                    <a:pt x="89003" y="7089"/>
                  </a:lnTo>
                  <a:cubicBezTo>
                    <a:pt x="94242" y="7565"/>
                    <a:pt x="98147" y="12137"/>
                    <a:pt x="97575" y="17376"/>
                  </a:cubicBezTo>
                  <a:lnTo>
                    <a:pt x="97575" y="17376"/>
                  </a:lnTo>
                  <a:cubicBezTo>
                    <a:pt x="97194" y="22329"/>
                    <a:pt x="93003" y="26043"/>
                    <a:pt x="88146" y="26043"/>
                  </a:cubicBezTo>
                  <a:lnTo>
                    <a:pt x="87288" y="26043"/>
                  </a:lnTo>
                  <a:close/>
                  <a:moveTo>
                    <a:pt x="47950" y="22519"/>
                  </a:moveTo>
                  <a:cubicBezTo>
                    <a:pt x="42711" y="22043"/>
                    <a:pt x="38901" y="17376"/>
                    <a:pt x="39378" y="12137"/>
                  </a:cubicBezTo>
                  <a:lnTo>
                    <a:pt x="39378" y="12137"/>
                  </a:lnTo>
                  <a:cubicBezTo>
                    <a:pt x="39854" y="6898"/>
                    <a:pt x="44426" y="3088"/>
                    <a:pt x="49665" y="3564"/>
                  </a:cubicBezTo>
                  <a:lnTo>
                    <a:pt x="49665" y="3564"/>
                  </a:lnTo>
                  <a:cubicBezTo>
                    <a:pt x="54903" y="4041"/>
                    <a:pt x="58809" y="8613"/>
                    <a:pt x="58332" y="13851"/>
                  </a:cubicBezTo>
                  <a:lnTo>
                    <a:pt x="58332" y="13851"/>
                  </a:lnTo>
                  <a:cubicBezTo>
                    <a:pt x="57856" y="18804"/>
                    <a:pt x="53760" y="22519"/>
                    <a:pt x="48903" y="22519"/>
                  </a:cubicBezTo>
                  <a:lnTo>
                    <a:pt x="47950" y="22519"/>
                  </a:lnTo>
                  <a:close/>
                  <a:moveTo>
                    <a:pt x="8707" y="18995"/>
                  </a:moveTo>
                  <a:cubicBezTo>
                    <a:pt x="3468" y="18519"/>
                    <a:pt x="-437" y="13851"/>
                    <a:pt x="39" y="8613"/>
                  </a:cubicBezTo>
                  <a:lnTo>
                    <a:pt x="39" y="8613"/>
                  </a:lnTo>
                  <a:cubicBezTo>
                    <a:pt x="516" y="3374"/>
                    <a:pt x="5088" y="-436"/>
                    <a:pt x="10326" y="40"/>
                  </a:cubicBezTo>
                  <a:lnTo>
                    <a:pt x="10326" y="40"/>
                  </a:lnTo>
                  <a:cubicBezTo>
                    <a:pt x="15565" y="516"/>
                    <a:pt x="19470" y="5088"/>
                    <a:pt x="18994" y="10327"/>
                  </a:cubicBezTo>
                  <a:lnTo>
                    <a:pt x="18994" y="10327"/>
                  </a:lnTo>
                  <a:cubicBezTo>
                    <a:pt x="18518" y="15280"/>
                    <a:pt x="14422" y="18995"/>
                    <a:pt x="9564" y="18995"/>
                  </a:cubicBezTo>
                  <a:lnTo>
                    <a:pt x="8707" y="189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7C8A7DC-2C06-177F-D93B-25F7433418EA}"/>
                </a:ext>
              </a:extLst>
            </p:cNvPr>
            <p:cNvSpPr/>
            <p:nvPr/>
          </p:nvSpPr>
          <p:spPr>
            <a:xfrm>
              <a:off x="5687906" y="3621891"/>
              <a:ext cx="92996" cy="48852"/>
            </a:xfrm>
            <a:custGeom>
              <a:avLst/>
              <a:gdLst>
                <a:gd name="connsiteX0" fmla="*/ 709 w 92996"/>
                <a:gd name="connsiteY0" fmla="*/ 42852 h 48852"/>
                <a:gd name="connsiteX1" fmla="*/ 5948 w 92996"/>
                <a:gd name="connsiteY1" fmla="*/ 30470 h 48852"/>
                <a:gd name="connsiteX2" fmla="*/ 5948 w 92996"/>
                <a:gd name="connsiteY2" fmla="*/ 30470 h 48852"/>
                <a:gd name="connsiteX3" fmla="*/ 18331 w 92996"/>
                <a:gd name="connsiteY3" fmla="*/ 35708 h 48852"/>
                <a:gd name="connsiteX4" fmla="*/ 18331 w 92996"/>
                <a:gd name="connsiteY4" fmla="*/ 35708 h 48852"/>
                <a:gd name="connsiteX5" fmla="*/ 13092 w 92996"/>
                <a:gd name="connsiteY5" fmla="*/ 48091 h 48852"/>
                <a:gd name="connsiteX6" fmla="*/ 13092 w 92996"/>
                <a:gd name="connsiteY6" fmla="*/ 48091 h 48852"/>
                <a:gd name="connsiteX7" fmla="*/ 9568 w 92996"/>
                <a:gd name="connsiteY7" fmla="*/ 48853 h 48852"/>
                <a:gd name="connsiteX8" fmla="*/ 9568 w 92996"/>
                <a:gd name="connsiteY8" fmla="*/ 48853 h 48852"/>
                <a:gd name="connsiteX9" fmla="*/ 709 w 92996"/>
                <a:gd name="connsiteY9" fmla="*/ 42852 h 48852"/>
                <a:gd name="connsiteX10" fmla="*/ 37666 w 92996"/>
                <a:gd name="connsiteY10" fmla="*/ 27993 h 48852"/>
                <a:gd name="connsiteX11" fmla="*/ 42905 w 92996"/>
                <a:gd name="connsiteY11" fmla="*/ 15611 h 48852"/>
                <a:gd name="connsiteX12" fmla="*/ 42905 w 92996"/>
                <a:gd name="connsiteY12" fmla="*/ 15611 h 48852"/>
                <a:gd name="connsiteX13" fmla="*/ 55383 w 92996"/>
                <a:gd name="connsiteY13" fmla="*/ 20849 h 48852"/>
                <a:gd name="connsiteX14" fmla="*/ 55383 w 92996"/>
                <a:gd name="connsiteY14" fmla="*/ 20849 h 48852"/>
                <a:gd name="connsiteX15" fmla="*/ 50049 w 92996"/>
                <a:gd name="connsiteY15" fmla="*/ 33232 h 48852"/>
                <a:gd name="connsiteX16" fmla="*/ 50049 w 92996"/>
                <a:gd name="connsiteY16" fmla="*/ 33232 h 48852"/>
                <a:gd name="connsiteX17" fmla="*/ 46525 w 92996"/>
                <a:gd name="connsiteY17" fmla="*/ 33899 h 48852"/>
                <a:gd name="connsiteX18" fmla="*/ 46525 w 92996"/>
                <a:gd name="connsiteY18" fmla="*/ 33899 h 48852"/>
                <a:gd name="connsiteX19" fmla="*/ 37666 w 92996"/>
                <a:gd name="connsiteY19" fmla="*/ 27993 h 48852"/>
                <a:gd name="connsiteX20" fmla="*/ 74623 w 92996"/>
                <a:gd name="connsiteY20" fmla="*/ 13134 h 48852"/>
                <a:gd name="connsiteX21" fmla="*/ 79957 w 92996"/>
                <a:gd name="connsiteY21" fmla="*/ 656 h 48852"/>
                <a:gd name="connsiteX22" fmla="*/ 79957 w 92996"/>
                <a:gd name="connsiteY22" fmla="*/ 656 h 48852"/>
                <a:gd name="connsiteX23" fmla="*/ 92340 w 92996"/>
                <a:gd name="connsiteY23" fmla="*/ 5990 h 48852"/>
                <a:gd name="connsiteX24" fmla="*/ 92340 w 92996"/>
                <a:gd name="connsiteY24" fmla="*/ 5990 h 48852"/>
                <a:gd name="connsiteX25" fmla="*/ 87006 w 92996"/>
                <a:gd name="connsiteY25" fmla="*/ 18373 h 48852"/>
                <a:gd name="connsiteX26" fmla="*/ 87006 w 92996"/>
                <a:gd name="connsiteY26" fmla="*/ 18373 h 48852"/>
                <a:gd name="connsiteX27" fmla="*/ 83482 w 92996"/>
                <a:gd name="connsiteY27" fmla="*/ 19040 h 48852"/>
                <a:gd name="connsiteX28" fmla="*/ 83482 w 92996"/>
                <a:gd name="connsiteY28" fmla="*/ 19040 h 48852"/>
                <a:gd name="connsiteX29" fmla="*/ 74623 w 92996"/>
                <a:gd name="connsiteY29" fmla="*/ 13134 h 48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2996" h="48852">
                  <a:moveTo>
                    <a:pt x="709" y="42852"/>
                  </a:moveTo>
                  <a:cubicBezTo>
                    <a:pt x="-1291" y="37994"/>
                    <a:pt x="1090" y="32375"/>
                    <a:pt x="5948" y="30470"/>
                  </a:cubicBezTo>
                  <a:lnTo>
                    <a:pt x="5948" y="30470"/>
                  </a:lnTo>
                  <a:cubicBezTo>
                    <a:pt x="10901" y="28469"/>
                    <a:pt x="16426" y="30851"/>
                    <a:pt x="18331" y="35708"/>
                  </a:cubicBezTo>
                  <a:lnTo>
                    <a:pt x="18331" y="35708"/>
                  </a:lnTo>
                  <a:cubicBezTo>
                    <a:pt x="20331" y="40566"/>
                    <a:pt x="17950" y="46186"/>
                    <a:pt x="13092" y="48091"/>
                  </a:cubicBezTo>
                  <a:lnTo>
                    <a:pt x="13092" y="48091"/>
                  </a:lnTo>
                  <a:cubicBezTo>
                    <a:pt x="11949" y="48567"/>
                    <a:pt x="10711" y="48853"/>
                    <a:pt x="9568" y="48853"/>
                  </a:cubicBezTo>
                  <a:lnTo>
                    <a:pt x="9568" y="48853"/>
                  </a:lnTo>
                  <a:cubicBezTo>
                    <a:pt x="5758" y="48853"/>
                    <a:pt x="2233" y="46567"/>
                    <a:pt x="709" y="42852"/>
                  </a:cubicBezTo>
                  <a:close/>
                  <a:moveTo>
                    <a:pt x="37666" y="27993"/>
                  </a:moveTo>
                  <a:cubicBezTo>
                    <a:pt x="35666" y="23135"/>
                    <a:pt x="38047" y="17516"/>
                    <a:pt x="42905" y="15611"/>
                  </a:cubicBezTo>
                  <a:lnTo>
                    <a:pt x="42905" y="15611"/>
                  </a:lnTo>
                  <a:cubicBezTo>
                    <a:pt x="47858" y="13610"/>
                    <a:pt x="53383" y="15992"/>
                    <a:pt x="55383" y="20849"/>
                  </a:cubicBezTo>
                  <a:lnTo>
                    <a:pt x="55383" y="20849"/>
                  </a:lnTo>
                  <a:cubicBezTo>
                    <a:pt x="57288" y="25707"/>
                    <a:pt x="54907" y="31327"/>
                    <a:pt x="50049" y="33232"/>
                  </a:cubicBezTo>
                  <a:lnTo>
                    <a:pt x="50049" y="33232"/>
                  </a:lnTo>
                  <a:cubicBezTo>
                    <a:pt x="48906" y="33708"/>
                    <a:pt x="47668" y="33899"/>
                    <a:pt x="46525" y="33899"/>
                  </a:cubicBezTo>
                  <a:lnTo>
                    <a:pt x="46525" y="33899"/>
                  </a:lnTo>
                  <a:cubicBezTo>
                    <a:pt x="42715" y="33899"/>
                    <a:pt x="39190" y="31708"/>
                    <a:pt x="37666" y="27993"/>
                  </a:cubicBezTo>
                  <a:close/>
                  <a:moveTo>
                    <a:pt x="74623" y="13134"/>
                  </a:moveTo>
                  <a:cubicBezTo>
                    <a:pt x="72623" y="8181"/>
                    <a:pt x="75004" y="2657"/>
                    <a:pt x="79957" y="656"/>
                  </a:cubicBezTo>
                  <a:lnTo>
                    <a:pt x="79957" y="656"/>
                  </a:lnTo>
                  <a:cubicBezTo>
                    <a:pt x="84815" y="-1249"/>
                    <a:pt x="90340" y="1133"/>
                    <a:pt x="92340" y="5990"/>
                  </a:cubicBezTo>
                  <a:lnTo>
                    <a:pt x="92340" y="5990"/>
                  </a:lnTo>
                  <a:cubicBezTo>
                    <a:pt x="94245" y="10848"/>
                    <a:pt x="91864" y="16373"/>
                    <a:pt x="87006" y="18373"/>
                  </a:cubicBezTo>
                  <a:lnTo>
                    <a:pt x="87006" y="18373"/>
                  </a:lnTo>
                  <a:cubicBezTo>
                    <a:pt x="85863" y="18849"/>
                    <a:pt x="84625" y="19040"/>
                    <a:pt x="83482" y="19040"/>
                  </a:cubicBezTo>
                  <a:lnTo>
                    <a:pt x="83482" y="19040"/>
                  </a:lnTo>
                  <a:cubicBezTo>
                    <a:pt x="79672" y="19040"/>
                    <a:pt x="76147" y="16849"/>
                    <a:pt x="74623" y="1313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D9F085B-A421-1D3C-E971-95773954BF7E}"/>
                </a:ext>
              </a:extLst>
            </p:cNvPr>
            <p:cNvSpPr/>
            <p:nvPr/>
          </p:nvSpPr>
          <p:spPr>
            <a:xfrm>
              <a:off x="5660653" y="3210727"/>
              <a:ext cx="144686" cy="379339"/>
            </a:xfrm>
            <a:custGeom>
              <a:avLst/>
              <a:gdLst>
                <a:gd name="connsiteX0" fmla="*/ 126165 w 144686"/>
                <a:gd name="connsiteY0" fmla="*/ 372958 h 379339"/>
                <a:gd name="connsiteX1" fmla="*/ 131975 w 144686"/>
                <a:gd name="connsiteY1" fmla="*/ 360861 h 379339"/>
                <a:gd name="connsiteX2" fmla="*/ 131975 w 144686"/>
                <a:gd name="connsiteY2" fmla="*/ 360861 h 379339"/>
                <a:gd name="connsiteX3" fmla="*/ 144167 w 144686"/>
                <a:gd name="connsiteY3" fmla="*/ 366672 h 379339"/>
                <a:gd name="connsiteX4" fmla="*/ 144167 w 144686"/>
                <a:gd name="connsiteY4" fmla="*/ 366672 h 379339"/>
                <a:gd name="connsiteX5" fmla="*/ 138261 w 144686"/>
                <a:gd name="connsiteY5" fmla="*/ 378768 h 379339"/>
                <a:gd name="connsiteX6" fmla="*/ 138261 w 144686"/>
                <a:gd name="connsiteY6" fmla="*/ 378768 h 379339"/>
                <a:gd name="connsiteX7" fmla="*/ 135118 w 144686"/>
                <a:gd name="connsiteY7" fmla="*/ 379340 h 379339"/>
                <a:gd name="connsiteX8" fmla="*/ 135118 w 144686"/>
                <a:gd name="connsiteY8" fmla="*/ 379340 h 379339"/>
                <a:gd name="connsiteX9" fmla="*/ 126165 w 144686"/>
                <a:gd name="connsiteY9" fmla="*/ 372958 h 379339"/>
                <a:gd name="connsiteX10" fmla="*/ 113592 w 144686"/>
                <a:gd name="connsiteY10" fmla="*/ 336954 h 379339"/>
                <a:gd name="connsiteX11" fmla="*/ 119402 w 144686"/>
                <a:gd name="connsiteY11" fmla="*/ 324762 h 379339"/>
                <a:gd name="connsiteX12" fmla="*/ 119402 w 144686"/>
                <a:gd name="connsiteY12" fmla="*/ 324762 h 379339"/>
                <a:gd name="connsiteX13" fmla="*/ 131594 w 144686"/>
                <a:gd name="connsiteY13" fmla="*/ 330667 h 379339"/>
                <a:gd name="connsiteX14" fmla="*/ 131594 w 144686"/>
                <a:gd name="connsiteY14" fmla="*/ 330667 h 379339"/>
                <a:gd name="connsiteX15" fmla="*/ 125688 w 144686"/>
                <a:gd name="connsiteY15" fmla="*/ 342764 h 379339"/>
                <a:gd name="connsiteX16" fmla="*/ 125688 w 144686"/>
                <a:gd name="connsiteY16" fmla="*/ 342764 h 379339"/>
                <a:gd name="connsiteX17" fmla="*/ 122545 w 144686"/>
                <a:gd name="connsiteY17" fmla="*/ 343335 h 379339"/>
                <a:gd name="connsiteX18" fmla="*/ 122545 w 144686"/>
                <a:gd name="connsiteY18" fmla="*/ 343335 h 379339"/>
                <a:gd name="connsiteX19" fmla="*/ 113592 w 144686"/>
                <a:gd name="connsiteY19" fmla="*/ 336954 h 379339"/>
                <a:gd name="connsiteX20" fmla="*/ 101019 w 144686"/>
                <a:gd name="connsiteY20" fmla="*/ 300854 h 379339"/>
                <a:gd name="connsiteX21" fmla="*/ 106924 w 144686"/>
                <a:gd name="connsiteY21" fmla="*/ 288757 h 379339"/>
                <a:gd name="connsiteX22" fmla="*/ 106924 w 144686"/>
                <a:gd name="connsiteY22" fmla="*/ 288757 h 379339"/>
                <a:gd name="connsiteX23" fmla="*/ 119021 w 144686"/>
                <a:gd name="connsiteY23" fmla="*/ 294567 h 379339"/>
                <a:gd name="connsiteX24" fmla="*/ 119021 w 144686"/>
                <a:gd name="connsiteY24" fmla="*/ 294567 h 379339"/>
                <a:gd name="connsiteX25" fmla="*/ 113115 w 144686"/>
                <a:gd name="connsiteY25" fmla="*/ 306759 h 379339"/>
                <a:gd name="connsiteX26" fmla="*/ 113115 w 144686"/>
                <a:gd name="connsiteY26" fmla="*/ 306759 h 379339"/>
                <a:gd name="connsiteX27" fmla="*/ 109972 w 144686"/>
                <a:gd name="connsiteY27" fmla="*/ 307236 h 379339"/>
                <a:gd name="connsiteX28" fmla="*/ 109972 w 144686"/>
                <a:gd name="connsiteY28" fmla="*/ 307236 h 379339"/>
                <a:gd name="connsiteX29" fmla="*/ 101019 w 144686"/>
                <a:gd name="connsiteY29" fmla="*/ 300854 h 379339"/>
                <a:gd name="connsiteX30" fmla="*/ 88446 w 144686"/>
                <a:gd name="connsiteY30" fmla="*/ 264849 h 379339"/>
                <a:gd name="connsiteX31" fmla="*/ 94351 w 144686"/>
                <a:gd name="connsiteY31" fmla="*/ 252753 h 379339"/>
                <a:gd name="connsiteX32" fmla="*/ 94351 w 144686"/>
                <a:gd name="connsiteY32" fmla="*/ 252753 h 379339"/>
                <a:gd name="connsiteX33" fmla="*/ 106448 w 144686"/>
                <a:gd name="connsiteY33" fmla="*/ 258563 h 379339"/>
                <a:gd name="connsiteX34" fmla="*/ 106448 w 144686"/>
                <a:gd name="connsiteY34" fmla="*/ 258563 h 379339"/>
                <a:gd name="connsiteX35" fmla="*/ 100638 w 144686"/>
                <a:gd name="connsiteY35" fmla="*/ 270660 h 379339"/>
                <a:gd name="connsiteX36" fmla="*/ 100638 w 144686"/>
                <a:gd name="connsiteY36" fmla="*/ 270660 h 379339"/>
                <a:gd name="connsiteX37" fmla="*/ 97494 w 144686"/>
                <a:gd name="connsiteY37" fmla="*/ 271231 h 379339"/>
                <a:gd name="connsiteX38" fmla="*/ 97494 w 144686"/>
                <a:gd name="connsiteY38" fmla="*/ 271231 h 379339"/>
                <a:gd name="connsiteX39" fmla="*/ 88446 w 144686"/>
                <a:gd name="connsiteY39" fmla="*/ 264849 h 379339"/>
                <a:gd name="connsiteX40" fmla="*/ 75873 w 144686"/>
                <a:gd name="connsiteY40" fmla="*/ 228845 h 379339"/>
                <a:gd name="connsiteX41" fmla="*/ 81778 w 144686"/>
                <a:gd name="connsiteY41" fmla="*/ 216653 h 379339"/>
                <a:gd name="connsiteX42" fmla="*/ 81778 w 144686"/>
                <a:gd name="connsiteY42" fmla="*/ 216653 h 379339"/>
                <a:gd name="connsiteX43" fmla="*/ 93875 w 144686"/>
                <a:gd name="connsiteY43" fmla="*/ 222558 h 379339"/>
                <a:gd name="connsiteX44" fmla="*/ 93875 w 144686"/>
                <a:gd name="connsiteY44" fmla="*/ 222558 h 379339"/>
                <a:gd name="connsiteX45" fmla="*/ 88065 w 144686"/>
                <a:gd name="connsiteY45" fmla="*/ 234655 h 379339"/>
                <a:gd name="connsiteX46" fmla="*/ 88065 w 144686"/>
                <a:gd name="connsiteY46" fmla="*/ 234655 h 379339"/>
                <a:gd name="connsiteX47" fmla="*/ 84921 w 144686"/>
                <a:gd name="connsiteY47" fmla="*/ 235227 h 379339"/>
                <a:gd name="connsiteX48" fmla="*/ 84921 w 144686"/>
                <a:gd name="connsiteY48" fmla="*/ 235227 h 379339"/>
                <a:gd name="connsiteX49" fmla="*/ 75873 w 144686"/>
                <a:gd name="connsiteY49" fmla="*/ 228845 h 379339"/>
                <a:gd name="connsiteX50" fmla="*/ 63395 w 144686"/>
                <a:gd name="connsiteY50" fmla="*/ 192840 h 379339"/>
                <a:gd name="connsiteX51" fmla="*/ 69205 w 144686"/>
                <a:gd name="connsiteY51" fmla="*/ 180648 h 379339"/>
                <a:gd name="connsiteX52" fmla="*/ 69205 w 144686"/>
                <a:gd name="connsiteY52" fmla="*/ 180648 h 379339"/>
                <a:gd name="connsiteX53" fmla="*/ 81302 w 144686"/>
                <a:gd name="connsiteY53" fmla="*/ 186459 h 379339"/>
                <a:gd name="connsiteX54" fmla="*/ 81302 w 144686"/>
                <a:gd name="connsiteY54" fmla="*/ 186459 h 379339"/>
                <a:gd name="connsiteX55" fmla="*/ 75492 w 144686"/>
                <a:gd name="connsiteY55" fmla="*/ 198651 h 379339"/>
                <a:gd name="connsiteX56" fmla="*/ 75492 w 144686"/>
                <a:gd name="connsiteY56" fmla="*/ 198651 h 379339"/>
                <a:gd name="connsiteX57" fmla="*/ 72348 w 144686"/>
                <a:gd name="connsiteY57" fmla="*/ 199222 h 379339"/>
                <a:gd name="connsiteX58" fmla="*/ 72348 w 144686"/>
                <a:gd name="connsiteY58" fmla="*/ 199222 h 379339"/>
                <a:gd name="connsiteX59" fmla="*/ 63395 w 144686"/>
                <a:gd name="connsiteY59" fmla="*/ 192840 h 379339"/>
                <a:gd name="connsiteX60" fmla="*/ 50822 w 144686"/>
                <a:gd name="connsiteY60" fmla="*/ 156741 h 379339"/>
                <a:gd name="connsiteX61" fmla="*/ 56632 w 144686"/>
                <a:gd name="connsiteY61" fmla="*/ 144644 h 379339"/>
                <a:gd name="connsiteX62" fmla="*/ 56632 w 144686"/>
                <a:gd name="connsiteY62" fmla="*/ 144644 h 379339"/>
                <a:gd name="connsiteX63" fmla="*/ 68729 w 144686"/>
                <a:gd name="connsiteY63" fmla="*/ 150454 h 379339"/>
                <a:gd name="connsiteX64" fmla="*/ 68729 w 144686"/>
                <a:gd name="connsiteY64" fmla="*/ 150454 h 379339"/>
                <a:gd name="connsiteX65" fmla="*/ 62919 w 144686"/>
                <a:gd name="connsiteY65" fmla="*/ 162551 h 379339"/>
                <a:gd name="connsiteX66" fmla="*/ 62919 w 144686"/>
                <a:gd name="connsiteY66" fmla="*/ 162551 h 379339"/>
                <a:gd name="connsiteX67" fmla="*/ 59775 w 144686"/>
                <a:gd name="connsiteY67" fmla="*/ 163122 h 379339"/>
                <a:gd name="connsiteX68" fmla="*/ 59775 w 144686"/>
                <a:gd name="connsiteY68" fmla="*/ 163122 h 379339"/>
                <a:gd name="connsiteX69" fmla="*/ 50822 w 144686"/>
                <a:gd name="connsiteY69" fmla="*/ 156741 h 379339"/>
                <a:gd name="connsiteX70" fmla="*/ 38249 w 144686"/>
                <a:gd name="connsiteY70" fmla="*/ 120736 h 379339"/>
                <a:gd name="connsiteX71" fmla="*/ 44059 w 144686"/>
                <a:gd name="connsiteY71" fmla="*/ 108639 h 379339"/>
                <a:gd name="connsiteX72" fmla="*/ 44059 w 144686"/>
                <a:gd name="connsiteY72" fmla="*/ 108639 h 379339"/>
                <a:gd name="connsiteX73" fmla="*/ 56251 w 144686"/>
                <a:gd name="connsiteY73" fmla="*/ 114450 h 379339"/>
                <a:gd name="connsiteX74" fmla="*/ 56251 w 144686"/>
                <a:gd name="connsiteY74" fmla="*/ 114450 h 379339"/>
                <a:gd name="connsiteX75" fmla="*/ 50346 w 144686"/>
                <a:gd name="connsiteY75" fmla="*/ 126546 h 379339"/>
                <a:gd name="connsiteX76" fmla="*/ 50346 w 144686"/>
                <a:gd name="connsiteY76" fmla="*/ 126546 h 379339"/>
                <a:gd name="connsiteX77" fmla="*/ 47202 w 144686"/>
                <a:gd name="connsiteY77" fmla="*/ 127118 h 379339"/>
                <a:gd name="connsiteX78" fmla="*/ 47202 w 144686"/>
                <a:gd name="connsiteY78" fmla="*/ 127118 h 379339"/>
                <a:gd name="connsiteX79" fmla="*/ 38249 w 144686"/>
                <a:gd name="connsiteY79" fmla="*/ 120736 h 379339"/>
                <a:gd name="connsiteX80" fmla="*/ 25676 w 144686"/>
                <a:gd name="connsiteY80" fmla="*/ 84732 h 379339"/>
                <a:gd name="connsiteX81" fmla="*/ 31486 w 144686"/>
                <a:gd name="connsiteY81" fmla="*/ 72540 h 379339"/>
                <a:gd name="connsiteX82" fmla="*/ 31486 w 144686"/>
                <a:gd name="connsiteY82" fmla="*/ 72540 h 379339"/>
                <a:gd name="connsiteX83" fmla="*/ 43678 w 144686"/>
                <a:gd name="connsiteY83" fmla="*/ 78350 h 379339"/>
                <a:gd name="connsiteX84" fmla="*/ 43678 w 144686"/>
                <a:gd name="connsiteY84" fmla="*/ 78350 h 379339"/>
                <a:gd name="connsiteX85" fmla="*/ 37773 w 144686"/>
                <a:gd name="connsiteY85" fmla="*/ 90542 h 379339"/>
                <a:gd name="connsiteX86" fmla="*/ 37773 w 144686"/>
                <a:gd name="connsiteY86" fmla="*/ 90542 h 379339"/>
                <a:gd name="connsiteX87" fmla="*/ 34629 w 144686"/>
                <a:gd name="connsiteY87" fmla="*/ 91113 h 379339"/>
                <a:gd name="connsiteX88" fmla="*/ 34629 w 144686"/>
                <a:gd name="connsiteY88" fmla="*/ 91113 h 379339"/>
                <a:gd name="connsiteX89" fmla="*/ 25676 w 144686"/>
                <a:gd name="connsiteY89" fmla="*/ 84732 h 379339"/>
                <a:gd name="connsiteX90" fmla="*/ 13103 w 144686"/>
                <a:gd name="connsiteY90" fmla="*/ 48632 h 379339"/>
                <a:gd name="connsiteX91" fmla="*/ 19008 w 144686"/>
                <a:gd name="connsiteY91" fmla="*/ 36535 h 379339"/>
                <a:gd name="connsiteX92" fmla="*/ 19008 w 144686"/>
                <a:gd name="connsiteY92" fmla="*/ 36535 h 379339"/>
                <a:gd name="connsiteX93" fmla="*/ 31105 w 144686"/>
                <a:gd name="connsiteY93" fmla="*/ 42345 h 379339"/>
                <a:gd name="connsiteX94" fmla="*/ 31105 w 144686"/>
                <a:gd name="connsiteY94" fmla="*/ 42345 h 379339"/>
                <a:gd name="connsiteX95" fmla="*/ 25200 w 144686"/>
                <a:gd name="connsiteY95" fmla="*/ 54537 h 379339"/>
                <a:gd name="connsiteX96" fmla="*/ 25200 w 144686"/>
                <a:gd name="connsiteY96" fmla="*/ 54537 h 379339"/>
                <a:gd name="connsiteX97" fmla="*/ 22056 w 144686"/>
                <a:gd name="connsiteY97" fmla="*/ 55014 h 379339"/>
                <a:gd name="connsiteX98" fmla="*/ 22056 w 144686"/>
                <a:gd name="connsiteY98" fmla="*/ 55014 h 379339"/>
                <a:gd name="connsiteX99" fmla="*/ 13103 w 144686"/>
                <a:gd name="connsiteY99" fmla="*/ 48632 h 379339"/>
                <a:gd name="connsiteX100" fmla="*/ 530 w 144686"/>
                <a:gd name="connsiteY100" fmla="*/ 12627 h 379339"/>
                <a:gd name="connsiteX101" fmla="*/ 6435 w 144686"/>
                <a:gd name="connsiteY101" fmla="*/ 531 h 379339"/>
                <a:gd name="connsiteX102" fmla="*/ 6435 w 144686"/>
                <a:gd name="connsiteY102" fmla="*/ 531 h 379339"/>
                <a:gd name="connsiteX103" fmla="*/ 18532 w 144686"/>
                <a:gd name="connsiteY103" fmla="*/ 6341 h 379339"/>
                <a:gd name="connsiteX104" fmla="*/ 18532 w 144686"/>
                <a:gd name="connsiteY104" fmla="*/ 6341 h 379339"/>
                <a:gd name="connsiteX105" fmla="*/ 12722 w 144686"/>
                <a:gd name="connsiteY105" fmla="*/ 18438 h 379339"/>
                <a:gd name="connsiteX106" fmla="*/ 12722 w 144686"/>
                <a:gd name="connsiteY106" fmla="*/ 18438 h 379339"/>
                <a:gd name="connsiteX107" fmla="*/ 9579 w 144686"/>
                <a:gd name="connsiteY107" fmla="*/ 19009 h 379339"/>
                <a:gd name="connsiteX108" fmla="*/ 9579 w 144686"/>
                <a:gd name="connsiteY108" fmla="*/ 19009 h 379339"/>
                <a:gd name="connsiteX109" fmla="*/ 530 w 144686"/>
                <a:gd name="connsiteY109" fmla="*/ 12627 h 37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44686" h="379339">
                  <a:moveTo>
                    <a:pt x="126165" y="372958"/>
                  </a:moveTo>
                  <a:cubicBezTo>
                    <a:pt x="124355" y="368005"/>
                    <a:pt x="127022" y="362576"/>
                    <a:pt x="131975" y="360861"/>
                  </a:cubicBezTo>
                  <a:lnTo>
                    <a:pt x="131975" y="360861"/>
                  </a:lnTo>
                  <a:cubicBezTo>
                    <a:pt x="137023" y="359052"/>
                    <a:pt x="142357" y="361719"/>
                    <a:pt x="144167" y="366672"/>
                  </a:cubicBezTo>
                  <a:lnTo>
                    <a:pt x="144167" y="366672"/>
                  </a:lnTo>
                  <a:cubicBezTo>
                    <a:pt x="145881" y="371625"/>
                    <a:pt x="143214" y="377054"/>
                    <a:pt x="138261" y="378768"/>
                  </a:cubicBezTo>
                  <a:lnTo>
                    <a:pt x="138261" y="378768"/>
                  </a:lnTo>
                  <a:cubicBezTo>
                    <a:pt x="137214" y="379149"/>
                    <a:pt x="136166" y="379340"/>
                    <a:pt x="135118" y="379340"/>
                  </a:cubicBezTo>
                  <a:lnTo>
                    <a:pt x="135118" y="379340"/>
                  </a:lnTo>
                  <a:cubicBezTo>
                    <a:pt x="131213" y="379340"/>
                    <a:pt x="127498" y="376863"/>
                    <a:pt x="126165" y="372958"/>
                  </a:cubicBezTo>
                  <a:close/>
                  <a:moveTo>
                    <a:pt x="113592" y="336954"/>
                  </a:moveTo>
                  <a:cubicBezTo>
                    <a:pt x="111877" y="331905"/>
                    <a:pt x="114449" y="326476"/>
                    <a:pt x="119402" y="324762"/>
                  </a:cubicBezTo>
                  <a:lnTo>
                    <a:pt x="119402" y="324762"/>
                  </a:lnTo>
                  <a:cubicBezTo>
                    <a:pt x="124355" y="323047"/>
                    <a:pt x="129879" y="325619"/>
                    <a:pt x="131594" y="330667"/>
                  </a:cubicBezTo>
                  <a:lnTo>
                    <a:pt x="131594" y="330667"/>
                  </a:lnTo>
                  <a:cubicBezTo>
                    <a:pt x="133308" y="335620"/>
                    <a:pt x="130737" y="341049"/>
                    <a:pt x="125688" y="342764"/>
                  </a:cubicBezTo>
                  <a:lnTo>
                    <a:pt x="125688" y="342764"/>
                  </a:lnTo>
                  <a:cubicBezTo>
                    <a:pt x="124641" y="343145"/>
                    <a:pt x="123593" y="343335"/>
                    <a:pt x="122545" y="343335"/>
                  </a:cubicBezTo>
                  <a:lnTo>
                    <a:pt x="122545" y="343335"/>
                  </a:lnTo>
                  <a:cubicBezTo>
                    <a:pt x="118640" y="343335"/>
                    <a:pt x="114925" y="340859"/>
                    <a:pt x="113592" y="336954"/>
                  </a:cubicBezTo>
                  <a:close/>
                  <a:moveTo>
                    <a:pt x="101019" y="300854"/>
                  </a:moveTo>
                  <a:cubicBezTo>
                    <a:pt x="99304" y="295901"/>
                    <a:pt x="101876" y="290472"/>
                    <a:pt x="106924" y="288757"/>
                  </a:cubicBezTo>
                  <a:lnTo>
                    <a:pt x="106924" y="288757"/>
                  </a:lnTo>
                  <a:cubicBezTo>
                    <a:pt x="111877" y="287043"/>
                    <a:pt x="117306" y="289614"/>
                    <a:pt x="119021" y="294567"/>
                  </a:cubicBezTo>
                  <a:lnTo>
                    <a:pt x="119021" y="294567"/>
                  </a:lnTo>
                  <a:cubicBezTo>
                    <a:pt x="120735" y="299520"/>
                    <a:pt x="118068" y="305045"/>
                    <a:pt x="113115" y="306759"/>
                  </a:cubicBezTo>
                  <a:lnTo>
                    <a:pt x="113115" y="306759"/>
                  </a:lnTo>
                  <a:cubicBezTo>
                    <a:pt x="112068" y="307045"/>
                    <a:pt x="111020" y="307236"/>
                    <a:pt x="109972" y="307236"/>
                  </a:cubicBezTo>
                  <a:lnTo>
                    <a:pt x="109972" y="307236"/>
                  </a:lnTo>
                  <a:cubicBezTo>
                    <a:pt x="106067" y="307236"/>
                    <a:pt x="102352" y="304759"/>
                    <a:pt x="101019" y="300854"/>
                  </a:cubicBezTo>
                  <a:close/>
                  <a:moveTo>
                    <a:pt x="88446" y="264849"/>
                  </a:moveTo>
                  <a:cubicBezTo>
                    <a:pt x="86731" y="259896"/>
                    <a:pt x="89398" y="254467"/>
                    <a:pt x="94351" y="252753"/>
                  </a:cubicBezTo>
                  <a:lnTo>
                    <a:pt x="94351" y="252753"/>
                  </a:lnTo>
                  <a:cubicBezTo>
                    <a:pt x="99304" y="250943"/>
                    <a:pt x="104733" y="253610"/>
                    <a:pt x="106448" y="258563"/>
                  </a:cubicBezTo>
                  <a:lnTo>
                    <a:pt x="106448" y="258563"/>
                  </a:lnTo>
                  <a:cubicBezTo>
                    <a:pt x="108162" y="263516"/>
                    <a:pt x="105591" y="268945"/>
                    <a:pt x="100638" y="270660"/>
                  </a:cubicBezTo>
                  <a:lnTo>
                    <a:pt x="100638" y="270660"/>
                  </a:lnTo>
                  <a:cubicBezTo>
                    <a:pt x="99590" y="271041"/>
                    <a:pt x="98542" y="271231"/>
                    <a:pt x="97494" y="271231"/>
                  </a:cubicBezTo>
                  <a:lnTo>
                    <a:pt x="97494" y="271231"/>
                  </a:lnTo>
                  <a:cubicBezTo>
                    <a:pt x="93494" y="271231"/>
                    <a:pt x="89874" y="268755"/>
                    <a:pt x="88446" y="264849"/>
                  </a:cubicBezTo>
                  <a:close/>
                  <a:moveTo>
                    <a:pt x="75873" y="228845"/>
                  </a:moveTo>
                  <a:cubicBezTo>
                    <a:pt x="74158" y="223892"/>
                    <a:pt x="76825" y="218463"/>
                    <a:pt x="81778" y="216653"/>
                  </a:cubicBezTo>
                  <a:lnTo>
                    <a:pt x="81778" y="216653"/>
                  </a:lnTo>
                  <a:cubicBezTo>
                    <a:pt x="86731" y="214938"/>
                    <a:pt x="92160" y="217605"/>
                    <a:pt x="93875" y="222558"/>
                  </a:cubicBezTo>
                  <a:lnTo>
                    <a:pt x="93875" y="222558"/>
                  </a:lnTo>
                  <a:cubicBezTo>
                    <a:pt x="95685" y="227511"/>
                    <a:pt x="93018" y="232941"/>
                    <a:pt x="88065" y="234655"/>
                  </a:cubicBezTo>
                  <a:lnTo>
                    <a:pt x="88065" y="234655"/>
                  </a:lnTo>
                  <a:cubicBezTo>
                    <a:pt x="87017" y="235036"/>
                    <a:pt x="85969" y="235227"/>
                    <a:pt x="84921" y="235227"/>
                  </a:cubicBezTo>
                  <a:lnTo>
                    <a:pt x="84921" y="235227"/>
                  </a:lnTo>
                  <a:cubicBezTo>
                    <a:pt x="80921" y="235227"/>
                    <a:pt x="77301" y="232750"/>
                    <a:pt x="75873" y="228845"/>
                  </a:cubicBezTo>
                  <a:close/>
                  <a:moveTo>
                    <a:pt x="63395" y="192840"/>
                  </a:moveTo>
                  <a:cubicBezTo>
                    <a:pt x="61585" y="187792"/>
                    <a:pt x="64252" y="182363"/>
                    <a:pt x="69205" y="180648"/>
                  </a:cubicBezTo>
                  <a:lnTo>
                    <a:pt x="69205" y="180648"/>
                  </a:lnTo>
                  <a:cubicBezTo>
                    <a:pt x="74158" y="178934"/>
                    <a:pt x="79587" y="181506"/>
                    <a:pt x="81302" y="186459"/>
                  </a:cubicBezTo>
                  <a:lnTo>
                    <a:pt x="81302" y="186459"/>
                  </a:lnTo>
                  <a:cubicBezTo>
                    <a:pt x="83016" y="191412"/>
                    <a:pt x="80445" y="196936"/>
                    <a:pt x="75492" y="198651"/>
                  </a:cubicBezTo>
                  <a:lnTo>
                    <a:pt x="75492" y="198651"/>
                  </a:lnTo>
                  <a:cubicBezTo>
                    <a:pt x="74444" y="199032"/>
                    <a:pt x="73396" y="199222"/>
                    <a:pt x="72348" y="199222"/>
                  </a:cubicBezTo>
                  <a:lnTo>
                    <a:pt x="72348" y="199222"/>
                  </a:lnTo>
                  <a:cubicBezTo>
                    <a:pt x="68443" y="199222"/>
                    <a:pt x="64728" y="196746"/>
                    <a:pt x="63395" y="192840"/>
                  </a:cubicBezTo>
                  <a:close/>
                  <a:moveTo>
                    <a:pt x="50822" y="156741"/>
                  </a:moveTo>
                  <a:cubicBezTo>
                    <a:pt x="49107" y="151788"/>
                    <a:pt x="51679" y="146358"/>
                    <a:pt x="56632" y="144644"/>
                  </a:cubicBezTo>
                  <a:lnTo>
                    <a:pt x="56632" y="144644"/>
                  </a:lnTo>
                  <a:cubicBezTo>
                    <a:pt x="61585" y="142929"/>
                    <a:pt x="67014" y="145501"/>
                    <a:pt x="68729" y="150454"/>
                  </a:cubicBezTo>
                  <a:lnTo>
                    <a:pt x="68729" y="150454"/>
                  </a:lnTo>
                  <a:cubicBezTo>
                    <a:pt x="70539" y="155407"/>
                    <a:pt x="67872" y="160932"/>
                    <a:pt x="62919" y="162551"/>
                  </a:cubicBezTo>
                  <a:lnTo>
                    <a:pt x="62919" y="162551"/>
                  </a:lnTo>
                  <a:cubicBezTo>
                    <a:pt x="61871" y="162932"/>
                    <a:pt x="60823" y="163122"/>
                    <a:pt x="59775" y="163122"/>
                  </a:cubicBezTo>
                  <a:lnTo>
                    <a:pt x="59775" y="163122"/>
                  </a:lnTo>
                  <a:cubicBezTo>
                    <a:pt x="55870" y="163122"/>
                    <a:pt x="52155" y="160646"/>
                    <a:pt x="50822" y="156741"/>
                  </a:cubicBezTo>
                  <a:close/>
                  <a:moveTo>
                    <a:pt x="38249" y="120736"/>
                  </a:moveTo>
                  <a:cubicBezTo>
                    <a:pt x="36439" y="115783"/>
                    <a:pt x="39106" y="110354"/>
                    <a:pt x="44059" y="108639"/>
                  </a:cubicBezTo>
                  <a:lnTo>
                    <a:pt x="44059" y="108639"/>
                  </a:lnTo>
                  <a:cubicBezTo>
                    <a:pt x="49107" y="106830"/>
                    <a:pt x="54537" y="109497"/>
                    <a:pt x="56251" y="114450"/>
                  </a:cubicBezTo>
                  <a:lnTo>
                    <a:pt x="56251" y="114450"/>
                  </a:lnTo>
                  <a:cubicBezTo>
                    <a:pt x="57966" y="119403"/>
                    <a:pt x="55299" y="124832"/>
                    <a:pt x="50346" y="126546"/>
                  </a:cubicBezTo>
                  <a:lnTo>
                    <a:pt x="50346" y="126546"/>
                  </a:lnTo>
                  <a:cubicBezTo>
                    <a:pt x="49298" y="126927"/>
                    <a:pt x="48250" y="127118"/>
                    <a:pt x="47202" y="127118"/>
                  </a:cubicBezTo>
                  <a:lnTo>
                    <a:pt x="47202" y="127118"/>
                  </a:lnTo>
                  <a:cubicBezTo>
                    <a:pt x="43297" y="127118"/>
                    <a:pt x="39582" y="124641"/>
                    <a:pt x="38249" y="120736"/>
                  </a:cubicBezTo>
                  <a:close/>
                  <a:moveTo>
                    <a:pt x="25676" y="84732"/>
                  </a:moveTo>
                  <a:cubicBezTo>
                    <a:pt x="23961" y="79779"/>
                    <a:pt x="26533" y="74254"/>
                    <a:pt x="31486" y="72540"/>
                  </a:cubicBezTo>
                  <a:lnTo>
                    <a:pt x="31486" y="72540"/>
                  </a:lnTo>
                  <a:cubicBezTo>
                    <a:pt x="36439" y="70825"/>
                    <a:pt x="41868" y="73397"/>
                    <a:pt x="43678" y="78350"/>
                  </a:cubicBezTo>
                  <a:lnTo>
                    <a:pt x="43678" y="78350"/>
                  </a:lnTo>
                  <a:cubicBezTo>
                    <a:pt x="45393" y="83398"/>
                    <a:pt x="42726" y="88827"/>
                    <a:pt x="37773" y="90542"/>
                  </a:cubicBezTo>
                  <a:lnTo>
                    <a:pt x="37773" y="90542"/>
                  </a:lnTo>
                  <a:cubicBezTo>
                    <a:pt x="36725" y="90923"/>
                    <a:pt x="35677" y="91113"/>
                    <a:pt x="34629" y="91113"/>
                  </a:cubicBezTo>
                  <a:lnTo>
                    <a:pt x="34629" y="91113"/>
                  </a:lnTo>
                  <a:cubicBezTo>
                    <a:pt x="30724" y="91113"/>
                    <a:pt x="27009" y="88637"/>
                    <a:pt x="25676" y="84732"/>
                  </a:cubicBezTo>
                  <a:close/>
                  <a:moveTo>
                    <a:pt x="13103" y="48632"/>
                  </a:moveTo>
                  <a:cubicBezTo>
                    <a:pt x="11388" y="43679"/>
                    <a:pt x="13960" y="38250"/>
                    <a:pt x="19008" y="36535"/>
                  </a:cubicBezTo>
                  <a:lnTo>
                    <a:pt x="19008" y="36535"/>
                  </a:lnTo>
                  <a:cubicBezTo>
                    <a:pt x="23961" y="34821"/>
                    <a:pt x="29391" y="37392"/>
                    <a:pt x="31105" y="42345"/>
                  </a:cubicBezTo>
                  <a:lnTo>
                    <a:pt x="31105" y="42345"/>
                  </a:lnTo>
                  <a:cubicBezTo>
                    <a:pt x="32820" y="47298"/>
                    <a:pt x="30248" y="52728"/>
                    <a:pt x="25200" y="54537"/>
                  </a:cubicBezTo>
                  <a:lnTo>
                    <a:pt x="25200" y="54537"/>
                  </a:lnTo>
                  <a:cubicBezTo>
                    <a:pt x="24152" y="54823"/>
                    <a:pt x="23104" y="55014"/>
                    <a:pt x="22056" y="55014"/>
                  </a:cubicBezTo>
                  <a:lnTo>
                    <a:pt x="22056" y="55014"/>
                  </a:lnTo>
                  <a:cubicBezTo>
                    <a:pt x="18151" y="55014"/>
                    <a:pt x="14436" y="52537"/>
                    <a:pt x="13103" y="48632"/>
                  </a:cubicBezTo>
                  <a:close/>
                  <a:moveTo>
                    <a:pt x="530" y="12627"/>
                  </a:moveTo>
                  <a:cubicBezTo>
                    <a:pt x="-1185" y="7674"/>
                    <a:pt x="1387" y="2245"/>
                    <a:pt x="6435" y="531"/>
                  </a:cubicBezTo>
                  <a:lnTo>
                    <a:pt x="6435" y="531"/>
                  </a:lnTo>
                  <a:cubicBezTo>
                    <a:pt x="11388" y="-1184"/>
                    <a:pt x="16818" y="1388"/>
                    <a:pt x="18532" y="6341"/>
                  </a:cubicBezTo>
                  <a:lnTo>
                    <a:pt x="18532" y="6341"/>
                  </a:lnTo>
                  <a:cubicBezTo>
                    <a:pt x="20247" y="11294"/>
                    <a:pt x="17675" y="16723"/>
                    <a:pt x="12722" y="18438"/>
                  </a:cubicBezTo>
                  <a:lnTo>
                    <a:pt x="12722" y="18438"/>
                  </a:lnTo>
                  <a:cubicBezTo>
                    <a:pt x="11674" y="18819"/>
                    <a:pt x="10626" y="19009"/>
                    <a:pt x="9579" y="19009"/>
                  </a:cubicBezTo>
                  <a:lnTo>
                    <a:pt x="9579" y="19009"/>
                  </a:lnTo>
                  <a:cubicBezTo>
                    <a:pt x="5578" y="19009"/>
                    <a:pt x="1959" y="16533"/>
                    <a:pt x="530" y="126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E536D57-9CB9-7747-B112-D160D34A57BF}"/>
                </a:ext>
              </a:extLst>
            </p:cNvPr>
            <p:cNvSpPr/>
            <p:nvPr/>
          </p:nvSpPr>
          <p:spPr>
            <a:xfrm>
              <a:off x="5835777" y="3607021"/>
              <a:ext cx="535971" cy="19050"/>
            </a:xfrm>
            <a:custGeom>
              <a:avLst/>
              <a:gdLst>
                <a:gd name="connsiteX0" fmla="*/ 517017 w 535971"/>
                <a:gd name="connsiteY0" fmla="*/ 9525 h 19050"/>
                <a:gd name="connsiteX1" fmla="*/ 526542 w 535971"/>
                <a:gd name="connsiteY1" fmla="*/ 0 h 19050"/>
                <a:gd name="connsiteX2" fmla="*/ 526542 w 535971"/>
                <a:gd name="connsiteY2" fmla="*/ 0 h 19050"/>
                <a:gd name="connsiteX3" fmla="*/ 535972 w 535971"/>
                <a:gd name="connsiteY3" fmla="*/ 9525 h 19050"/>
                <a:gd name="connsiteX4" fmla="*/ 535972 w 535971"/>
                <a:gd name="connsiteY4" fmla="*/ 9525 h 19050"/>
                <a:gd name="connsiteX5" fmla="*/ 526542 w 535971"/>
                <a:gd name="connsiteY5" fmla="*/ 19050 h 19050"/>
                <a:gd name="connsiteX6" fmla="*/ 526542 w 535971"/>
                <a:gd name="connsiteY6" fmla="*/ 19050 h 19050"/>
                <a:gd name="connsiteX7" fmla="*/ 517017 w 535971"/>
                <a:gd name="connsiteY7" fmla="*/ 9525 h 19050"/>
                <a:gd name="connsiteX8" fmla="*/ 480060 w 535971"/>
                <a:gd name="connsiteY8" fmla="*/ 9525 h 19050"/>
                <a:gd name="connsiteX9" fmla="*/ 489585 w 535971"/>
                <a:gd name="connsiteY9" fmla="*/ 0 h 19050"/>
                <a:gd name="connsiteX10" fmla="*/ 489585 w 535971"/>
                <a:gd name="connsiteY10" fmla="*/ 0 h 19050"/>
                <a:gd name="connsiteX11" fmla="*/ 499110 w 535971"/>
                <a:gd name="connsiteY11" fmla="*/ 9525 h 19050"/>
                <a:gd name="connsiteX12" fmla="*/ 499110 w 535971"/>
                <a:gd name="connsiteY12" fmla="*/ 9525 h 19050"/>
                <a:gd name="connsiteX13" fmla="*/ 489585 w 535971"/>
                <a:gd name="connsiteY13" fmla="*/ 19050 h 19050"/>
                <a:gd name="connsiteX14" fmla="*/ 489585 w 535971"/>
                <a:gd name="connsiteY14" fmla="*/ 19050 h 19050"/>
                <a:gd name="connsiteX15" fmla="*/ 480060 w 535971"/>
                <a:gd name="connsiteY15" fmla="*/ 9525 h 19050"/>
                <a:gd name="connsiteX16" fmla="*/ 443103 w 535971"/>
                <a:gd name="connsiteY16" fmla="*/ 9525 h 19050"/>
                <a:gd name="connsiteX17" fmla="*/ 452628 w 535971"/>
                <a:gd name="connsiteY17" fmla="*/ 0 h 19050"/>
                <a:gd name="connsiteX18" fmla="*/ 452628 w 535971"/>
                <a:gd name="connsiteY18" fmla="*/ 0 h 19050"/>
                <a:gd name="connsiteX19" fmla="*/ 462153 w 535971"/>
                <a:gd name="connsiteY19" fmla="*/ 9525 h 19050"/>
                <a:gd name="connsiteX20" fmla="*/ 462153 w 535971"/>
                <a:gd name="connsiteY20" fmla="*/ 9525 h 19050"/>
                <a:gd name="connsiteX21" fmla="*/ 452628 w 535971"/>
                <a:gd name="connsiteY21" fmla="*/ 19050 h 19050"/>
                <a:gd name="connsiteX22" fmla="*/ 452628 w 535971"/>
                <a:gd name="connsiteY22" fmla="*/ 19050 h 19050"/>
                <a:gd name="connsiteX23" fmla="*/ 443103 w 535971"/>
                <a:gd name="connsiteY23" fmla="*/ 9525 h 19050"/>
                <a:gd name="connsiteX24" fmla="*/ 406146 w 535971"/>
                <a:gd name="connsiteY24" fmla="*/ 9525 h 19050"/>
                <a:gd name="connsiteX25" fmla="*/ 415671 w 535971"/>
                <a:gd name="connsiteY25" fmla="*/ 0 h 19050"/>
                <a:gd name="connsiteX26" fmla="*/ 415671 w 535971"/>
                <a:gd name="connsiteY26" fmla="*/ 0 h 19050"/>
                <a:gd name="connsiteX27" fmla="*/ 425291 w 535971"/>
                <a:gd name="connsiteY27" fmla="*/ 9525 h 19050"/>
                <a:gd name="connsiteX28" fmla="*/ 425291 w 535971"/>
                <a:gd name="connsiteY28" fmla="*/ 9525 h 19050"/>
                <a:gd name="connsiteX29" fmla="*/ 415671 w 535971"/>
                <a:gd name="connsiteY29" fmla="*/ 19050 h 19050"/>
                <a:gd name="connsiteX30" fmla="*/ 415671 w 535971"/>
                <a:gd name="connsiteY30" fmla="*/ 19050 h 19050"/>
                <a:gd name="connsiteX31" fmla="*/ 406146 w 535971"/>
                <a:gd name="connsiteY31" fmla="*/ 9525 h 19050"/>
                <a:gd name="connsiteX32" fmla="*/ 369284 w 535971"/>
                <a:gd name="connsiteY32" fmla="*/ 9525 h 19050"/>
                <a:gd name="connsiteX33" fmla="*/ 378809 w 535971"/>
                <a:gd name="connsiteY33" fmla="*/ 0 h 19050"/>
                <a:gd name="connsiteX34" fmla="*/ 378809 w 535971"/>
                <a:gd name="connsiteY34" fmla="*/ 0 h 19050"/>
                <a:gd name="connsiteX35" fmla="*/ 388334 w 535971"/>
                <a:gd name="connsiteY35" fmla="*/ 9525 h 19050"/>
                <a:gd name="connsiteX36" fmla="*/ 388334 w 535971"/>
                <a:gd name="connsiteY36" fmla="*/ 9525 h 19050"/>
                <a:gd name="connsiteX37" fmla="*/ 378809 w 535971"/>
                <a:gd name="connsiteY37" fmla="*/ 19050 h 19050"/>
                <a:gd name="connsiteX38" fmla="*/ 378809 w 535971"/>
                <a:gd name="connsiteY38" fmla="*/ 19050 h 19050"/>
                <a:gd name="connsiteX39" fmla="*/ 369284 w 535971"/>
                <a:gd name="connsiteY39" fmla="*/ 9525 h 19050"/>
                <a:gd name="connsiteX40" fmla="*/ 332327 w 535971"/>
                <a:gd name="connsiteY40" fmla="*/ 9525 h 19050"/>
                <a:gd name="connsiteX41" fmla="*/ 341852 w 535971"/>
                <a:gd name="connsiteY41" fmla="*/ 0 h 19050"/>
                <a:gd name="connsiteX42" fmla="*/ 341852 w 535971"/>
                <a:gd name="connsiteY42" fmla="*/ 0 h 19050"/>
                <a:gd name="connsiteX43" fmla="*/ 351377 w 535971"/>
                <a:gd name="connsiteY43" fmla="*/ 9525 h 19050"/>
                <a:gd name="connsiteX44" fmla="*/ 351377 w 535971"/>
                <a:gd name="connsiteY44" fmla="*/ 9525 h 19050"/>
                <a:gd name="connsiteX45" fmla="*/ 341852 w 535971"/>
                <a:gd name="connsiteY45" fmla="*/ 19050 h 19050"/>
                <a:gd name="connsiteX46" fmla="*/ 341852 w 535971"/>
                <a:gd name="connsiteY46" fmla="*/ 19050 h 19050"/>
                <a:gd name="connsiteX47" fmla="*/ 332327 w 535971"/>
                <a:gd name="connsiteY47" fmla="*/ 9525 h 19050"/>
                <a:gd name="connsiteX48" fmla="*/ 295466 w 535971"/>
                <a:gd name="connsiteY48" fmla="*/ 9525 h 19050"/>
                <a:gd name="connsiteX49" fmla="*/ 304991 w 535971"/>
                <a:gd name="connsiteY49" fmla="*/ 0 h 19050"/>
                <a:gd name="connsiteX50" fmla="*/ 304991 w 535971"/>
                <a:gd name="connsiteY50" fmla="*/ 0 h 19050"/>
                <a:gd name="connsiteX51" fmla="*/ 314420 w 535971"/>
                <a:gd name="connsiteY51" fmla="*/ 9525 h 19050"/>
                <a:gd name="connsiteX52" fmla="*/ 314420 w 535971"/>
                <a:gd name="connsiteY52" fmla="*/ 9525 h 19050"/>
                <a:gd name="connsiteX53" fmla="*/ 304991 w 535971"/>
                <a:gd name="connsiteY53" fmla="*/ 19050 h 19050"/>
                <a:gd name="connsiteX54" fmla="*/ 304991 w 535971"/>
                <a:gd name="connsiteY54" fmla="*/ 19050 h 19050"/>
                <a:gd name="connsiteX55" fmla="*/ 295466 w 535971"/>
                <a:gd name="connsiteY55" fmla="*/ 9525 h 19050"/>
                <a:gd name="connsiteX56" fmla="*/ 258509 w 535971"/>
                <a:gd name="connsiteY56" fmla="*/ 9525 h 19050"/>
                <a:gd name="connsiteX57" fmla="*/ 268034 w 535971"/>
                <a:gd name="connsiteY57" fmla="*/ 0 h 19050"/>
                <a:gd name="connsiteX58" fmla="*/ 268034 w 535971"/>
                <a:gd name="connsiteY58" fmla="*/ 0 h 19050"/>
                <a:gd name="connsiteX59" fmla="*/ 277559 w 535971"/>
                <a:gd name="connsiteY59" fmla="*/ 9525 h 19050"/>
                <a:gd name="connsiteX60" fmla="*/ 277559 w 535971"/>
                <a:gd name="connsiteY60" fmla="*/ 9525 h 19050"/>
                <a:gd name="connsiteX61" fmla="*/ 268034 w 535971"/>
                <a:gd name="connsiteY61" fmla="*/ 19050 h 19050"/>
                <a:gd name="connsiteX62" fmla="*/ 268034 w 535971"/>
                <a:gd name="connsiteY62" fmla="*/ 19050 h 19050"/>
                <a:gd name="connsiteX63" fmla="*/ 258509 w 535971"/>
                <a:gd name="connsiteY63" fmla="*/ 9525 h 19050"/>
                <a:gd name="connsiteX64" fmla="*/ 221551 w 535971"/>
                <a:gd name="connsiteY64" fmla="*/ 9525 h 19050"/>
                <a:gd name="connsiteX65" fmla="*/ 231076 w 535971"/>
                <a:gd name="connsiteY65" fmla="*/ 0 h 19050"/>
                <a:gd name="connsiteX66" fmla="*/ 231076 w 535971"/>
                <a:gd name="connsiteY66" fmla="*/ 0 h 19050"/>
                <a:gd name="connsiteX67" fmla="*/ 240601 w 535971"/>
                <a:gd name="connsiteY67" fmla="*/ 9525 h 19050"/>
                <a:gd name="connsiteX68" fmla="*/ 240601 w 535971"/>
                <a:gd name="connsiteY68" fmla="*/ 9525 h 19050"/>
                <a:gd name="connsiteX69" fmla="*/ 231076 w 535971"/>
                <a:gd name="connsiteY69" fmla="*/ 19050 h 19050"/>
                <a:gd name="connsiteX70" fmla="*/ 231076 w 535971"/>
                <a:gd name="connsiteY70" fmla="*/ 19050 h 19050"/>
                <a:gd name="connsiteX71" fmla="*/ 221551 w 535971"/>
                <a:gd name="connsiteY71" fmla="*/ 9525 h 19050"/>
                <a:gd name="connsiteX72" fmla="*/ 184595 w 535971"/>
                <a:gd name="connsiteY72" fmla="*/ 9525 h 19050"/>
                <a:gd name="connsiteX73" fmla="*/ 194120 w 535971"/>
                <a:gd name="connsiteY73" fmla="*/ 0 h 19050"/>
                <a:gd name="connsiteX74" fmla="*/ 194120 w 535971"/>
                <a:gd name="connsiteY74" fmla="*/ 0 h 19050"/>
                <a:gd name="connsiteX75" fmla="*/ 203645 w 535971"/>
                <a:gd name="connsiteY75" fmla="*/ 9525 h 19050"/>
                <a:gd name="connsiteX76" fmla="*/ 203645 w 535971"/>
                <a:gd name="connsiteY76" fmla="*/ 9525 h 19050"/>
                <a:gd name="connsiteX77" fmla="*/ 194120 w 535971"/>
                <a:gd name="connsiteY77" fmla="*/ 19050 h 19050"/>
                <a:gd name="connsiteX78" fmla="*/ 194120 w 535971"/>
                <a:gd name="connsiteY78" fmla="*/ 19050 h 19050"/>
                <a:gd name="connsiteX79" fmla="*/ 184595 w 535971"/>
                <a:gd name="connsiteY79" fmla="*/ 9525 h 19050"/>
                <a:gd name="connsiteX80" fmla="*/ 147638 w 535971"/>
                <a:gd name="connsiteY80" fmla="*/ 9525 h 19050"/>
                <a:gd name="connsiteX81" fmla="*/ 157258 w 535971"/>
                <a:gd name="connsiteY81" fmla="*/ 0 h 19050"/>
                <a:gd name="connsiteX82" fmla="*/ 157258 w 535971"/>
                <a:gd name="connsiteY82" fmla="*/ 0 h 19050"/>
                <a:gd name="connsiteX83" fmla="*/ 166783 w 535971"/>
                <a:gd name="connsiteY83" fmla="*/ 9525 h 19050"/>
                <a:gd name="connsiteX84" fmla="*/ 166783 w 535971"/>
                <a:gd name="connsiteY84" fmla="*/ 9525 h 19050"/>
                <a:gd name="connsiteX85" fmla="*/ 157258 w 535971"/>
                <a:gd name="connsiteY85" fmla="*/ 19050 h 19050"/>
                <a:gd name="connsiteX86" fmla="*/ 157258 w 535971"/>
                <a:gd name="connsiteY86" fmla="*/ 19050 h 19050"/>
                <a:gd name="connsiteX87" fmla="*/ 147638 w 535971"/>
                <a:gd name="connsiteY87" fmla="*/ 9525 h 19050"/>
                <a:gd name="connsiteX88" fmla="*/ 110776 w 535971"/>
                <a:gd name="connsiteY88" fmla="*/ 9525 h 19050"/>
                <a:gd name="connsiteX89" fmla="*/ 120301 w 535971"/>
                <a:gd name="connsiteY89" fmla="*/ 0 h 19050"/>
                <a:gd name="connsiteX90" fmla="*/ 120301 w 535971"/>
                <a:gd name="connsiteY90" fmla="*/ 0 h 19050"/>
                <a:gd name="connsiteX91" fmla="*/ 129826 w 535971"/>
                <a:gd name="connsiteY91" fmla="*/ 9525 h 19050"/>
                <a:gd name="connsiteX92" fmla="*/ 129826 w 535971"/>
                <a:gd name="connsiteY92" fmla="*/ 9525 h 19050"/>
                <a:gd name="connsiteX93" fmla="*/ 120301 w 535971"/>
                <a:gd name="connsiteY93" fmla="*/ 19050 h 19050"/>
                <a:gd name="connsiteX94" fmla="*/ 120301 w 535971"/>
                <a:gd name="connsiteY94" fmla="*/ 19050 h 19050"/>
                <a:gd name="connsiteX95" fmla="*/ 110776 w 535971"/>
                <a:gd name="connsiteY95" fmla="*/ 9525 h 19050"/>
                <a:gd name="connsiteX96" fmla="*/ 73819 w 535971"/>
                <a:gd name="connsiteY96" fmla="*/ 9525 h 19050"/>
                <a:gd name="connsiteX97" fmla="*/ 83344 w 535971"/>
                <a:gd name="connsiteY97" fmla="*/ 0 h 19050"/>
                <a:gd name="connsiteX98" fmla="*/ 83344 w 535971"/>
                <a:gd name="connsiteY98" fmla="*/ 0 h 19050"/>
                <a:gd name="connsiteX99" fmla="*/ 92869 w 535971"/>
                <a:gd name="connsiteY99" fmla="*/ 9525 h 19050"/>
                <a:gd name="connsiteX100" fmla="*/ 92869 w 535971"/>
                <a:gd name="connsiteY100" fmla="*/ 9525 h 19050"/>
                <a:gd name="connsiteX101" fmla="*/ 83344 w 535971"/>
                <a:gd name="connsiteY101" fmla="*/ 19050 h 19050"/>
                <a:gd name="connsiteX102" fmla="*/ 83344 w 535971"/>
                <a:gd name="connsiteY102" fmla="*/ 19050 h 19050"/>
                <a:gd name="connsiteX103" fmla="*/ 73819 w 535971"/>
                <a:gd name="connsiteY103" fmla="*/ 9525 h 19050"/>
                <a:gd name="connsiteX104" fmla="*/ 36957 w 535971"/>
                <a:gd name="connsiteY104" fmla="*/ 9525 h 19050"/>
                <a:gd name="connsiteX105" fmla="*/ 46482 w 535971"/>
                <a:gd name="connsiteY105" fmla="*/ 0 h 19050"/>
                <a:gd name="connsiteX106" fmla="*/ 46482 w 535971"/>
                <a:gd name="connsiteY106" fmla="*/ 0 h 19050"/>
                <a:gd name="connsiteX107" fmla="*/ 55912 w 535971"/>
                <a:gd name="connsiteY107" fmla="*/ 9525 h 19050"/>
                <a:gd name="connsiteX108" fmla="*/ 55912 w 535971"/>
                <a:gd name="connsiteY108" fmla="*/ 9525 h 19050"/>
                <a:gd name="connsiteX109" fmla="*/ 46482 w 535971"/>
                <a:gd name="connsiteY109" fmla="*/ 19050 h 19050"/>
                <a:gd name="connsiteX110" fmla="*/ 46482 w 535971"/>
                <a:gd name="connsiteY110" fmla="*/ 19050 h 19050"/>
                <a:gd name="connsiteX111" fmla="*/ 36957 w 535971"/>
                <a:gd name="connsiteY111" fmla="*/ 9525 h 19050"/>
                <a:gd name="connsiteX112" fmla="*/ 0 w 535971"/>
                <a:gd name="connsiteY112" fmla="*/ 9525 h 19050"/>
                <a:gd name="connsiteX113" fmla="*/ 9525 w 535971"/>
                <a:gd name="connsiteY113" fmla="*/ 0 h 19050"/>
                <a:gd name="connsiteX114" fmla="*/ 9525 w 535971"/>
                <a:gd name="connsiteY114" fmla="*/ 0 h 19050"/>
                <a:gd name="connsiteX115" fmla="*/ 19050 w 535971"/>
                <a:gd name="connsiteY115" fmla="*/ 9525 h 19050"/>
                <a:gd name="connsiteX116" fmla="*/ 19050 w 535971"/>
                <a:gd name="connsiteY116" fmla="*/ 9525 h 19050"/>
                <a:gd name="connsiteX117" fmla="*/ 9525 w 535971"/>
                <a:gd name="connsiteY117" fmla="*/ 19050 h 19050"/>
                <a:gd name="connsiteX118" fmla="*/ 9525 w 535971"/>
                <a:gd name="connsiteY118" fmla="*/ 19050 h 19050"/>
                <a:gd name="connsiteX119" fmla="*/ 0 w 535971"/>
                <a:gd name="connsiteY119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535971" h="19050">
                  <a:moveTo>
                    <a:pt x="517017" y="9525"/>
                  </a:moveTo>
                  <a:cubicBezTo>
                    <a:pt x="517017" y="4286"/>
                    <a:pt x="521208" y="0"/>
                    <a:pt x="526542" y="0"/>
                  </a:cubicBezTo>
                  <a:lnTo>
                    <a:pt x="526542" y="0"/>
                  </a:lnTo>
                  <a:cubicBezTo>
                    <a:pt x="531781" y="0"/>
                    <a:pt x="535972" y="4286"/>
                    <a:pt x="535972" y="9525"/>
                  </a:cubicBezTo>
                  <a:lnTo>
                    <a:pt x="535972" y="9525"/>
                  </a:lnTo>
                  <a:cubicBezTo>
                    <a:pt x="535972" y="14764"/>
                    <a:pt x="531781" y="19050"/>
                    <a:pt x="526542" y="19050"/>
                  </a:cubicBezTo>
                  <a:lnTo>
                    <a:pt x="526542" y="19050"/>
                  </a:lnTo>
                  <a:cubicBezTo>
                    <a:pt x="521208" y="19050"/>
                    <a:pt x="517017" y="14764"/>
                    <a:pt x="517017" y="9525"/>
                  </a:cubicBezTo>
                  <a:close/>
                  <a:moveTo>
                    <a:pt x="480060" y="9525"/>
                  </a:moveTo>
                  <a:cubicBezTo>
                    <a:pt x="480060" y="4286"/>
                    <a:pt x="484346" y="0"/>
                    <a:pt x="489585" y="0"/>
                  </a:cubicBezTo>
                  <a:lnTo>
                    <a:pt x="489585" y="0"/>
                  </a:lnTo>
                  <a:cubicBezTo>
                    <a:pt x="494824" y="0"/>
                    <a:pt x="499110" y="4286"/>
                    <a:pt x="499110" y="9525"/>
                  </a:cubicBezTo>
                  <a:lnTo>
                    <a:pt x="499110" y="9525"/>
                  </a:lnTo>
                  <a:cubicBezTo>
                    <a:pt x="499110" y="14764"/>
                    <a:pt x="494824" y="19050"/>
                    <a:pt x="489585" y="19050"/>
                  </a:cubicBezTo>
                  <a:lnTo>
                    <a:pt x="489585" y="19050"/>
                  </a:lnTo>
                  <a:cubicBezTo>
                    <a:pt x="484346" y="19050"/>
                    <a:pt x="480060" y="14764"/>
                    <a:pt x="480060" y="9525"/>
                  </a:cubicBezTo>
                  <a:close/>
                  <a:moveTo>
                    <a:pt x="443103" y="9525"/>
                  </a:moveTo>
                  <a:cubicBezTo>
                    <a:pt x="443103" y="4286"/>
                    <a:pt x="447389" y="0"/>
                    <a:pt x="452628" y="0"/>
                  </a:cubicBezTo>
                  <a:lnTo>
                    <a:pt x="452628" y="0"/>
                  </a:lnTo>
                  <a:cubicBezTo>
                    <a:pt x="457867" y="0"/>
                    <a:pt x="462153" y="4286"/>
                    <a:pt x="462153" y="9525"/>
                  </a:cubicBezTo>
                  <a:lnTo>
                    <a:pt x="462153" y="9525"/>
                  </a:lnTo>
                  <a:cubicBezTo>
                    <a:pt x="462153" y="14764"/>
                    <a:pt x="457867" y="19050"/>
                    <a:pt x="452628" y="19050"/>
                  </a:cubicBezTo>
                  <a:lnTo>
                    <a:pt x="452628" y="19050"/>
                  </a:lnTo>
                  <a:cubicBezTo>
                    <a:pt x="447389" y="19050"/>
                    <a:pt x="443103" y="14764"/>
                    <a:pt x="443103" y="9525"/>
                  </a:cubicBezTo>
                  <a:close/>
                  <a:moveTo>
                    <a:pt x="406146" y="9525"/>
                  </a:moveTo>
                  <a:cubicBezTo>
                    <a:pt x="406146" y="4286"/>
                    <a:pt x="410432" y="0"/>
                    <a:pt x="415671" y="0"/>
                  </a:cubicBezTo>
                  <a:lnTo>
                    <a:pt x="415671" y="0"/>
                  </a:lnTo>
                  <a:cubicBezTo>
                    <a:pt x="421005" y="0"/>
                    <a:pt x="425291" y="4286"/>
                    <a:pt x="425291" y="9525"/>
                  </a:cubicBezTo>
                  <a:lnTo>
                    <a:pt x="425291" y="9525"/>
                  </a:lnTo>
                  <a:cubicBezTo>
                    <a:pt x="425291" y="14764"/>
                    <a:pt x="421005" y="19050"/>
                    <a:pt x="415671" y="19050"/>
                  </a:cubicBezTo>
                  <a:lnTo>
                    <a:pt x="415671" y="19050"/>
                  </a:lnTo>
                  <a:cubicBezTo>
                    <a:pt x="410432" y="19050"/>
                    <a:pt x="406146" y="14764"/>
                    <a:pt x="406146" y="9525"/>
                  </a:cubicBezTo>
                  <a:close/>
                  <a:moveTo>
                    <a:pt x="369284" y="9525"/>
                  </a:moveTo>
                  <a:cubicBezTo>
                    <a:pt x="369284" y="4286"/>
                    <a:pt x="373475" y="0"/>
                    <a:pt x="378809" y="0"/>
                  </a:cubicBezTo>
                  <a:lnTo>
                    <a:pt x="378809" y="0"/>
                  </a:lnTo>
                  <a:cubicBezTo>
                    <a:pt x="384048" y="0"/>
                    <a:pt x="388334" y="4286"/>
                    <a:pt x="388334" y="9525"/>
                  </a:cubicBezTo>
                  <a:lnTo>
                    <a:pt x="388334" y="9525"/>
                  </a:lnTo>
                  <a:cubicBezTo>
                    <a:pt x="388334" y="14764"/>
                    <a:pt x="384048" y="19050"/>
                    <a:pt x="378809" y="19050"/>
                  </a:cubicBezTo>
                  <a:lnTo>
                    <a:pt x="378809" y="19050"/>
                  </a:lnTo>
                  <a:cubicBezTo>
                    <a:pt x="373475" y="19050"/>
                    <a:pt x="369284" y="14764"/>
                    <a:pt x="369284" y="9525"/>
                  </a:cubicBezTo>
                  <a:close/>
                  <a:moveTo>
                    <a:pt x="332327" y="9525"/>
                  </a:moveTo>
                  <a:cubicBezTo>
                    <a:pt x="332327" y="4286"/>
                    <a:pt x="336614" y="0"/>
                    <a:pt x="341852" y="0"/>
                  </a:cubicBezTo>
                  <a:lnTo>
                    <a:pt x="341852" y="0"/>
                  </a:lnTo>
                  <a:cubicBezTo>
                    <a:pt x="347091" y="0"/>
                    <a:pt x="351377" y="4286"/>
                    <a:pt x="351377" y="9525"/>
                  </a:cubicBezTo>
                  <a:lnTo>
                    <a:pt x="351377" y="9525"/>
                  </a:lnTo>
                  <a:cubicBezTo>
                    <a:pt x="351377" y="14764"/>
                    <a:pt x="347091" y="19050"/>
                    <a:pt x="341852" y="19050"/>
                  </a:cubicBezTo>
                  <a:lnTo>
                    <a:pt x="341852" y="19050"/>
                  </a:lnTo>
                  <a:cubicBezTo>
                    <a:pt x="336614" y="19050"/>
                    <a:pt x="332327" y="14764"/>
                    <a:pt x="332327" y="9525"/>
                  </a:cubicBezTo>
                  <a:close/>
                  <a:moveTo>
                    <a:pt x="295466" y="9525"/>
                  </a:moveTo>
                  <a:cubicBezTo>
                    <a:pt x="295466" y="4286"/>
                    <a:pt x="299657" y="0"/>
                    <a:pt x="304991" y="0"/>
                  </a:cubicBezTo>
                  <a:lnTo>
                    <a:pt x="304991" y="0"/>
                  </a:lnTo>
                  <a:cubicBezTo>
                    <a:pt x="310229" y="0"/>
                    <a:pt x="314420" y="4286"/>
                    <a:pt x="314420" y="9525"/>
                  </a:cubicBezTo>
                  <a:lnTo>
                    <a:pt x="314420" y="9525"/>
                  </a:lnTo>
                  <a:cubicBezTo>
                    <a:pt x="314420" y="14764"/>
                    <a:pt x="310229" y="19050"/>
                    <a:pt x="304991" y="19050"/>
                  </a:cubicBezTo>
                  <a:lnTo>
                    <a:pt x="304991" y="19050"/>
                  </a:lnTo>
                  <a:cubicBezTo>
                    <a:pt x="299657" y="19050"/>
                    <a:pt x="295466" y="14764"/>
                    <a:pt x="295466" y="9525"/>
                  </a:cubicBezTo>
                  <a:close/>
                  <a:moveTo>
                    <a:pt x="258509" y="9525"/>
                  </a:moveTo>
                  <a:cubicBezTo>
                    <a:pt x="258509" y="4286"/>
                    <a:pt x="262699" y="0"/>
                    <a:pt x="268034" y="0"/>
                  </a:cubicBezTo>
                  <a:lnTo>
                    <a:pt x="268034" y="0"/>
                  </a:lnTo>
                  <a:cubicBezTo>
                    <a:pt x="273272" y="0"/>
                    <a:pt x="277559" y="4286"/>
                    <a:pt x="277559" y="9525"/>
                  </a:cubicBezTo>
                  <a:lnTo>
                    <a:pt x="277559" y="9525"/>
                  </a:lnTo>
                  <a:cubicBezTo>
                    <a:pt x="277559" y="14764"/>
                    <a:pt x="273272" y="19050"/>
                    <a:pt x="268034" y="19050"/>
                  </a:cubicBezTo>
                  <a:lnTo>
                    <a:pt x="268034" y="19050"/>
                  </a:lnTo>
                  <a:cubicBezTo>
                    <a:pt x="262699" y="19050"/>
                    <a:pt x="258509" y="14764"/>
                    <a:pt x="258509" y="9525"/>
                  </a:cubicBezTo>
                  <a:close/>
                  <a:moveTo>
                    <a:pt x="221551" y="9525"/>
                  </a:moveTo>
                  <a:cubicBezTo>
                    <a:pt x="221551" y="4286"/>
                    <a:pt x="225838" y="0"/>
                    <a:pt x="231076" y="0"/>
                  </a:cubicBezTo>
                  <a:lnTo>
                    <a:pt x="231076" y="0"/>
                  </a:lnTo>
                  <a:cubicBezTo>
                    <a:pt x="236315" y="0"/>
                    <a:pt x="240601" y="4286"/>
                    <a:pt x="240601" y="9525"/>
                  </a:cubicBezTo>
                  <a:lnTo>
                    <a:pt x="240601" y="9525"/>
                  </a:lnTo>
                  <a:cubicBezTo>
                    <a:pt x="240601" y="14764"/>
                    <a:pt x="236315" y="19050"/>
                    <a:pt x="231076" y="19050"/>
                  </a:cubicBezTo>
                  <a:lnTo>
                    <a:pt x="231076" y="19050"/>
                  </a:lnTo>
                  <a:cubicBezTo>
                    <a:pt x="225838" y="19050"/>
                    <a:pt x="221551" y="14764"/>
                    <a:pt x="221551" y="9525"/>
                  </a:cubicBezTo>
                  <a:close/>
                  <a:moveTo>
                    <a:pt x="184595" y="9525"/>
                  </a:moveTo>
                  <a:cubicBezTo>
                    <a:pt x="184595" y="4286"/>
                    <a:pt x="188881" y="0"/>
                    <a:pt x="194120" y="0"/>
                  </a:cubicBezTo>
                  <a:lnTo>
                    <a:pt x="194120" y="0"/>
                  </a:lnTo>
                  <a:cubicBezTo>
                    <a:pt x="199453" y="0"/>
                    <a:pt x="203645" y="4286"/>
                    <a:pt x="203645" y="9525"/>
                  </a:cubicBezTo>
                  <a:lnTo>
                    <a:pt x="203645" y="9525"/>
                  </a:lnTo>
                  <a:cubicBezTo>
                    <a:pt x="203645" y="14764"/>
                    <a:pt x="199453" y="19050"/>
                    <a:pt x="194120" y="19050"/>
                  </a:cubicBezTo>
                  <a:lnTo>
                    <a:pt x="194120" y="19050"/>
                  </a:lnTo>
                  <a:cubicBezTo>
                    <a:pt x="188881" y="19050"/>
                    <a:pt x="184595" y="14764"/>
                    <a:pt x="184595" y="9525"/>
                  </a:cubicBezTo>
                  <a:close/>
                  <a:moveTo>
                    <a:pt x="147638" y="9525"/>
                  </a:moveTo>
                  <a:cubicBezTo>
                    <a:pt x="147638" y="4286"/>
                    <a:pt x="151924" y="0"/>
                    <a:pt x="157258" y="0"/>
                  </a:cubicBezTo>
                  <a:lnTo>
                    <a:pt x="157258" y="0"/>
                  </a:lnTo>
                  <a:cubicBezTo>
                    <a:pt x="162497" y="0"/>
                    <a:pt x="166783" y="4286"/>
                    <a:pt x="166783" y="9525"/>
                  </a:cubicBezTo>
                  <a:lnTo>
                    <a:pt x="166783" y="9525"/>
                  </a:lnTo>
                  <a:cubicBezTo>
                    <a:pt x="166783" y="14764"/>
                    <a:pt x="162497" y="19050"/>
                    <a:pt x="157258" y="19050"/>
                  </a:cubicBezTo>
                  <a:lnTo>
                    <a:pt x="157258" y="19050"/>
                  </a:lnTo>
                  <a:cubicBezTo>
                    <a:pt x="151924" y="19050"/>
                    <a:pt x="147638" y="14764"/>
                    <a:pt x="147638" y="9525"/>
                  </a:cubicBezTo>
                  <a:close/>
                  <a:moveTo>
                    <a:pt x="110776" y="9525"/>
                  </a:moveTo>
                  <a:cubicBezTo>
                    <a:pt x="110776" y="4286"/>
                    <a:pt x="114967" y="0"/>
                    <a:pt x="120301" y="0"/>
                  </a:cubicBezTo>
                  <a:lnTo>
                    <a:pt x="120301" y="0"/>
                  </a:lnTo>
                  <a:cubicBezTo>
                    <a:pt x="125540" y="0"/>
                    <a:pt x="129826" y="4286"/>
                    <a:pt x="129826" y="9525"/>
                  </a:cubicBezTo>
                  <a:lnTo>
                    <a:pt x="129826" y="9525"/>
                  </a:lnTo>
                  <a:cubicBezTo>
                    <a:pt x="129826" y="14764"/>
                    <a:pt x="125540" y="19050"/>
                    <a:pt x="120301" y="19050"/>
                  </a:cubicBezTo>
                  <a:lnTo>
                    <a:pt x="120301" y="19050"/>
                  </a:lnTo>
                  <a:cubicBezTo>
                    <a:pt x="114967" y="19050"/>
                    <a:pt x="110776" y="14764"/>
                    <a:pt x="110776" y="9525"/>
                  </a:cubicBezTo>
                  <a:close/>
                  <a:moveTo>
                    <a:pt x="73819" y="9525"/>
                  </a:moveTo>
                  <a:cubicBezTo>
                    <a:pt x="73819" y="4286"/>
                    <a:pt x="78105" y="0"/>
                    <a:pt x="83344" y="0"/>
                  </a:cubicBezTo>
                  <a:lnTo>
                    <a:pt x="83344" y="0"/>
                  </a:lnTo>
                  <a:cubicBezTo>
                    <a:pt x="88582" y="0"/>
                    <a:pt x="92869" y="4286"/>
                    <a:pt x="92869" y="9525"/>
                  </a:cubicBezTo>
                  <a:lnTo>
                    <a:pt x="92869" y="9525"/>
                  </a:lnTo>
                  <a:cubicBezTo>
                    <a:pt x="92869" y="14764"/>
                    <a:pt x="88582" y="19050"/>
                    <a:pt x="83344" y="19050"/>
                  </a:cubicBezTo>
                  <a:lnTo>
                    <a:pt x="83344" y="19050"/>
                  </a:lnTo>
                  <a:cubicBezTo>
                    <a:pt x="78105" y="19050"/>
                    <a:pt x="73819" y="14764"/>
                    <a:pt x="73819" y="9525"/>
                  </a:cubicBezTo>
                  <a:close/>
                  <a:moveTo>
                    <a:pt x="36957" y="9525"/>
                  </a:moveTo>
                  <a:cubicBezTo>
                    <a:pt x="36957" y="4286"/>
                    <a:pt x="41148" y="0"/>
                    <a:pt x="46482" y="0"/>
                  </a:cubicBezTo>
                  <a:lnTo>
                    <a:pt x="46482" y="0"/>
                  </a:lnTo>
                  <a:cubicBezTo>
                    <a:pt x="51721" y="0"/>
                    <a:pt x="55912" y="4286"/>
                    <a:pt x="55912" y="9525"/>
                  </a:cubicBezTo>
                  <a:lnTo>
                    <a:pt x="55912" y="9525"/>
                  </a:lnTo>
                  <a:cubicBezTo>
                    <a:pt x="55912" y="14764"/>
                    <a:pt x="51721" y="19050"/>
                    <a:pt x="46482" y="19050"/>
                  </a:cubicBezTo>
                  <a:lnTo>
                    <a:pt x="46482" y="19050"/>
                  </a:lnTo>
                  <a:cubicBezTo>
                    <a:pt x="41148" y="19050"/>
                    <a:pt x="36957" y="14764"/>
                    <a:pt x="36957" y="9525"/>
                  </a:cubicBezTo>
                  <a:close/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5AAE7E8-00DE-62D3-3860-EAEB6A26BCA0}"/>
                </a:ext>
              </a:extLst>
            </p:cNvPr>
            <p:cNvSpPr/>
            <p:nvPr/>
          </p:nvSpPr>
          <p:spPr>
            <a:xfrm>
              <a:off x="6538341" y="341585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780B2DB-0870-2CAB-0918-6CF686D18DDA}"/>
                </a:ext>
              </a:extLst>
            </p:cNvPr>
            <p:cNvSpPr/>
            <p:nvPr/>
          </p:nvSpPr>
          <p:spPr>
            <a:xfrm>
              <a:off x="6535483" y="361121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3AC13CD-087F-5F6C-EE9A-17D46C65A980}"/>
                </a:ext>
              </a:extLst>
            </p:cNvPr>
            <p:cNvSpPr/>
            <p:nvPr/>
          </p:nvSpPr>
          <p:spPr>
            <a:xfrm>
              <a:off x="6483381" y="370255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9F2E0967-5604-E6F2-AF76-57D07399EB0F}"/>
                </a:ext>
              </a:extLst>
            </p:cNvPr>
            <p:cNvSpPr/>
            <p:nvPr/>
          </p:nvSpPr>
          <p:spPr>
            <a:xfrm>
              <a:off x="5801296" y="361016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D819509-A9ED-163A-F796-9A5AAFF07B61}"/>
                </a:ext>
              </a:extLst>
            </p:cNvPr>
            <p:cNvSpPr/>
            <p:nvPr/>
          </p:nvSpPr>
          <p:spPr>
            <a:xfrm>
              <a:off x="5641943" y="3618547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7151940-C9C7-1F94-8467-AF5401E1A5BA}"/>
                </a:ext>
              </a:extLst>
            </p:cNvPr>
            <p:cNvSpPr/>
            <p:nvPr/>
          </p:nvSpPr>
          <p:spPr>
            <a:xfrm>
              <a:off x="5639180" y="3454526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C23BAAA-AB40-A8A2-CED6-EACCE367BCA5}"/>
                </a:ext>
              </a:extLst>
            </p:cNvPr>
            <p:cNvSpPr/>
            <p:nvPr/>
          </p:nvSpPr>
          <p:spPr>
            <a:xfrm>
              <a:off x="5640038" y="322630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2D143DD-67AD-0A10-9819-643700E0BFA0}"/>
                </a:ext>
              </a:extLst>
            </p:cNvPr>
            <p:cNvSpPr/>
            <p:nvPr/>
          </p:nvSpPr>
          <p:spPr>
            <a:xfrm>
              <a:off x="5696902" y="312753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86D764-39F8-6B44-FA8C-4BDED57B8945}"/>
                </a:ext>
              </a:extLst>
            </p:cNvPr>
            <p:cNvSpPr/>
            <p:nvPr/>
          </p:nvSpPr>
          <p:spPr>
            <a:xfrm>
              <a:off x="6036087" y="293646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3FB6C45-BF2B-5C93-DCD5-AE91AB2B818D}"/>
                </a:ext>
              </a:extLst>
            </p:cNvPr>
            <p:cNvSpPr/>
            <p:nvPr/>
          </p:nvSpPr>
          <p:spPr>
            <a:xfrm>
              <a:off x="6143243" y="2933699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D5728B1-1655-C108-F263-0AB8C9DACD96}"/>
                </a:ext>
              </a:extLst>
            </p:cNvPr>
            <p:cNvSpPr/>
            <p:nvPr/>
          </p:nvSpPr>
          <p:spPr>
            <a:xfrm>
              <a:off x="6088284" y="3122866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CD6FCE7-3351-C390-8EE1-2138EBCC04EB}"/>
                </a:ext>
              </a:extLst>
            </p:cNvPr>
            <p:cNvSpPr/>
            <p:nvPr/>
          </p:nvSpPr>
          <p:spPr>
            <a:xfrm>
              <a:off x="6391084" y="3604545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248A2D1-76F6-0645-D14F-2E09719950E0}"/>
                </a:ext>
              </a:extLst>
            </p:cNvPr>
            <p:cNvSpPr/>
            <p:nvPr/>
          </p:nvSpPr>
          <p:spPr>
            <a:xfrm>
              <a:off x="6537388" y="322259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326796C-C90A-4E0D-ADAA-AD7FB6C9C439}"/>
                </a:ext>
              </a:extLst>
            </p:cNvPr>
            <p:cNvSpPr/>
            <p:nvPr/>
          </p:nvSpPr>
          <p:spPr>
            <a:xfrm>
              <a:off x="6069901" y="3911250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E9D01CB-1291-8AF1-2A76-A2A290D8A5F0}"/>
                </a:ext>
              </a:extLst>
            </p:cNvPr>
            <p:cNvSpPr/>
            <p:nvPr/>
          </p:nvSpPr>
          <p:spPr>
            <a:xfrm>
              <a:off x="5692235" y="370627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21A79A7-9141-A359-306F-CC7538E428AD}"/>
                </a:ext>
              </a:extLst>
            </p:cNvPr>
            <p:cNvSpPr/>
            <p:nvPr/>
          </p:nvSpPr>
          <p:spPr>
            <a:xfrm>
              <a:off x="6033611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48A7F938-0AB9-4347-3E44-A569FC7716D8}"/>
                </a:ext>
              </a:extLst>
            </p:cNvPr>
            <p:cNvSpPr/>
            <p:nvPr/>
          </p:nvSpPr>
          <p:spPr>
            <a:xfrm>
              <a:off x="6149149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28DA5CB-EF92-4510-4E1C-9EF05DB96DED}"/>
                </a:ext>
              </a:extLst>
            </p:cNvPr>
            <p:cNvSpPr/>
            <p:nvPr/>
          </p:nvSpPr>
          <p:spPr>
            <a:xfrm>
              <a:off x="6121812" y="391258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FF52E-C948-4B6D-FCCD-7B831BFED6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4175" y="378563"/>
            <a:ext cx="4756150" cy="612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 err="1"/>
              <a:t>Subheader</a:t>
            </a:r>
            <a:r>
              <a:rPr lang="en-US" dirty="0"/>
              <a:t> 2</a:t>
            </a:r>
            <a:endParaRPr lang="en-GB" dirty="0"/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7D9C6619-69E2-7AC9-3BA4-92B74568C1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94175" y="1144588"/>
            <a:ext cx="4786313" cy="170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: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F1C505E8-0FBB-FF10-C1A2-38CCF37501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09687" y="3780748"/>
            <a:ext cx="4756150" cy="612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 err="1"/>
              <a:t>Subheader</a:t>
            </a:r>
            <a:r>
              <a:rPr lang="en-US" dirty="0"/>
              <a:t> 1</a:t>
            </a:r>
            <a:endParaRPr lang="en-GB" dirty="0"/>
          </a:p>
        </p:txBody>
      </p:sp>
      <p:sp>
        <p:nvSpPr>
          <p:cNvPr id="73" name="Text Placeholder 70">
            <a:extLst>
              <a:ext uri="{FF2B5EF4-FFF2-40B4-BE49-F238E27FC236}">
                <a16:creationId xmlns:a16="http://schemas.microsoft.com/office/drawing/2014/main" id="{2A5D38E8-DC7D-C6DE-659A-D88A5D9ED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09687" y="4546773"/>
            <a:ext cx="4786313" cy="170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: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74" name="Text Placeholder 2">
            <a:extLst>
              <a:ext uri="{FF2B5EF4-FFF2-40B4-BE49-F238E27FC236}">
                <a16:creationId xmlns:a16="http://schemas.microsoft.com/office/drawing/2014/main" id="{DA89D675-C44C-3428-5A0C-D98CC67A8C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36450" y="3792385"/>
            <a:ext cx="4756150" cy="612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 err="1"/>
              <a:t>Subheader</a:t>
            </a:r>
            <a:r>
              <a:rPr lang="en-US" dirty="0"/>
              <a:t> 3</a:t>
            </a:r>
            <a:endParaRPr lang="en-GB" dirty="0"/>
          </a:p>
        </p:txBody>
      </p:sp>
      <p:sp>
        <p:nvSpPr>
          <p:cNvPr id="75" name="Text Placeholder 70">
            <a:extLst>
              <a:ext uri="{FF2B5EF4-FFF2-40B4-BE49-F238E27FC236}">
                <a16:creationId xmlns:a16="http://schemas.microsoft.com/office/drawing/2014/main" id="{80292473-76CB-5178-1F33-7525364109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36450" y="4558410"/>
            <a:ext cx="4786313" cy="170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: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105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raphic 2">
            <a:extLst>
              <a:ext uri="{FF2B5EF4-FFF2-40B4-BE49-F238E27FC236}">
                <a16:creationId xmlns:a16="http://schemas.microsoft.com/office/drawing/2014/main" id="{13436A34-8903-491E-EF97-9366F7926F88}"/>
              </a:ext>
            </a:extLst>
          </p:cNvPr>
          <p:cNvSpPr/>
          <p:nvPr userDrawn="1"/>
        </p:nvSpPr>
        <p:spPr>
          <a:xfrm rot="3383745">
            <a:off x="10957496" y="5839643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4A69F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65622EE-E055-F65C-CE97-7D4BF9C1533E}"/>
              </a:ext>
            </a:extLst>
          </p:cNvPr>
          <p:cNvCxnSpPr>
            <a:cxnSpLocks/>
          </p:cNvCxnSpPr>
          <p:nvPr userDrawn="1"/>
        </p:nvCxnSpPr>
        <p:spPr>
          <a:xfrm>
            <a:off x="5622770" y="4287831"/>
            <a:ext cx="0" cy="1412731"/>
          </a:xfrm>
          <a:prstGeom prst="line">
            <a:avLst/>
          </a:prstGeom>
          <a:ln w="38100">
            <a:solidFill>
              <a:srgbClr val="AA29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Graphic 43">
            <a:extLst>
              <a:ext uri="{FF2B5EF4-FFF2-40B4-BE49-F238E27FC236}">
                <a16:creationId xmlns:a16="http://schemas.microsoft.com/office/drawing/2014/main" id="{950BCAF2-CCC3-4EE2-3EC9-18677C6513AB}"/>
              </a:ext>
            </a:extLst>
          </p:cNvPr>
          <p:cNvSpPr/>
          <p:nvPr userDrawn="1"/>
        </p:nvSpPr>
        <p:spPr>
          <a:xfrm>
            <a:off x="4409408" y="1618190"/>
            <a:ext cx="645412" cy="64541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5" name="Graphic 40">
            <a:extLst>
              <a:ext uri="{FF2B5EF4-FFF2-40B4-BE49-F238E27FC236}">
                <a16:creationId xmlns:a16="http://schemas.microsoft.com/office/drawing/2014/main" id="{0361F718-0519-836E-0EB1-1796F8482A79}"/>
              </a:ext>
            </a:extLst>
          </p:cNvPr>
          <p:cNvSpPr/>
          <p:nvPr userDrawn="1"/>
        </p:nvSpPr>
        <p:spPr>
          <a:xfrm rot="20340354">
            <a:off x="382551" y="5247383"/>
            <a:ext cx="1233330" cy="1370906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28575" cap="flat">
            <a:solidFill>
              <a:srgbClr val="AA2924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6" name="Graphic 3">
            <a:extLst>
              <a:ext uri="{FF2B5EF4-FFF2-40B4-BE49-F238E27FC236}">
                <a16:creationId xmlns:a16="http://schemas.microsoft.com/office/drawing/2014/main" id="{4B0EC7A0-F0ED-B07A-0D75-FED7AE646707}"/>
              </a:ext>
            </a:extLst>
          </p:cNvPr>
          <p:cNvSpPr/>
          <p:nvPr userDrawn="1"/>
        </p:nvSpPr>
        <p:spPr>
          <a:xfrm rot="994080">
            <a:off x="-588822" y="-126788"/>
            <a:ext cx="1568079" cy="1717017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4A69F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7" name="Graphic 77">
            <a:extLst>
              <a:ext uri="{FF2B5EF4-FFF2-40B4-BE49-F238E27FC236}">
                <a16:creationId xmlns:a16="http://schemas.microsoft.com/office/drawing/2014/main" id="{F08F9478-EA10-9925-EEF7-2C0E75E71DE5}"/>
              </a:ext>
            </a:extLst>
          </p:cNvPr>
          <p:cNvSpPr/>
          <p:nvPr userDrawn="1"/>
        </p:nvSpPr>
        <p:spPr>
          <a:xfrm rot="2613610">
            <a:off x="11200936" y="5130145"/>
            <a:ext cx="1122276" cy="1219825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3CAB68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3F5240A-1CD3-ADB2-E6BA-F2A496511DC7}"/>
              </a:ext>
            </a:extLst>
          </p:cNvPr>
          <p:cNvGrpSpPr/>
          <p:nvPr userDrawn="1"/>
        </p:nvGrpSpPr>
        <p:grpSpPr>
          <a:xfrm>
            <a:off x="465676" y="-602378"/>
            <a:ext cx="1642615" cy="1647770"/>
            <a:chOff x="5600613" y="586069"/>
            <a:chExt cx="3320474" cy="3330895"/>
          </a:xfrm>
          <a:solidFill>
            <a:srgbClr val="212D5E"/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485275B-90FA-B729-06C9-AC4ACAAB6B39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B47A9BD-F4AE-7AAF-EF8B-1EB6FC7CB6FB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8F40751-C337-D0B0-024E-1AC4129851B2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EF37E99D-5B59-5DF0-C80B-35837520C339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A16D0CB-8CDB-DBFE-E9CF-CDF00DE40B60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FD6912E-3A5F-FAF8-E327-C342582BA63D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CBB753F5-FA71-9D62-FE9D-F0DDCAA84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770" y="730417"/>
            <a:ext cx="5741607" cy="70201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99C5B4D-E67D-7FD1-E41C-703D109BB1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8200" y="2247900"/>
            <a:ext cx="2789238" cy="31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accent1"/>
                </a:solidFill>
              </a:defRPr>
            </a:lvl1pPr>
            <a:lvl2pPr marL="457200" indent="0">
              <a:buNone/>
              <a:defRPr sz="1200" b="1">
                <a:solidFill>
                  <a:schemeClr val="accent1"/>
                </a:solidFill>
              </a:defRPr>
            </a:lvl2pPr>
            <a:lvl3pPr marL="914400" indent="0">
              <a:buNone/>
              <a:defRPr sz="1200" b="1">
                <a:solidFill>
                  <a:schemeClr val="accent1"/>
                </a:solidFill>
              </a:defRPr>
            </a:lvl3pPr>
            <a:lvl4pPr marL="1371600" indent="0">
              <a:buNone/>
              <a:defRPr sz="1200" b="1">
                <a:solidFill>
                  <a:schemeClr val="accent1"/>
                </a:solidFill>
              </a:defRPr>
            </a:lvl4pPr>
            <a:lvl5pPr marL="1828800" indent="0">
              <a:buNone/>
              <a:defRPr sz="12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Name - Position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A773028-6D54-9C0E-4F13-40AF841778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18199" y="2573781"/>
            <a:ext cx="5499217" cy="10586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DM Sans 14pt"/>
              </a:defRPr>
            </a:lvl1pPr>
            <a:lvl2pPr marL="457200" indent="0">
              <a:buNone/>
              <a:defRPr sz="1200" b="1">
                <a:solidFill>
                  <a:schemeClr val="accent1"/>
                </a:solidFill>
              </a:defRPr>
            </a:lvl2pPr>
            <a:lvl3pPr marL="914400" indent="0">
              <a:buNone/>
              <a:defRPr sz="1200" b="1">
                <a:solidFill>
                  <a:schemeClr val="accent1"/>
                </a:solidFill>
              </a:defRPr>
            </a:lvl3pPr>
            <a:lvl4pPr marL="1371600" indent="0">
              <a:buNone/>
              <a:defRPr sz="1200" b="1">
                <a:solidFill>
                  <a:schemeClr val="accent1"/>
                </a:solidFill>
              </a:defRPr>
            </a:lvl4pPr>
            <a:lvl5pPr marL="1828800" indent="0">
              <a:buNone/>
              <a:defRPr sz="12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[Name] is the  [Position] for Advancing Analytics.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D5998F4-64A8-9A47-E354-C68F944D0B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18200" y="4287831"/>
            <a:ext cx="2789238" cy="31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accent1"/>
                </a:solidFill>
              </a:defRPr>
            </a:lvl1pPr>
            <a:lvl2pPr marL="457200" indent="0">
              <a:buNone/>
              <a:defRPr sz="1200" b="1">
                <a:solidFill>
                  <a:schemeClr val="accent1"/>
                </a:solidFill>
              </a:defRPr>
            </a:lvl2pPr>
            <a:lvl3pPr marL="914400" indent="0">
              <a:buNone/>
              <a:defRPr sz="1200" b="1">
                <a:solidFill>
                  <a:schemeClr val="accent1"/>
                </a:solidFill>
              </a:defRPr>
            </a:lvl3pPr>
            <a:lvl4pPr marL="1371600" indent="0">
              <a:buNone/>
              <a:defRPr sz="1200" b="1">
                <a:solidFill>
                  <a:schemeClr val="accent1"/>
                </a:solidFill>
              </a:defRPr>
            </a:lvl4pPr>
            <a:lvl5pPr marL="1828800" indent="0">
              <a:buNone/>
              <a:defRPr sz="12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Name - Position</a:t>
            </a:r>
            <a:endParaRPr lang="en-GB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F8FF8A8-9B10-2C74-593F-DCAC8B1669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18199" y="4613712"/>
            <a:ext cx="5499217" cy="10586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DM Sans 14pt"/>
              </a:defRPr>
            </a:lvl1pPr>
            <a:lvl2pPr marL="457200" indent="0">
              <a:buNone/>
              <a:defRPr sz="1200" b="1">
                <a:solidFill>
                  <a:schemeClr val="accent1"/>
                </a:solidFill>
              </a:defRPr>
            </a:lvl2pPr>
            <a:lvl3pPr marL="914400" indent="0">
              <a:buNone/>
              <a:defRPr sz="1200" b="1">
                <a:solidFill>
                  <a:schemeClr val="accent1"/>
                </a:solidFill>
              </a:defRPr>
            </a:lvl3pPr>
            <a:lvl4pPr marL="1371600" indent="0">
              <a:buNone/>
              <a:defRPr sz="1200" b="1">
                <a:solidFill>
                  <a:schemeClr val="accent1"/>
                </a:solidFill>
              </a:defRPr>
            </a:lvl4pPr>
            <a:lvl5pPr marL="1828800" indent="0">
              <a:buNone/>
              <a:defRPr sz="12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[Name] is the  [Position] for Advancing Analytics.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D10449A-4922-CC82-BDB2-E4F8C78F03F5}"/>
              </a:ext>
            </a:extLst>
          </p:cNvPr>
          <p:cNvCxnSpPr>
            <a:cxnSpLocks/>
          </p:cNvCxnSpPr>
          <p:nvPr userDrawn="1"/>
        </p:nvCxnSpPr>
        <p:spPr>
          <a:xfrm>
            <a:off x="5622770" y="2243683"/>
            <a:ext cx="0" cy="1388749"/>
          </a:xfrm>
          <a:prstGeom prst="line">
            <a:avLst/>
          </a:prstGeom>
          <a:ln w="38100">
            <a:solidFill>
              <a:srgbClr val="AA29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435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A9AF9B6-555B-1F5E-0E56-FB1F3E34CE5F}"/>
              </a:ext>
            </a:extLst>
          </p:cNvPr>
          <p:cNvGrpSpPr/>
          <p:nvPr userDrawn="1"/>
        </p:nvGrpSpPr>
        <p:grpSpPr>
          <a:xfrm>
            <a:off x="11946192" y="2098281"/>
            <a:ext cx="433141" cy="348708"/>
            <a:chOff x="11577744" y="1504959"/>
            <a:chExt cx="903737" cy="727569"/>
          </a:xfrm>
        </p:grpSpPr>
        <p:sp>
          <p:nvSpPr>
            <p:cNvPr id="103" name="Graphic 2">
              <a:extLst>
                <a:ext uri="{FF2B5EF4-FFF2-40B4-BE49-F238E27FC236}">
                  <a16:creationId xmlns:a16="http://schemas.microsoft.com/office/drawing/2014/main" id="{58133338-7013-DBF0-5E69-725E33736CB0}"/>
                </a:ext>
              </a:extLst>
            </p:cNvPr>
            <p:cNvSpPr/>
            <p:nvPr/>
          </p:nvSpPr>
          <p:spPr>
            <a:xfrm rot="5024770">
              <a:off x="11874180" y="1538990"/>
              <a:ext cx="641331" cy="573270"/>
            </a:xfrm>
            <a:custGeom>
              <a:avLst/>
              <a:gdLst>
                <a:gd name="connsiteX0" fmla="*/ 503740 w 1007938"/>
                <a:gd name="connsiteY0" fmla="*/ 900876 h 900971"/>
                <a:gd name="connsiteX1" fmla="*/ 96166 w 1007938"/>
                <a:gd name="connsiteY1" fmla="*/ 900876 h 900971"/>
                <a:gd name="connsiteX2" fmla="*/ 29586 w 1007938"/>
                <a:gd name="connsiteY2" fmla="*/ 877350 h 900971"/>
                <a:gd name="connsiteX3" fmla="*/ 13965 w 1007938"/>
                <a:gd name="connsiteY3" fmla="*/ 760287 h 900971"/>
                <a:gd name="connsiteX4" fmla="*/ 127979 w 1007938"/>
                <a:gd name="connsiteY4" fmla="*/ 562453 h 900971"/>
                <a:gd name="connsiteX5" fmla="*/ 424111 w 1007938"/>
                <a:gd name="connsiteY5" fmla="*/ 47151 h 900971"/>
                <a:gd name="connsiteX6" fmla="*/ 584417 w 1007938"/>
                <a:gd name="connsiteY6" fmla="*/ 46960 h 900971"/>
                <a:gd name="connsiteX7" fmla="*/ 721768 w 1007938"/>
                <a:gd name="connsiteY7" fmla="*/ 286800 h 900971"/>
                <a:gd name="connsiteX8" fmla="*/ 994468 w 1007938"/>
                <a:gd name="connsiteY8" fmla="*/ 761430 h 900971"/>
                <a:gd name="connsiteX9" fmla="*/ 972370 w 1007938"/>
                <a:gd name="connsiteY9" fmla="*/ 883065 h 900971"/>
                <a:gd name="connsiteX10" fmla="*/ 912363 w 1007938"/>
                <a:gd name="connsiteY10" fmla="*/ 900972 h 900971"/>
                <a:gd name="connsiteX11" fmla="*/ 503740 w 1007938"/>
                <a:gd name="connsiteY11" fmla="*/ 900972 h 900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7938" h="900971">
                  <a:moveTo>
                    <a:pt x="503740" y="900876"/>
                  </a:moveTo>
                  <a:cubicBezTo>
                    <a:pt x="367914" y="900876"/>
                    <a:pt x="231992" y="900876"/>
                    <a:pt x="96166" y="900876"/>
                  </a:cubicBezTo>
                  <a:cubicBezTo>
                    <a:pt x="71115" y="900876"/>
                    <a:pt x="48541" y="894495"/>
                    <a:pt x="29586" y="877350"/>
                  </a:cubicBezTo>
                  <a:cubicBezTo>
                    <a:pt x="-2990" y="847917"/>
                    <a:pt x="-9371" y="801150"/>
                    <a:pt x="13965" y="760287"/>
                  </a:cubicBezTo>
                  <a:cubicBezTo>
                    <a:pt x="51779" y="694279"/>
                    <a:pt x="89974" y="628366"/>
                    <a:pt x="127979" y="562453"/>
                  </a:cubicBezTo>
                  <a:cubicBezTo>
                    <a:pt x="226944" y="390813"/>
                    <a:pt x="327052" y="219839"/>
                    <a:pt x="424111" y="47151"/>
                  </a:cubicBezTo>
                  <a:cubicBezTo>
                    <a:pt x="458306" y="-13619"/>
                    <a:pt x="548032" y="-17715"/>
                    <a:pt x="584417" y="46960"/>
                  </a:cubicBezTo>
                  <a:cubicBezTo>
                    <a:pt x="629566" y="127256"/>
                    <a:pt x="675952" y="206885"/>
                    <a:pt x="721768" y="286800"/>
                  </a:cubicBezTo>
                  <a:cubicBezTo>
                    <a:pt x="812541" y="445010"/>
                    <a:pt x="903028" y="603506"/>
                    <a:pt x="994468" y="761430"/>
                  </a:cubicBezTo>
                  <a:cubicBezTo>
                    <a:pt x="1020757" y="806865"/>
                    <a:pt x="1005994" y="856871"/>
                    <a:pt x="972370" y="883065"/>
                  </a:cubicBezTo>
                  <a:cubicBezTo>
                    <a:pt x="954749" y="896781"/>
                    <a:pt x="934175" y="900972"/>
                    <a:pt x="912363" y="900972"/>
                  </a:cubicBezTo>
                  <a:cubicBezTo>
                    <a:pt x="776155" y="900972"/>
                    <a:pt x="639948" y="900972"/>
                    <a:pt x="503740" y="900972"/>
                  </a:cubicBezTo>
                </a:path>
              </a:pathLst>
            </a:custGeom>
            <a:solidFill>
              <a:srgbClr val="212D5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B19E269B-E7DE-AD30-4ABF-79BA3BD36B0C}"/>
                </a:ext>
              </a:extLst>
            </p:cNvPr>
            <p:cNvGrpSpPr/>
            <p:nvPr/>
          </p:nvGrpSpPr>
          <p:grpSpPr>
            <a:xfrm rot="21070396">
              <a:off x="11577744" y="1700267"/>
              <a:ext cx="594482" cy="532261"/>
              <a:chOff x="5586412" y="1068343"/>
              <a:chExt cx="3151197" cy="2821379"/>
            </a:xfrm>
            <a:solidFill>
              <a:srgbClr val="4B64FF"/>
            </a:solidFill>
          </p:grpSpPr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73A3CA6-7A9A-1439-AEEF-34F3F1C8E107}"/>
                  </a:ext>
                </a:extLst>
              </p:cNvPr>
              <p:cNvSpPr/>
              <p:nvPr/>
            </p:nvSpPr>
            <p:spPr>
              <a:xfrm>
                <a:off x="5994119" y="3831017"/>
                <a:ext cx="1083991" cy="58705"/>
              </a:xfrm>
              <a:custGeom>
                <a:avLst/>
                <a:gdLst>
                  <a:gd name="connsiteX0" fmla="*/ 1025287 w 1083991"/>
                  <a:gd name="connsiteY0" fmla="*/ 29353 h 58705"/>
                  <a:gd name="connsiteX1" fmla="*/ 1054639 w 1083991"/>
                  <a:gd name="connsiteY1" fmla="*/ 0 h 58705"/>
                  <a:gd name="connsiteX2" fmla="*/ 1054639 w 1083991"/>
                  <a:gd name="connsiteY2" fmla="*/ 0 h 58705"/>
                  <a:gd name="connsiteX3" fmla="*/ 1083992 w 1083991"/>
                  <a:gd name="connsiteY3" fmla="*/ 29353 h 58705"/>
                  <a:gd name="connsiteX4" fmla="*/ 1083992 w 1083991"/>
                  <a:gd name="connsiteY4" fmla="*/ 29353 h 58705"/>
                  <a:gd name="connsiteX5" fmla="*/ 1054639 w 1083991"/>
                  <a:gd name="connsiteY5" fmla="*/ 58705 h 58705"/>
                  <a:gd name="connsiteX6" fmla="*/ 1054639 w 1083991"/>
                  <a:gd name="connsiteY6" fmla="*/ 58705 h 58705"/>
                  <a:gd name="connsiteX7" fmla="*/ 1025287 w 1083991"/>
                  <a:gd name="connsiteY7" fmla="*/ 29353 h 58705"/>
                  <a:gd name="connsiteX8" fmla="*/ 0 w 1083991"/>
                  <a:gd name="connsiteY8" fmla="*/ 29353 h 58705"/>
                  <a:gd name="connsiteX9" fmla="*/ 29353 w 1083991"/>
                  <a:gd name="connsiteY9" fmla="*/ 0 h 58705"/>
                  <a:gd name="connsiteX10" fmla="*/ 29353 w 1083991"/>
                  <a:gd name="connsiteY10" fmla="*/ 0 h 58705"/>
                  <a:gd name="connsiteX11" fmla="*/ 58705 w 1083991"/>
                  <a:gd name="connsiteY11" fmla="*/ 29353 h 58705"/>
                  <a:gd name="connsiteX12" fmla="*/ 58705 w 1083991"/>
                  <a:gd name="connsiteY12" fmla="*/ 29353 h 58705"/>
                  <a:gd name="connsiteX13" fmla="*/ 29353 w 1083991"/>
                  <a:gd name="connsiteY13" fmla="*/ 58705 h 58705"/>
                  <a:gd name="connsiteX14" fmla="*/ 29353 w 1083991"/>
                  <a:gd name="connsiteY14" fmla="*/ 58705 h 58705"/>
                  <a:gd name="connsiteX15" fmla="*/ 0 w 1083991"/>
                  <a:gd name="connsiteY15" fmla="*/ 29353 h 58705"/>
                  <a:gd name="connsiteX16" fmla="*/ 911398 w 1083991"/>
                  <a:gd name="connsiteY16" fmla="*/ 29353 h 58705"/>
                  <a:gd name="connsiteX17" fmla="*/ 940751 w 1083991"/>
                  <a:gd name="connsiteY17" fmla="*/ 0 h 58705"/>
                  <a:gd name="connsiteX18" fmla="*/ 940751 w 1083991"/>
                  <a:gd name="connsiteY18" fmla="*/ 0 h 58705"/>
                  <a:gd name="connsiteX19" fmla="*/ 970104 w 1083991"/>
                  <a:gd name="connsiteY19" fmla="*/ 29353 h 58705"/>
                  <a:gd name="connsiteX20" fmla="*/ 970104 w 1083991"/>
                  <a:gd name="connsiteY20" fmla="*/ 29353 h 58705"/>
                  <a:gd name="connsiteX21" fmla="*/ 940751 w 1083991"/>
                  <a:gd name="connsiteY21" fmla="*/ 58705 h 58705"/>
                  <a:gd name="connsiteX22" fmla="*/ 940751 w 1083991"/>
                  <a:gd name="connsiteY22" fmla="*/ 58705 h 58705"/>
                  <a:gd name="connsiteX23" fmla="*/ 911398 w 1083991"/>
                  <a:gd name="connsiteY23" fmla="*/ 29353 h 58705"/>
                  <a:gd name="connsiteX24" fmla="*/ 797510 w 1083991"/>
                  <a:gd name="connsiteY24" fmla="*/ 29353 h 58705"/>
                  <a:gd name="connsiteX25" fmla="*/ 826863 w 1083991"/>
                  <a:gd name="connsiteY25" fmla="*/ 0 h 58705"/>
                  <a:gd name="connsiteX26" fmla="*/ 826863 w 1083991"/>
                  <a:gd name="connsiteY26" fmla="*/ 0 h 58705"/>
                  <a:gd name="connsiteX27" fmla="*/ 856216 w 1083991"/>
                  <a:gd name="connsiteY27" fmla="*/ 29353 h 58705"/>
                  <a:gd name="connsiteX28" fmla="*/ 856216 w 1083991"/>
                  <a:gd name="connsiteY28" fmla="*/ 29353 h 58705"/>
                  <a:gd name="connsiteX29" fmla="*/ 826863 w 1083991"/>
                  <a:gd name="connsiteY29" fmla="*/ 58705 h 58705"/>
                  <a:gd name="connsiteX30" fmla="*/ 826863 w 1083991"/>
                  <a:gd name="connsiteY30" fmla="*/ 58705 h 58705"/>
                  <a:gd name="connsiteX31" fmla="*/ 797510 w 1083991"/>
                  <a:gd name="connsiteY31" fmla="*/ 29353 h 58705"/>
                  <a:gd name="connsiteX32" fmla="*/ 455846 w 1083991"/>
                  <a:gd name="connsiteY32" fmla="*/ 29353 h 58705"/>
                  <a:gd name="connsiteX33" fmla="*/ 484905 w 1083991"/>
                  <a:gd name="connsiteY33" fmla="*/ 0 h 58705"/>
                  <a:gd name="connsiteX34" fmla="*/ 484905 w 1083991"/>
                  <a:gd name="connsiteY34" fmla="*/ 0 h 58705"/>
                  <a:gd name="connsiteX35" fmla="*/ 514551 w 1083991"/>
                  <a:gd name="connsiteY35" fmla="*/ 29353 h 58705"/>
                  <a:gd name="connsiteX36" fmla="*/ 514551 w 1083991"/>
                  <a:gd name="connsiteY36" fmla="*/ 29353 h 58705"/>
                  <a:gd name="connsiteX37" fmla="*/ 484905 w 1083991"/>
                  <a:gd name="connsiteY37" fmla="*/ 58705 h 58705"/>
                  <a:gd name="connsiteX38" fmla="*/ 484905 w 1083991"/>
                  <a:gd name="connsiteY38" fmla="*/ 58705 h 58705"/>
                  <a:gd name="connsiteX39" fmla="*/ 455846 w 1083991"/>
                  <a:gd name="connsiteY39" fmla="*/ 29353 h 58705"/>
                  <a:gd name="connsiteX40" fmla="*/ 113888 w 1083991"/>
                  <a:gd name="connsiteY40" fmla="*/ 29353 h 58705"/>
                  <a:gd name="connsiteX41" fmla="*/ 143241 w 1083991"/>
                  <a:gd name="connsiteY41" fmla="*/ 0 h 58705"/>
                  <a:gd name="connsiteX42" fmla="*/ 143241 w 1083991"/>
                  <a:gd name="connsiteY42" fmla="*/ 0 h 58705"/>
                  <a:gd name="connsiteX43" fmla="*/ 172593 w 1083991"/>
                  <a:gd name="connsiteY43" fmla="*/ 29353 h 58705"/>
                  <a:gd name="connsiteX44" fmla="*/ 172593 w 1083991"/>
                  <a:gd name="connsiteY44" fmla="*/ 29353 h 58705"/>
                  <a:gd name="connsiteX45" fmla="*/ 143241 w 1083991"/>
                  <a:gd name="connsiteY45" fmla="*/ 58705 h 58705"/>
                  <a:gd name="connsiteX46" fmla="*/ 143241 w 1083991"/>
                  <a:gd name="connsiteY46" fmla="*/ 58705 h 58705"/>
                  <a:gd name="connsiteX47" fmla="*/ 113888 w 1083991"/>
                  <a:gd name="connsiteY47" fmla="*/ 29353 h 58705"/>
                  <a:gd name="connsiteX48" fmla="*/ 683622 w 1083991"/>
                  <a:gd name="connsiteY48" fmla="*/ 29353 h 58705"/>
                  <a:gd name="connsiteX49" fmla="*/ 712975 w 1083991"/>
                  <a:gd name="connsiteY49" fmla="*/ 0 h 58705"/>
                  <a:gd name="connsiteX50" fmla="*/ 712975 w 1083991"/>
                  <a:gd name="connsiteY50" fmla="*/ 0 h 58705"/>
                  <a:gd name="connsiteX51" fmla="*/ 742327 w 1083991"/>
                  <a:gd name="connsiteY51" fmla="*/ 29353 h 58705"/>
                  <a:gd name="connsiteX52" fmla="*/ 742327 w 1083991"/>
                  <a:gd name="connsiteY52" fmla="*/ 29353 h 58705"/>
                  <a:gd name="connsiteX53" fmla="*/ 712975 w 1083991"/>
                  <a:gd name="connsiteY53" fmla="*/ 58705 h 58705"/>
                  <a:gd name="connsiteX54" fmla="*/ 712975 w 1083991"/>
                  <a:gd name="connsiteY54" fmla="*/ 58705 h 58705"/>
                  <a:gd name="connsiteX55" fmla="*/ 683622 w 1083991"/>
                  <a:gd name="connsiteY55" fmla="*/ 29353 h 58705"/>
                  <a:gd name="connsiteX56" fmla="*/ 569734 w 1083991"/>
                  <a:gd name="connsiteY56" fmla="*/ 29353 h 58705"/>
                  <a:gd name="connsiteX57" fmla="*/ 599087 w 1083991"/>
                  <a:gd name="connsiteY57" fmla="*/ 0 h 58705"/>
                  <a:gd name="connsiteX58" fmla="*/ 599087 w 1083991"/>
                  <a:gd name="connsiteY58" fmla="*/ 0 h 58705"/>
                  <a:gd name="connsiteX59" fmla="*/ 628439 w 1083991"/>
                  <a:gd name="connsiteY59" fmla="*/ 29353 h 58705"/>
                  <a:gd name="connsiteX60" fmla="*/ 628439 w 1083991"/>
                  <a:gd name="connsiteY60" fmla="*/ 29353 h 58705"/>
                  <a:gd name="connsiteX61" fmla="*/ 599087 w 1083991"/>
                  <a:gd name="connsiteY61" fmla="*/ 58705 h 58705"/>
                  <a:gd name="connsiteX62" fmla="*/ 599087 w 1083991"/>
                  <a:gd name="connsiteY62" fmla="*/ 58705 h 58705"/>
                  <a:gd name="connsiteX63" fmla="*/ 569734 w 1083991"/>
                  <a:gd name="connsiteY63" fmla="*/ 29353 h 58705"/>
                  <a:gd name="connsiteX64" fmla="*/ 341958 w 1083991"/>
                  <a:gd name="connsiteY64" fmla="*/ 29353 h 58705"/>
                  <a:gd name="connsiteX65" fmla="*/ 371017 w 1083991"/>
                  <a:gd name="connsiteY65" fmla="*/ 0 h 58705"/>
                  <a:gd name="connsiteX66" fmla="*/ 371017 w 1083991"/>
                  <a:gd name="connsiteY66" fmla="*/ 0 h 58705"/>
                  <a:gd name="connsiteX67" fmla="*/ 400663 w 1083991"/>
                  <a:gd name="connsiteY67" fmla="*/ 29353 h 58705"/>
                  <a:gd name="connsiteX68" fmla="*/ 400663 w 1083991"/>
                  <a:gd name="connsiteY68" fmla="*/ 29353 h 58705"/>
                  <a:gd name="connsiteX69" fmla="*/ 371017 w 1083991"/>
                  <a:gd name="connsiteY69" fmla="*/ 58705 h 58705"/>
                  <a:gd name="connsiteX70" fmla="*/ 371017 w 1083991"/>
                  <a:gd name="connsiteY70" fmla="*/ 58705 h 58705"/>
                  <a:gd name="connsiteX71" fmla="*/ 341958 w 1083991"/>
                  <a:gd name="connsiteY71" fmla="*/ 29353 h 58705"/>
                  <a:gd name="connsiteX72" fmla="*/ 227776 w 1083991"/>
                  <a:gd name="connsiteY72" fmla="*/ 29353 h 58705"/>
                  <a:gd name="connsiteX73" fmla="*/ 257129 w 1083991"/>
                  <a:gd name="connsiteY73" fmla="*/ 0 h 58705"/>
                  <a:gd name="connsiteX74" fmla="*/ 257129 w 1083991"/>
                  <a:gd name="connsiteY74" fmla="*/ 0 h 58705"/>
                  <a:gd name="connsiteX75" fmla="*/ 286481 w 1083991"/>
                  <a:gd name="connsiteY75" fmla="*/ 29353 h 58705"/>
                  <a:gd name="connsiteX76" fmla="*/ 286481 w 1083991"/>
                  <a:gd name="connsiteY76" fmla="*/ 29353 h 58705"/>
                  <a:gd name="connsiteX77" fmla="*/ 257129 w 1083991"/>
                  <a:gd name="connsiteY77" fmla="*/ 58705 h 58705"/>
                  <a:gd name="connsiteX78" fmla="*/ 257129 w 1083991"/>
                  <a:gd name="connsiteY78" fmla="*/ 58705 h 58705"/>
                  <a:gd name="connsiteX79" fmla="*/ 227776 w 1083991"/>
                  <a:gd name="connsiteY79" fmla="*/ 29353 h 58705"/>
                  <a:gd name="connsiteX80" fmla="*/ 143241 w 1083991"/>
                  <a:gd name="connsiteY80" fmla="*/ 0 h 58705"/>
                  <a:gd name="connsiteX81" fmla="*/ 143241 w 1083991"/>
                  <a:gd name="connsiteY81" fmla="*/ 0 h 58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1083991" h="58705">
                    <a:moveTo>
                      <a:pt x="1025287" y="29353"/>
                    </a:moveTo>
                    <a:cubicBezTo>
                      <a:pt x="1025287" y="13209"/>
                      <a:pt x="1038495" y="0"/>
                      <a:pt x="1054639" y="0"/>
                    </a:cubicBezTo>
                    <a:lnTo>
                      <a:pt x="1054639" y="0"/>
                    </a:lnTo>
                    <a:cubicBezTo>
                      <a:pt x="1070783" y="0"/>
                      <a:pt x="1083992" y="13209"/>
                      <a:pt x="1083992" y="29353"/>
                    </a:cubicBezTo>
                    <a:lnTo>
                      <a:pt x="1083992" y="29353"/>
                    </a:lnTo>
                    <a:cubicBezTo>
                      <a:pt x="1083992" y="45496"/>
                      <a:pt x="1070783" y="58705"/>
                      <a:pt x="1054639" y="58705"/>
                    </a:cubicBezTo>
                    <a:lnTo>
                      <a:pt x="1054639" y="58705"/>
                    </a:lnTo>
                    <a:cubicBezTo>
                      <a:pt x="1038495" y="58705"/>
                      <a:pt x="1025287" y="45496"/>
                      <a:pt x="1025287" y="29353"/>
                    </a:cubicBezTo>
                    <a:close/>
                    <a:moveTo>
                      <a:pt x="0" y="29353"/>
                    </a:moveTo>
                    <a:cubicBezTo>
                      <a:pt x="0" y="13209"/>
                      <a:pt x="13209" y="0"/>
                      <a:pt x="29353" y="0"/>
                    </a:cubicBezTo>
                    <a:lnTo>
                      <a:pt x="29353" y="0"/>
                    </a:lnTo>
                    <a:cubicBezTo>
                      <a:pt x="45497" y="0"/>
                      <a:pt x="58705" y="13209"/>
                      <a:pt x="58705" y="29353"/>
                    </a:cubicBezTo>
                    <a:lnTo>
                      <a:pt x="58705" y="29353"/>
                    </a:lnTo>
                    <a:cubicBezTo>
                      <a:pt x="58705" y="45496"/>
                      <a:pt x="45790" y="58705"/>
                      <a:pt x="29353" y="58705"/>
                    </a:cubicBezTo>
                    <a:lnTo>
                      <a:pt x="29353" y="58705"/>
                    </a:lnTo>
                    <a:cubicBezTo>
                      <a:pt x="13209" y="58705"/>
                      <a:pt x="0" y="45496"/>
                      <a:pt x="0" y="29353"/>
                    </a:cubicBezTo>
                    <a:close/>
                    <a:moveTo>
                      <a:pt x="911398" y="29353"/>
                    </a:moveTo>
                    <a:cubicBezTo>
                      <a:pt x="911398" y="13209"/>
                      <a:pt x="924607" y="0"/>
                      <a:pt x="940751" y="0"/>
                    </a:cubicBezTo>
                    <a:lnTo>
                      <a:pt x="940751" y="0"/>
                    </a:lnTo>
                    <a:cubicBezTo>
                      <a:pt x="956895" y="0"/>
                      <a:pt x="970104" y="13209"/>
                      <a:pt x="970104" y="29353"/>
                    </a:cubicBezTo>
                    <a:lnTo>
                      <a:pt x="970104" y="29353"/>
                    </a:lnTo>
                    <a:cubicBezTo>
                      <a:pt x="970104" y="45496"/>
                      <a:pt x="956895" y="58705"/>
                      <a:pt x="940751" y="58705"/>
                    </a:cubicBezTo>
                    <a:lnTo>
                      <a:pt x="940751" y="58705"/>
                    </a:lnTo>
                    <a:cubicBezTo>
                      <a:pt x="924607" y="58705"/>
                      <a:pt x="911398" y="45496"/>
                      <a:pt x="911398" y="29353"/>
                    </a:cubicBezTo>
                    <a:close/>
                    <a:moveTo>
                      <a:pt x="797510" y="29353"/>
                    </a:moveTo>
                    <a:cubicBezTo>
                      <a:pt x="797510" y="13209"/>
                      <a:pt x="810719" y="0"/>
                      <a:pt x="826863" y="0"/>
                    </a:cubicBezTo>
                    <a:lnTo>
                      <a:pt x="826863" y="0"/>
                    </a:lnTo>
                    <a:cubicBezTo>
                      <a:pt x="843007" y="0"/>
                      <a:pt x="856216" y="13209"/>
                      <a:pt x="856216" y="29353"/>
                    </a:cubicBezTo>
                    <a:lnTo>
                      <a:pt x="856216" y="29353"/>
                    </a:lnTo>
                    <a:cubicBezTo>
                      <a:pt x="856216" y="45496"/>
                      <a:pt x="843007" y="58705"/>
                      <a:pt x="826863" y="58705"/>
                    </a:cubicBezTo>
                    <a:lnTo>
                      <a:pt x="826863" y="58705"/>
                    </a:lnTo>
                    <a:cubicBezTo>
                      <a:pt x="810719" y="58705"/>
                      <a:pt x="797510" y="45496"/>
                      <a:pt x="797510" y="29353"/>
                    </a:cubicBezTo>
                    <a:close/>
                    <a:moveTo>
                      <a:pt x="455846" y="29353"/>
                    </a:moveTo>
                    <a:cubicBezTo>
                      <a:pt x="455846" y="12915"/>
                      <a:pt x="468761" y="0"/>
                      <a:pt x="484905" y="0"/>
                    </a:cubicBezTo>
                    <a:lnTo>
                      <a:pt x="484905" y="0"/>
                    </a:lnTo>
                    <a:cubicBezTo>
                      <a:pt x="501343" y="0"/>
                      <a:pt x="514551" y="13209"/>
                      <a:pt x="514551" y="29353"/>
                    </a:cubicBezTo>
                    <a:lnTo>
                      <a:pt x="514551" y="29353"/>
                    </a:lnTo>
                    <a:cubicBezTo>
                      <a:pt x="514551" y="45496"/>
                      <a:pt x="501343" y="58705"/>
                      <a:pt x="484905" y="58705"/>
                    </a:cubicBezTo>
                    <a:lnTo>
                      <a:pt x="484905" y="58705"/>
                    </a:lnTo>
                    <a:cubicBezTo>
                      <a:pt x="468761" y="58705"/>
                      <a:pt x="455846" y="45496"/>
                      <a:pt x="455846" y="29353"/>
                    </a:cubicBezTo>
                    <a:close/>
                    <a:moveTo>
                      <a:pt x="113888" y="29353"/>
                    </a:moveTo>
                    <a:cubicBezTo>
                      <a:pt x="113888" y="13209"/>
                      <a:pt x="127097" y="0"/>
                      <a:pt x="143241" y="0"/>
                    </a:cubicBezTo>
                    <a:lnTo>
                      <a:pt x="143241" y="0"/>
                    </a:lnTo>
                    <a:cubicBezTo>
                      <a:pt x="159385" y="0"/>
                      <a:pt x="172593" y="13209"/>
                      <a:pt x="172593" y="29353"/>
                    </a:cubicBezTo>
                    <a:lnTo>
                      <a:pt x="172593" y="29353"/>
                    </a:lnTo>
                    <a:cubicBezTo>
                      <a:pt x="172593" y="45496"/>
                      <a:pt x="159678" y="58705"/>
                      <a:pt x="143241" y="58705"/>
                    </a:cubicBezTo>
                    <a:lnTo>
                      <a:pt x="143241" y="58705"/>
                    </a:lnTo>
                    <a:cubicBezTo>
                      <a:pt x="127097" y="58705"/>
                      <a:pt x="113888" y="45496"/>
                      <a:pt x="113888" y="29353"/>
                    </a:cubicBezTo>
                    <a:close/>
                    <a:moveTo>
                      <a:pt x="683622" y="29353"/>
                    </a:moveTo>
                    <a:cubicBezTo>
                      <a:pt x="683622" y="13209"/>
                      <a:pt x="696537" y="0"/>
                      <a:pt x="712975" y="0"/>
                    </a:cubicBezTo>
                    <a:lnTo>
                      <a:pt x="712975" y="0"/>
                    </a:lnTo>
                    <a:cubicBezTo>
                      <a:pt x="729119" y="0"/>
                      <a:pt x="742327" y="13209"/>
                      <a:pt x="742327" y="29353"/>
                    </a:cubicBezTo>
                    <a:lnTo>
                      <a:pt x="742327" y="29353"/>
                    </a:lnTo>
                    <a:cubicBezTo>
                      <a:pt x="742327" y="45496"/>
                      <a:pt x="729119" y="58705"/>
                      <a:pt x="712975" y="58705"/>
                    </a:cubicBezTo>
                    <a:lnTo>
                      <a:pt x="712975" y="58705"/>
                    </a:lnTo>
                    <a:cubicBezTo>
                      <a:pt x="696537" y="58705"/>
                      <a:pt x="683622" y="45496"/>
                      <a:pt x="683622" y="29353"/>
                    </a:cubicBezTo>
                    <a:close/>
                    <a:moveTo>
                      <a:pt x="569734" y="29353"/>
                    </a:moveTo>
                    <a:cubicBezTo>
                      <a:pt x="569734" y="13209"/>
                      <a:pt x="582649" y="0"/>
                      <a:pt x="599087" y="0"/>
                    </a:cubicBezTo>
                    <a:lnTo>
                      <a:pt x="599087" y="0"/>
                    </a:lnTo>
                    <a:cubicBezTo>
                      <a:pt x="615231" y="0"/>
                      <a:pt x="628439" y="13209"/>
                      <a:pt x="628439" y="29353"/>
                    </a:cubicBezTo>
                    <a:lnTo>
                      <a:pt x="628439" y="29353"/>
                    </a:lnTo>
                    <a:cubicBezTo>
                      <a:pt x="628439" y="45496"/>
                      <a:pt x="615231" y="58705"/>
                      <a:pt x="599087" y="58705"/>
                    </a:cubicBezTo>
                    <a:lnTo>
                      <a:pt x="599087" y="58705"/>
                    </a:lnTo>
                    <a:cubicBezTo>
                      <a:pt x="582649" y="58705"/>
                      <a:pt x="569734" y="45496"/>
                      <a:pt x="569734" y="29353"/>
                    </a:cubicBezTo>
                    <a:close/>
                    <a:moveTo>
                      <a:pt x="341958" y="29353"/>
                    </a:moveTo>
                    <a:cubicBezTo>
                      <a:pt x="341958" y="13209"/>
                      <a:pt x="354873" y="0"/>
                      <a:pt x="371017" y="0"/>
                    </a:cubicBezTo>
                    <a:lnTo>
                      <a:pt x="371017" y="0"/>
                    </a:lnTo>
                    <a:cubicBezTo>
                      <a:pt x="387454" y="0"/>
                      <a:pt x="400663" y="13209"/>
                      <a:pt x="400663" y="29353"/>
                    </a:cubicBezTo>
                    <a:lnTo>
                      <a:pt x="400663" y="29353"/>
                    </a:lnTo>
                    <a:cubicBezTo>
                      <a:pt x="400663" y="45496"/>
                      <a:pt x="387454" y="58705"/>
                      <a:pt x="371017" y="58705"/>
                    </a:cubicBezTo>
                    <a:lnTo>
                      <a:pt x="371017" y="58705"/>
                    </a:lnTo>
                    <a:cubicBezTo>
                      <a:pt x="354873" y="58705"/>
                      <a:pt x="341958" y="45496"/>
                      <a:pt x="341958" y="29353"/>
                    </a:cubicBezTo>
                    <a:close/>
                    <a:moveTo>
                      <a:pt x="227776" y="29353"/>
                    </a:moveTo>
                    <a:cubicBezTo>
                      <a:pt x="227776" y="13209"/>
                      <a:pt x="240985" y="0"/>
                      <a:pt x="257129" y="0"/>
                    </a:cubicBezTo>
                    <a:lnTo>
                      <a:pt x="257129" y="0"/>
                    </a:lnTo>
                    <a:cubicBezTo>
                      <a:pt x="273566" y="0"/>
                      <a:pt x="286481" y="12915"/>
                      <a:pt x="286481" y="29353"/>
                    </a:cubicBezTo>
                    <a:lnTo>
                      <a:pt x="286481" y="29353"/>
                    </a:lnTo>
                    <a:cubicBezTo>
                      <a:pt x="286481" y="45496"/>
                      <a:pt x="273566" y="58705"/>
                      <a:pt x="257129" y="58705"/>
                    </a:cubicBezTo>
                    <a:lnTo>
                      <a:pt x="257129" y="58705"/>
                    </a:lnTo>
                    <a:cubicBezTo>
                      <a:pt x="240985" y="58705"/>
                      <a:pt x="227776" y="45496"/>
                      <a:pt x="227776" y="29353"/>
                    </a:cubicBezTo>
                    <a:close/>
                    <a:moveTo>
                      <a:pt x="143241" y="0"/>
                    </a:moveTo>
                    <a:lnTo>
                      <a:pt x="143241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8EFCBF4A-F98B-948A-60EF-EBDCABFE8F51}"/>
                  </a:ext>
                </a:extLst>
              </p:cNvPr>
              <p:cNvSpPr/>
              <p:nvPr/>
            </p:nvSpPr>
            <p:spPr>
              <a:xfrm>
                <a:off x="5770907" y="3814769"/>
                <a:ext cx="58385" cy="58808"/>
              </a:xfrm>
              <a:custGeom>
                <a:avLst/>
                <a:gdLst>
                  <a:gd name="connsiteX0" fmla="*/ 20092 w 58385"/>
                  <a:gd name="connsiteY0" fmla="*/ 57341 h 58808"/>
                  <a:gd name="connsiteX1" fmla="*/ 1600 w 58385"/>
                  <a:gd name="connsiteY1" fmla="*/ 20063 h 58808"/>
                  <a:gd name="connsiteX2" fmla="*/ 1600 w 58385"/>
                  <a:gd name="connsiteY2" fmla="*/ 20063 h 58808"/>
                  <a:gd name="connsiteX3" fmla="*/ 38584 w 58385"/>
                  <a:gd name="connsiteY3" fmla="*/ 1571 h 58808"/>
                  <a:gd name="connsiteX4" fmla="*/ 38584 w 58385"/>
                  <a:gd name="connsiteY4" fmla="*/ 1571 h 58808"/>
                  <a:gd name="connsiteX5" fmla="*/ 56783 w 58385"/>
                  <a:gd name="connsiteY5" fmla="*/ 38849 h 58808"/>
                  <a:gd name="connsiteX6" fmla="*/ 56783 w 58385"/>
                  <a:gd name="connsiteY6" fmla="*/ 38849 h 58808"/>
                  <a:gd name="connsiteX7" fmla="*/ 29192 w 58385"/>
                  <a:gd name="connsiteY7" fmla="*/ 58809 h 58808"/>
                  <a:gd name="connsiteX8" fmla="*/ 29192 w 58385"/>
                  <a:gd name="connsiteY8" fmla="*/ 58809 h 58808"/>
                  <a:gd name="connsiteX9" fmla="*/ 19799 w 58385"/>
                  <a:gd name="connsiteY9" fmla="*/ 57341 h 58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385" h="58808">
                    <a:moveTo>
                      <a:pt x="20092" y="57341"/>
                    </a:moveTo>
                    <a:cubicBezTo>
                      <a:pt x="4535" y="52057"/>
                      <a:pt x="-3683" y="35326"/>
                      <a:pt x="1600" y="20063"/>
                    </a:cubicBezTo>
                    <a:lnTo>
                      <a:pt x="1600" y="20063"/>
                    </a:lnTo>
                    <a:cubicBezTo>
                      <a:pt x="6590" y="4800"/>
                      <a:pt x="23321" y="-3712"/>
                      <a:pt x="38584" y="1571"/>
                    </a:cubicBezTo>
                    <a:lnTo>
                      <a:pt x="38584" y="1571"/>
                    </a:lnTo>
                    <a:cubicBezTo>
                      <a:pt x="53848" y="6855"/>
                      <a:pt x="62067" y="23292"/>
                      <a:pt x="56783" y="38849"/>
                    </a:cubicBezTo>
                    <a:lnTo>
                      <a:pt x="56783" y="38849"/>
                    </a:lnTo>
                    <a:cubicBezTo>
                      <a:pt x="52674" y="50883"/>
                      <a:pt x="41226" y="58809"/>
                      <a:pt x="29192" y="58809"/>
                    </a:cubicBezTo>
                    <a:lnTo>
                      <a:pt x="29192" y="58809"/>
                    </a:lnTo>
                    <a:cubicBezTo>
                      <a:pt x="25963" y="58809"/>
                      <a:pt x="22734" y="58222"/>
                      <a:pt x="19799" y="57341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E6B4D714-2196-B988-0C2A-B8CD2E19B3E5}"/>
                  </a:ext>
                </a:extLst>
              </p:cNvPr>
              <p:cNvSpPr/>
              <p:nvPr/>
            </p:nvSpPr>
            <p:spPr>
              <a:xfrm>
                <a:off x="5586412" y="3522639"/>
                <a:ext cx="74480" cy="188031"/>
              </a:xfrm>
              <a:custGeom>
                <a:avLst/>
                <a:gdLst>
                  <a:gd name="connsiteX0" fmla="*/ 17612 w 74480"/>
                  <a:gd name="connsiteY0" fmla="*/ 168952 h 188031"/>
                  <a:gd name="connsiteX1" fmla="*/ 34636 w 74480"/>
                  <a:gd name="connsiteY1" fmla="*/ 131088 h 188031"/>
                  <a:gd name="connsiteX2" fmla="*/ 34636 w 74480"/>
                  <a:gd name="connsiteY2" fmla="*/ 131088 h 188031"/>
                  <a:gd name="connsiteX3" fmla="*/ 72501 w 74480"/>
                  <a:gd name="connsiteY3" fmla="*/ 148112 h 188031"/>
                  <a:gd name="connsiteX4" fmla="*/ 72501 w 74480"/>
                  <a:gd name="connsiteY4" fmla="*/ 148112 h 188031"/>
                  <a:gd name="connsiteX5" fmla="*/ 55476 w 74480"/>
                  <a:gd name="connsiteY5" fmla="*/ 185977 h 188031"/>
                  <a:gd name="connsiteX6" fmla="*/ 55476 w 74480"/>
                  <a:gd name="connsiteY6" fmla="*/ 185977 h 188031"/>
                  <a:gd name="connsiteX7" fmla="*/ 45203 w 74480"/>
                  <a:gd name="connsiteY7" fmla="*/ 188031 h 188031"/>
                  <a:gd name="connsiteX8" fmla="*/ 45203 w 74480"/>
                  <a:gd name="connsiteY8" fmla="*/ 188031 h 188031"/>
                  <a:gd name="connsiteX9" fmla="*/ 17612 w 74480"/>
                  <a:gd name="connsiteY9" fmla="*/ 168952 h 188031"/>
                  <a:gd name="connsiteX10" fmla="*/ 26124 w 74480"/>
                  <a:gd name="connsiteY10" fmla="*/ 58587 h 188031"/>
                  <a:gd name="connsiteX11" fmla="*/ 294 w 74480"/>
                  <a:gd name="connsiteY11" fmla="*/ 26299 h 188031"/>
                  <a:gd name="connsiteX12" fmla="*/ 0 w 74480"/>
                  <a:gd name="connsiteY12" fmla="*/ 26299 h 188031"/>
                  <a:gd name="connsiteX13" fmla="*/ 32288 w 74480"/>
                  <a:gd name="connsiteY13" fmla="*/ 175 h 188031"/>
                  <a:gd name="connsiteX14" fmla="*/ 32288 w 74480"/>
                  <a:gd name="connsiteY14" fmla="*/ 175 h 188031"/>
                  <a:gd name="connsiteX15" fmla="*/ 58412 w 74480"/>
                  <a:gd name="connsiteY15" fmla="*/ 32756 h 188031"/>
                  <a:gd name="connsiteX16" fmla="*/ 58412 w 74480"/>
                  <a:gd name="connsiteY16" fmla="*/ 32756 h 188031"/>
                  <a:gd name="connsiteX17" fmla="*/ 29059 w 74480"/>
                  <a:gd name="connsiteY17" fmla="*/ 58880 h 188031"/>
                  <a:gd name="connsiteX18" fmla="*/ 29059 w 74480"/>
                  <a:gd name="connsiteY18" fmla="*/ 58880 h 188031"/>
                  <a:gd name="connsiteX19" fmla="*/ 25830 w 74480"/>
                  <a:gd name="connsiteY19" fmla="*/ 58587 h 188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4480" h="188031">
                    <a:moveTo>
                      <a:pt x="17612" y="168952"/>
                    </a:moveTo>
                    <a:cubicBezTo>
                      <a:pt x="12035" y="153689"/>
                      <a:pt x="19373" y="136664"/>
                      <a:pt x="34636" y="131088"/>
                    </a:cubicBezTo>
                    <a:lnTo>
                      <a:pt x="34636" y="131088"/>
                    </a:lnTo>
                    <a:cubicBezTo>
                      <a:pt x="49899" y="125217"/>
                      <a:pt x="66924" y="133142"/>
                      <a:pt x="72501" y="148112"/>
                    </a:cubicBezTo>
                    <a:lnTo>
                      <a:pt x="72501" y="148112"/>
                    </a:lnTo>
                    <a:cubicBezTo>
                      <a:pt x="78371" y="163375"/>
                      <a:pt x="70740" y="180400"/>
                      <a:pt x="55476" y="185977"/>
                    </a:cubicBezTo>
                    <a:lnTo>
                      <a:pt x="55476" y="185977"/>
                    </a:lnTo>
                    <a:cubicBezTo>
                      <a:pt x="51954" y="187444"/>
                      <a:pt x="48432" y="188031"/>
                      <a:pt x="45203" y="188031"/>
                    </a:cubicBezTo>
                    <a:lnTo>
                      <a:pt x="45203" y="188031"/>
                    </a:lnTo>
                    <a:cubicBezTo>
                      <a:pt x="33168" y="188031"/>
                      <a:pt x="22014" y="180693"/>
                      <a:pt x="17612" y="168952"/>
                    </a:cubicBezTo>
                    <a:close/>
                    <a:moveTo>
                      <a:pt x="26124" y="58587"/>
                    </a:moveTo>
                    <a:cubicBezTo>
                      <a:pt x="9980" y="56825"/>
                      <a:pt x="-1468" y="42443"/>
                      <a:pt x="294" y="26299"/>
                    </a:cubicBezTo>
                    <a:lnTo>
                      <a:pt x="0" y="26299"/>
                    </a:lnTo>
                    <a:cubicBezTo>
                      <a:pt x="1761" y="10155"/>
                      <a:pt x="16144" y="-1586"/>
                      <a:pt x="32288" y="175"/>
                    </a:cubicBezTo>
                    <a:lnTo>
                      <a:pt x="32288" y="175"/>
                    </a:lnTo>
                    <a:cubicBezTo>
                      <a:pt x="48432" y="2230"/>
                      <a:pt x="60173" y="16612"/>
                      <a:pt x="58412" y="32756"/>
                    </a:cubicBezTo>
                    <a:lnTo>
                      <a:pt x="58412" y="32756"/>
                    </a:lnTo>
                    <a:cubicBezTo>
                      <a:pt x="56651" y="47726"/>
                      <a:pt x="43735" y="58880"/>
                      <a:pt x="29059" y="58880"/>
                    </a:cubicBezTo>
                    <a:lnTo>
                      <a:pt x="29059" y="58880"/>
                    </a:lnTo>
                    <a:cubicBezTo>
                      <a:pt x="29059" y="58880"/>
                      <a:pt x="27004" y="58880"/>
                      <a:pt x="25830" y="5858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4D0EADB-3B48-F4DC-5F79-22552B0A1019}"/>
                  </a:ext>
                </a:extLst>
              </p:cNvPr>
              <p:cNvSpPr/>
              <p:nvPr/>
            </p:nvSpPr>
            <p:spPr>
              <a:xfrm>
                <a:off x="5685993" y="2892297"/>
                <a:ext cx="292439" cy="464087"/>
              </a:xfrm>
              <a:custGeom>
                <a:avLst/>
                <a:gdLst>
                  <a:gd name="connsiteX0" fmla="*/ 14894 w 292439"/>
                  <a:gd name="connsiteY0" fmla="*/ 460272 h 464087"/>
                  <a:gd name="connsiteX1" fmla="*/ 4033 w 292439"/>
                  <a:gd name="connsiteY1" fmla="*/ 420059 h 464087"/>
                  <a:gd name="connsiteX2" fmla="*/ 4033 w 292439"/>
                  <a:gd name="connsiteY2" fmla="*/ 420059 h 464087"/>
                  <a:gd name="connsiteX3" fmla="*/ 43953 w 292439"/>
                  <a:gd name="connsiteY3" fmla="*/ 409198 h 464087"/>
                  <a:gd name="connsiteX4" fmla="*/ 43953 w 292439"/>
                  <a:gd name="connsiteY4" fmla="*/ 409198 h 464087"/>
                  <a:gd name="connsiteX5" fmla="*/ 54813 w 292439"/>
                  <a:gd name="connsiteY5" fmla="*/ 449411 h 464087"/>
                  <a:gd name="connsiteX6" fmla="*/ 54813 w 292439"/>
                  <a:gd name="connsiteY6" fmla="*/ 449411 h 464087"/>
                  <a:gd name="connsiteX7" fmla="*/ 29570 w 292439"/>
                  <a:gd name="connsiteY7" fmla="*/ 464087 h 464087"/>
                  <a:gd name="connsiteX8" fmla="*/ 29570 w 292439"/>
                  <a:gd name="connsiteY8" fmla="*/ 464087 h 464087"/>
                  <a:gd name="connsiteX9" fmla="*/ 14894 w 292439"/>
                  <a:gd name="connsiteY9" fmla="*/ 460272 h 464087"/>
                  <a:gd name="connsiteX10" fmla="*/ 73012 w 292439"/>
                  <a:gd name="connsiteY10" fmla="*/ 358712 h 464087"/>
                  <a:gd name="connsiteX11" fmla="*/ 62445 w 292439"/>
                  <a:gd name="connsiteY11" fmla="*/ 318792 h 464087"/>
                  <a:gd name="connsiteX12" fmla="*/ 62445 w 292439"/>
                  <a:gd name="connsiteY12" fmla="*/ 318792 h 464087"/>
                  <a:gd name="connsiteX13" fmla="*/ 102365 w 292439"/>
                  <a:gd name="connsiteY13" fmla="*/ 307932 h 464087"/>
                  <a:gd name="connsiteX14" fmla="*/ 102365 w 292439"/>
                  <a:gd name="connsiteY14" fmla="*/ 307932 h 464087"/>
                  <a:gd name="connsiteX15" fmla="*/ 113225 w 292439"/>
                  <a:gd name="connsiteY15" fmla="*/ 348145 h 464087"/>
                  <a:gd name="connsiteX16" fmla="*/ 113225 w 292439"/>
                  <a:gd name="connsiteY16" fmla="*/ 348145 h 464087"/>
                  <a:gd name="connsiteX17" fmla="*/ 87688 w 292439"/>
                  <a:gd name="connsiteY17" fmla="*/ 362821 h 464087"/>
                  <a:gd name="connsiteX18" fmla="*/ 87688 w 292439"/>
                  <a:gd name="connsiteY18" fmla="*/ 362821 h 464087"/>
                  <a:gd name="connsiteX19" fmla="*/ 73012 w 292439"/>
                  <a:gd name="connsiteY19" fmla="*/ 358712 h 464087"/>
                  <a:gd name="connsiteX20" fmla="*/ 131424 w 292439"/>
                  <a:gd name="connsiteY20" fmla="*/ 257445 h 464087"/>
                  <a:gd name="connsiteX21" fmla="*/ 120857 w 292439"/>
                  <a:gd name="connsiteY21" fmla="*/ 217232 h 464087"/>
                  <a:gd name="connsiteX22" fmla="*/ 120857 w 292439"/>
                  <a:gd name="connsiteY22" fmla="*/ 217232 h 464087"/>
                  <a:gd name="connsiteX23" fmla="*/ 160776 w 292439"/>
                  <a:gd name="connsiteY23" fmla="*/ 206665 h 464087"/>
                  <a:gd name="connsiteX24" fmla="*/ 160776 w 292439"/>
                  <a:gd name="connsiteY24" fmla="*/ 206665 h 464087"/>
                  <a:gd name="connsiteX25" fmla="*/ 171637 w 292439"/>
                  <a:gd name="connsiteY25" fmla="*/ 246585 h 464087"/>
                  <a:gd name="connsiteX26" fmla="*/ 171637 w 292439"/>
                  <a:gd name="connsiteY26" fmla="*/ 246585 h 464087"/>
                  <a:gd name="connsiteX27" fmla="*/ 146100 w 292439"/>
                  <a:gd name="connsiteY27" fmla="*/ 261261 h 464087"/>
                  <a:gd name="connsiteX28" fmla="*/ 146100 w 292439"/>
                  <a:gd name="connsiteY28" fmla="*/ 261261 h 464087"/>
                  <a:gd name="connsiteX29" fmla="*/ 131424 w 292439"/>
                  <a:gd name="connsiteY29" fmla="*/ 257445 h 464087"/>
                  <a:gd name="connsiteX30" fmla="*/ 190129 w 292439"/>
                  <a:gd name="connsiteY30" fmla="*/ 156179 h 464087"/>
                  <a:gd name="connsiteX31" fmla="*/ 179268 w 292439"/>
                  <a:gd name="connsiteY31" fmla="*/ 115966 h 464087"/>
                  <a:gd name="connsiteX32" fmla="*/ 179268 w 292439"/>
                  <a:gd name="connsiteY32" fmla="*/ 115966 h 464087"/>
                  <a:gd name="connsiteX33" fmla="*/ 219481 w 292439"/>
                  <a:gd name="connsiteY33" fmla="*/ 105105 h 464087"/>
                  <a:gd name="connsiteX34" fmla="*/ 219481 w 292439"/>
                  <a:gd name="connsiteY34" fmla="*/ 105105 h 464087"/>
                  <a:gd name="connsiteX35" fmla="*/ 230048 w 292439"/>
                  <a:gd name="connsiteY35" fmla="*/ 145318 h 464087"/>
                  <a:gd name="connsiteX36" fmla="*/ 230048 w 292439"/>
                  <a:gd name="connsiteY36" fmla="*/ 145318 h 464087"/>
                  <a:gd name="connsiteX37" fmla="*/ 204512 w 292439"/>
                  <a:gd name="connsiteY37" fmla="*/ 159994 h 464087"/>
                  <a:gd name="connsiteX38" fmla="*/ 204512 w 292439"/>
                  <a:gd name="connsiteY38" fmla="*/ 159994 h 464087"/>
                  <a:gd name="connsiteX39" fmla="*/ 190129 w 292439"/>
                  <a:gd name="connsiteY39" fmla="*/ 156179 h 464087"/>
                  <a:gd name="connsiteX40" fmla="*/ 248541 w 292439"/>
                  <a:gd name="connsiteY40" fmla="*/ 54912 h 464087"/>
                  <a:gd name="connsiteX41" fmla="*/ 237680 w 292439"/>
                  <a:gd name="connsiteY41" fmla="*/ 14699 h 464087"/>
                  <a:gd name="connsiteX42" fmla="*/ 237680 w 292439"/>
                  <a:gd name="connsiteY42" fmla="*/ 14699 h 464087"/>
                  <a:gd name="connsiteX43" fmla="*/ 277893 w 292439"/>
                  <a:gd name="connsiteY43" fmla="*/ 3839 h 464087"/>
                  <a:gd name="connsiteX44" fmla="*/ 277893 w 292439"/>
                  <a:gd name="connsiteY44" fmla="*/ 3839 h 464087"/>
                  <a:gd name="connsiteX45" fmla="*/ 288460 w 292439"/>
                  <a:gd name="connsiteY45" fmla="*/ 44052 h 464087"/>
                  <a:gd name="connsiteX46" fmla="*/ 288460 w 292439"/>
                  <a:gd name="connsiteY46" fmla="*/ 44052 h 464087"/>
                  <a:gd name="connsiteX47" fmla="*/ 263217 w 292439"/>
                  <a:gd name="connsiteY47" fmla="*/ 58728 h 464087"/>
                  <a:gd name="connsiteX48" fmla="*/ 263217 w 292439"/>
                  <a:gd name="connsiteY48" fmla="*/ 58728 h 464087"/>
                  <a:gd name="connsiteX49" fmla="*/ 248541 w 292439"/>
                  <a:gd name="connsiteY49" fmla="*/ 54912 h 464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292439" h="464087">
                    <a:moveTo>
                      <a:pt x="14894" y="460272"/>
                    </a:moveTo>
                    <a:cubicBezTo>
                      <a:pt x="511" y="452053"/>
                      <a:pt x="-4185" y="434148"/>
                      <a:pt x="4033" y="420059"/>
                    </a:cubicBezTo>
                    <a:lnTo>
                      <a:pt x="4033" y="420059"/>
                    </a:lnTo>
                    <a:cubicBezTo>
                      <a:pt x="11959" y="405969"/>
                      <a:pt x="29864" y="401273"/>
                      <a:pt x="43953" y="409198"/>
                    </a:cubicBezTo>
                    <a:lnTo>
                      <a:pt x="43953" y="409198"/>
                    </a:lnTo>
                    <a:cubicBezTo>
                      <a:pt x="58042" y="417417"/>
                      <a:pt x="62739" y="435322"/>
                      <a:pt x="54813" y="449411"/>
                    </a:cubicBezTo>
                    <a:lnTo>
                      <a:pt x="54813" y="449411"/>
                    </a:lnTo>
                    <a:cubicBezTo>
                      <a:pt x="49530" y="458804"/>
                      <a:pt x="39550" y="464087"/>
                      <a:pt x="29570" y="464087"/>
                    </a:cubicBezTo>
                    <a:lnTo>
                      <a:pt x="29570" y="464087"/>
                    </a:lnTo>
                    <a:cubicBezTo>
                      <a:pt x="24580" y="464087"/>
                      <a:pt x="19297" y="462914"/>
                      <a:pt x="14894" y="460272"/>
                    </a:cubicBezTo>
                    <a:close/>
                    <a:moveTo>
                      <a:pt x="73012" y="358712"/>
                    </a:moveTo>
                    <a:cubicBezTo>
                      <a:pt x="58923" y="350786"/>
                      <a:pt x="54226" y="332588"/>
                      <a:pt x="62445" y="318792"/>
                    </a:cubicBezTo>
                    <a:lnTo>
                      <a:pt x="62445" y="318792"/>
                    </a:lnTo>
                    <a:cubicBezTo>
                      <a:pt x="70370" y="304703"/>
                      <a:pt x="88275" y="299713"/>
                      <a:pt x="102365" y="307932"/>
                    </a:cubicBezTo>
                    <a:lnTo>
                      <a:pt x="102365" y="307932"/>
                    </a:lnTo>
                    <a:cubicBezTo>
                      <a:pt x="116454" y="315857"/>
                      <a:pt x="121150" y="334055"/>
                      <a:pt x="113225" y="348145"/>
                    </a:cubicBezTo>
                    <a:lnTo>
                      <a:pt x="113225" y="348145"/>
                    </a:lnTo>
                    <a:cubicBezTo>
                      <a:pt x="107648" y="357538"/>
                      <a:pt x="97668" y="362821"/>
                      <a:pt x="87688" y="362821"/>
                    </a:cubicBezTo>
                    <a:lnTo>
                      <a:pt x="87688" y="362821"/>
                    </a:lnTo>
                    <a:cubicBezTo>
                      <a:pt x="82698" y="362821"/>
                      <a:pt x="77708" y="361353"/>
                      <a:pt x="73012" y="358712"/>
                    </a:cubicBezTo>
                    <a:close/>
                    <a:moveTo>
                      <a:pt x="131424" y="257445"/>
                    </a:moveTo>
                    <a:cubicBezTo>
                      <a:pt x="117334" y="249226"/>
                      <a:pt x="112638" y="231321"/>
                      <a:pt x="120857" y="217232"/>
                    </a:cubicBezTo>
                    <a:lnTo>
                      <a:pt x="120857" y="217232"/>
                    </a:lnTo>
                    <a:cubicBezTo>
                      <a:pt x="128782" y="203436"/>
                      <a:pt x="146687" y="198447"/>
                      <a:pt x="160776" y="206665"/>
                    </a:cubicBezTo>
                    <a:lnTo>
                      <a:pt x="160776" y="206665"/>
                    </a:lnTo>
                    <a:cubicBezTo>
                      <a:pt x="174866" y="214590"/>
                      <a:pt x="179562" y="232495"/>
                      <a:pt x="171637" y="246585"/>
                    </a:cubicBezTo>
                    <a:lnTo>
                      <a:pt x="171637" y="246585"/>
                    </a:lnTo>
                    <a:cubicBezTo>
                      <a:pt x="166060" y="255978"/>
                      <a:pt x="156373" y="261261"/>
                      <a:pt x="146100" y="261261"/>
                    </a:cubicBezTo>
                    <a:lnTo>
                      <a:pt x="146100" y="261261"/>
                    </a:lnTo>
                    <a:cubicBezTo>
                      <a:pt x="141110" y="261261"/>
                      <a:pt x="136120" y="260087"/>
                      <a:pt x="131424" y="257445"/>
                    </a:cubicBezTo>
                    <a:close/>
                    <a:moveTo>
                      <a:pt x="190129" y="156179"/>
                    </a:moveTo>
                    <a:cubicBezTo>
                      <a:pt x="176040" y="147960"/>
                      <a:pt x="171050" y="130055"/>
                      <a:pt x="179268" y="115966"/>
                    </a:cubicBezTo>
                    <a:lnTo>
                      <a:pt x="179268" y="115966"/>
                    </a:lnTo>
                    <a:cubicBezTo>
                      <a:pt x="187194" y="101876"/>
                      <a:pt x="205392" y="97180"/>
                      <a:pt x="219481" y="105105"/>
                    </a:cubicBezTo>
                    <a:lnTo>
                      <a:pt x="219481" y="105105"/>
                    </a:lnTo>
                    <a:cubicBezTo>
                      <a:pt x="233277" y="113324"/>
                      <a:pt x="238267" y="131229"/>
                      <a:pt x="230048" y="145318"/>
                    </a:cubicBezTo>
                    <a:lnTo>
                      <a:pt x="230048" y="145318"/>
                    </a:lnTo>
                    <a:cubicBezTo>
                      <a:pt x="224471" y="154711"/>
                      <a:pt x="214785" y="159994"/>
                      <a:pt x="204512" y="159994"/>
                    </a:cubicBezTo>
                    <a:lnTo>
                      <a:pt x="204512" y="159994"/>
                    </a:lnTo>
                    <a:cubicBezTo>
                      <a:pt x="199522" y="159994"/>
                      <a:pt x="194532" y="158821"/>
                      <a:pt x="190129" y="156179"/>
                    </a:cubicBezTo>
                    <a:close/>
                    <a:moveTo>
                      <a:pt x="248541" y="54912"/>
                    </a:moveTo>
                    <a:cubicBezTo>
                      <a:pt x="234451" y="46693"/>
                      <a:pt x="229461" y="28788"/>
                      <a:pt x="237680" y="14699"/>
                    </a:cubicBezTo>
                    <a:lnTo>
                      <a:pt x="237680" y="14699"/>
                    </a:lnTo>
                    <a:cubicBezTo>
                      <a:pt x="245899" y="610"/>
                      <a:pt x="263804" y="-4087"/>
                      <a:pt x="277893" y="3839"/>
                    </a:cubicBezTo>
                    <a:lnTo>
                      <a:pt x="277893" y="3839"/>
                    </a:lnTo>
                    <a:cubicBezTo>
                      <a:pt x="291689" y="12057"/>
                      <a:pt x="296679" y="29962"/>
                      <a:pt x="288460" y="44052"/>
                    </a:cubicBezTo>
                    <a:lnTo>
                      <a:pt x="288460" y="44052"/>
                    </a:lnTo>
                    <a:cubicBezTo>
                      <a:pt x="283177" y="53445"/>
                      <a:pt x="273197" y="58728"/>
                      <a:pt x="263217" y="58728"/>
                    </a:cubicBezTo>
                    <a:lnTo>
                      <a:pt x="263217" y="58728"/>
                    </a:lnTo>
                    <a:cubicBezTo>
                      <a:pt x="258227" y="58728"/>
                      <a:pt x="252943" y="57554"/>
                      <a:pt x="248541" y="5491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9DC5C79C-2073-BEC4-A1CB-3EB9EFE935FE}"/>
                  </a:ext>
                </a:extLst>
              </p:cNvPr>
              <p:cNvSpPr/>
              <p:nvPr/>
            </p:nvSpPr>
            <p:spPr>
              <a:xfrm>
                <a:off x="6035278" y="1307036"/>
                <a:ext cx="855937" cy="1443804"/>
              </a:xfrm>
              <a:custGeom>
                <a:avLst/>
                <a:gdLst>
                  <a:gd name="connsiteX0" fmla="*/ 14611 w 855937"/>
                  <a:gd name="connsiteY0" fmla="*/ 1439989 h 1443804"/>
                  <a:gd name="connsiteX1" fmla="*/ 4044 w 855937"/>
                  <a:gd name="connsiteY1" fmla="*/ 1399776 h 1443804"/>
                  <a:gd name="connsiteX2" fmla="*/ 4044 w 855937"/>
                  <a:gd name="connsiteY2" fmla="*/ 1399776 h 1443804"/>
                  <a:gd name="connsiteX3" fmla="*/ 43964 w 855937"/>
                  <a:gd name="connsiteY3" fmla="*/ 1389209 h 1443804"/>
                  <a:gd name="connsiteX4" fmla="*/ 43964 w 855937"/>
                  <a:gd name="connsiteY4" fmla="*/ 1389209 h 1443804"/>
                  <a:gd name="connsiteX5" fmla="*/ 54824 w 855937"/>
                  <a:gd name="connsiteY5" fmla="*/ 1429128 h 1443804"/>
                  <a:gd name="connsiteX6" fmla="*/ 54824 w 855937"/>
                  <a:gd name="connsiteY6" fmla="*/ 1429128 h 1443804"/>
                  <a:gd name="connsiteX7" fmla="*/ 29287 w 855937"/>
                  <a:gd name="connsiteY7" fmla="*/ 1443805 h 1443804"/>
                  <a:gd name="connsiteX8" fmla="*/ 29287 w 855937"/>
                  <a:gd name="connsiteY8" fmla="*/ 1443805 h 1443804"/>
                  <a:gd name="connsiteX9" fmla="*/ 14611 w 855937"/>
                  <a:gd name="connsiteY9" fmla="*/ 1439989 h 1443804"/>
                  <a:gd name="connsiteX10" fmla="*/ 71849 w 855937"/>
                  <a:gd name="connsiteY10" fmla="*/ 1341071 h 1443804"/>
                  <a:gd name="connsiteX11" fmla="*/ 60988 w 855937"/>
                  <a:gd name="connsiteY11" fmla="*/ 1300858 h 1443804"/>
                  <a:gd name="connsiteX12" fmla="*/ 60988 w 855937"/>
                  <a:gd name="connsiteY12" fmla="*/ 1300858 h 1443804"/>
                  <a:gd name="connsiteX13" fmla="*/ 101201 w 855937"/>
                  <a:gd name="connsiteY13" fmla="*/ 1290291 h 1443804"/>
                  <a:gd name="connsiteX14" fmla="*/ 101201 w 855937"/>
                  <a:gd name="connsiteY14" fmla="*/ 1290291 h 1443804"/>
                  <a:gd name="connsiteX15" fmla="*/ 111768 w 855937"/>
                  <a:gd name="connsiteY15" fmla="*/ 1330210 h 1443804"/>
                  <a:gd name="connsiteX16" fmla="*/ 111768 w 855937"/>
                  <a:gd name="connsiteY16" fmla="*/ 1330210 h 1443804"/>
                  <a:gd name="connsiteX17" fmla="*/ 86525 w 855937"/>
                  <a:gd name="connsiteY17" fmla="*/ 1344886 h 1443804"/>
                  <a:gd name="connsiteX18" fmla="*/ 86525 w 855937"/>
                  <a:gd name="connsiteY18" fmla="*/ 1344886 h 1443804"/>
                  <a:gd name="connsiteX19" fmla="*/ 71849 w 855937"/>
                  <a:gd name="connsiteY19" fmla="*/ 1341071 h 1443804"/>
                  <a:gd name="connsiteX20" fmla="*/ 129086 w 855937"/>
                  <a:gd name="connsiteY20" fmla="*/ 1242152 h 1443804"/>
                  <a:gd name="connsiteX21" fmla="*/ 118226 w 855937"/>
                  <a:gd name="connsiteY21" fmla="*/ 1202233 h 1443804"/>
                  <a:gd name="connsiteX22" fmla="*/ 118226 w 855937"/>
                  <a:gd name="connsiteY22" fmla="*/ 1202233 h 1443804"/>
                  <a:gd name="connsiteX23" fmla="*/ 158439 w 855937"/>
                  <a:gd name="connsiteY23" fmla="*/ 1191372 h 1443804"/>
                  <a:gd name="connsiteX24" fmla="*/ 158439 w 855937"/>
                  <a:gd name="connsiteY24" fmla="*/ 1191372 h 1443804"/>
                  <a:gd name="connsiteX25" fmla="*/ 169006 w 855937"/>
                  <a:gd name="connsiteY25" fmla="*/ 1231585 h 1443804"/>
                  <a:gd name="connsiteX26" fmla="*/ 169006 w 855937"/>
                  <a:gd name="connsiteY26" fmla="*/ 1231585 h 1443804"/>
                  <a:gd name="connsiteX27" fmla="*/ 143469 w 855937"/>
                  <a:gd name="connsiteY27" fmla="*/ 1246262 h 1443804"/>
                  <a:gd name="connsiteX28" fmla="*/ 143469 w 855937"/>
                  <a:gd name="connsiteY28" fmla="*/ 1246262 h 1443804"/>
                  <a:gd name="connsiteX29" fmla="*/ 129086 w 855937"/>
                  <a:gd name="connsiteY29" fmla="*/ 1242152 h 1443804"/>
                  <a:gd name="connsiteX30" fmla="*/ 186030 w 855937"/>
                  <a:gd name="connsiteY30" fmla="*/ 1143528 h 1443804"/>
                  <a:gd name="connsiteX31" fmla="*/ 175463 w 855937"/>
                  <a:gd name="connsiteY31" fmla="*/ 1103315 h 1443804"/>
                  <a:gd name="connsiteX32" fmla="*/ 175463 w 855937"/>
                  <a:gd name="connsiteY32" fmla="*/ 1103315 h 1443804"/>
                  <a:gd name="connsiteX33" fmla="*/ 215676 w 855937"/>
                  <a:gd name="connsiteY33" fmla="*/ 1092748 h 1443804"/>
                  <a:gd name="connsiteX34" fmla="*/ 215676 w 855937"/>
                  <a:gd name="connsiteY34" fmla="*/ 1092748 h 1443804"/>
                  <a:gd name="connsiteX35" fmla="*/ 226243 w 855937"/>
                  <a:gd name="connsiteY35" fmla="*/ 1132667 h 1443804"/>
                  <a:gd name="connsiteX36" fmla="*/ 226243 w 855937"/>
                  <a:gd name="connsiteY36" fmla="*/ 1132667 h 1443804"/>
                  <a:gd name="connsiteX37" fmla="*/ 200707 w 855937"/>
                  <a:gd name="connsiteY37" fmla="*/ 1147343 h 1443804"/>
                  <a:gd name="connsiteX38" fmla="*/ 200707 w 855937"/>
                  <a:gd name="connsiteY38" fmla="*/ 1147343 h 1443804"/>
                  <a:gd name="connsiteX39" fmla="*/ 186030 w 855937"/>
                  <a:gd name="connsiteY39" fmla="*/ 1143528 h 1443804"/>
                  <a:gd name="connsiteX40" fmla="*/ 243268 w 855937"/>
                  <a:gd name="connsiteY40" fmla="*/ 1044609 h 1443804"/>
                  <a:gd name="connsiteX41" fmla="*/ 232701 w 855937"/>
                  <a:gd name="connsiteY41" fmla="*/ 1004690 h 1443804"/>
                  <a:gd name="connsiteX42" fmla="*/ 232701 w 855937"/>
                  <a:gd name="connsiteY42" fmla="*/ 1004690 h 1443804"/>
                  <a:gd name="connsiteX43" fmla="*/ 272914 w 855937"/>
                  <a:gd name="connsiteY43" fmla="*/ 993829 h 1443804"/>
                  <a:gd name="connsiteX44" fmla="*/ 272914 w 855937"/>
                  <a:gd name="connsiteY44" fmla="*/ 993829 h 1443804"/>
                  <a:gd name="connsiteX45" fmla="*/ 283481 w 855937"/>
                  <a:gd name="connsiteY45" fmla="*/ 1034042 h 1443804"/>
                  <a:gd name="connsiteX46" fmla="*/ 283481 w 855937"/>
                  <a:gd name="connsiteY46" fmla="*/ 1034042 h 1443804"/>
                  <a:gd name="connsiteX47" fmla="*/ 258238 w 855937"/>
                  <a:gd name="connsiteY47" fmla="*/ 1048719 h 1443804"/>
                  <a:gd name="connsiteX48" fmla="*/ 258238 w 855937"/>
                  <a:gd name="connsiteY48" fmla="*/ 1048719 h 1443804"/>
                  <a:gd name="connsiteX49" fmla="*/ 243268 w 855937"/>
                  <a:gd name="connsiteY49" fmla="*/ 1044609 h 1443804"/>
                  <a:gd name="connsiteX50" fmla="*/ 300506 w 855937"/>
                  <a:gd name="connsiteY50" fmla="*/ 945985 h 1443804"/>
                  <a:gd name="connsiteX51" fmla="*/ 289939 w 855937"/>
                  <a:gd name="connsiteY51" fmla="*/ 905771 h 1443804"/>
                  <a:gd name="connsiteX52" fmla="*/ 289939 w 855937"/>
                  <a:gd name="connsiteY52" fmla="*/ 905771 h 1443804"/>
                  <a:gd name="connsiteX53" fmla="*/ 329858 w 855937"/>
                  <a:gd name="connsiteY53" fmla="*/ 895205 h 1443804"/>
                  <a:gd name="connsiteX54" fmla="*/ 329858 w 855937"/>
                  <a:gd name="connsiteY54" fmla="*/ 895205 h 1443804"/>
                  <a:gd name="connsiteX55" fmla="*/ 340719 w 855937"/>
                  <a:gd name="connsiteY55" fmla="*/ 935124 h 1443804"/>
                  <a:gd name="connsiteX56" fmla="*/ 340719 w 855937"/>
                  <a:gd name="connsiteY56" fmla="*/ 935124 h 1443804"/>
                  <a:gd name="connsiteX57" fmla="*/ 315182 w 855937"/>
                  <a:gd name="connsiteY57" fmla="*/ 949800 h 1443804"/>
                  <a:gd name="connsiteX58" fmla="*/ 315182 w 855937"/>
                  <a:gd name="connsiteY58" fmla="*/ 949800 h 1443804"/>
                  <a:gd name="connsiteX59" fmla="*/ 300506 w 855937"/>
                  <a:gd name="connsiteY59" fmla="*/ 945985 h 1443804"/>
                  <a:gd name="connsiteX60" fmla="*/ 357743 w 855937"/>
                  <a:gd name="connsiteY60" fmla="*/ 847066 h 1443804"/>
                  <a:gd name="connsiteX61" fmla="*/ 347176 w 855937"/>
                  <a:gd name="connsiteY61" fmla="*/ 807147 h 1443804"/>
                  <a:gd name="connsiteX62" fmla="*/ 346883 w 855937"/>
                  <a:gd name="connsiteY62" fmla="*/ 807147 h 1443804"/>
                  <a:gd name="connsiteX63" fmla="*/ 387096 w 855937"/>
                  <a:gd name="connsiteY63" fmla="*/ 796286 h 1443804"/>
                  <a:gd name="connsiteX64" fmla="*/ 387096 w 855937"/>
                  <a:gd name="connsiteY64" fmla="*/ 796286 h 1443804"/>
                  <a:gd name="connsiteX65" fmla="*/ 397956 w 855937"/>
                  <a:gd name="connsiteY65" fmla="*/ 836499 h 1443804"/>
                  <a:gd name="connsiteX66" fmla="*/ 397956 w 855937"/>
                  <a:gd name="connsiteY66" fmla="*/ 836499 h 1443804"/>
                  <a:gd name="connsiteX67" fmla="*/ 372713 w 855937"/>
                  <a:gd name="connsiteY67" fmla="*/ 851176 h 1443804"/>
                  <a:gd name="connsiteX68" fmla="*/ 372713 w 855937"/>
                  <a:gd name="connsiteY68" fmla="*/ 851176 h 1443804"/>
                  <a:gd name="connsiteX69" fmla="*/ 358037 w 855937"/>
                  <a:gd name="connsiteY69" fmla="*/ 847066 h 1443804"/>
                  <a:gd name="connsiteX70" fmla="*/ 414981 w 855937"/>
                  <a:gd name="connsiteY70" fmla="*/ 748148 h 1443804"/>
                  <a:gd name="connsiteX71" fmla="*/ 404120 w 855937"/>
                  <a:gd name="connsiteY71" fmla="*/ 708228 h 1443804"/>
                  <a:gd name="connsiteX72" fmla="*/ 404120 w 855937"/>
                  <a:gd name="connsiteY72" fmla="*/ 708228 h 1443804"/>
                  <a:gd name="connsiteX73" fmla="*/ 444333 w 855937"/>
                  <a:gd name="connsiteY73" fmla="*/ 697368 h 1443804"/>
                  <a:gd name="connsiteX74" fmla="*/ 444333 w 855937"/>
                  <a:gd name="connsiteY74" fmla="*/ 697368 h 1443804"/>
                  <a:gd name="connsiteX75" fmla="*/ 454900 w 855937"/>
                  <a:gd name="connsiteY75" fmla="*/ 737581 h 1443804"/>
                  <a:gd name="connsiteX76" fmla="*/ 454900 w 855937"/>
                  <a:gd name="connsiteY76" fmla="*/ 737581 h 1443804"/>
                  <a:gd name="connsiteX77" fmla="*/ 429657 w 855937"/>
                  <a:gd name="connsiteY77" fmla="*/ 752257 h 1443804"/>
                  <a:gd name="connsiteX78" fmla="*/ 429657 w 855937"/>
                  <a:gd name="connsiteY78" fmla="*/ 752257 h 1443804"/>
                  <a:gd name="connsiteX79" fmla="*/ 414981 w 855937"/>
                  <a:gd name="connsiteY79" fmla="*/ 748148 h 1443804"/>
                  <a:gd name="connsiteX80" fmla="*/ 471925 w 855937"/>
                  <a:gd name="connsiteY80" fmla="*/ 649523 h 1443804"/>
                  <a:gd name="connsiteX81" fmla="*/ 461358 w 855937"/>
                  <a:gd name="connsiteY81" fmla="*/ 609310 h 1443804"/>
                  <a:gd name="connsiteX82" fmla="*/ 461358 w 855937"/>
                  <a:gd name="connsiteY82" fmla="*/ 609310 h 1443804"/>
                  <a:gd name="connsiteX83" fmla="*/ 501277 w 855937"/>
                  <a:gd name="connsiteY83" fmla="*/ 598450 h 1443804"/>
                  <a:gd name="connsiteX84" fmla="*/ 501277 w 855937"/>
                  <a:gd name="connsiteY84" fmla="*/ 598450 h 1443804"/>
                  <a:gd name="connsiteX85" fmla="*/ 512138 w 855937"/>
                  <a:gd name="connsiteY85" fmla="*/ 638663 h 1443804"/>
                  <a:gd name="connsiteX86" fmla="*/ 512138 w 855937"/>
                  <a:gd name="connsiteY86" fmla="*/ 638663 h 1443804"/>
                  <a:gd name="connsiteX87" fmla="*/ 486601 w 855937"/>
                  <a:gd name="connsiteY87" fmla="*/ 653339 h 1443804"/>
                  <a:gd name="connsiteX88" fmla="*/ 486601 w 855937"/>
                  <a:gd name="connsiteY88" fmla="*/ 653339 h 1443804"/>
                  <a:gd name="connsiteX89" fmla="*/ 471925 w 855937"/>
                  <a:gd name="connsiteY89" fmla="*/ 649523 h 1443804"/>
                  <a:gd name="connsiteX90" fmla="*/ 528869 w 855937"/>
                  <a:gd name="connsiteY90" fmla="*/ 550605 h 1443804"/>
                  <a:gd name="connsiteX91" fmla="*/ 518008 w 855937"/>
                  <a:gd name="connsiteY91" fmla="*/ 510392 h 1443804"/>
                  <a:gd name="connsiteX92" fmla="*/ 518008 w 855937"/>
                  <a:gd name="connsiteY92" fmla="*/ 510392 h 1443804"/>
                  <a:gd name="connsiteX93" fmla="*/ 557928 w 855937"/>
                  <a:gd name="connsiteY93" fmla="*/ 499531 h 1443804"/>
                  <a:gd name="connsiteX94" fmla="*/ 557928 w 855937"/>
                  <a:gd name="connsiteY94" fmla="*/ 499531 h 1443804"/>
                  <a:gd name="connsiteX95" fmla="*/ 568788 w 855937"/>
                  <a:gd name="connsiteY95" fmla="*/ 539744 h 1443804"/>
                  <a:gd name="connsiteX96" fmla="*/ 568788 w 855937"/>
                  <a:gd name="connsiteY96" fmla="*/ 539744 h 1443804"/>
                  <a:gd name="connsiteX97" fmla="*/ 543252 w 855937"/>
                  <a:gd name="connsiteY97" fmla="*/ 554421 h 1443804"/>
                  <a:gd name="connsiteX98" fmla="*/ 543252 w 855937"/>
                  <a:gd name="connsiteY98" fmla="*/ 554421 h 1443804"/>
                  <a:gd name="connsiteX99" fmla="*/ 528575 w 855937"/>
                  <a:gd name="connsiteY99" fmla="*/ 550605 h 1443804"/>
                  <a:gd name="connsiteX100" fmla="*/ 585813 w 855937"/>
                  <a:gd name="connsiteY100" fmla="*/ 451687 h 1443804"/>
                  <a:gd name="connsiteX101" fmla="*/ 574952 w 855937"/>
                  <a:gd name="connsiteY101" fmla="*/ 411474 h 1443804"/>
                  <a:gd name="connsiteX102" fmla="*/ 574952 w 855937"/>
                  <a:gd name="connsiteY102" fmla="*/ 411474 h 1443804"/>
                  <a:gd name="connsiteX103" fmla="*/ 615165 w 855937"/>
                  <a:gd name="connsiteY103" fmla="*/ 400613 h 1443804"/>
                  <a:gd name="connsiteX104" fmla="*/ 615165 w 855937"/>
                  <a:gd name="connsiteY104" fmla="*/ 400613 h 1443804"/>
                  <a:gd name="connsiteX105" fmla="*/ 626026 w 855937"/>
                  <a:gd name="connsiteY105" fmla="*/ 440826 h 1443804"/>
                  <a:gd name="connsiteX106" fmla="*/ 626026 w 855937"/>
                  <a:gd name="connsiteY106" fmla="*/ 440826 h 1443804"/>
                  <a:gd name="connsiteX107" fmla="*/ 600489 w 855937"/>
                  <a:gd name="connsiteY107" fmla="*/ 455502 h 1443804"/>
                  <a:gd name="connsiteX108" fmla="*/ 600489 w 855937"/>
                  <a:gd name="connsiteY108" fmla="*/ 455502 h 1443804"/>
                  <a:gd name="connsiteX109" fmla="*/ 585813 w 855937"/>
                  <a:gd name="connsiteY109" fmla="*/ 451687 h 1443804"/>
                  <a:gd name="connsiteX110" fmla="*/ 642757 w 855937"/>
                  <a:gd name="connsiteY110" fmla="*/ 352475 h 1443804"/>
                  <a:gd name="connsiteX111" fmla="*/ 631896 w 855937"/>
                  <a:gd name="connsiteY111" fmla="*/ 312555 h 1443804"/>
                  <a:gd name="connsiteX112" fmla="*/ 631896 w 855937"/>
                  <a:gd name="connsiteY112" fmla="*/ 312555 h 1443804"/>
                  <a:gd name="connsiteX113" fmla="*/ 671816 w 855937"/>
                  <a:gd name="connsiteY113" fmla="*/ 301695 h 1443804"/>
                  <a:gd name="connsiteX114" fmla="*/ 671816 w 855937"/>
                  <a:gd name="connsiteY114" fmla="*/ 301695 h 1443804"/>
                  <a:gd name="connsiteX115" fmla="*/ 682676 w 855937"/>
                  <a:gd name="connsiteY115" fmla="*/ 341614 h 1443804"/>
                  <a:gd name="connsiteX116" fmla="*/ 682676 w 855937"/>
                  <a:gd name="connsiteY116" fmla="*/ 341614 h 1443804"/>
                  <a:gd name="connsiteX117" fmla="*/ 657140 w 855937"/>
                  <a:gd name="connsiteY117" fmla="*/ 356291 h 1443804"/>
                  <a:gd name="connsiteX118" fmla="*/ 657140 w 855937"/>
                  <a:gd name="connsiteY118" fmla="*/ 356291 h 1443804"/>
                  <a:gd name="connsiteX119" fmla="*/ 642757 w 855937"/>
                  <a:gd name="connsiteY119" fmla="*/ 352475 h 1443804"/>
                  <a:gd name="connsiteX120" fmla="*/ 699407 w 855937"/>
                  <a:gd name="connsiteY120" fmla="*/ 253263 h 1443804"/>
                  <a:gd name="connsiteX121" fmla="*/ 688547 w 855937"/>
                  <a:gd name="connsiteY121" fmla="*/ 213343 h 1443804"/>
                  <a:gd name="connsiteX122" fmla="*/ 688253 w 855937"/>
                  <a:gd name="connsiteY122" fmla="*/ 213343 h 1443804"/>
                  <a:gd name="connsiteX123" fmla="*/ 728467 w 855937"/>
                  <a:gd name="connsiteY123" fmla="*/ 202483 h 1443804"/>
                  <a:gd name="connsiteX124" fmla="*/ 728467 w 855937"/>
                  <a:gd name="connsiteY124" fmla="*/ 202483 h 1443804"/>
                  <a:gd name="connsiteX125" fmla="*/ 739327 w 855937"/>
                  <a:gd name="connsiteY125" fmla="*/ 242403 h 1443804"/>
                  <a:gd name="connsiteX126" fmla="*/ 739327 w 855937"/>
                  <a:gd name="connsiteY126" fmla="*/ 242403 h 1443804"/>
                  <a:gd name="connsiteX127" fmla="*/ 713790 w 855937"/>
                  <a:gd name="connsiteY127" fmla="*/ 257372 h 1443804"/>
                  <a:gd name="connsiteX128" fmla="*/ 713790 w 855937"/>
                  <a:gd name="connsiteY128" fmla="*/ 257372 h 1443804"/>
                  <a:gd name="connsiteX129" fmla="*/ 699407 w 855937"/>
                  <a:gd name="connsiteY129" fmla="*/ 253263 h 1443804"/>
                  <a:gd name="connsiteX130" fmla="*/ 755764 w 855937"/>
                  <a:gd name="connsiteY130" fmla="*/ 154345 h 1443804"/>
                  <a:gd name="connsiteX131" fmla="*/ 744904 w 855937"/>
                  <a:gd name="connsiteY131" fmla="*/ 114132 h 1443804"/>
                  <a:gd name="connsiteX132" fmla="*/ 744904 w 855937"/>
                  <a:gd name="connsiteY132" fmla="*/ 114132 h 1443804"/>
                  <a:gd name="connsiteX133" fmla="*/ 784823 w 855937"/>
                  <a:gd name="connsiteY133" fmla="*/ 103271 h 1443804"/>
                  <a:gd name="connsiteX134" fmla="*/ 784823 w 855937"/>
                  <a:gd name="connsiteY134" fmla="*/ 103271 h 1443804"/>
                  <a:gd name="connsiteX135" fmla="*/ 795978 w 855937"/>
                  <a:gd name="connsiteY135" fmla="*/ 143191 h 1443804"/>
                  <a:gd name="connsiteX136" fmla="*/ 795978 w 855937"/>
                  <a:gd name="connsiteY136" fmla="*/ 143191 h 1443804"/>
                  <a:gd name="connsiteX137" fmla="*/ 770147 w 855937"/>
                  <a:gd name="connsiteY137" fmla="*/ 158161 h 1443804"/>
                  <a:gd name="connsiteX138" fmla="*/ 770147 w 855937"/>
                  <a:gd name="connsiteY138" fmla="*/ 158161 h 1443804"/>
                  <a:gd name="connsiteX139" fmla="*/ 755764 w 855937"/>
                  <a:gd name="connsiteY139" fmla="*/ 154345 h 1443804"/>
                  <a:gd name="connsiteX140" fmla="*/ 812121 w 855937"/>
                  <a:gd name="connsiteY140" fmla="*/ 54839 h 1443804"/>
                  <a:gd name="connsiteX141" fmla="*/ 800968 w 855937"/>
                  <a:gd name="connsiteY141" fmla="*/ 14920 h 1443804"/>
                  <a:gd name="connsiteX142" fmla="*/ 800968 w 855937"/>
                  <a:gd name="connsiteY142" fmla="*/ 14920 h 1443804"/>
                  <a:gd name="connsiteX143" fmla="*/ 840887 w 855937"/>
                  <a:gd name="connsiteY143" fmla="*/ 3766 h 1443804"/>
                  <a:gd name="connsiteX144" fmla="*/ 840887 w 855937"/>
                  <a:gd name="connsiteY144" fmla="*/ 3766 h 1443804"/>
                  <a:gd name="connsiteX145" fmla="*/ 852041 w 855937"/>
                  <a:gd name="connsiteY145" fmla="*/ 43685 h 1443804"/>
                  <a:gd name="connsiteX146" fmla="*/ 852041 w 855937"/>
                  <a:gd name="connsiteY146" fmla="*/ 43685 h 1443804"/>
                  <a:gd name="connsiteX147" fmla="*/ 826504 w 855937"/>
                  <a:gd name="connsiteY147" fmla="*/ 58655 h 1443804"/>
                  <a:gd name="connsiteX148" fmla="*/ 826504 w 855937"/>
                  <a:gd name="connsiteY148" fmla="*/ 58655 h 1443804"/>
                  <a:gd name="connsiteX149" fmla="*/ 812121 w 855937"/>
                  <a:gd name="connsiteY149" fmla="*/ 54839 h 1443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855937" h="1443804">
                    <a:moveTo>
                      <a:pt x="14611" y="1439989"/>
                    </a:moveTo>
                    <a:cubicBezTo>
                      <a:pt x="522" y="1431770"/>
                      <a:pt x="-4175" y="1413865"/>
                      <a:pt x="4044" y="1399776"/>
                    </a:cubicBezTo>
                    <a:lnTo>
                      <a:pt x="4044" y="1399776"/>
                    </a:lnTo>
                    <a:cubicBezTo>
                      <a:pt x="11969" y="1385687"/>
                      <a:pt x="29874" y="1380990"/>
                      <a:pt x="43964" y="1389209"/>
                    </a:cubicBezTo>
                    <a:lnTo>
                      <a:pt x="43964" y="1389209"/>
                    </a:lnTo>
                    <a:cubicBezTo>
                      <a:pt x="58053" y="1397134"/>
                      <a:pt x="62749" y="1415039"/>
                      <a:pt x="54824" y="1429128"/>
                    </a:cubicBezTo>
                    <a:lnTo>
                      <a:pt x="54824" y="1429128"/>
                    </a:lnTo>
                    <a:cubicBezTo>
                      <a:pt x="49247" y="1438521"/>
                      <a:pt x="39561" y="1443805"/>
                      <a:pt x="29287" y="1443805"/>
                    </a:cubicBezTo>
                    <a:lnTo>
                      <a:pt x="29287" y="1443805"/>
                    </a:lnTo>
                    <a:cubicBezTo>
                      <a:pt x="24297" y="1443805"/>
                      <a:pt x="19307" y="1442631"/>
                      <a:pt x="14611" y="1439989"/>
                    </a:cubicBezTo>
                    <a:close/>
                    <a:moveTo>
                      <a:pt x="71849" y="1341071"/>
                    </a:moveTo>
                    <a:cubicBezTo>
                      <a:pt x="57759" y="1332852"/>
                      <a:pt x="53063" y="1314947"/>
                      <a:pt x="60988" y="1300858"/>
                    </a:cubicBezTo>
                    <a:lnTo>
                      <a:pt x="60988" y="1300858"/>
                    </a:lnTo>
                    <a:cubicBezTo>
                      <a:pt x="69207" y="1286768"/>
                      <a:pt x="87112" y="1282072"/>
                      <a:pt x="101201" y="1290291"/>
                    </a:cubicBezTo>
                    <a:lnTo>
                      <a:pt x="101201" y="1290291"/>
                    </a:lnTo>
                    <a:cubicBezTo>
                      <a:pt x="115291" y="1298216"/>
                      <a:pt x="119987" y="1316414"/>
                      <a:pt x="111768" y="1330210"/>
                    </a:cubicBezTo>
                    <a:lnTo>
                      <a:pt x="111768" y="1330210"/>
                    </a:lnTo>
                    <a:cubicBezTo>
                      <a:pt x="106485" y="1339603"/>
                      <a:pt x="96505" y="1344886"/>
                      <a:pt x="86525" y="1344886"/>
                    </a:cubicBezTo>
                    <a:lnTo>
                      <a:pt x="86525" y="1344886"/>
                    </a:lnTo>
                    <a:cubicBezTo>
                      <a:pt x="81535" y="1344886"/>
                      <a:pt x="76252" y="1343712"/>
                      <a:pt x="71849" y="1341071"/>
                    </a:cubicBezTo>
                    <a:close/>
                    <a:moveTo>
                      <a:pt x="129086" y="1242152"/>
                    </a:moveTo>
                    <a:cubicBezTo>
                      <a:pt x="114997" y="1234227"/>
                      <a:pt x="110007" y="1216029"/>
                      <a:pt x="118226" y="1202233"/>
                    </a:cubicBezTo>
                    <a:lnTo>
                      <a:pt x="118226" y="1202233"/>
                    </a:lnTo>
                    <a:cubicBezTo>
                      <a:pt x="126445" y="1188144"/>
                      <a:pt x="144350" y="1183154"/>
                      <a:pt x="158439" y="1191372"/>
                    </a:cubicBezTo>
                    <a:lnTo>
                      <a:pt x="158439" y="1191372"/>
                    </a:lnTo>
                    <a:cubicBezTo>
                      <a:pt x="172235" y="1199591"/>
                      <a:pt x="177225" y="1217496"/>
                      <a:pt x="169006" y="1231585"/>
                    </a:cubicBezTo>
                    <a:lnTo>
                      <a:pt x="169006" y="1231585"/>
                    </a:lnTo>
                    <a:cubicBezTo>
                      <a:pt x="163722" y="1240978"/>
                      <a:pt x="153742" y="1246262"/>
                      <a:pt x="143469" y="1246262"/>
                    </a:cubicBezTo>
                    <a:lnTo>
                      <a:pt x="143469" y="1246262"/>
                    </a:lnTo>
                    <a:cubicBezTo>
                      <a:pt x="138479" y="1246262"/>
                      <a:pt x="133489" y="1244794"/>
                      <a:pt x="129086" y="1242152"/>
                    </a:cubicBezTo>
                    <a:close/>
                    <a:moveTo>
                      <a:pt x="186030" y="1143528"/>
                    </a:moveTo>
                    <a:cubicBezTo>
                      <a:pt x="172235" y="1135309"/>
                      <a:pt x="167245" y="1117404"/>
                      <a:pt x="175463" y="1103315"/>
                    </a:cubicBezTo>
                    <a:lnTo>
                      <a:pt x="175463" y="1103315"/>
                    </a:lnTo>
                    <a:cubicBezTo>
                      <a:pt x="183682" y="1089225"/>
                      <a:pt x="201587" y="1084529"/>
                      <a:pt x="215676" y="1092748"/>
                    </a:cubicBezTo>
                    <a:lnTo>
                      <a:pt x="215676" y="1092748"/>
                    </a:lnTo>
                    <a:cubicBezTo>
                      <a:pt x="229472" y="1100673"/>
                      <a:pt x="234462" y="1118578"/>
                      <a:pt x="226243" y="1132667"/>
                    </a:cubicBezTo>
                    <a:lnTo>
                      <a:pt x="226243" y="1132667"/>
                    </a:lnTo>
                    <a:cubicBezTo>
                      <a:pt x="220666" y="1142060"/>
                      <a:pt x="210980" y="1147343"/>
                      <a:pt x="200707" y="1147343"/>
                    </a:cubicBezTo>
                    <a:lnTo>
                      <a:pt x="200707" y="1147343"/>
                    </a:lnTo>
                    <a:cubicBezTo>
                      <a:pt x="195717" y="1147343"/>
                      <a:pt x="190727" y="1146169"/>
                      <a:pt x="186030" y="1143528"/>
                    </a:cubicBezTo>
                    <a:close/>
                    <a:moveTo>
                      <a:pt x="243268" y="1044609"/>
                    </a:moveTo>
                    <a:cubicBezTo>
                      <a:pt x="229472" y="1036390"/>
                      <a:pt x="224482" y="1018485"/>
                      <a:pt x="232701" y="1004690"/>
                    </a:cubicBezTo>
                    <a:lnTo>
                      <a:pt x="232701" y="1004690"/>
                    </a:lnTo>
                    <a:cubicBezTo>
                      <a:pt x="240626" y="990600"/>
                      <a:pt x="258825" y="985610"/>
                      <a:pt x="272914" y="993829"/>
                    </a:cubicBezTo>
                    <a:lnTo>
                      <a:pt x="272914" y="993829"/>
                    </a:lnTo>
                    <a:cubicBezTo>
                      <a:pt x="286710" y="1002048"/>
                      <a:pt x="291700" y="1019953"/>
                      <a:pt x="283481" y="1034042"/>
                    </a:cubicBezTo>
                    <a:lnTo>
                      <a:pt x="283481" y="1034042"/>
                    </a:lnTo>
                    <a:cubicBezTo>
                      <a:pt x="277904" y="1043435"/>
                      <a:pt x="268218" y="1048719"/>
                      <a:pt x="258238" y="1048719"/>
                    </a:cubicBezTo>
                    <a:lnTo>
                      <a:pt x="258238" y="1048719"/>
                    </a:lnTo>
                    <a:cubicBezTo>
                      <a:pt x="252954" y="1048719"/>
                      <a:pt x="247964" y="1047251"/>
                      <a:pt x="243268" y="1044609"/>
                    </a:cubicBezTo>
                    <a:close/>
                    <a:moveTo>
                      <a:pt x="300506" y="945985"/>
                    </a:moveTo>
                    <a:cubicBezTo>
                      <a:pt x="286710" y="937766"/>
                      <a:pt x="281720" y="919861"/>
                      <a:pt x="289939" y="905771"/>
                    </a:cubicBezTo>
                    <a:lnTo>
                      <a:pt x="289939" y="905771"/>
                    </a:lnTo>
                    <a:cubicBezTo>
                      <a:pt x="297864" y="891682"/>
                      <a:pt x="316062" y="886986"/>
                      <a:pt x="329858" y="895205"/>
                    </a:cubicBezTo>
                    <a:lnTo>
                      <a:pt x="329858" y="895205"/>
                    </a:lnTo>
                    <a:cubicBezTo>
                      <a:pt x="343947" y="903130"/>
                      <a:pt x="348644" y="921328"/>
                      <a:pt x="340719" y="935124"/>
                    </a:cubicBezTo>
                    <a:lnTo>
                      <a:pt x="340719" y="935124"/>
                    </a:lnTo>
                    <a:cubicBezTo>
                      <a:pt x="335142" y="944517"/>
                      <a:pt x="325455" y="949800"/>
                      <a:pt x="315182" y="949800"/>
                    </a:cubicBezTo>
                    <a:lnTo>
                      <a:pt x="315182" y="949800"/>
                    </a:lnTo>
                    <a:cubicBezTo>
                      <a:pt x="310192" y="949800"/>
                      <a:pt x="305202" y="948626"/>
                      <a:pt x="300506" y="945985"/>
                    </a:cubicBezTo>
                    <a:close/>
                    <a:moveTo>
                      <a:pt x="357743" y="847066"/>
                    </a:moveTo>
                    <a:cubicBezTo>
                      <a:pt x="343654" y="838847"/>
                      <a:pt x="338957" y="820942"/>
                      <a:pt x="347176" y="807147"/>
                    </a:cubicBezTo>
                    <a:lnTo>
                      <a:pt x="346883" y="807147"/>
                    </a:lnTo>
                    <a:cubicBezTo>
                      <a:pt x="355101" y="792764"/>
                      <a:pt x="373006" y="788067"/>
                      <a:pt x="387096" y="796286"/>
                    </a:cubicBezTo>
                    <a:lnTo>
                      <a:pt x="387096" y="796286"/>
                    </a:lnTo>
                    <a:cubicBezTo>
                      <a:pt x="401185" y="804505"/>
                      <a:pt x="405881" y="822410"/>
                      <a:pt x="397956" y="836499"/>
                    </a:cubicBezTo>
                    <a:lnTo>
                      <a:pt x="397956" y="836499"/>
                    </a:lnTo>
                    <a:cubicBezTo>
                      <a:pt x="392673" y="845892"/>
                      <a:pt x="382986" y="851176"/>
                      <a:pt x="372713" y="851176"/>
                    </a:cubicBezTo>
                    <a:lnTo>
                      <a:pt x="372713" y="851176"/>
                    </a:lnTo>
                    <a:cubicBezTo>
                      <a:pt x="367723" y="851176"/>
                      <a:pt x="362733" y="849708"/>
                      <a:pt x="358037" y="847066"/>
                    </a:cubicBezTo>
                    <a:close/>
                    <a:moveTo>
                      <a:pt x="414981" y="748148"/>
                    </a:moveTo>
                    <a:cubicBezTo>
                      <a:pt x="400891" y="740223"/>
                      <a:pt x="396195" y="722318"/>
                      <a:pt x="404120" y="708228"/>
                    </a:cubicBezTo>
                    <a:lnTo>
                      <a:pt x="404120" y="708228"/>
                    </a:lnTo>
                    <a:cubicBezTo>
                      <a:pt x="412339" y="694139"/>
                      <a:pt x="430244" y="689149"/>
                      <a:pt x="444333" y="697368"/>
                    </a:cubicBezTo>
                    <a:lnTo>
                      <a:pt x="444333" y="697368"/>
                    </a:lnTo>
                    <a:cubicBezTo>
                      <a:pt x="458423" y="705587"/>
                      <a:pt x="463119" y="723492"/>
                      <a:pt x="454900" y="737581"/>
                    </a:cubicBezTo>
                    <a:lnTo>
                      <a:pt x="454900" y="737581"/>
                    </a:lnTo>
                    <a:cubicBezTo>
                      <a:pt x="449617" y="746974"/>
                      <a:pt x="439637" y="752257"/>
                      <a:pt x="429657" y="752257"/>
                    </a:cubicBezTo>
                    <a:lnTo>
                      <a:pt x="429657" y="752257"/>
                    </a:lnTo>
                    <a:cubicBezTo>
                      <a:pt x="424667" y="752257"/>
                      <a:pt x="419384" y="750790"/>
                      <a:pt x="414981" y="748148"/>
                    </a:cubicBezTo>
                    <a:close/>
                    <a:moveTo>
                      <a:pt x="471925" y="649523"/>
                    </a:moveTo>
                    <a:cubicBezTo>
                      <a:pt x="457835" y="641304"/>
                      <a:pt x="453139" y="623399"/>
                      <a:pt x="461358" y="609310"/>
                    </a:cubicBezTo>
                    <a:lnTo>
                      <a:pt x="461358" y="609310"/>
                    </a:lnTo>
                    <a:cubicBezTo>
                      <a:pt x="469283" y="595221"/>
                      <a:pt x="487188" y="590524"/>
                      <a:pt x="501277" y="598450"/>
                    </a:cubicBezTo>
                    <a:lnTo>
                      <a:pt x="501277" y="598450"/>
                    </a:lnTo>
                    <a:cubicBezTo>
                      <a:pt x="515367" y="606668"/>
                      <a:pt x="520063" y="624573"/>
                      <a:pt x="512138" y="638663"/>
                    </a:cubicBezTo>
                    <a:lnTo>
                      <a:pt x="512138" y="638663"/>
                    </a:lnTo>
                    <a:cubicBezTo>
                      <a:pt x="506561" y="648056"/>
                      <a:pt x="496874" y="653339"/>
                      <a:pt x="486601" y="653339"/>
                    </a:cubicBezTo>
                    <a:lnTo>
                      <a:pt x="486601" y="653339"/>
                    </a:lnTo>
                    <a:cubicBezTo>
                      <a:pt x="481611" y="653339"/>
                      <a:pt x="476621" y="652165"/>
                      <a:pt x="471925" y="649523"/>
                    </a:cubicBezTo>
                    <a:close/>
                    <a:moveTo>
                      <a:pt x="528869" y="550605"/>
                    </a:moveTo>
                    <a:cubicBezTo>
                      <a:pt x="515073" y="542386"/>
                      <a:pt x="510083" y="524481"/>
                      <a:pt x="518008" y="510392"/>
                    </a:cubicBezTo>
                    <a:lnTo>
                      <a:pt x="518008" y="510392"/>
                    </a:lnTo>
                    <a:cubicBezTo>
                      <a:pt x="525934" y="496303"/>
                      <a:pt x="543839" y="491606"/>
                      <a:pt x="557928" y="499531"/>
                    </a:cubicBezTo>
                    <a:lnTo>
                      <a:pt x="557928" y="499531"/>
                    </a:lnTo>
                    <a:cubicBezTo>
                      <a:pt x="572017" y="507750"/>
                      <a:pt x="577007" y="525655"/>
                      <a:pt x="568788" y="539744"/>
                    </a:cubicBezTo>
                    <a:lnTo>
                      <a:pt x="568788" y="539744"/>
                    </a:lnTo>
                    <a:cubicBezTo>
                      <a:pt x="563211" y="549137"/>
                      <a:pt x="553525" y="554421"/>
                      <a:pt x="543252" y="554421"/>
                    </a:cubicBezTo>
                    <a:lnTo>
                      <a:pt x="543252" y="554421"/>
                    </a:lnTo>
                    <a:cubicBezTo>
                      <a:pt x="538262" y="554421"/>
                      <a:pt x="533272" y="553247"/>
                      <a:pt x="528575" y="550605"/>
                    </a:cubicBezTo>
                    <a:close/>
                    <a:moveTo>
                      <a:pt x="585813" y="451687"/>
                    </a:moveTo>
                    <a:cubicBezTo>
                      <a:pt x="571724" y="443468"/>
                      <a:pt x="567027" y="425563"/>
                      <a:pt x="574952" y="411474"/>
                    </a:cubicBezTo>
                    <a:lnTo>
                      <a:pt x="574952" y="411474"/>
                    </a:lnTo>
                    <a:cubicBezTo>
                      <a:pt x="583171" y="397384"/>
                      <a:pt x="601076" y="392394"/>
                      <a:pt x="615165" y="400613"/>
                    </a:cubicBezTo>
                    <a:lnTo>
                      <a:pt x="615165" y="400613"/>
                    </a:lnTo>
                    <a:cubicBezTo>
                      <a:pt x="629255" y="408832"/>
                      <a:pt x="633951" y="426737"/>
                      <a:pt x="626026" y="440826"/>
                    </a:cubicBezTo>
                    <a:lnTo>
                      <a:pt x="626026" y="440826"/>
                    </a:lnTo>
                    <a:cubicBezTo>
                      <a:pt x="620449" y="450219"/>
                      <a:pt x="610469" y="455502"/>
                      <a:pt x="600489" y="455502"/>
                    </a:cubicBezTo>
                    <a:lnTo>
                      <a:pt x="600489" y="455502"/>
                    </a:lnTo>
                    <a:cubicBezTo>
                      <a:pt x="595499" y="455502"/>
                      <a:pt x="590509" y="454035"/>
                      <a:pt x="585813" y="451687"/>
                    </a:cubicBezTo>
                    <a:close/>
                    <a:moveTo>
                      <a:pt x="642757" y="352475"/>
                    </a:moveTo>
                    <a:cubicBezTo>
                      <a:pt x="628668" y="344550"/>
                      <a:pt x="623678" y="326645"/>
                      <a:pt x="631896" y="312555"/>
                    </a:cubicBezTo>
                    <a:lnTo>
                      <a:pt x="631896" y="312555"/>
                    </a:lnTo>
                    <a:cubicBezTo>
                      <a:pt x="639822" y="298466"/>
                      <a:pt x="657727" y="293476"/>
                      <a:pt x="671816" y="301695"/>
                    </a:cubicBezTo>
                    <a:lnTo>
                      <a:pt x="671816" y="301695"/>
                    </a:lnTo>
                    <a:cubicBezTo>
                      <a:pt x="685905" y="309620"/>
                      <a:pt x="690895" y="327525"/>
                      <a:pt x="682676" y="341614"/>
                    </a:cubicBezTo>
                    <a:lnTo>
                      <a:pt x="682676" y="341614"/>
                    </a:lnTo>
                    <a:cubicBezTo>
                      <a:pt x="677393" y="351007"/>
                      <a:pt x="667413" y="356291"/>
                      <a:pt x="657140" y="356291"/>
                    </a:cubicBezTo>
                    <a:lnTo>
                      <a:pt x="657140" y="356291"/>
                    </a:lnTo>
                    <a:cubicBezTo>
                      <a:pt x="652150" y="356291"/>
                      <a:pt x="647160" y="355117"/>
                      <a:pt x="642757" y="352475"/>
                    </a:cubicBezTo>
                    <a:close/>
                    <a:moveTo>
                      <a:pt x="699407" y="253263"/>
                    </a:moveTo>
                    <a:cubicBezTo>
                      <a:pt x="685318" y="245338"/>
                      <a:pt x="680328" y="227433"/>
                      <a:pt x="688547" y="213343"/>
                    </a:cubicBezTo>
                    <a:lnTo>
                      <a:pt x="688253" y="213343"/>
                    </a:lnTo>
                    <a:cubicBezTo>
                      <a:pt x="696472" y="199254"/>
                      <a:pt x="714377" y="194264"/>
                      <a:pt x="728467" y="202483"/>
                    </a:cubicBezTo>
                    <a:lnTo>
                      <a:pt x="728467" y="202483"/>
                    </a:lnTo>
                    <a:cubicBezTo>
                      <a:pt x="742262" y="210408"/>
                      <a:pt x="747546" y="228313"/>
                      <a:pt x="739327" y="242403"/>
                    </a:cubicBezTo>
                    <a:lnTo>
                      <a:pt x="739327" y="242403"/>
                    </a:lnTo>
                    <a:cubicBezTo>
                      <a:pt x="733750" y="251795"/>
                      <a:pt x="724064" y="257372"/>
                      <a:pt x="713790" y="257372"/>
                    </a:cubicBezTo>
                    <a:lnTo>
                      <a:pt x="713790" y="257372"/>
                    </a:lnTo>
                    <a:cubicBezTo>
                      <a:pt x="708800" y="257372"/>
                      <a:pt x="703810" y="255905"/>
                      <a:pt x="699407" y="253263"/>
                    </a:cubicBezTo>
                    <a:close/>
                    <a:moveTo>
                      <a:pt x="755764" y="154345"/>
                    </a:moveTo>
                    <a:cubicBezTo>
                      <a:pt x="741675" y="146126"/>
                      <a:pt x="736685" y="128221"/>
                      <a:pt x="744904" y="114132"/>
                    </a:cubicBezTo>
                    <a:lnTo>
                      <a:pt x="744904" y="114132"/>
                    </a:lnTo>
                    <a:cubicBezTo>
                      <a:pt x="752829" y="100042"/>
                      <a:pt x="770734" y="95052"/>
                      <a:pt x="784823" y="103271"/>
                    </a:cubicBezTo>
                    <a:lnTo>
                      <a:pt x="784823" y="103271"/>
                    </a:lnTo>
                    <a:cubicBezTo>
                      <a:pt x="798913" y="111196"/>
                      <a:pt x="803903" y="129101"/>
                      <a:pt x="795978" y="143191"/>
                    </a:cubicBezTo>
                    <a:lnTo>
                      <a:pt x="795978" y="143191"/>
                    </a:lnTo>
                    <a:cubicBezTo>
                      <a:pt x="790401" y="152584"/>
                      <a:pt x="780421" y="158161"/>
                      <a:pt x="770147" y="158161"/>
                    </a:cubicBezTo>
                    <a:lnTo>
                      <a:pt x="770147" y="158161"/>
                    </a:lnTo>
                    <a:cubicBezTo>
                      <a:pt x="765451" y="158161"/>
                      <a:pt x="760461" y="156693"/>
                      <a:pt x="755764" y="154345"/>
                    </a:cubicBezTo>
                    <a:close/>
                    <a:moveTo>
                      <a:pt x="812121" y="54839"/>
                    </a:moveTo>
                    <a:cubicBezTo>
                      <a:pt x="798032" y="46914"/>
                      <a:pt x="793042" y="29009"/>
                      <a:pt x="800968" y="14920"/>
                    </a:cubicBezTo>
                    <a:lnTo>
                      <a:pt x="800968" y="14920"/>
                    </a:lnTo>
                    <a:cubicBezTo>
                      <a:pt x="808893" y="831"/>
                      <a:pt x="826798" y="-4159"/>
                      <a:pt x="840887" y="3766"/>
                    </a:cubicBezTo>
                    <a:lnTo>
                      <a:pt x="840887" y="3766"/>
                    </a:lnTo>
                    <a:cubicBezTo>
                      <a:pt x="854976" y="11691"/>
                      <a:pt x="860260" y="29596"/>
                      <a:pt x="852041" y="43685"/>
                    </a:cubicBezTo>
                    <a:lnTo>
                      <a:pt x="852041" y="43685"/>
                    </a:lnTo>
                    <a:cubicBezTo>
                      <a:pt x="846758" y="53372"/>
                      <a:pt x="836778" y="58655"/>
                      <a:pt x="826504" y="58655"/>
                    </a:cubicBezTo>
                    <a:lnTo>
                      <a:pt x="826504" y="58655"/>
                    </a:lnTo>
                    <a:cubicBezTo>
                      <a:pt x="821808" y="58655"/>
                      <a:pt x="816818" y="57481"/>
                      <a:pt x="812121" y="5483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6947D8D0-9DA9-A566-EEF1-D59C2CB0B081}"/>
                  </a:ext>
                </a:extLst>
              </p:cNvPr>
              <p:cNvSpPr/>
              <p:nvPr/>
            </p:nvSpPr>
            <p:spPr>
              <a:xfrm>
                <a:off x="6967294" y="1068343"/>
                <a:ext cx="394625" cy="108610"/>
              </a:xfrm>
              <a:custGeom>
                <a:avLst/>
                <a:gdLst>
                  <a:gd name="connsiteX0" fmla="*/ 5734 w 394625"/>
                  <a:gd name="connsiteY0" fmla="*/ 96576 h 108610"/>
                  <a:gd name="connsiteX1" fmla="*/ 11898 w 394625"/>
                  <a:gd name="connsiteY1" fmla="*/ 55483 h 108610"/>
                  <a:gd name="connsiteX2" fmla="*/ 11898 w 394625"/>
                  <a:gd name="connsiteY2" fmla="*/ 55483 h 108610"/>
                  <a:gd name="connsiteX3" fmla="*/ 52992 w 394625"/>
                  <a:gd name="connsiteY3" fmla="*/ 61647 h 108610"/>
                  <a:gd name="connsiteX4" fmla="*/ 52992 w 394625"/>
                  <a:gd name="connsiteY4" fmla="*/ 61647 h 108610"/>
                  <a:gd name="connsiteX5" fmla="*/ 46828 w 394625"/>
                  <a:gd name="connsiteY5" fmla="*/ 102740 h 108610"/>
                  <a:gd name="connsiteX6" fmla="*/ 46828 w 394625"/>
                  <a:gd name="connsiteY6" fmla="*/ 102740 h 108610"/>
                  <a:gd name="connsiteX7" fmla="*/ 29510 w 394625"/>
                  <a:gd name="connsiteY7" fmla="*/ 108611 h 108610"/>
                  <a:gd name="connsiteX8" fmla="*/ 29510 w 394625"/>
                  <a:gd name="connsiteY8" fmla="*/ 108611 h 108610"/>
                  <a:gd name="connsiteX9" fmla="*/ 5734 w 394625"/>
                  <a:gd name="connsiteY9" fmla="*/ 96576 h 108610"/>
                  <a:gd name="connsiteX10" fmla="*/ 347692 w 394625"/>
                  <a:gd name="connsiteY10" fmla="*/ 101566 h 108610"/>
                  <a:gd name="connsiteX11" fmla="*/ 341822 w 394625"/>
                  <a:gd name="connsiteY11" fmla="*/ 60473 h 108610"/>
                  <a:gd name="connsiteX12" fmla="*/ 341822 w 394625"/>
                  <a:gd name="connsiteY12" fmla="*/ 60473 h 108610"/>
                  <a:gd name="connsiteX13" fmla="*/ 382915 w 394625"/>
                  <a:gd name="connsiteY13" fmla="*/ 54309 h 108610"/>
                  <a:gd name="connsiteX14" fmla="*/ 382915 w 394625"/>
                  <a:gd name="connsiteY14" fmla="*/ 54309 h 108610"/>
                  <a:gd name="connsiteX15" fmla="*/ 388786 w 394625"/>
                  <a:gd name="connsiteY15" fmla="*/ 95402 h 108610"/>
                  <a:gd name="connsiteX16" fmla="*/ 388786 w 394625"/>
                  <a:gd name="connsiteY16" fmla="*/ 95402 h 108610"/>
                  <a:gd name="connsiteX17" fmla="*/ 365304 w 394625"/>
                  <a:gd name="connsiteY17" fmla="*/ 107143 h 108610"/>
                  <a:gd name="connsiteX18" fmla="*/ 365304 w 394625"/>
                  <a:gd name="connsiteY18" fmla="*/ 107143 h 108610"/>
                  <a:gd name="connsiteX19" fmla="*/ 347692 w 394625"/>
                  <a:gd name="connsiteY19" fmla="*/ 101566 h 108610"/>
                  <a:gd name="connsiteX20" fmla="*/ 109055 w 394625"/>
                  <a:gd name="connsiteY20" fmla="*/ 36697 h 108610"/>
                  <a:gd name="connsiteX21" fmla="*/ 131657 w 394625"/>
                  <a:gd name="connsiteY21" fmla="*/ 1474 h 108610"/>
                  <a:gd name="connsiteX22" fmla="*/ 131657 w 394625"/>
                  <a:gd name="connsiteY22" fmla="*/ 1474 h 108610"/>
                  <a:gd name="connsiteX23" fmla="*/ 166587 w 394625"/>
                  <a:gd name="connsiteY23" fmla="*/ 24075 h 108610"/>
                  <a:gd name="connsiteX24" fmla="*/ 166587 w 394625"/>
                  <a:gd name="connsiteY24" fmla="*/ 24075 h 108610"/>
                  <a:gd name="connsiteX25" fmla="*/ 143985 w 394625"/>
                  <a:gd name="connsiteY25" fmla="*/ 59005 h 108610"/>
                  <a:gd name="connsiteX26" fmla="*/ 143985 w 394625"/>
                  <a:gd name="connsiteY26" fmla="*/ 59005 h 108610"/>
                  <a:gd name="connsiteX27" fmla="*/ 137821 w 394625"/>
                  <a:gd name="connsiteY27" fmla="*/ 59592 h 108610"/>
                  <a:gd name="connsiteX28" fmla="*/ 137821 w 394625"/>
                  <a:gd name="connsiteY28" fmla="*/ 59592 h 108610"/>
                  <a:gd name="connsiteX29" fmla="*/ 109055 w 394625"/>
                  <a:gd name="connsiteY29" fmla="*/ 36697 h 108610"/>
                  <a:gd name="connsiteX30" fmla="*/ 250829 w 394625"/>
                  <a:gd name="connsiteY30" fmla="*/ 58124 h 108610"/>
                  <a:gd name="connsiteX31" fmla="*/ 227934 w 394625"/>
                  <a:gd name="connsiteY31" fmla="*/ 23488 h 108610"/>
                  <a:gd name="connsiteX32" fmla="*/ 227934 w 394625"/>
                  <a:gd name="connsiteY32" fmla="*/ 23488 h 108610"/>
                  <a:gd name="connsiteX33" fmla="*/ 262863 w 394625"/>
                  <a:gd name="connsiteY33" fmla="*/ 593 h 108610"/>
                  <a:gd name="connsiteX34" fmla="*/ 262863 w 394625"/>
                  <a:gd name="connsiteY34" fmla="*/ 593 h 108610"/>
                  <a:gd name="connsiteX35" fmla="*/ 285465 w 394625"/>
                  <a:gd name="connsiteY35" fmla="*/ 35229 h 108610"/>
                  <a:gd name="connsiteX36" fmla="*/ 285465 w 394625"/>
                  <a:gd name="connsiteY36" fmla="*/ 35229 h 108610"/>
                  <a:gd name="connsiteX37" fmla="*/ 256699 w 394625"/>
                  <a:gd name="connsiteY37" fmla="*/ 58712 h 108610"/>
                  <a:gd name="connsiteX38" fmla="*/ 256699 w 394625"/>
                  <a:gd name="connsiteY38" fmla="*/ 58712 h 108610"/>
                  <a:gd name="connsiteX39" fmla="*/ 250829 w 394625"/>
                  <a:gd name="connsiteY39" fmla="*/ 58124 h 108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394625" h="108610">
                    <a:moveTo>
                      <a:pt x="5734" y="96576"/>
                    </a:moveTo>
                    <a:cubicBezTo>
                      <a:pt x="-3952" y="83661"/>
                      <a:pt x="-1017" y="65169"/>
                      <a:pt x="11898" y="55483"/>
                    </a:cubicBezTo>
                    <a:lnTo>
                      <a:pt x="11898" y="55483"/>
                    </a:lnTo>
                    <a:cubicBezTo>
                      <a:pt x="25107" y="45796"/>
                      <a:pt x="43306" y="48732"/>
                      <a:pt x="52992" y="61647"/>
                    </a:cubicBezTo>
                    <a:lnTo>
                      <a:pt x="52992" y="61647"/>
                    </a:lnTo>
                    <a:cubicBezTo>
                      <a:pt x="62678" y="74855"/>
                      <a:pt x="59743" y="93348"/>
                      <a:pt x="46828" y="102740"/>
                    </a:cubicBezTo>
                    <a:lnTo>
                      <a:pt x="46828" y="102740"/>
                    </a:lnTo>
                    <a:cubicBezTo>
                      <a:pt x="41544" y="106850"/>
                      <a:pt x="35380" y="108611"/>
                      <a:pt x="29510" y="108611"/>
                    </a:cubicBezTo>
                    <a:lnTo>
                      <a:pt x="29510" y="108611"/>
                    </a:lnTo>
                    <a:cubicBezTo>
                      <a:pt x="20411" y="108611"/>
                      <a:pt x="11605" y="104502"/>
                      <a:pt x="5734" y="96576"/>
                    </a:cubicBezTo>
                    <a:close/>
                    <a:moveTo>
                      <a:pt x="347692" y="101566"/>
                    </a:moveTo>
                    <a:cubicBezTo>
                      <a:pt x="334777" y="91880"/>
                      <a:pt x="332135" y="73388"/>
                      <a:pt x="341822" y="60473"/>
                    </a:cubicBezTo>
                    <a:lnTo>
                      <a:pt x="341822" y="60473"/>
                    </a:lnTo>
                    <a:cubicBezTo>
                      <a:pt x="351508" y="47264"/>
                      <a:pt x="369707" y="44622"/>
                      <a:pt x="382915" y="54309"/>
                    </a:cubicBezTo>
                    <a:lnTo>
                      <a:pt x="382915" y="54309"/>
                    </a:lnTo>
                    <a:cubicBezTo>
                      <a:pt x="395830" y="63995"/>
                      <a:pt x="398472" y="82487"/>
                      <a:pt x="388786" y="95402"/>
                    </a:cubicBezTo>
                    <a:lnTo>
                      <a:pt x="388786" y="95402"/>
                    </a:lnTo>
                    <a:cubicBezTo>
                      <a:pt x="382915" y="103328"/>
                      <a:pt x="374110" y="107143"/>
                      <a:pt x="365304" y="107143"/>
                    </a:cubicBezTo>
                    <a:lnTo>
                      <a:pt x="365304" y="107143"/>
                    </a:lnTo>
                    <a:cubicBezTo>
                      <a:pt x="359140" y="107143"/>
                      <a:pt x="352976" y="105382"/>
                      <a:pt x="347692" y="101566"/>
                    </a:cubicBezTo>
                    <a:close/>
                    <a:moveTo>
                      <a:pt x="109055" y="36697"/>
                    </a:moveTo>
                    <a:cubicBezTo>
                      <a:pt x="105533" y="20847"/>
                      <a:pt x="115807" y="4996"/>
                      <a:pt x="131657" y="1474"/>
                    </a:cubicBezTo>
                    <a:lnTo>
                      <a:pt x="131657" y="1474"/>
                    </a:lnTo>
                    <a:cubicBezTo>
                      <a:pt x="147507" y="-1755"/>
                      <a:pt x="163064" y="8225"/>
                      <a:pt x="166587" y="24075"/>
                    </a:cubicBezTo>
                    <a:lnTo>
                      <a:pt x="166587" y="24075"/>
                    </a:lnTo>
                    <a:cubicBezTo>
                      <a:pt x="170109" y="39632"/>
                      <a:pt x="159836" y="55483"/>
                      <a:pt x="143985" y="59005"/>
                    </a:cubicBezTo>
                    <a:lnTo>
                      <a:pt x="143985" y="59005"/>
                    </a:lnTo>
                    <a:cubicBezTo>
                      <a:pt x="141930" y="59005"/>
                      <a:pt x="139876" y="59592"/>
                      <a:pt x="137821" y="59592"/>
                    </a:cubicBezTo>
                    <a:lnTo>
                      <a:pt x="137821" y="59592"/>
                    </a:lnTo>
                    <a:cubicBezTo>
                      <a:pt x="124319" y="59592"/>
                      <a:pt x="112284" y="50199"/>
                      <a:pt x="109055" y="36697"/>
                    </a:cubicBezTo>
                    <a:close/>
                    <a:moveTo>
                      <a:pt x="250829" y="58124"/>
                    </a:moveTo>
                    <a:cubicBezTo>
                      <a:pt x="234978" y="54896"/>
                      <a:pt x="224705" y="39339"/>
                      <a:pt x="227934" y="23488"/>
                    </a:cubicBezTo>
                    <a:lnTo>
                      <a:pt x="227934" y="23488"/>
                    </a:lnTo>
                    <a:cubicBezTo>
                      <a:pt x="231162" y="7638"/>
                      <a:pt x="247013" y="-2635"/>
                      <a:pt x="262863" y="593"/>
                    </a:cubicBezTo>
                    <a:lnTo>
                      <a:pt x="262863" y="593"/>
                    </a:lnTo>
                    <a:cubicBezTo>
                      <a:pt x="278420" y="3822"/>
                      <a:pt x="288694" y="19379"/>
                      <a:pt x="285465" y="35229"/>
                    </a:cubicBezTo>
                    <a:lnTo>
                      <a:pt x="285465" y="35229"/>
                    </a:lnTo>
                    <a:cubicBezTo>
                      <a:pt x="282529" y="49319"/>
                      <a:pt x="270495" y="58712"/>
                      <a:pt x="256699" y="58712"/>
                    </a:cubicBezTo>
                    <a:lnTo>
                      <a:pt x="256699" y="58712"/>
                    </a:lnTo>
                    <a:cubicBezTo>
                      <a:pt x="254938" y="58712"/>
                      <a:pt x="252883" y="58712"/>
                      <a:pt x="250829" y="5812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34088A8-88C2-58D6-7902-7611D9FE01D0}"/>
                  </a:ext>
                </a:extLst>
              </p:cNvPr>
              <p:cNvSpPr/>
              <p:nvPr/>
            </p:nvSpPr>
            <p:spPr>
              <a:xfrm>
                <a:off x="7441049" y="1312320"/>
                <a:ext cx="360831" cy="584947"/>
              </a:xfrm>
              <a:custGeom>
                <a:avLst/>
                <a:gdLst>
                  <a:gd name="connsiteX0" fmla="*/ 306007 w 360831"/>
                  <a:gd name="connsiteY0" fmla="*/ 570271 h 584947"/>
                  <a:gd name="connsiteX1" fmla="*/ 316868 w 360831"/>
                  <a:gd name="connsiteY1" fmla="*/ 530058 h 584947"/>
                  <a:gd name="connsiteX2" fmla="*/ 316868 w 360831"/>
                  <a:gd name="connsiteY2" fmla="*/ 530058 h 584947"/>
                  <a:gd name="connsiteX3" fmla="*/ 356787 w 360831"/>
                  <a:gd name="connsiteY3" fmla="*/ 540919 h 584947"/>
                  <a:gd name="connsiteX4" fmla="*/ 356787 w 360831"/>
                  <a:gd name="connsiteY4" fmla="*/ 540919 h 584947"/>
                  <a:gd name="connsiteX5" fmla="*/ 346221 w 360831"/>
                  <a:gd name="connsiteY5" fmla="*/ 581132 h 584947"/>
                  <a:gd name="connsiteX6" fmla="*/ 346221 w 360831"/>
                  <a:gd name="connsiteY6" fmla="*/ 581132 h 584947"/>
                  <a:gd name="connsiteX7" fmla="*/ 331544 w 360831"/>
                  <a:gd name="connsiteY7" fmla="*/ 584947 h 584947"/>
                  <a:gd name="connsiteX8" fmla="*/ 331544 w 360831"/>
                  <a:gd name="connsiteY8" fmla="*/ 584947 h 584947"/>
                  <a:gd name="connsiteX9" fmla="*/ 306007 w 360831"/>
                  <a:gd name="connsiteY9" fmla="*/ 570271 h 584947"/>
                  <a:gd name="connsiteX10" fmla="*/ 245541 w 360831"/>
                  <a:gd name="connsiteY10" fmla="*/ 464895 h 584947"/>
                  <a:gd name="connsiteX11" fmla="*/ 245541 w 360831"/>
                  <a:gd name="connsiteY11" fmla="*/ 464895 h 584947"/>
                  <a:gd name="connsiteX12" fmla="*/ 256108 w 360831"/>
                  <a:gd name="connsiteY12" fmla="*/ 424976 h 584947"/>
                  <a:gd name="connsiteX13" fmla="*/ 256108 w 360831"/>
                  <a:gd name="connsiteY13" fmla="*/ 424976 h 584947"/>
                  <a:gd name="connsiteX14" fmla="*/ 296321 w 360831"/>
                  <a:gd name="connsiteY14" fmla="*/ 435836 h 584947"/>
                  <a:gd name="connsiteX15" fmla="*/ 296321 w 360831"/>
                  <a:gd name="connsiteY15" fmla="*/ 435836 h 584947"/>
                  <a:gd name="connsiteX16" fmla="*/ 285461 w 360831"/>
                  <a:gd name="connsiteY16" fmla="*/ 475756 h 584947"/>
                  <a:gd name="connsiteX17" fmla="*/ 285461 w 360831"/>
                  <a:gd name="connsiteY17" fmla="*/ 475756 h 584947"/>
                  <a:gd name="connsiteX18" fmla="*/ 270784 w 360831"/>
                  <a:gd name="connsiteY18" fmla="*/ 479865 h 584947"/>
                  <a:gd name="connsiteX19" fmla="*/ 270784 w 360831"/>
                  <a:gd name="connsiteY19" fmla="*/ 479865 h 584947"/>
                  <a:gd name="connsiteX20" fmla="*/ 245541 w 360831"/>
                  <a:gd name="connsiteY20" fmla="*/ 464895 h 584947"/>
                  <a:gd name="connsiteX21" fmla="*/ 184781 w 360831"/>
                  <a:gd name="connsiteY21" fmla="*/ 359813 h 584947"/>
                  <a:gd name="connsiteX22" fmla="*/ 184781 w 360831"/>
                  <a:gd name="connsiteY22" fmla="*/ 359813 h 584947"/>
                  <a:gd name="connsiteX23" fmla="*/ 195642 w 360831"/>
                  <a:gd name="connsiteY23" fmla="*/ 319893 h 584947"/>
                  <a:gd name="connsiteX24" fmla="*/ 195642 w 360831"/>
                  <a:gd name="connsiteY24" fmla="*/ 319893 h 584947"/>
                  <a:gd name="connsiteX25" fmla="*/ 235561 w 360831"/>
                  <a:gd name="connsiteY25" fmla="*/ 330460 h 584947"/>
                  <a:gd name="connsiteX26" fmla="*/ 235561 w 360831"/>
                  <a:gd name="connsiteY26" fmla="*/ 330460 h 584947"/>
                  <a:gd name="connsiteX27" fmla="*/ 224994 w 360831"/>
                  <a:gd name="connsiteY27" fmla="*/ 370673 h 584947"/>
                  <a:gd name="connsiteX28" fmla="*/ 224994 w 360831"/>
                  <a:gd name="connsiteY28" fmla="*/ 370673 h 584947"/>
                  <a:gd name="connsiteX29" fmla="*/ 210318 w 360831"/>
                  <a:gd name="connsiteY29" fmla="*/ 374489 h 584947"/>
                  <a:gd name="connsiteX30" fmla="*/ 210318 w 360831"/>
                  <a:gd name="connsiteY30" fmla="*/ 374489 h 584947"/>
                  <a:gd name="connsiteX31" fmla="*/ 184781 w 360831"/>
                  <a:gd name="connsiteY31" fmla="*/ 359813 h 584947"/>
                  <a:gd name="connsiteX32" fmla="*/ 124315 w 360831"/>
                  <a:gd name="connsiteY32" fmla="*/ 254731 h 584947"/>
                  <a:gd name="connsiteX33" fmla="*/ 135175 w 360831"/>
                  <a:gd name="connsiteY33" fmla="*/ 214518 h 584947"/>
                  <a:gd name="connsiteX34" fmla="*/ 135175 w 360831"/>
                  <a:gd name="connsiteY34" fmla="*/ 214518 h 584947"/>
                  <a:gd name="connsiteX35" fmla="*/ 175095 w 360831"/>
                  <a:gd name="connsiteY35" fmla="*/ 225378 h 584947"/>
                  <a:gd name="connsiteX36" fmla="*/ 175095 w 360831"/>
                  <a:gd name="connsiteY36" fmla="*/ 225378 h 584947"/>
                  <a:gd name="connsiteX37" fmla="*/ 164528 w 360831"/>
                  <a:gd name="connsiteY37" fmla="*/ 265591 h 584947"/>
                  <a:gd name="connsiteX38" fmla="*/ 164528 w 360831"/>
                  <a:gd name="connsiteY38" fmla="*/ 265591 h 584947"/>
                  <a:gd name="connsiteX39" fmla="*/ 149852 w 360831"/>
                  <a:gd name="connsiteY39" fmla="*/ 269407 h 584947"/>
                  <a:gd name="connsiteX40" fmla="*/ 149852 w 360831"/>
                  <a:gd name="connsiteY40" fmla="*/ 269407 h 584947"/>
                  <a:gd name="connsiteX41" fmla="*/ 124315 w 360831"/>
                  <a:gd name="connsiteY41" fmla="*/ 254731 h 584947"/>
                  <a:gd name="connsiteX42" fmla="*/ 63848 w 360831"/>
                  <a:gd name="connsiteY42" fmla="*/ 149355 h 584947"/>
                  <a:gd name="connsiteX43" fmla="*/ 75002 w 360831"/>
                  <a:gd name="connsiteY43" fmla="*/ 109435 h 584947"/>
                  <a:gd name="connsiteX44" fmla="*/ 75002 w 360831"/>
                  <a:gd name="connsiteY44" fmla="*/ 109435 h 584947"/>
                  <a:gd name="connsiteX45" fmla="*/ 114922 w 360831"/>
                  <a:gd name="connsiteY45" fmla="*/ 120296 h 584947"/>
                  <a:gd name="connsiteX46" fmla="*/ 114922 w 360831"/>
                  <a:gd name="connsiteY46" fmla="*/ 120296 h 584947"/>
                  <a:gd name="connsiteX47" fmla="*/ 104062 w 360831"/>
                  <a:gd name="connsiteY47" fmla="*/ 160215 h 584947"/>
                  <a:gd name="connsiteX48" fmla="*/ 104062 w 360831"/>
                  <a:gd name="connsiteY48" fmla="*/ 160215 h 584947"/>
                  <a:gd name="connsiteX49" fmla="*/ 89385 w 360831"/>
                  <a:gd name="connsiteY49" fmla="*/ 164031 h 584947"/>
                  <a:gd name="connsiteX50" fmla="*/ 89385 w 360831"/>
                  <a:gd name="connsiteY50" fmla="*/ 164031 h 584947"/>
                  <a:gd name="connsiteX51" fmla="*/ 63848 w 360831"/>
                  <a:gd name="connsiteY51" fmla="*/ 149355 h 584947"/>
                  <a:gd name="connsiteX52" fmla="*/ 3969 w 360831"/>
                  <a:gd name="connsiteY52" fmla="*/ 43979 h 584947"/>
                  <a:gd name="connsiteX53" fmla="*/ 14830 w 360831"/>
                  <a:gd name="connsiteY53" fmla="*/ 3766 h 584947"/>
                  <a:gd name="connsiteX54" fmla="*/ 14830 w 360831"/>
                  <a:gd name="connsiteY54" fmla="*/ 3766 h 584947"/>
                  <a:gd name="connsiteX55" fmla="*/ 55043 w 360831"/>
                  <a:gd name="connsiteY55" fmla="*/ 14920 h 584947"/>
                  <a:gd name="connsiteX56" fmla="*/ 55043 w 360831"/>
                  <a:gd name="connsiteY56" fmla="*/ 14920 h 584947"/>
                  <a:gd name="connsiteX57" fmla="*/ 43889 w 360831"/>
                  <a:gd name="connsiteY57" fmla="*/ 54839 h 584947"/>
                  <a:gd name="connsiteX58" fmla="*/ 43889 w 360831"/>
                  <a:gd name="connsiteY58" fmla="*/ 54839 h 584947"/>
                  <a:gd name="connsiteX59" fmla="*/ 29506 w 360831"/>
                  <a:gd name="connsiteY59" fmla="*/ 58655 h 584947"/>
                  <a:gd name="connsiteX60" fmla="*/ 29506 w 360831"/>
                  <a:gd name="connsiteY60" fmla="*/ 58655 h 584947"/>
                  <a:gd name="connsiteX61" fmla="*/ 3969 w 360831"/>
                  <a:gd name="connsiteY61" fmla="*/ 43979 h 58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360831" h="584947">
                    <a:moveTo>
                      <a:pt x="306007" y="570271"/>
                    </a:moveTo>
                    <a:cubicBezTo>
                      <a:pt x="297789" y="556182"/>
                      <a:pt x="302779" y="538277"/>
                      <a:pt x="316868" y="530058"/>
                    </a:cubicBezTo>
                    <a:lnTo>
                      <a:pt x="316868" y="530058"/>
                    </a:lnTo>
                    <a:cubicBezTo>
                      <a:pt x="330957" y="522133"/>
                      <a:pt x="348862" y="526829"/>
                      <a:pt x="356787" y="540919"/>
                    </a:cubicBezTo>
                    <a:lnTo>
                      <a:pt x="356787" y="540919"/>
                    </a:lnTo>
                    <a:cubicBezTo>
                      <a:pt x="365006" y="555008"/>
                      <a:pt x="360310" y="572913"/>
                      <a:pt x="346221" y="581132"/>
                    </a:cubicBezTo>
                    <a:lnTo>
                      <a:pt x="346221" y="581132"/>
                    </a:lnTo>
                    <a:cubicBezTo>
                      <a:pt x="341524" y="583773"/>
                      <a:pt x="336534" y="584947"/>
                      <a:pt x="331544" y="584947"/>
                    </a:cubicBezTo>
                    <a:lnTo>
                      <a:pt x="331544" y="584947"/>
                    </a:lnTo>
                    <a:cubicBezTo>
                      <a:pt x="321271" y="584947"/>
                      <a:pt x="311291" y="579664"/>
                      <a:pt x="306007" y="570271"/>
                    </a:cubicBezTo>
                    <a:close/>
                    <a:moveTo>
                      <a:pt x="245541" y="464895"/>
                    </a:moveTo>
                    <a:lnTo>
                      <a:pt x="245541" y="464895"/>
                    </a:lnTo>
                    <a:cubicBezTo>
                      <a:pt x="237322" y="451100"/>
                      <a:pt x="242019" y="432901"/>
                      <a:pt x="256108" y="424976"/>
                    </a:cubicBezTo>
                    <a:lnTo>
                      <a:pt x="256108" y="424976"/>
                    </a:lnTo>
                    <a:cubicBezTo>
                      <a:pt x="270197" y="416757"/>
                      <a:pt x="288102" y="421747"/>
                      <a:pt x="296321" y="435836"/>
                    </a:cubicBezTo>
                    <a:lnTo>
                      <a:pt x="296321" y="435836"/>
                    </a:lnTo>
                    <a:cubicBezTo>
                      <a:pt x="304246" y="449925"/>
                      <a:pt x="299550" y="467831"/>
                      <a:pt x="285461" y="475756"/>
                    </a:cubicBezTo>
                    <a:lnTo>
                      <a:pt x="285461" y="475756"/>
                    </a:lnTo>
                    <a:cubicBezTo>
                      <a:pt x="280764" y="478398"/>
                      <a:pt x="275774" y="479865"/>
                      <a:pt x="270784" y="479865"/>
                    </a:cubicBezTo>
                    <a:lnTo>
                      <a:pt x="270784" y="479865"/>
                    </a:lnTo>
                    <a:cubicBezTo>
                      <a:pt x="260804" y="479865"/>
                      <a:pt x="250825" y="474582"/>
                      <a:pt x="245541" y="464895"/>
                    </a:cubicBezTo>
                    <a:close/>
                    <a:moveTo>
                      <a:pt x="184781" y="359813"/>
                    </a:moveTo>
                    <a:lnTo>
                      <a:pt x="184781" y="359813"/>
                    </a:lnTo>
                    <a:cubicBezTo>
                      <a:pt x="176562" y="345724"/>
                      <a:pt x="181552" y="327819"/>
                      <a:pt x="195642" y="319893"/>
                    </a:cubicBezTo>
                    <a:lnTo>
                      <a:pt x="195642" y="319893"/>
                    </a:lnTo>
                    <a:cubicBezTo>
                      <a:pt x="209731" y="311675"/>
                      <a:pt x="227636" y="316665"/>
                      <a:pt x="235561" y="330460"/>
                    </a:cubicBezTo>
                    <a:lnTo>
                      <a:pt x="235561" y="330460"/>
                    </a:lnTo>
                    <a:cubicBezTo>
                      <a:pt x="243780" y="344550"/>
                      <a:pt x="238790" y="362455"/>
                      <a:pt x="224994" y="370673"/>
                    </a:cubicBezTo>
                    <a:lnTo>
                      <a:pt x="224994" y="370673"/>
                    </a:lnTo>
                    <a:cubicBezTo>
                      <a:pt x="220298" y="373315"/>
                      <a:pt x="215308" y="374489"/>
                      <a:pt x="210318" y="374489"/>
                    </a:cubicBezTo>
                    <a:lnTo>
                      <a:pt x="210318" y="374489"/>
                    </a:lnTo>
                    <a:cubicBezTo>
                      <a:pt x="200045" y="374489"/>
                      <a:pt x="190358" y="369206"/>
                      <a:pt x="184781" y="359813"/>
                    </a:cubicBezTo>
                    <a:close/>
                    <a:moveTo>
                      <a:pt x="124315" y="254731"/>
                    </a:moveTo>
                    <a:cubicBezTo>
                      <a:pt x="116390" y="240641"/>
                      <a:pt x="121086" y="222736"/>
                      <a:pt x="135175" y="214518"/>
                    </a:cubicBezTo>
                    <a:lnTo>
                      <a:pt x="135175" y="214518"/>
                    </a:lnTo>
                    <a:cubicBezTo>
                      <a:pt x="149264" y="206592"/>
                      <a:pt x="167170" y="211289"/>
                      <a:pt x="175095" y="225378"/>
                    </a:cubicBezTo>
                    <a:lnTo>
                      <a:pt x="175095" y="225378"/>
                    </a:lnTo>
                    <a:cubicBezTo>
                      <a:pt x="183314" y="239467"/>
                      <a:pt x="178617" y="257372"/>
                      <a:pt x="164528" y="265591"/>
                    </a:cubicBezTo>
                    <a:lnTo>
                      <a:pt x="164528" y="265591"/>
                    </a:lnTo>
                    <a:cubicBezTo>
                      <a:pt x="159831" y="268233"/>
                      <a:pt x="154841" y="269407"/>
                      <a:pt x="149852" y="269407"/>
                    </a:cubicBezTo>
                    <a:lnTo>
                      <a:pt x="149852" y="269407"/>
                    </a:lnTo>
                    <a:cubicBezTo>
                      <a:pt x="139578" y="269407"/>
                      <a:pt x="129892" y="264123"/>
                      <a:pt x="124315" y="254731"/>
                    </a:cubicBezTo>
                    <a:close/>
                    <a:moveTo>
                      <a:pt x="63848" y="149355"/>
                    </a:moveTo>
                    <a:cubicBezTo>
                      <a:pt x="55923" y="135266"/>
                      <a:pt x="60620" y="117360"/>
                      <a:pt x="75002" y="109435"/>
                    </a:cubicBezTo>
                    <a:lnTo>
                      <a:pt x="75002" y="109435"/>
                    </a:lnTo>
                    <a:cubicBezTo>
                      <a:pt x="89092" y="101217"/>
                      <a:pt x="106997" y="106206"/>
                      <a:pt x="114922" y="120296"/>
                    </a:cubicBezTo>
                    <a:lnTo>
                      <a:pt x="114922" y="120296"/>
                    </a:lnTo>
                    <a:cubicBezTo>
                      <a:pt x="122847" y="134385"/>
                      <a:pt x="118151" y="152290"/>
                      <a:pt x="104062" y="160215"/>
                    </a:cubicBezTo>
                    <a:lnTo>
                      <a:pt x="104062" y="160215"/>
                    </a:lnTo>
                    <a:cubicBezTo>
                      <a:pt x="99365" y="162857"/>
                      <a:pt x="94375" y="164031"/>
                      <a:pt x="89385" y="164031"/>
                    </a:cubicBezTo>
                    <a:lnTo>
                      <a:pt x="89385" y="164031"/>
                    </a:lnTo>
                    <a:cubicBezTo>
                      <a:pt x="79112" y="164031"/>
                      <a:pt x="69426" y="158748"/>
                      <a:pt x="63848" y="149355"/>
                    </a:cubicBezTo>
                    <a:close/>
                    <a:moveTo>
                      <a:pt x="3969" y="43979"/>
                    </a:moveTo>
                    <a:cubicBezTo>
                      <a:pt x="-4250" y="29890"/>
                      <a:pt x="740" y="11985"/>
                      <a:pt x="14830" y="3766"/>
                    </a:cubicBezTo>
                    <a:lnTo>
                      <a:pt x="14830" y="3766"/>
                    </a:lnTo>
                    <a:cubicBezTo>
                      <a:pt x="28919" y="-4159"/>
                      <a:pt x="46824" y="831"/>
                      <a:pt x="55043" y="14920"/>
                    </a:cubicBezTo>
                    <a:lnTo>
                      <a:pt x="55043" y="14920"/>
                    </a:lnTo>
                    <a:cubicBezTo>
                      <a:pt x="62968" y="29009"/>
                      <a:pt x="57978" y="46914"/>
                      <a:pt x="43889" y="54839"/>
                    </a:cubicBezTo>
                    <a:lnTo>
                      <a:pt x="43889" y="54839"/>
                    </a:lnTo>
                    <a:cubicBezTo>
                      <a:pt x="39192" y="57481"/>
                      <a:pt x="34202" y="58655"/>
                      <a:pt x="29506" y="58655"/>
                    </a:cubicBezTo>
                    <a:lnTo>
                      <a:pt x="29506" y="58655"/>
                    </a:lnTo>
                    <a:cubicBezTo>
                      <a:pt x="19232" y="58655"/>
                      <a:pt x="9253" y="53372"/>
                      <a:pt x="3969" y="4397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E4E24FA4-252C-7D55-BEB2-35F1ECF19FAA}"/>
                  </a:ext>
                </a:extLst>
              </p:cNvPr>
              <p:cNvSpPr/>
              <p:nvPr/>
            </p:nvSpPr>
            <p:spPr>
              <a:xfrm>
                <a:off x="7863433" y="2047896"/>
                <a:ext cx="776987" cy="1309076"/>
              </a:xfrm>
              <a:custGeom>
                <a:avLst/>
                <a:gdLst>
                  <a:gd name="connsiteX0" fmla="*/ 722227 w 776987"/>
                  <a:gd name="connsiteY0" fmla="*/ 1294400 h 1309076"/>
                  <a:gd name="connsiteX1" fmla="*/ 733088 w 776987"/>
                  <a:gd name="connsiteY1" fmla="*/ 1254480 h 1309076"/>
                  <a:gd name="connsiteX2" fmla="*/ 733088 w 776987"/>
                  <a:gd name="connsiteY2" fmla="*/ 1254480 h 1309076"/>
                  <a:gd name="connsiteX3" fmla="*/ 773008 w 776987"/>
                  <a:gd name="connsiteY3" fmla="*/ 1265047 h 1309076"/>
                  <a:gd name="connsiteX4" fmla="*/ 773008 w 776987"/>
                  <a:gd name="connsiteY4" fmla="*/ 1265047 h 1309076"/>
                  <a:gd name="connsiteX5" fmla="*/ 762441 w 776987"/>
                  <a:gd name="connsiteY5" fmla="*/ 1305260 h 1309076"/>
                  <a:gd name="connsiteX6" fmla="*/ 762441 w 776987"/>
                  <a:gd name="connsiteY6" fmla="*/ 1305260 h 1309076"/>
                  <a:gd name="connsiteX7" fmla="*/ 747764 w 776987"/>
                  <a:gd name="connsiteY7" fmla="*/ 1309076 h 1309076"/>
                  <a:gd name="connsiteX8" fmla="*/ 747764 w 776987"/>
                  <a:gd name="connsiteY8" fmla="*/ 1309076 h 1309076"/>
                  <a:gd name="connsiteX9" fmla="*/ 722227 w 776987"/>
                  <a:gd name="connsiteY9" fmla="*/ 1294400 h 1309076"/>
                  <a:gd name="connsiteX10" fmla="*/ 662055 w 776987"/>
                  <a:gd name="connsiteY10" fmla="*/ 1190198 h 1309076"/>
                  <a:gd name="connsiteX11" fmla="*/ 662055 w 776987"/>
                  <a:gd name="connsiteY11" fmla="*/ 1190198 h 1309076"/>
                  <a:gd name="connsiteX12" fmla="*/ 672915 w 776987"/>
                  <a:gd name="connsiteY12" fmla="*/ 1150279 h 1309076"/>
                  <a:gd name="connsiteX13" fmla="*/ 672915 w 776987"/>
                  <a:gd name="connsiteY13" fmla="*/ 1150279 h 1309076"/>
                  <a:gd name="connsiteX14" fmla="*/ 713128 w 776987"/>
                  <a:gd name="connsiteY14" fmla="*/ 1161139 h 1309076"/>
                  <a:gd name="connsiteX15" fmla="*/ 713128 w 776987"/>
                  <a:gd name="connsiteY15" fmla="*/ 1161139 h 1309076"/>
                  <a:gd name="connsiteX16" fmla="*/ 702268 w 776987"/>
                  <a:gd name="connsiteY16" fmla="*/ 1201059 h 1309076"/>
                  <a:gd name="connsiteX17" fmla="*/ 702268 w 776987"/>
                  <a:gd name="connsiteY17" fmla="*/ 1201059 h 1309076"/>
                  <a:gd name="connsiteX18" fmla="*/ 687591 w 776987"/>
                  <a:gd name="connsiteY18" fmla="*/ 1205168 h 1309076"/>
                  <a:gd name="connsiteX19" fmla="*/ 687591 w 776987"/>
                  <a:gd name="connsiteY19" fmla="*/ 1205168 h 1309076"/>
                  <a:gd name="connsiteX20" fmla="*/ 662055 w 776987"/>
                  <a:gd name="connsiteY20" fmla="*/ 1190198 h 1309076"/>
                  <a:gd name="connsiteX21" fmla="*/ 602175 w 776987"/>
                  <a:gd name="connsiteY21" fmla="*/ 1086290 h 1309076"/>
                  <a:gd name="connsiteX22" fmla="*/ 613036 w 776987"/>
                  <a:gd name="connsiteY22" fmla="*/ 1046077 h 1309076"/>
                  <a:gd name="connsiteX23" fmla="*/ 613036 w 776987"/>
                  <a:gd name="connsiteY23" fmla="*/ 1046077 h 1309076"/>
                  <a:gd name="connsiteX24" fmla="*/ 652955 w 776987"/>
                  <a:gd name="connsiteY24" fmla="*/ 1056937 h 1309076"/>
                  <a:gd name="connsiteX25" fmla="*/ 652955 w 776987"/>
                  <a:gd name="connsiteY25" fmla="*/ 1056937 h 1309076"/>
                  <a:gd name="connsiteX26" fmla="*/ 642095 w 776987"/>
                  <a:gd name="connsiteY26" fmla="*/ 1097150 h 1309076"/>
                  <a:gd name="connsiteX27" fmla="*/ 642095 w 776987"/>
                  <a:gd name="connsiteY27" fmla="*/ 1097150 h 1309076"/>
                  <a:gd name="connsiteX28" fmla="*/ 627712 w 776987"/>
                  <a:gd name="connsiteY28" fmla="*/ 1100966 h 1309076"/>
                  <a:gd name="connsiteX29" fmla="*/ 627712 w 776987"/>
                  <a:gd name="connsiteY29" fmla="*/ 1100966 h 1309076"/>
                  <a:gd name="connsiteX30" fmla="*/ 602175 w 776987"/>
                  <a:gd name="connsiteY30" fmla="*/ 1086290 h 1309076"/>
                  <a:gd name="connsiteX31" fmla="*/ 542296 w 776987"/>
                  <a:gd name="connsiteY31" fmla="*/ 982088 h 1309076"/>
                  <a:gd name="connsiteX32" fmla="*/ 552863 w 776987"/>
                  <a:gd name="connsiteY32" fmla="*/ 942169 h 1309076"/>
                  <a:gd name="connsiteX33" fmla="*/ 552863 w 776987"/>
                  <a:gd name="connsiteY33" fmla="*/ 942169 h 1309076"/>
                  <a:gd name="connsiteX34" fmla="*/ 593076 w 776987"/>
                  <a:gd name="connsiteY34" fmla="*/ 952736 h 1309076"/>
                  <a:gd name="connsiteX35" fmla="*/ 593076 w 776987"/>
                  <a:gd name="connsiteY35" fmla="*/ 952736 h 1309076"/>
                  <a:gd name="connsiteX36" fmla="*/ 582216 w 776987"/>
                  <a:gd name="connsiteY36" fmla="*/ 992949 h 1309076"/>
                  <a:gd name="connsiteX37" fmla="*/ 582216 w 776987"/>
                  <a:gd name="connsiteY37" fmla="*/ 992949 h 1309076"/>
                  <a:gd name="connsiteX38" fmla="*/ 567539 w 776987"/>
                  <a:gd name="connsiteY38" fmla="*/ 996765 h 1309076"/>
                  <a:gd name="connsiteX39" fmla="*/ 567539 w 776987"/>
                  <a:gd name="connsiteY39" fmla="*/ 996765 h 1309076"/>
                  <a:gd name="connsiteX40" fmla="*/ 542296 w 776987"/>
                  <a:gd name="connsiteY40" fmla="*/ 982088 h 1309076"/>
                  <a:gd name="connsiteX41" fmla="*/ 482123 w 776987"/>
                  <a:gd name="connsiteY41" fmla="*/ 877886 h 1309076"/>
                  <a:gd name="connsiteX42" fmla="*/ 492984 w 776987"/>
                  <a:gd name="connsiteY42" fmla="*/ 837967 h 1309076"/>
                  <a:gd name="connsiteX43" fmla="*/ 492984 w 776987"/>
                  <a:gd name="connsiteY43" fmla="*/ 837967 h 1309076"/>
                  <a:gd name="connsiteX44" fmla="*/ 533197 w 776987"/>
                  <a:gd name="connsiteY44" fmla="*/ 848827 h 1309076"/>
                  <a:gd name="connsiteX45" fmla="*/ 533197 w 776987"/>
                  <a:gd name="connsiteY45" fmla="*/ 848827 h 1309076"/>
                  <a:gd name="connsiteX46" fmla="*/ 522336 w 776987"/>
                  <a:gd name="connsiteY46" fmla="*/ 888747 h 1309076"/>
                  <a:gd name="connsiteX47" fmla="*/ 522336 w 776987"/>
                  <a:gd name="connsiteY47" fmla="*/ 888747 h 1309076"/>
                  <a:gd name="connsiteX48" fmla="*/ 507660 w 776987"/>
                  <a:gd name="connsiteY48" fmla="*/ 892563 h 1309076"/>
                  <a:gd name="connsiteX49" fmla="*/ 507660 w 776987"/>
                  <a:gd name="connsiteY49" fmla="*/ 892563 h 1309076"/>
                  <a:gd name="connsiteX50" fmla="*/ 482123 w 776987"/>
                  <a:gd name="connsiteY50" fmla="*/ 877886 h 1309076"/>
                  <a:gd name="connsiteX51" fmla="*/ 422244 w 776987"/>
                  <a:gd name="connsiteY51" fmla="*/ 773685 h 1309076"/>
                  <a:gd name="connsiteX52" fmla="*/ 433104 w 776987"/>
                  <a:gd name="connsiteY52" fmla="*/ 733765 h 1309076"/>
                  <a:gd name="connsiteX53" fmla="*/ 433104 w 776987"/>
                  <a:gd name="connsiteY53" fmla="*/ 733765 h 1309076"/>
                  <a:gd name="connsiteX54" fmla="*/ 473317 w 776987"/>
                  <a:gd name="connsiteY54" fmla="*/ 744626 h 1309076"/>
                  <a:gd name="connsiteX55" fmla="*/ 473317 w 776987"/>
                  <a:gd name="connsiteY55" fmla="*/ 744626 h 1309076"/>
                  <a:gd name="connsiteX56" fmla="*/ 462457 w 776987"/>
                  <a:gd name="connsiteY56" fmla="*/ 784545 h 1309076"/>
                  <a:gd name="connsiteX57" fmla="*/ 462457 w 776987"/>
                  <a:gd name="connsiteY57" fmla="*/ 784545 h 1309076"/>
                  <a:gd name="connsiteX58" fmla="*/ 447781 w 776987"/>
                  <a:gd name="connsiteY58" fmla="*/ 788361 h 1309076"/>
                  <a:gd name="connsiteX59" fmla="*/ 447781 w 776987"/>
                  <a:gd name="connsiteY59" fmla="*/ 788361 h 1309076"/>
                  <a:gd name="connsiteX60" fmla="*/ 422244 w 776987"/>
                  <a:gd name="connsiteY60" fmla="*/ 773685 h 1309076"/>
                  <a:gd name="connsiteX61" fmla="*/ 362658 w 776987"/>
                  <a:gd name="connsiteY61" fmla="*/ 669483 h 1309076"/>
                  <a:gd name="connsiteX62" fmla="*/ 373225 w 776987"/>
                  <a:gd name="connsiteY62" fmla="*/ 629563 h 1309076"/>
                  <a:gd name="connsiteX63" fmla="*/ 373225 w 776987"/>
                  <a:gd name="connsiteY63" fmla="*/ 629563 h 1309076"/>
                  <a:gd name="connsiteX64" fmla="*/ 413438 w 776987"/>
                  <a:gd name="connsiteY64" fmla="*/ 640424 h 1309076"/>
                  <a:gd name="connsiteX65" fmla="*/ 413438 w 776987"/>
                  <a:gd name="connsiteY65" fmla="*/ 640424 h 1309076"/>
                  <a:gd name="connsiteX66" fmla="*/ 402578 w 776987"/>
                  <a:gd name="connsiteY66" fmla="*/ 680343 h 1309076"/>
                  <a:gd name="connsiteX67" fmla="*/ 402578 w 776987"/>
                  <a:gd name="connsiteY67" fmla="*/ 680343 h 1309076"/>
                  <a:gd name="connsiteX68" fmla="*/ 387901 w 776987"/>
                  <a:gd name="connsiteY68" fmla="*/ 684159 h 1309076"/>
                  <a:gd name="connsiteX69" fmla="*/ 387901 w 776987"/>
                  <a:gd name="connsiteY69" fmla="*/ 684159 h 1309076"/>
                  <a:gd name="connsiteX70" fmla="*/ 362658 w 776987"/>
                  <a:gd name="connsiteY70" fmla="*/ 669483 h 1309076"/>
                  <a:gd name="connsiteX71" fmla="*/ 302779 w 776987"/>
                  <a:gd name="connsiteY71" fmla="*/ 565281 h 1309076"/>
                  <a:gd name="connsiteX72" fmla="*/ 313639 w 776987"/>
                  <a:gd name="connsiteY72" fmla="*/ 525362 h 1309076"/>
                  <a:gd name="connsiteX73" fmla="*/ 313639 w 776987"/>
                  <a:gd name="connsiteY73" fmla="*/ 525362 h 1309076"/>
                  <a:gd name="connsiteX74" fmla="*/ 353559 w 776987"/>
                  <a:gd name="connsiteY74" fmla="*/ 536222 h 1309076"/>
                  <a:gd name="connsiteX75" fmla="*/ 353559 w 776987"/>
                  <a:gd name="connsiteY75" fmla="*/ 536222 h 1309076"/>
                  <a:gd name="connsiteX76" fmla="*/ 342698 w 776987"/>
                  <a:gd name="connsiteY76" fmla="*/ 576142 h 1309076"/>
                  <a:gd name="connsiteX77" fmla="*/ 342698 w 776987"/>
                  <a:gd name="connsiteY77" fmla="*/ 576142 h 1309076"/>
                  <a:gd name="connsiteX78" fmla="*/ 328316 w 776987"/>
                  <a:gd name="connsiteY78" fmla="*/ 579958 h 1309076"/>
                  <a:gd name="connsiteX79" fmla="*/ 328316 w 776987"/>
                  <a:gd name="connsiteY79" fmla="*/ 579958 h 1309076"/>
                  <a:gd name="connsiteX80" fmla="*/ 302779 w 776987"/>
                  <a:gd name="connsiteY80" fmla="*/ 565281 h 1309076"/>
                  <a:gd name="connsiteX81" fmla="*/ 242899 w 776987"/>
                  <a:gd name="connsiteY81" fmla="*/ 461079 h 1309076"/>
                  <a:gd name="connsiteX82" fmla="*/ 242899 w 776987"/>
                  <a:gd name="connsiteY82" fmla="*/ 461079 h 1309076"/>
                  <a:gd name="connsiteX83" fmla="*/ 253760 w 776987"/>
                  <a:gd name="connsiteY83" fmla="*/ 420866 h 1309076"/>
                  <a:gd name="connsiteX84" fmla="*/ 253760 w 776987"/>
                  <a:gd name="connsiteY84" fmla="*/ 420866 h 1309076"/>
                  <a:gd name="connsiteX85" fmla="*/ 293973 w 776987"/>
                  <a:gd name="connsiteY85" fmla="*/ 431727 h 1309076"/>
                  <a:gd name="connsiteX86" fmla="*/ 293973 w 776987"/>
                  <a:gd name="connsiteY86" fmla="*/ 431727 h 1309076"/>
                  <a:gd name="connsiteX87" fmla="*/ 283112 w 776987"/>
                  <a:gd name="connsiteY87" fmla="*/ 471940 h 1309076"/>
                  <a:gd name="connsiteX88" fmla="*/ 283112 w 776987"/>
                  <a:gd name="connsiteY88" fmla="*/ 471940 h 1309076"/>
                  <a:gd name="connsiteX89" fmla="*/ 268436 w 776987"/>
                  <a:gd name="connsiteY89" fmla="*/ 475756 h 1309076"/>
                  <a:gd name="connsiteX90" fmla="*/ 268436 w 776987"/>
                  <a:gd name="connsiteY90" fmla="*/ 475756 h 1309076"/>
                  <a:gd name="connsiteX91" fmla="*/ 242899 w 776987"/>
                  <a:gd name="connsiteY91" fmla="*/ 461079 h 1309076"/>
                  <a:gd name="connsiteX92" fmla="*/ 183314 w 776987"/>
                  <a:gd name="connsiteY92" fmla="*/ 356584 h 1309076"/>
                  <a:gd name="connsiteX93" fmla="*/ 194174 w 776987"/>
                  <a:gd name="connsiteY93" fmla="*/ 316665 h 1309076"/>
                  <a:gd name="connsiteX94" fmla="*/ 194174 w 776987"/>
                  <a:gd name="connsiteY94" fmla="*/ 316665 h 1309076"/>
                  <a:gd name="connsiteX95" fmla="*/ 234094 w 776987"/>
                  <a:gd name="connsiteY95" fmla="*/ 327525 h 1309076"/>
                  <a:gd name="connsiteX96" fmla="*/ 234094 w 776987"/>
                  <a:gd name="connsiteY96" fmla="*/ 327525 h 1309076"/>
                  <a:gd name="connsiteX97" fmla="*/ 223233 w 776987"/>
                  <a:gd name="connsiteY97" fmla="*/ 367445 h 1309076"/>
                  <a:gd name="connsiteX98" fmla="*/ 223233 w 776987"/>
                  <a:gd name="connsiteY98" fmla="*/ 367445 h 1309076"/>
                  <a:gd name="connsiteX99" fmla="*/ 208557 w 776987"/>
                  <a:gd name="connsiteY99" fmla="*/ 371554 h 1309076"/>
                  <a:gd name="connsiteX100" fmla="*/ 208557 w 776987"/>
                  <a:gd name="connsiteY100" fmla="*/ 371554 h 1309076"/>
                  <a:gd name="connsiteX101" fmla="*/ 183314 w 776987"/>
                  <a:gd name="connsiteY101" fmla="*/ 356584 h 1309076"/>
                  <a:gd name="connsiteX102" fmla="*/ 123434 w 776987"/>
                  <a:gd name="connsiteY102" fmla="*/ 252382 h 1309076"/>
                  <a:gd name="connsiteX103" fmla="*/ 134295 w 776987"/>
                  <a:gd name="connsiteY103" fmla="*/ 212463 h 1309076"/>
                  <a:gd name="connsiteX104" fmla="*/ 134295 w 776987"/>
                  <a:gd name="connsiteY104" fmla="*/ 212463 h 1309076"/>
                  <a:gd name="connsiteX105" fmla="*/ 174508 w 776987"/>
                  <a:gd name="connsiteY105" fmla="*/ 223323 h 1309076"/>
                  <a:gd name="connsiteX106" fmla="*/ 174508 w 776987"/>
                  <a:gd name="connsiteY106" fmla="*/ 223323 h 1309076"/>
                  <a:gd name="connsiteX107" fmla="*/ 163647 w 776987"/>
                  <a:gd name="connsiteY107" fmla="*/ 263243 h 1309076"/>
                  <a:gd name="connsiteX108" fmla="*/ 163647 w 776987"/>
                  <a:gd name="connsiteY108" fmla="*/ 263243 h 1309076"/>
                  <a:gd name="connsiteX109" fmla="*/ 148971 w 776987"/>
                  <a:gd name="connsiteY109" fmla="*/ 267352 h 1309076"/>
                  <a:gd name="connsiteX110" fmla="*/ 148971 w 776987"/>
                  <a:gd name="connsiteY110" fmla="*/ 267352 h 1309076"/>
                  <a:gd name="connsiteX111" fmla="*/ 123434 w 776987"/>
                  <a:gd name="connsiteY111" fmla="*/ 252382 h 1309076"/>
                  <a:gd name="connsiteX112" fmla="*/ 63555 w 776987"/>
                  <a:gd name="connsiteY112" fmla="*/ 148181 h 1309076"/>
                  <a:gd name="connsiteX113" fmla="*/ 74415 w 776987"/>
                  <a:gd name="connsiteY113" fmla="*/ 108261 h 1309076"/>
                  <a:gd name="connsiteX114" fmla="*/ 74415 w 776987"/>
                  <a:gd name="connsiteY114" fmla="*/ 108261 h 1309076"/>
                  <a:gd name="connsiteX115" fmla="*/ 114629 w 776987"/>
                  <a:gd name="connsiteY115" fmla="*/ 119122 h 1309076"/>
                  <a:gd name="connsiteX116" fmla="*/ 114629 w 776987"/>
                  <a:gd name="connsiteY116" fmla="*/ 119122 h 1309076"/>
                  <a:gd name="connsiteX117" fmla="*/ 103768 w 776987"/>
                  <a:gd name="connsiteY117" fmla="*/ 159041 h 1309076"/>
                  <a:gd name="connsiteX118" fmla="*/ 103768 w 776987"/>
                  <a:gd name="connsiteY118" fmla="*/ 159041 h 1309076"/>
                  <a:gd name="connsiteX119" fmla="*/ 89092 w 776987"/>
                  <a:gd name="connsiteY119" fmla="*/ 162857 h 1309076"/>
                  <a:gd name="connsiteX120" fmla="*/ 89092 w 776987"/>
                  <a:gd name="connsiteY120" fmla="*/ 162857 h 1309076"/>
                  <a:gd name="connsiteX121" fmla="*/ 63555 w 776987"/>
                  <a:gd name="connsiteY121" fmla="*/ 148181 h 1309076"/>
                  <a:gd name="connsiteX122" fmla="*/ 3969 w 776987"/>
                  <a:gd name="connsiteY122" fmla="*/ 43979 h 1309076"/>
                  <a:gd name="connsiteX123" fmla="*/ 3969 w 776987"/>
                  <a:gd name="connsiteY123" fmla="*/ 43979 h 1309076"/>
                  <a:gd name="connsiteX124" fmla="*/ 14830 w 776987"/>
                  <a:gd name="connsiteY124" fmla="*/ 3766 h 1309076"/>
                  <a:gd name="connsiteX125" fmla="*/ 14830 w 776987"/>
                  <a:gd name="connsiteY125" fmla="*/ 3766 h 1309076"/>
                  <a:gd name="connsiteX126" fmla="*/ 54749 w 776987"/>
                  <a:gd name="connsiteY126" fmla="*/ 14920 h 1309076"/>
                  <a:gd name="connsiteX127" fmla="*/ 54749 w 776987"/>
                  <a:gd name="connsiteY127" fmla="*/ 14920 h 1309076"/>
                  <a:gd name="connsiteX128" fmla="*/ 43889 w 776987"/>
                  <a:gd name="connsiteY128" fmla="*/ 54839 h 1309076"/>
                  <a:gd name="connsiteX129" fmla="*/ 43889 w 776987"/>
                  <a:gd name="connsiteY129" fmla="*/ 54839 h 1309076"/>
                  <a:gd name="connsiteX130" fmla="*/ 29506 w 776987"/>
                  <a:gd name="connsiteY130" fmla="*/ 58655 h 1309076"/>
                  <a:gd name="connsiteX131" fmla="*/ 29506 w 776987"/>
                  <a:gd name="connsiteY131" fmla="*/ 58655 h 1309076"/>
                  <a:gd name="connsiteX132" fmla="*/ 3969 w 776987"/>
                  <a:gd name="connsiteY132" fmla="*/ 43979 h 1309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</a:cxnLst>
                <a:rect l="l" t="t" r="r" b="b"/>
                <a:pathLst>
                  <a:path w="776987" h="1309076">
                    <a:moveTo>
                      <a:pt x="722227" y="1294400"/>
                    </a:moveTo>
                    <a:cubicBezTo>
                      <a:pt x="714009" y="1280604"/>
                      <a:pt x="718999" y="1262406"/>
                      <a:pt x="733088" y="1254480"/>
                    </a:cubicBezTo>
                    <a:lnTo>
                      <a:pt x="733088" y="1254480"/>
                    </a:lnTo>
                    <a:cubicBezTo>
                      <a:pt x="746884" y="1246262"/>
                      <a:pt x="765082" y="1250958"/>
                      <a:pt x="773008" y="1265047"/>
                    </a:cubicBezTo>
                    <a:lnTo>
                      <a:pt x="773008" y="1265047"/>
                    </a:lnTo>
                    <a:cubicBezTo>
                      <a:pt x="781226" y="1279136"/>
                      <a:pt x="776236" y="1297042"/>
                      <a:pt x="762441" y="1305260"/>
                    </a:cubicBezTo>
                    <a:lnTo>
                      <a:pt x="762441" y="1305260"/>
                    </a:lnTo>
                    <a:cubicBezTo>
                      <a:pt x="757744" y="1307902"/>
                      <a:pt x="752754" y="1309076"/>
                      <a:pt x="747764" y="1309076"/>
                    </a:cubicBezTo>
                    <a:lnTo>
                      <a:pt x="747764" y="1309076"/>
                    </a:lnTo>
                    <a:cubicBezTo>
                      <a:pt x="737491" y="1309076"/>
                      <a:pt x="727805" y="1303793"/>
                      <a:pt x="722227" y="1294400"/>
                    </a:cubicBezTo>
                    <a:close/>
                    <a:moveTo>
                      <a:pt x="662055" y="1190198"/>
                    </a:moveTo>
                    <a:lnTo>
                      <a:pt x="662055" y="1190198"/>
                    </a:lnTo>
                    <a:cubicBezTo>
                      <a:pt x="654129" y="1176402"/>
                      <a:pt x="658826" y="1158497"/>
                      <a:pt x="672915" y="1150279"/>
                    </a:cubicBezTo>
                    <a:lnTo>
                      <a:pt x="672915" y="1150279"/>
                    </a:lnTo>
                    <a:cubicBezTo>
                      <a:pt x="687004" y="1142060"/>
                      <a:pt x="704909" y="1147050"/>
                      <a:pt x="713128" y="1161139"/>
                    </a:cubicBezTo>
                    <a:lnTo>
                      <a:pt x="713128" y="1161139"/>
                    </a:lnTo>
                    <a:cubicBezTo>
                      <a:pt x="721053" y="1175228"/>
                      <a:pt x="716357" y="1193133"/>
                      <a:pt x="702268" y="1201059"/>
                    </a:cubicBezTo>
                    <a:lnTo>
                      <a:pt x="702268" y="1201059"/>
                    </a:lnTo>
                    <a:cubicBezTo>
                      <a:pt x="697571" y="1203700"/>
                      <a:pt x="692581" y="1205168"/>
                      <a:pt x="687591" y="1205168"/>
                    </a:cubicBezTo>
                    <a:lnTo>
                      <a:pt x="687591" y="1205168"/>
                    </a:lnTo>
                    <a:cubicBezTo>
                      <a:pt x="677612" y="1205168"/>
                      <a:pt x="667632" y="1199885"/>
                      <a:pt x="662055" y="1190198"/>
                    </a:cubicBezTo>
                    <a:close/>
                    <a:moveTo>
                      <a:pt x="602175" y="1086290"/>
                    </a:moveTo>
                    <a:cubicBezTo>
                      <a:pt x="593956" y="1072201"/>
                      <a:pt x="598947" y="1054296"/>
                      <a:pt x="613036" y="1046077"/>
                    </a:cubicBezTo>
                    <a:lnTo>
                      <a:pt x="613036" y="1046077"/>
                    </a:lnTo>
                    <a:cubicBezTo>
                      <a:pt x="626831" y="1038152"/>
                      <a:pt x="645030" y="1042848"/>
                      <a:pt x="652955" y="1056937"/>
                    </a:cubicBezTo>
                    <a:lnTo>
                      <a:pt x="652955" y="1056937"/>
                    </a:lnTo>
                    <a:cubicBezTo>
                      <a:pt x="661174" y="1071027"/>
                      <a:pt x="656184" y="1088932"/>
                      <a:pt x="642095" y="1097150"/>
                    </a:cubicBezTo>
                    <a:lnTo>
                      <a:pt x="642095" y="1097150"/>
                    </a:lnTo>
                    <a:cubicBezTo>
                      <a:pt x="637692" y="1099792"/>
                      <a:pt x="632702" y="1100966"/>
                      <a:pt x="627712" y="1100966"/>
                    </a:cubicBezTo>
                    <a:lnTo>
                      <a:pt x="627712" y="1100966"/>
                    </a:lnTo>
                    <a:cubicBezTo>
                      <a:pt x="617439" y="1100966"/>
                      <a:pt x="607459" y="1095683"/>
                      <a:pt x="602175" y="1086290"/>
                    </a:cubicBezTo>
                    <a:close/>
                    <a:moveTo>
                      <a:pt x="542296" y="982088"/>
                    </a:moveTo>
                    <a:cubicBezTo>
                      <a:pt x="534077" y="967999"/>
                      <a:pt x="538774" y="950094"/>
                      <a:pt x="552863" y="942169"/>
                    </a:cubicBezTo>
                    <a:lnTo>
                      <a:pt x="552863" y="942169"/>
                    </a:lnTo>
                    <a:cubicBezTo>
                      <a:pt x="566952" y="933950"/>
                      <a:pt x="584857" y="938646"/>
                      <a:pt x="593076" y="952736"/>
                    </a:cubicBezTo>
                    <a:lnTo>
                      <a:pt x="593076" y="952736"/>
                    </a:lnTo>
                    <a:cubicBezTo>
                      <a:pt x="601001" y="966825"/>
                      <a:pt x="596305" y="984730"/>
                      <a:pt x="582216" y="992949"/>
                    </a:cubicBezTo>
                    <a:lnTo>
                      <a:pt x="582216" y="992949"/>
                    </a:lnTo>
                    <a:cubicBezTo>
                      <a:pt x="577519" y="995590"/>
                      <a:pt x="572529" y="996765"/>
                      <a:pt x="567539" y="996765"/>
                    </a:cubicBezTo>
                    <a:lnTo>
                      <a:pt x="567539" y="996765"/>
                    </a:lnTo>
                    <a:cubicBezTo>
                      <a:pt x="557266" y="996765"/>
                      <a:pt x="547580" y="991481"/>
                      <a:pt x="542296" y="982088"/>
                    </a:cubicBezTo>
                    <a:close/>
                    <a:moveTo>
                      <a:pt x="482123" y="877886"/>
                    </a:moveTo>
                    <a:cubicBezTo>
                      <a:pt x="474198" y="863797"/>
                      <a:pt x="478894" y="845892"/>
                      <a:pt x="492984" y="837967"/>
                    </a:cubicBezTo>
                    <a:lnTo>
                      <a:pt x="492984" y="837967"/>
                    </a:lnTo>
                    <a:cubicBezTo>
                      <a:pt x="507073" y="829748"/>
                      <a:pt x="524978" y="834738"/>
                      <a:pt x="533197" y="848827"/>
                    </a:cubicBezTo>
                    <a:lnTo>
                      <a:pt x="533197" y="848827"/>
                    </a:lnTo>
                    <a:cubicBezTo>
                      <a:pt x="541122" y="862623"/>
                      <a:pt x="536425" y="880528"/>
                      <a:pt x="522336" y="888747"/>
                    </a:cubicBezTo>
                    <a:lnTo>
                      <a:pt x="522336" y="888747"/>
                    </a:lnTo>
                    <a:cubicBezTo>
                      <a:pt x="517640" y="891389"/>
                      <a:pt x="512650" y="892563"/>
                      <a:pt x="507660" y="892563"/>
                    </a:cubicBezTo>
                    <a:lnTo>
                      <a:pt x="507660" y="892563"/>
                    </a:lnTo>
                    <a:cubicBezTo>
                      <a:pt x="497386" y="892563"/>
                      <a:pt x="487700" y="887279"/>
                      <a:pt x="482123" y="877886"/>
                    </a:cubicBezTo>
                    <a:close/>
                    <a:moveTo>
                      <a:pt x="422244" y="773685"/>
                    </a:moveTo>
                    <a:cubicBezTo>
                      <a:pt x="414319" y="759595"/>
                      <a:pt x="419015" y="741690"/>
                      <a:pt x="433104" y="733765"/>
                    </a:cubicBezTo>
                    <a:lnTo>
                      <a:pt x="433104" y="733765"/>
                    </a:lnTo>
                    <a:cubicBezTo>
                      <a:pt x="447193" y="725546"/>
                      <a:pt x="465099" y="730536"/>
                      <a:pt x="473317" y="744626"/>
                    </a:cubicBezTo>
                    <a:lnTo>
                      <a:pt x="473317" y="744626"/>
                    </a:lnTo>
                    <a:cubicBezTo>
                      <a:pt x="481243" y="758715"/>
                      <a:pt x="476546" y="776326"/>
                      <a:pt x="462457" y="784545"/>
                    </a:cubicBezTo>
                    <a:lnTo>
                      <a:pt x="462457" y="784545"/>
                    </a:lnTo>
                    <a:cubicBezTo>
                      <a:pt x="457760" y="787187"/>
                      <a:pt x="452771" y="788361"/>
                      <a:pt x="447781" y="788361"/>
                    </a:cubicBezTo>
                    <a:lnTo>
                      <a:pt x="447781" y="788361"/>
                    </a:lnTo>
                    <a:cubicBezTo>
                      <a:pt x="437801" y="788361"/>
                      <a:pt x="427821" y="783078"/>
                      <a:pt x="422244" y="773685"/>
                    </a:cubicBezTo>
                    <a:close/>
                    <a:moveTo>
                      <a:pt x="362658" y="669483"/>
                    </a:moveTo>
                    <a:cubicBezTo>
                      <a:pt x="354439" y="655394"/>
                      <a:pt x="359136" y="637489"/>
                      <a:pt x="373225" y="629563"/>
                    </a:cubicBezTo>
                    <a:lnTo>
                      <a:pt x="373225" y="629563"/>
                    </a:lnTo>
                    <a:cubicBezTo>
                      <a:pt x="387314" y="621345"/>
                      <a:pt x="405219" y="626335"/>
                      <a:pt x="413438" y="640424"/>
                    </a:cubicBezTo>
                    <a:lnTo>
                      <a:pt x="413438" y="640424"/>
                    </a:lnTo>
                    <a:cubicBezTo>
                      <a:pt x="421363" y="654220"/>
                      <a:pt x="416667" y="672418"/>
                      <a:pt x="402578" y="680343"/>
                    </a:cubicBezTo>
                    <a:lnTo>
                      <a:pt x="402578" y="680343"/>
                    </a:lnTo>
                    <a:cubicBezTo>
                      <a:pt x="397881" y="682985"/>
                      <a:pt x="392891" y="684159"/>
                      <a:pt x="387901" y="684159"/>
                    </a:cubicBezTo>
                    <a:lnTo>
                      <a:pt x="387901" y="684159"/>
                    </a:lnTo>
                    <a:cubicBezTo>
                      <a:pt x="377921" y="684159"/>
                      <a:pt x="367941" y="678876"/>
                      <a:pt x="362658" y="669483"/>
                    </a:cubicBezTo>
                    <a:close/>
                    <a:moveTo>
                      <a:pt x="302779" y="565281"/>
                    </a:moveTo>
                    <a:cubicBezTo>
                      <a:pt x="294560" y="551192"/>
                      <a:pt x="299550" y="533287"/>
                      <a:pt x="313639" y="525362"/>
                    </a:cubicBezTo>
                    <a:lnTo>
                      <a:pt x="313639" y="525362"/>
                    </a:lnTo>
                    <a:cubicBezTo>
                      <a:pt x="327728" y="517143"/>
                      <a:pt x="345633" y="522133"/>
                      <a:pt x="353559" y="536222"/>
                    </a:cubicBezTo>
                    <a:lnTo>
                      <a:pt x="353559" y="536222"/>
                    </a:lnTo>
                    <a:cubicBezTo>
                      <a:pt x="361777" y="550018"/>
                      <a:pt x="356788" y="567923"/>
                      <a:pt x="342698" y="576142"/>
                    </a:cubicBezTo>
                    <a:lnTo>
                      <a:pt x="342698" y="576142"/>
                    </a:lnTo>
                    <a:cubicBezTo>
                      <a:pt x="338295" y="578783"/>
                      <a:pt x="333012" y="579958"/>
                      <a:pt x="328316" y="579958"/>
                    </a:cubicBezTo>
                    <a:lnTo>
                      <a:pt x="328316" y="579958"/>
                    </a:lnTo>
                    <a:cubicBezTo>
                      <a:pt x="318042" y="579958"/>
                      <a:pt x="308062" y="574674"/>
                      <a:pt x="302779" y="565281"/>
                    </a:cubicBezTo>
                    <a:close/>
                    <a:moveTo>
                      <a:pt x="242899" y="461079"/>
                    </a:moveTo>
                    <a:lnTo>
                      <a:pt x="242899" y="461079"/>
                    </a:lnTo>
                    <a:cubicBezTo>
                      <a:pt x="234974" y="446990"/>
                      <a:pt x="239964" y="429085"/>
                      <a:pt x="253760" y="420866"/>
                    </a:cubicBezTo>
                    <a:lnTo>
                      <a:pt x="253760" y="420866"/>
                    </a:lnTo>
                    <a:cubicBezTo>
                      <a:pt x="267849" y="412941"/>
                      <a:pt x="285754" y="417638"/>
                      <a:pt x="293973" y="431727"/>
                    </a:cubicBezTo>
                    <a:lnTo>
                      <a:pt x="293973" y="431727"/>
                    </a:lnTo>
                    <a:cubicBezTo>
                      <a:pt x="301898" y="445816"/>
                      <a:pt x="297202" y="463721"/>
                      <a:pt x="283112" y="471940"/>
                    </a:cubicBezTo>
                    <a:lnTo>
                      <a:pt x="283112" y="471940"/>
                    </a:lnTo>
                    <a:cubicBezTo>
                      <a:pt x="278416" y="474582"/>
                      <a:pt x="273426" y="475756"/>
                      <a:pt x="268436" y="475756"/>
                    </a:cubicBezTo>
                    <a:lnTo>
                      <a:pt x="268436" y="475756"/>
                    </a:lnTo>
                    <a:cubicBezTo>
                      <a:pt x="258456" y="475756"/>
                      <a:pt x="248476" y="470472"/>
                      <a:pt x="242899" y="461079"/>
                    </a:cubicBezTo>
                    <a:close/>
                    <a:moveTo>
                      <a:pt x="183314" y="356584"/>
                    </a:moveTo>
                    <a:cubicBezTo>
                      <a:pt x="175095" y="342495"/>
                      <a:pt x="180085" y="324590"/>
                      <a:pt x="194174" y="316665"/>
                    </a:cubicBezTo>
                    <a:lnTo>
                      <a:pt x="194174" y="316665"/>
                    </a:lnTo>
                    <a:cubicBezTo>
                      <a:pt x="208263" y="308446"/>
                      <a:pt x="226168" y="313436"/>
                      <a:pt x="234094" y="327525"/>
                    </a:cubicBezTo>
                    <a:lnTo>
                      <a:pt x="234094" y="327525"/>
                    </a:lnTo>
                    <a:cubicBezTo>
                      <a:pt x="242312" y="341614"/>
                      <a:pt x="237322" y="359519"/>
                      <a:pt x="223233" y="367445"/>
                    </a:cubicBezTo>
                    <a:lnTo>
                      <a:pt x="223233" y="367445"/>
                    </a:lnTo>
                    <a:cubicBezTo>
                      <a:pt x="218830" y="370086"/>
                      <a:pt x="213547" y="371554"/>
                      <a:pt x="208557" y="371554"/>
                    </a:cubicBezTo>
                    <a:lnTo>
                      <a:pt x="208557" y="371554"/>
                    </a:lnTo>
                    <a:cubicBezTo>
                      <a:pt x="198577" y="371554"/>
                      <a:pt x="188597" y="366270"/>
                      <a:pt x="183314" y="356584"/>
                    </a:cubicBezTo>
                    <a:close/>
                    <a:moveTo>
                      <a:pt x="123434" y="252382"/>
                    </a:moveTo>
                    <a:cubicBezTo>
                      <a:pt x="115216" y="238293"/>
                      <a:pt x="120205" y="220388"/>
                      <a:pt x="134295" y="212463"/>
                    </a:cubicBezTo>
                    <a:lnTo>
                      <a:pt x="134295" y="212463"/>
                    </a:lnTo>
                    <a:cubicBezTo>
                      <a:pt x="148384" y="204244"/>
                      <a:pt x="166289" y="209234"/>
                      <a:pt x="174508" y="223323"/>
                    </a:cubicBezTo>
                    <a:lnTo>
                      <a:pt x="174508" y="223323"/>
                    </a:lnTo>
                    <a:cubicBezTo>
                      <a:pt x="182433" y="237413"/>
                      <a:pt x="177443" y="255318"/>
                      <a:pt x="163647" y="263243"/>
                    </a:cubicBezTo>
                    <a:lnTo>
                      <a:pt x="163647" y="263243"/>
                    </a:lnTo>
                    <a:cubicBezTo>
                      <a:pt x="158951" y="265885"/>
                      <a:pt x="153961" y="267352"/>
                      <a:pt x="148971" y="267352"/>
                    </a:cubicBezTo>
                    <a:lnTo>
                      <a:pt x="148971" y="267352"/>
                    </a:lnTo>
                    <a:cubicBezTo>
                      <a:pt x="138698" y="267352"/>
                      <a:pt x="129011" y="261775"/>
                      <a:pt x="123434" y="252382"/>
                    </a:cubicBezTo>
                    <a:close/>
                    <a:moveTo>
                      <a:pt x="63555" y="148181"/>
                    </a:moveTo>
                    <a:cubicBezTo>
                      <a:pt x="55630" y="134091"/>
                      <a:pt x="60326" y="116186"/>
                      <a:pt x="74415" y="108261"/>
                    </a:cubicBezTo>
                    <a:lnTo>
                      <a:pt x="74415" y="108261"/>
                    </a:lnTo>
                    <a:cubicBezTo>
                      <a:pt x="88505" y="100042"/>
                      <a:pt x="106703" y="105032"/>
                      <a:pt x="114629" y="119122"/>
                    </a:cubicBezTo>
                    <a:lnTo>
                      <a:pt x="114629" y="119122"/>
                    </a:lnTo>
                    <a:cubicBezTo>
                      <a:pt x="122554" y="132917"/>
                      <a:pt x="117857" y="151116"/>
                      <a:pt x="103768" y="159041"/>
                    </a:cubicBezTo>
                    <a:lnTo>
                      <a:pt x="103768" y="159041"/>
                    </a:lnTo>
                    <a:cubicBezTo>
                      <a:pt x="99071" y="161683"/>
                      <a:pt x="94082" y="162857"/>
                      <a:pt x="89092" y="162857"/>
                    </a:cubicBezTo>
                    <a:lnTo>
                      <a:pt x="89092" y="162857"/>
                    </a:lnTo>
                    <a:cubicBezTo>
                      <a:pt x="79112" y="162857"/>
                      <a:pt x="69132" y="157574"/>
                      <a:pt x="63555" y="148181"/>
                    </a:cubicBezTo>
                    <a:close/>
                    <a:moveTo>
                      <a:pt x="3969" y="43979"/>
                    </a:moveTo>
                    <a:lnTo>
                      <a:pt x="3969" y="43979"/>
                    </a:lnTo>
                    <a:cubicBezTo>
                      <a:pt x="-4250" y="29890"/>
                      <a:pt x="740" y="11985"/>
                      <a:pt x="14830" y="3766"/>
                    </a:cubicBezTo>
                    <a:lnTo>
                      <a:pt x="14830" y="3766"/>
                    </a:lnTo>
                    <a:cubicBezTo>
                      <a:pt x="28625" y="-4159"/>
                      <a:pt x="46824" y="831"/>
                      <a:pt x="54749" y="14920"/>
                    </a:cubicBezTo>
                    <a:lnTo>
                      <a:pt x="54749" y="14920"/>
                    </a:lnTo>
                    <a:cubicBezTo>
                      <a:pt x="62968" y="28716"/>
                      <a:pt x="57978" y="46914"/>
                      <a:pt x="43889" y="54839"/>
                    </a:cubicBezTo>
                    <a:lnTo>
                      <a:pt x="43889" y="54839"/>
                    </a:lnTo>
                    <a:cubicBezTo>
                      <a:pt x="39486" y="57481"/>
                      <a:pt x="34496" y="58655"/>
                      <a:pt x="29506" y="58655"/>
                    </a:cubicBezTo>
                    <a:lnTo>
                      <a:pt x="29506" y="58655"/>
                    </a:lnTo>
                    <a:cubicBezTo>
                      <a:pt x="19233" y="58655"/>
                      <a:pt x="9253" y="53372"/>
                      <a:pt x="3969" y="4397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E2A8C3A1-0BE8-1340-B6C9-96862E14AFEC}"/>
                  </a:ext>
                </a:extLst>
              </p:cNvPr>
              <p:cNvSpPr/>
              <p:nvPr/>
            </p:nvSpPr>
            <p:spPr>
              <a:xfrm>
                <a:off x="8642383" y="3499045"/>
                <a:ext cx="95226" cy="258590"/>
              </a:xfrm>
              <a:custGeom>
                <a:avLst/>
                <a:gdLst>
                  <a:gd name="connsiteX0" fmla="*/ 14311 w 95226"/>
                  <a:gd name="connsiteY0" fmla="*/ 254481 h 258590"/>
                  <a:gd name="connsiteX1" fmla="*/ 4331 w 95226"/>
                  <a:gd name="connsiteY1" fmla="*/ 213975 h 258590"/>
                  <a:gd name="connsiteX2" fmla="*/ 4331 w 95226"/>
                  <a:gd name="connsiteY2" fmla="*/ 213975 h 258590"/>
                  <a:gd name="connsiteX3" fmla="*/ 44544 w 95226"/>
                  <a:gd name="connsiteY3" fmla="*/ 203995 h 258590"/>
                  <a:gd name="connsiteX4" fmla="*/ 44544 w 95226"/>
                  <a:gd name="connsiteY4" fmla="*/ 203995 h 258590"/>
                  <a:gd name="connsiteX5" fmla="*/ 54524 w 95226"/>
                  <a:gd name="connsiteY5" fmla="*/ 244501 h 258590"/>
                  <a:gd name="connsiteX6" fmla="*/ 54524 w 95226"/>
                  <a:gd name="connsiteY6" fmla="*/ 244501 h 258590"/>
                  <a:gd name="connsiteX7" fmla="*/ 29281 w 95226"/>
                  <a:gd name="connsiteY7" fmla="*/ 258591 h 258590"/>
                  <a:gd name="connsiteX8" fmla="*/ 29281 w 95226"/>
                  <a:gd name="connsiteY8" fmla="*/ 258591 h 258590"/>
                  <a:gd name="connsiteX9" fmla="*/ 14311 w 95226"/>
                  <a:gd name="connsiteY9" fmla="*/ 254481 h 258590"/>
                  <a:gd name="connsiteX10" fmla="*/ 60688 w 95226"/>
                  <a:gd name="connsiteY10" fmla="*/ 161433 h 258590"/>
                  <a:gd name="connsiteX11" fmla="*/ 36913 w 95226"/>
                  <a:gd name="connsiteY11" fmla="*/ 127384 h 258590"/>
                  <a:gd name="connsiteX12" fmla="*/ 36913 w 95226"/>
                  <a:gd name="connsiteY12" fmla="*/ 127384 h 258590"/>
                  <a:gd name="connsiteX13" fmla="*/ 70961 w 95226"/>
                  <a:gd name="connsiteY13" fmla="*/ 103902 h 258590"/>
                  <a:gd name="connsiteX14" fmla="*/ 70961 w 95226"/>
                  <a:gd name="connsiteY14" fmla="*/ 103902 h 258590"/>
                  <a:gd name="connsiteX15" fmla="*/ 94737 w 95226"/>
                  <a:gd name="connsiteY15" fmla="*/ 137951 h 258590"/>
                  <a:gd name="connsiteX16" fmla="*/ 94737 w 95226"/>
                  <a:gd name="connsiteY16" fmla="*/ 137951 h 258590"/>
                  <a:gd name="connsiteX17" fmla="*/ 65972 w 95226"/>
                  <a:gd name="connsiteY17" fmla="*/ 162021 h 258590"/>
                  <a:gd name="connsiteX18" fmla="*/ 65972 w 95226"/>
                  <a:gd name="connsiteY18" fmla="*/ 162021 h 258590"/>
                  <a:gd name="connsiteX19" fmla="*/ 60688 w 95226"/>
                  <a:gd name="connsiteY19" fmla="*/ 161433 h 258590"/>
                  <a:gd name="connsiteX20" fmla="*/ 36619 w 95226"/>
                  <a:gd name="connsiteY20" fmla="*/ 34630 h 258590"/>
                  <a:gd name="connsiteX21" fmla="*/ 59808 w 95226"/>
                  <a:gd name="connsiteY21" fmla="*/ 581 h 258590"/>
                  <a:gd name="connsiteX22" fmla="*/ 59808 w 95226"/>
                  <a:gd name="connsiteY22" fmla="*/ 581 h 258590"/>
                  <a:gd name="connsiteX23" fmla="*/ 94150 w 95226"/>
                  <a:gd name="connsiteY23" fmla="*/ 23770 h 258590"/>
                  <a:gd name="connsiteX24" fmla="*/ 94150 w 95226"/>
                  <a:gd name="connsiteY24" fmla="*/ 23770 h 258590"/>
                  <a:gd name="connsiteX25" fmla="*/ 70961 w 95226"/>
                  <a:gd name="connsiteY25" fmla="*/ 58112 h 258590"/>
                  <a:gd name="connsiteX26" fmla="*/ 70961 w 95226"/>
                  <a:gd name="connsiteY26" fmla="*/ 58112 h 258590"/>
                  <a:gd name="connsiteX27" fmla="*/ 65384 w 95226"/>
                  <a:gd name="connsiteY27" fmla="*/ 58699 h 258590"/>
                  <a:gd name="connsiteX28" fmla="*/ 65384 w 95226"/>
                  <a:gd name="connsiteY28" fmla="*/ 58699 h 258590"/>
                  <a:gd name="connsiteX29" fmla="*/ 36619 w 95226"/>
                  <a:gd name="connsiteY29" fmla="*/ 34630 h 258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95226" h="258590">
                    <a:moveTo>
                      <a:pt x="14311" y="254481"/>
                    </a:moveTo>
                    <a:cubicBezTo>
                      <a:pt x="222" y="245969"/>
                      <a:pt x="-4181" y="227770"/>
                      <a:pt x="4331" y="213975"/>
                    </a:cubicBezTo>
                    <a:lnTo>
                      <a:pt x="4331" y="213975"/>
                    </a:lnTo>
                    <a:cubicBezTo>
                      <a:pt x="12550" y="200179"/>
                      <a:pt x="30455" y="195776"/>
                      <a:pt x="44544" y="203995"/>
                    </a:cubicBezTo>
                    <a:lnTo>
                      <a:pt x="44544" y="203995"/>
                    </a:lnTo>
                    <a:cubicBezTo>
                      <a:pt x="58340" y="212507"/>
                      <a:pt x="62743" y="230412"/>
                      <a:pt x="54524" y="244501"/>
                    </a:cubicBezTo>
                    <a:lnTo>
                      <a:pt x="54524" y="244501"/>
                    </a:lnTo>
                    <a:cubicBezTo>
                      <a:pt x="48947" y="253601"/>
                      <a:pt x="39261" y="258591"/>
                      <a:pt x="29281" y="258591"/>
                    </a:cubicBezTo>
                    <a:lnTo>
                      <a:pt x="29281" y="258591"/>
                    </a:lnTo>
                    <a:cubicBezTo>
                      <a:pt x="24291" y="258591"/>
                      <a:pt x="19007" y="257123"/>
                      <a:pt x="14311" y="254481"/>
                    </a:cubicBezTo>
                    <a:close/>
                    <a:moveTo>
                      <a:pt x="60688" y="161433"/>
                    </a:moveTo>
                    <a:cubicBezTo>
                      <a:pt x="44544" y="158498"/>
                      <a:pt x="33977" y="143235"/>
                      <a:pt x="36913" y="127384"/>
                    </a:cubicBezTo>
                    <a:lnTo>
                      <a:pt x="36913" y="127384"/>
                    </a:lnTo>
                    <a:cubicBezTo>
                      <a:pt x="39848" y="111240"/>
                      <a:pt x="55111" y="100673"/>
                      <a:pt x="70961" y="103902"/>
                    </a:cubicBezTo>
                    <a:lnTo>
                      <a:pt x="70961" y="103902"/>
                    </a:lnTo>
                    <a:cubicBezTo>
                      <a:pt x="87105" y="106544"/>
                      <a:pt x="97672" y="121807"/>
                      <a:pt x="94737" y="137951"/>
                    </a:cubicBezTo>
                    <a:lnTo>
                      <a:pt x="94737" y="137951"/>
                    </a:lnTo>
                    <a:cubicBezTo>
                      <a:pt x="92095" y="152041"/>
                      <a:pt x="79767" y="162021"/>
                      <a:pt x="65972" y="162021"/>
                    </a:cubicBezTo>
                    <a:lnTo>
                      <a:pt x="65972" y="162021"/>
                    </a:lnTo>
                    <a:cubicBezTo>
                      <a:pt x="64210" y="162021"/>
                      <a:pt x="62449" y="162021"/>
                      <a:pt x="60688" y="161433"/>
                    </a:cubicBezTo>
                    <a:close/>
                    <a:moveTo>
                      <a:pt x="36619" y="34630"/>
                    </a:moveTo>
                    <a:cubicBezTo>
                      <a:pt x="33684" y="18780"/>
                      <a:pt x="43957" y="3516"/>
                      <a:pt x="59808" y="581"/>
                    </a:cubicBezTo>
                    <a:lnTo>
                      <a:pt x="59808" y="581"/>
                    </a:lnTo>
                    <a:cubicBezTo>
                      <a:pt x="75951" y="-2648"/>
                      <a:pt x="91215" y="7919"/>
                      <a:pt x="94150" y="23770"/>
                    </a:cubicBezTo>
                    <a:lnTo>
                      <a:pt x="94150" y="23770"/>
                    </a:lnTo>
                    <a:cubicBezTo>
                      <a:pt x="97379" y="39914"/>
                      <a:pt x="86812" y="55177"/>
                      <a:pt x="70961" y="58112"/>
                    </a:cubicBezTo>
                    <a:lnTo>
                      <a:pt x="70961" y="58112"/>
                    </a:lnTo>
                    <a:cubicBezTo>
                      <a:pt x="68907" y="58699"/>
                      <a:pt x="67146" y="58699"/>
                      <a:pt x="65384" y="58699"/>
                    </a:cubicBezTo>
                    <a:lnTo>
                      <a:pt x="65384" y="58699"/>
                    </a:lnTo>
                    <a:cubicBezTo>
                      <a:pt x="51589" y="58699"/>
                      <a:pt x="39261" y="49013"/>
                      <a:pt x="36619" y="3463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B1AD5FA0-C90F-ED3F-67E2-7A8AFEE03361}"/>
                  </a:ext>
                </a:extLst>
              </p:cNvPr>
              <p:cNvSpPr/>
              <p:nvPr/>
            </p:nvSpPr>
            <p:spPr>
              <a:xfrm>
                <a:off x="8486809" y="3819465"/>
                <a:ext cx="58552" cy="58809"/>
              </a:xfrm>
              <a:custGeom>
                <a:avLst/>
                <a:gdLst>
                  <a:gd name="connsiteX0" fmla="*/ 1108 w 58552"/>
                  <a:gd name="connsiteY0" fmla="*/ 37088 h 58809"/>
                  <a:gd name="connsiteX1" fmla="*/ 21655 w 58552"/>
                  <a:gd name="connsiteY1" fmla="*/ 985 h 58809"/>
                  <a:gd name="connsiteX2" fmla="*/ 21655 w 58552"/>
                  <a:gd name="connsiteY2" fmla="*/ 985 h 58809"/>
                  <a:gd name="connsiteX3" fmla="*/ 57465 w 58552"/>
                  <a:gd name="connsiteY3" fmla="*/ 21825 h 58809"/>
                  <a:gd name="connsiteX4" fmla="*/ 57465 w 58552"/>
                  <a:gd name="connsiteY4" fmla="*/ 21825 h 58809"/>
                  <a:gd name="connsiteX5" fmla="*/ 36918 w 58552"/>
                  <a:gd name="connsiteY5" fmla="*/ 57635 h 58809"/>
                  <a:gd name="connsiteX6" fmla="*/ 36918 w 58552"/>
                  <a:gd name="connsiteY6" fmla="*/ 57635 h 58809"/>
                  <a:gd name="connsiteX7" fmla="*/ 29286 w 58552"/>
                  <a:gd name="connsiteY7" fmla="*/ 58809 h 58809"/>
                  <a:gd name="connsiteX8" fmla="*/ 29286 w 58552"/>
                  <a:gd name="connsiteY8" fmla="*/ 58809 h 58809"/>
                  <a:gd name="connsiteX9" fmla="*/ 1108 w 58552"/>
                  <a:gd name="connsiteY9" fmla="*/ 37088 h 58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552" h="58809">
                    <a:moveTo>
                      <a:pt x="1108" y="37088"/>
                    </a:moveTo>
                    <a:cubicBezTo>
                      <a:pt x="-3295" y="21531"/>
                      <a:pt x="5805" y="5388"/>
                      <a:pt x="21655" y="985"/>
                    </a:cubicBezTo>
                    <a:lnTo>
                      <a:pt x="21655" y="985"/>
                    </a:lnTo>
                    <a:cubicBezTo>
                      <a:pt x="37212" y="-3125"/>
                      <a:pt x="53356" y="5975"/>
                      <a:pt x="57465" y="21825"/>
                    </a:cubicBezTo>
                    <a:lnTo>
                      <a:pt x="57465" y="21825"/>
                    </a:lnTo>
                    <a:cubicBezTo>
                      <a:pt x="61868" y="37382"/>
                      <a:pt x="52475" y="53526"/>
                      <a:pt x="36918" y="57635"/>
                    </a:cubicBezTo>
                    <a:lnTo>
                      <a:pt x="36918" y="57635"/>
                    </a:lnTo>
                    <a:cubicBezTo>
                      <a:pt x="34570" y="58516"/>
                      <a:pt x="31928" y="58809"/>
                      <a:pt x="29286" y="58809"/>
                    </a:cubicBezTo>
                    <a:lnTo>
                      <a:pt x="29286" y="58809"/>
                    </a:lnTo>
                    <a:cubicBezTo>
                      <a:pt x="16371" y="58809"/>
                      <a:pt x="4630" y="50297"/>
                      <a:pt x="1108" y="3708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AD73EF63-D3E1-1198-C47A-4B17EB1A13A2}"/>
                  </a:ext>
                </a:extLst>
              </p:cNvPr>
              <p:cNvSpPr/>
              <p:nvPr/>
            </p:nvSpPr>
            <p:spPr>
              <a:xfrm>
                <a:off x="7247476" y="3831017"/>
                <a:ext cx="1086633" cy="58705"/>
              </a:xfrm>
              <a:custGeom>
                <a:avLst/>
                <a:gdLst>
                  <a:gd name="connsiteX0" fmla="*/ 1027928 w 1086633"/>
                  <a:gd name="connsiteY0" fmla="*/ 29353 h 58705"/>
                  <a:gd name="connsiteX1" fmla="*/ 1057281 w 1086633"/>
                  <a:gd name="connsiteY1" fmla="*/ 0 h 58705"/>
                  <a:gd name="connsiteX2" fmla="*/ 1057281 w 1086633"/>
                  <a:gd name="connsiteY2" fmla="*/ 0 h 58705"/>
                  <a:gd name="connsiteX3" fmla="*/ 1086634 w 1086633"/>
                  <a:gd name="connsiteY3" fmla="*/ 29353 h 58705"/>
                  <a:gd name="connsiteX4" fmla="*/ 1086634 w 1086633"/>
                  <a:gd name="connsiteY4" fmla="*/ 29353 h 58705"/>
                  <a:gd name="connsiteX5" fmla="*/ 1057281 w 1086633"/>
                  <a:gd name="connsiteY5" fmla="*/ 58705 h 58705"/>
                  <a:gd name="connsiteX6" fmla="*/ 1057281 w 1086633"/>
                  <a:gd name="connsiteY6" fmla="*/ 58705 h 58705"/>
                  <a:gd name="connsiteX7" fmla="*/ 1027928 w 1086633"/>
                  <a:gd name="connsiteY7" fmla="*/ 29353 h 58705"/>
                  <a:gd name="connsiteX8" fmla="*/ 913747 w 1086633"/>
                  <a:gd name="connsiteY8" fmla="*/ 29353 h 58705"/>
                  <a:gd name="connsiteX9" fmla="*/ 943099 w 1086633"/>
                  <a:gd name="connsiteY9" fmla="*/ 0 h 58705"/>
                  <a:gd name="connsiteX10" fmla="*/ 943099 w 1086633"/>
                  <a:gd name="connsiteY10" fmla="*/ 0 h 58705"/>
                  <a:gd name="connsiteX11" fmla="*/ 972452 w 1086633"/>
                  <a:gd name="connsiteY11" fmla="*/ 29353 h 58705"/>
                  <a:gd name="connsiteX12" fmla="*/ 972452 w 1086633"/>
                  <a:gd name="connsiteY12" fmla="*/ 29353 h 58705"/>
                  <a:gd name="connsiteX13" fmla="*/ 943099 w 1086633"/>
                  <a:gd name="connsiteY13" fmla="*/ 58705 h 58705"/>
                  <a:gd name="connsiteX14" fmla="*/ 943099 w 1086633"/>
                  <a:gd name="connsiteY14" fmla="*/ 58705 h 58705"/>
                  <a:gd name="connsiteX15" fmla="*/ 913747 w 1086633"/>
                  <a:gd name="connsiteY15" fmla="*/ 29353 h 58705"/>
                  <a:gd name="connsiteX16" fmla="*/ 799565 w 1086633"/>
                  <a:gd name="connsiteY16" fmla="*/ 29353 h 58705"/>
                  <a:gd name="connsiteX17" fmla="*/ 828918 w 1086633"/>
                  <a:gd name="connsiteY17" fmla="*/ 0 h 58705"/>
                  <a:gd name="connsiteX18" fmla="*/ 828918 w 1086633"/>
                  <a:gd name="connsiteY18" fmla="*/ 0 h 58705"/>
                  <a:gd name="connsiteX19" fmla="*/ 858270 w 1086633"/>
                  <a:gd name="connsiteY19" fmla="*/ 29353 h 58705"/>
                  <a:gd name="connsiteX20" fmla="*/ 858270 w 1086633"/>
                  <a:gd name="connsiteY20" fmla="*/ 29353 h 58705"/>
                  <a:gd name="connsiteX21" fmla="*/ 828918 w 1086633"/>
                  <a:gd name="connsiteY21" fmla="*/ 58705 h 58705"/>
                  <a:gd name="connsiteX22" fmla="*/ 828918 w 1086633"/>
                  <a:gd name="connsiteY22" fmla="*/ 58705 h 58705"/>
                  <a:gd name="connsiteX23" fmla="*/ 799565 w 1086633"/>
                  <a:gd name="connsiteY23" fmla="*/ 29353 h 58705"/>
                  <a:gd name="connsiteX24" fmla="*/ 685383 w 1086633"/>
                  <a:gd name="connsiteY24" fmla="*/ 29353 h 58705"/>
                  <a:gd name="connsiteX25" fmla="*/ 714736 w 1086633"/>
                  <a:gd name="connsiteY25" fmla="*/ 0 h 58705"/>
                  <a:gd name="connsiteX26" fmla="*/ 714736 w 1086633"/>
                  <a:gd name="connsiteY26" fmla="*/ 0 h 58705"/>
                  <a:gd name="connsiteX27" fmla="*/ 744089 w 1086633"/>
                  <a:gd name="connsiteY27" fmla="*/ 29353 h 58705"/>
                  <a:gd name="connsiteX28" fmla="*/ 744089 w 1086633"/>
                  <a:gd name="connsiteY28" fmla="*/ 29353 h 58705"/>
                  <a:gd name="connsiteX29" fmla="*/ 714736 w 1086633"/>
                  <a:gd name="connsiteY29" fmla="*/ 58705 h 58705"/>
                  <a:gd name="connsiteX30" fmla="*/ 714736 w 1086633"/>
                  <a:gd name="connsiteY30" fmla="*/ 58705 h 58705"/>
                  <a:gd name="connsiteX31" fmla="*/ 685383 w 1086633"/>
                  <a:gd name="connsiteY31" fmla="*/ 29353 h 58705"/>
                  <a:gd name="connsiteX32" fmla="*/ 571202 w 1086633"/>
                  <a:gd name="connsiteY32" fmla="*/ 29353 h 58705"/>
                  <a:gd name="connsiteX33" fmla="*/ 600554 w 1086633"/>
                  <a:gd name="connsiteY33" fmla="*/ 0 h 58705"/>
                  <a:gd name="connsiteX34" fmla="*/ 600554 w 1086633"/>
                  <a:gd name="connsiteY34" fmla="*/ 0 h 58705"/>
                  <a:gd name="connsiteX35" fmla="*/ 629907 w 1086633"/>
                  <a:gd name="connsiteY35" fmla="*/ 29353 h 58705"/>
                  <a:gd name="connsiteX36" fmla="*/ 629907 w 1086633"/>
                  <a:gd name="connsiteY36" fmla="*/ 29353 h 58705"/>
                  <a:gd name="connsiteX37" fmla="*/ 600554 w 1086633"/>
                  <a:gd name="connsiteY37" fmla="*/ 58705 h 58705"/>
                  <a:gd name="connsiteX38" fmla="*/ 600554 w 1086633"/>
                  <a:gd name="connsiteY38" fmla="*/ 58705 h 58705"/>
                  <a:gd name="connsiteX39" fmla="*/ 571202 w 1086633"/>
                  <a:gd name="connsiteY39" fmla="*/ 29353 h 58705"/>
                  <a:gd name="connsiteX40" fmla="*/ 457020 w 1086633"/>
                  <a:gd name="connsiteY40" fmla="*/ 29353 h 58705"/>
                  <a:gd name="connsiteX41" fmla="*/ 486373 w 1086633"/>
                  <a:gd name="connsiteY41" fmla="*/ 0 h 58705"/>
                  <a:gd name="connsiteX42" fmla="*/ 486373 w 1086633"/>
                  <a:gd name="connsiteY42" fmla="*/ 0 h 58705"/>
                  <a:gd name="connsiteX43" fmla="*/ 515725 w 1086633"/>
                  <a:gd name="connsiteY43" fmla="*/ 29353 h 58705"/>
                  <a:gd name="connsiteX44" fmla="*/ 515725 w 1086633"/>
                  <a:gd name="connsiteY44" fmla="*/ 29353 h 58705"/>
                  <a:gd name="connsiteX45" fmla="*/ 486373 w 1086633"/>
                  <a:gd name="connsiteY45" fmla="*/ 58705 h 58705"/>
                  <a:gd name="connsiteX46" fmla="*/ 486373 w 1086633"/>
                  <a:gd name="connsiteY46" fmla="*/ 58705 h 58705"/>
                  <a:gd name="connsiteX47" fmla="*/ 457020 w 1086633"/>
                  <a:gd name="connsiteY47" fmla="*/ 29353 h 58705"/>
                  <a:gd name="connsiteX48" fmla="*/ 342545 w 1086633"/>
                  <a:gd name="connsiteY48" fmla="*/ 29353 h 58705"/>
                  <a:gd name="connsiteX49" fmla="*/ 372191 w 1086633"/>
                  <a:gd name="connsiteY49" fmla="*/ 0 h 58705"/>
                  <a:gd name="connsiteX50" fmla="*/ 372191 w 1086633"/>
                  <a:gd name="connsiteY50" fmla="*/ 0 h 58705"/>
                  <a:gd name="connsiteX51" fmla="*/ 401250 w 1086633"/>
                  <a:gd name="connsiteY51" fmla="*/ 29353 h 58705"/>
                  <a:gd name="connsiteX52" fmla="*/ 401250 w 1086633"/>
                  <a:gd name="connsiteY52" fmla="*/ 29353 h 58705"/>
                  <a:gd name="connsiteX53" fmla="*/ 372191 w 1086633"/>
                  <a:gd name="connsiteY53" fmla="*/ 58705 h 58705"/>
                  <a:gd name="connsiteX54" fmla="*/ 372191 w 1086633"/>
                  <a:gd name="connsiteY54" fmla="*/ 58705 h 58705"/>
                  <a:gd name="connsiteX55" fmla="*/ 342545 w 1086633"/>
                  <a:gd name="connsiteY55" fmla="*/ 29353 h 58705"/>
                  <a:gd name="connsiteX56" fmla="*/ 228363 w 1086633"/>
                  <a:gd name="connsiteY56" fmla="*/ 29353 h 58705"/>
                  <a:gd name="connsiteX57" fmla="*/ 257716 w 1086633"/>
                  <a:gd name="connsiteY57" fmla="*/ 0 h 58705"/>
                  <a:gd name="connsiteX58" fmla="*/ 257716 w 1086633"/>
                  <a:gd name="connsiteY58" fmla="*/ 0 h 58705"/>
                  <a:gd name="connsiteX59" fmla="*/ 287069 w 1086633"/>
                  <a:gd name="connsiteY59" fmla="*/ 29353 h 58705"/>
                  <a:gd name="connsiteX60" fmla="*/ 287069 w 1086633"/>
                  <a:gd name="connsiteY60" fmla="*/ 29353 h 58705"/>
                  <a:gd name="connsiteX61" fmla="*/ 257716 w 1086633"/>
                  <a:gd name="connsiteY61" fmla="*/ 58705 h 58705"/>
                  <a:gd name="connsiteX62" fmla="*/ 257716 w 1086633"/>
                  <a:gd name="connsiteY62" fmla="*/ 58705 h 58705"/>
                  <a:gd name="connsiteX63" fmla="*/ 228363 w 1086633"/>
                  <a:gd name="connsiteY63" fmla="*/ 29353 h 58705"/>
                  <a:gd name="connsiteX64" fmla="*/ 114182 w 1086633"/>
                  <a:gd name="connsiteY64" fmla="*/ 29353 h 58705"/>
                  <a:gd name="connsiteX65" fmla="*/ 143534 w 1086633"/>
                  <a:gd name="connsiteY65" fmla="*/ 0 h 58705"/>
                  <a:gd name="connsiteX66" fmla="*/ 143534 w 1086633"/>
                  <a:gd name="connsiteY66" fmla="*/ 0 h 58705"/>
                  <a:gd name="connsiteX67" fmla="*/ 172887 w 1086633"/>
                  <a:gd name="connsiteY67" fmla="*/ 29353 h 58705"/>
                  <a:gd name="connsiteX68" fmla="*/ 172887 w 1086633"/>
                  <a:gd name="connsiteY68" fmla="*/ 29353 h 58705"/>
                  <a:gd name="connsiteX69" fmla="*/ 143534 w 1086633"/>
                  <a:gd name="connsiteY69" fmla="*/ 58705 h 58705"/>
                  <a:gd name="connsiteX70" fmla="*/ 143534 w 1086633"/>
                  <a:gd name="connsiteY70" fmla="*/ 58705 h 58705"/>
                  <a:gd name="connsiteX71" fmla="*/ 114182 w 1086633"/>
                  <a:gd name="connsiteY71" fmla="*/ 29353 h 58705"/>
                  <a:gd name="connsiteX72" fmla="*/ 0 w 1086633"/>
                  <a:gd name="connsiteY72" fmla="*/ 29353 h 58705"/>
                  <a:gd name="connsiteX73" fmla="*/ 29353 w 1086633"/>
                  <a:gd name="connsiteY73" fmla="*/ 0 h 58705"/>
                  <a:gd name="connsiteX74" fmla="*/ 29353 w 1086633"/>
                  <a:gd name="connsiteY74" fmla="*/ 0 h 58705"/>
                  <a:gd name="connsiteX75" fmla="*/ 58705 w 1086633"/>
                  <a:gd name="connsiteY75" fmla="*/ 29353 h 58705"/>
                  <a:gd name="connsiteX76" fmla="*/ 58705 w 1086633"/>
                  <a:gd name="connsiteY76" fmla="*/ 29353 h 58705"/>
                  <a:gd name="connsiteX77" fmla="*/ 29353 w 1086633"/>
                  <a:gd name="connsiteY77" fmla="*/ 58705 h 58705"/>
                  <a:gd name="connsiteX78" fmla="*/ 29353 w 1086633"/>
                  <a:gd name="connsiteY78" fmla="*/ 58705 h 58705"/>
                  <a:gd name="connsiteX79" fmla="*/ 0 w 1086633"/>
                  <a:gd name="connsiteY79" fmla="*/ 29353 h 58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086633" h="58705">
                    <a:moveTo>
                      <a:pt x="1027928" y="29353"/>
                    </a:moveTo>
                    <a:cubicBezTo>
                      <a:pt x="1027928" y="13209"/>
                      <a:pt x="1041137" y="0"/>
                      <a:pt x="1057281" y="0"/>
                    </a:cubicBezTo>
                    <a:lnTo>
                      <a:pt x="1057281" y="0"/>
                    </a:lnTo>
                    <a:cubicBezTo>
                      <a:pt x="1073425" y="0"/>
                      <a:pt x="1086634" y="13209"/>
                      <a:pt x="1086634" y="29353"/>
                    </a:cubicBezTo>
                    <a:lnTo>
                      <a:pt x="1086634" y="29353"/>
                    </a:lnTo>
                    <a:cubicBezTo>
                      <a:pt x="1086634" y="45790"/>
                      <a:pt x="1073425" y="58705"/>
                      <a:pt x="1057281" y="58705"/>
                    </a:cubicBezTo>
                    <a:lnTo>
                      <a:pt x="1057281" y="58705"/>
                    </a:lnTo>
                    <a:cubicBezTo>
                      <a:pt x="1041137" y="58705"/>
                      <a:pt x="1027928" y="45790"/>
                      <a:pt x="1027928" y="29353"/>
                    </a:cubicBezTo>
                    <a:close/>
                    <a:moveTo>
                      <a:pt x="913747" y="29353"/>
                    </a:moveTo>
                    <a:cubicBezTo>
                      <a:pt x="913747" y="13209"/>
                      <a:pt x="926955" y="0"/>
                      <a:pt x="943099" y="0"/>
                    </a:cubicBezTo>
                    <a:lnTo>
                      <a:pt x="943099" y="0"/>
                    </a:lnTo>
                    <a:cubicBezTo>
                      <a:pt x="959243" y="0"/>
                      <a:pt x="972452" y="13209"/>
                      <a:pt x="972452" y="29353"/>
                    </a:cubicBezTo>
                    <a:lnTo>
                      <a:pt x="972452" y="29353"/>
                    </a:lnTo>
                    <a:cubicBezTo>
                      <a:pt x="972452" y="45496"/>
                      <a:pt x="959243" y="58705"/>
                      <a:pt x="943099" y="58705"/>
                    </a:cubicBezTo>
                    <a:lnTo>
                      <a:pt x="943099" y="58705"/>
                    </a:lnTo>
                    <a:cubicBezTo>
                      <a:pt x="926955" y="58705"/>
                      <a:pt x="913747" y="45496"/>
                      <a:pt x="913747" y="29353"/>
                    </a:cubicBezTo>
                    <a:close/>
                    <a:moveTo>
                      <a:pt x="799565" y="29353"/>
                    </a:moveTo>
                    <a:cubicBezTo>
                      <a:pt x="799565" y="13209"/>
                      <a:pt x="812774" y="0"/>
                      <a:pt x="828918" y="0"/>
                    </a:cubicBezTo>
                    <a:lnTo>
                      <a:pt x="828918" y="0"/>
                    </a:lnTo>
                    <a:cubicBezTo>
                      <a:pt x="845062" y="0"/>
                      <a:pt x="858270" y="13209"/>
                      <a:pt x="858270" y="29353"/>
                    </a:cubicBezTo>
                    <a:lnTo>
                      <a:pt x="858270" y="29353"/>
                    </a:lnTo>
                    <a:cubicBezTo>
                      <a:pt x="858270" y="45496"/>
                      <a:pt x="845062" y="58705"/>
                      <a:pt x="828918" y="58705"/>
                    </a:cubicBezTo>
                    <a:lnTo>
                      <a:pt x="828918" y="58705"/>
                    </a:lnTo>
                    <a:cubicBezTo>
                      <a:pt x="812774" y="58705"/>
                      <a:pt x="799565" y="45496"/>
                      <a:pt x="799565" y="29353"/>
                    </a:cubicBezTo>
                    <a:close/>
                    <a:moveTo>
                      <a:pt x="685383" y="29353"/>
                    </a:moveTo>
                    <a:cubicBezTo>
                      <a:pt x="685383" y="13209"/>
                      <a:pt x="698298" y="0"/>
                      <a:pt x="714736" y="0"/>
                    </a:cubicBezTo>
                    <a:lnTo>
                      <a:pt x="714736" y="0"/>
                    </a:lnTo>
                    <a:cubicBezTo>
                      <a:pt x="730880" y="0"/>
                      <a:pt x="744089" y="13209"/>
                      <a:pt x="744089" y="29353"/>
                    </a:cubicBezTo>
                    <a:lnTo>
                      <a:pt x="744089" y="29353"/>
                    </a:lnTo>
                    <a:cubicBezTo>
                      <a:pt x="744089" y="45496"/>
                      <a:pt x="730880" y="58705"/>
                      <a:pt x="714736" y="58705"/>
                    </a:cubicBezTo>
                    <a:lnTo>
                      <a:pt x="714736" y="58705"/>
                    </a:lnTo>
                    <a:cubicBezTo>
                      <a:pt x="698298" y="58705"/>
                      <a:pt x="685383" y="45496"/>
                      <a:pt x="685383" y="29353"/>
                    </a:cubicBezTo>
                    <a:close/>
                    <a:moveTo>
                      <a:pt x="571202" y="29353"/>
                    </a:moveTo>
                    <a:cubicBezTo>
                      <a:pt x="571202" y="13209"/>
                      <a:pt x="584117" y="0"/>
                      <a:pt x="600554" y="0"/>
                    </a:cubicBezTo>
                    <a:lnTo>
                      <a:pt x="600554" y="0"/>
                    </a:lnTo>
                    <a:cubicBezTo>
                      <a:pt x="616698" y="0"/>
                      <a:pt x="629907" y="13209"/>
                      <a:pt x="629907" y="29353"/>
                    </a:cubicBezTo>
                    <a:lnTo>
                      <a:pt x="629907" y="29353"/>
                    </a:lnTo>
                    <a:cubicBezTo>
                      <a:pt x="629907" y="45496"/>
                      <a:pt x="616698" y="58705"/>
                      <a:pt x="600554" y="58705"/>
                    </a:cubicBezTo>
                    <a:lnTo>
                      <a:pt x="600554" y="58705"/>
                    </a:lnTo>
                    <a:cubicBezTo>
                      <a:pt x="584117" y="58705"/>
                      <a:pt x="571202" y="45496"/>
                      <a:pt x="571202" y="29353"/>
                    </a:cubicBezTo>
                    <a:close/>
                    <a:moveTo>
                      <a:pt x="457020" y="29353"/>
                    </a:moveTo>
                    <a:cubicBezTo>
                      <a:pt x="457020" y="13209"/>
                      <a:pt x="469935" y="0"/>
                      <a:pt x="486373" y="0"/>
                    </a:cubicBezTo>
                    <a:lnTo>
                      <a:pt x="486373" y="0"/>
                    </a:lnTo>
                    <a:cubicBezTo>
                      <a:pt x="502517" y="0"/>
                      <a:pt x="515725" y="13209"/>
                      <a:pt x="515725" y="29353"/>
                    </a:cubicBezTo>
                    <a:lnTo>
                      <a:pt x="515725" y="29353"/>
                    </a:lnTo>
                    <a:cubicBezTo>
                      <a:pt x="515725" y="45496"/>
                      <a:pt x="502517" y="58705"/>
                      <a:pt x="486373" y="58705"/>
                    </a:cubicBezTo>
                    <a:lnTo>
                      <a:pt x="486373" y="58705"/>
                    </a:lnTo>
                    <a:cubicBezTo>
                      <a:pt x="469935" y="58705"/>
                      <a:pt x="457020" y="45496"/>
                      <a:pt x="457020" y="29353"/>
                    </a:cubicBezTo>
                    <a:close/>
                    <a:moveTo>
                      <a:pt x="342545" y="29353"/>
                    </a:moveTo>
                    <a:cubicBezTo>
                      <a:pt x="342545" y="13209"/>
                      <a:pt x="355754" y="0"/>
                      <a:pt x="372191" y="0"/>
                    </a:cubicBezTo>
                    <a:lnTo>
                      <a:pt x="372191" y="0"/>
                    </a:lnTo>
                    <a:cubicBezTo>
                      <a:pt x="388041" y="0"/>
                      <a:pt x="401250" y="13209"/>
                      <a:pt x="401250" y="29353"/>
                    </a:cubicBezTo>
                    <a:lnTo>
                      <a:pt x="401250" y="29353"/>
                    </a:lnTo>
                    <a:cubicBezTo>
                      <a:pt x="401250" y="45496"/>
                      <a:pt x="388041" y="58705"/>
                      <a:pt x="372191" y="58705"/>
                    </a:cubicBezTo>
                    <a:lnTo>
                      <a:pt x="372191" y="58705"/>
                    </a:lnTo>
                    <a:cubicBezTo>
                      <a:pt x="355754" y="58705"/>
                      <a:pt x="342545" y="45496"/>
                      <a:pt x="342545" y="29353"/>
                    </a:cubicBezTo>
                    <a:close/>
                    <a:moveTo>
                      <a:pt x="228363" y="29353"/>
                    </a:moveTo>
                    <a:cubicBezTo>
                      <a:pt x="228363" y="13209"/>
                      <a:pt x="241572" y="0"/>
                      <a:pt x="257716" y="0"/>
                    </a:cubicBezTo>
                    <a:lnTo>
                      <a:pt x="257716" y="0"/>
                    </a:lnTo>
                    <a:cubicBezTo>
                      <a:pt x="273860" y="0"/>
                      <a:pt x="287069" y="13209"/>
                      <a:pt x="287069" y="29353"/>
                    </a:cubicBezTo>
                    <a:lnTo>
                      <a:pt x="287069" y="29353"/>
                    </a:lnTo>
                    <a:cubicBezTo>
                      <a:pt x="287069" y="45496"/>
                      <a:pt x="273860" y="58705"/>
                      <a:pt x="257716" y="58705"/>
                    </a:cubicBezTo>
                    <a:lnTo>
                      <a:pt x="257716" y="58705"/>
                    </a:lnTo>
                    <a:cubicBezTo>
                      <a:pt x="241572" y="58705"/>
                      <a:pt x="228363" y="45496"/>
                      <a:pt x="228363" y="29353"/>
                    </a:cubicBezTo>
                    <a:close/>
                    <a:moveTo>
                      <a:pt x="114182" y="29353"/>
                    </a:moveTo>
                    <a:cubicBezTo>
                      <a:pt x="114182" y="13209"/>
                      <a:pt x="127390" y="0"/>
                      <a:pt x="143534" y="0"/>
                    </a:cubicBezTo>
                    <a:lnTo>
                      <a:pt x="143534" y="0"/>
                    </a:lnTo>
                    <a:cubicBezTo>
                      <a:pt x="159678" y="0"/>
                      <a:pt x="172887" y="13209"/>
                      <a:pt x="172887" y="29353"/>
                    </a:cubicBezTo>
                    <a:lnTo>
                      <a:pt x="172887" y="29353"/>
                    </a:lnTo>
                    <a:cubicBezTo>
                      <a:pt x="172887" y="45496"/>
                      <a:pt x="159678" y="58705"/>
                      <a:pt x="143534" y="58705"/>
                    </a:cubicBezTo>
                    <a:lnTo>
                      <a:pt x="143534" y="58705"/>
                    </a:lnTo>
                    <a:cubicBezTo>
                      <a:pt x="127390" y="58705"/>
                      <a:pt x="114182" y="45496"/>
                      <a:pt x="114182" y="29353"/>
                    </a:cubicBezTo>
                    <a:close/>
                    <a:moveTo>
                      <a:pt x="0" y="29353"/>
                    </a:moveTo>
                    <a:cubicBezTo>
                      <a:pt x="0" y="13209"/>
                      <a:pt x="13209" y="0"/>
                      <a:pt x="29353" y="0"/>
                    </a:cubicBezTo>
                    <a:lnTo>
                      <a:pt x="29353" y="0"/>
                    </a:lnTo>
                    <a:cubicBezTo>
                      <a:pt x="45497" y="0"/>
                      <a:pt x="58705" y="13209"/>
                      <a:pt x="58705" y="29353"/>
                    </a:cubicBezTo>
                    <a:lnTo>
                      <a:pt x="58705" y="29353"/>
                    </a:lnTo>
                    <a:cubicBezTo>
                      <a:pt x="58705" y="45496"/>
                      <a:pt x="45497" y="58705"/>
                      <a:pt x="29353" y="58705"/>
                    </a:cubicBezTo>
                    <a:lnTo>
                      <a:pt x="29353" y="58705"/>
                    </a:lnTo>
                    <a:cubicBezTo>
                      <a:pt x="13209" y="58705"/>
                      <a:pt x="0" y="45496"/>
                      <a:pt x="0" y="2935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16C956E6-0DCE-EF58-60AC-DBA6F91EA28A}"/>
                  </a:ext>
                </a:extLst>
              </p:cNvPr>
              <p:cNvSpPr/>
              <p:nvPr/>
            </p:nvSpPr>
            <p:spPr>
              <a:xfrm>
                <a:off x="7799738" y="194685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71B3546-959F-9DB1-A4F4-732C25A0468B}"/>
                  </a:ext>
                </a:extLst>
              </p:cNvPr>
              <p:cNvSpPr/>
              <p:nvPr/>
            </p:nvSpPr>
            <p:spPr>
              <a:xfrm>
                <a:off x="7383518" y="1223308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A859C930-5BE1-8451-D551-7DB327C72DA4}"/>
                  </a:ext>
                </a:extLst>
              </p:cNvPr>
              <p:cNvSpPr/>
              <p:nvPr/>
            </p:nvSpPr>
            <p:spPr>
              <a:xfrm>
                <a:off x="6898026" y="1203055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7B2B9794-CEDC-51D8-DDFB-8B8ACAD24A4A}"/>
                  </a:ext>
                </a:extLst>
              </p:cNvPr>
              <p:cNvSpPr/>
              <p:nvPr/>
            </p:nvSpPr>
            <p:spPr>
              <a:xfrm>
                <a:off x="5984867" y="2788096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30F3BB6C-35EB-239D-801F-2DBD12174E43}"/>
                  </a:ext>
                </a:extLst>
              </p:cNvPr>
              <p:cNvSpPr/>
              <p:nvPr/>
            </p:nvSpPr>
            <p:spPr>
              <a:xfrm>
                <a:off x="5669033" y="3750274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94741CE6-CE04-0229-2539-58013684C386}"/>
                  </a:ext>
                </a:extLst>
              </p:cNvPr>
              <p:cNvSpPr/>
              <p:nvPr/>
            </p:nvSpPr>
            <p:spPr>
              <a:xfrm>
                <a:off x="5628820" y="3399804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9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B0245B3A-0B02-DBD1-4E68-57DBDBB8D7A2}"/>
                  </a:ext>
                </a:extLst>
              </p:cNvPr>
              <p:cNvSpPr/>
              <p:nvPr/>
            </p:nvSpPr>
            <p:spPr>
              <a:xfrm>
                <a:off x="5623243" y="3408316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EB726D11-A990-C5F3-7385-93441695AFBD}"/>
                  </a:ext>
                </a:extLst>
              </p:cNvPr>
              <p:cNvSpPr/>
              <p:nvPr/>
            </p:nvSpPr>
            <p:spPr>
              <a:xfrm>
                <a:off x="5881545" y="3827765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6CE0A0B1-95C2-3A20-21DA-D5018E123817}"/>
                  </a:ext>
                </a:extLst>
              </p:cNvPr>
              <p:cNvSpPr/>
              <p:nvPr/>
            </p:nvSpPr>
            <p:spPr>
              <a:xfrm>
                <a:off x="7133434" y="383070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ADE0DE5E-A9C5-D86C-0F16-6E70353332AA}"/>
                  </a:ext>
                </a:extLst>
              </p:cNvPr>
              <p:cNvSpPr/>
              <p:nvPr/>
            </p:nvSpPr>
            <p:spPr>
              <a:xfrm>
                <a:off x="8379746" y="383070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BC254BDD-C645-182E-1B15-F675CF6CC074}"/>
                  </a:ext>
                </a:extLst>
              </p:cNvPr>
              <p:cNvSpPr/>
              <p:nvPr/>
            </p:nvSpPr>
            <p:spPr>
              <a:xfrm>
                <a:off x="8583747" y="3778746"/>
                <a:ext cx="58793" cy="58727"/>
              </a:xfrm>
              <a:custGeom>
                <a:avLst/>
                <a:gdLst>
                  <a:gd name="connsiteX0" fmla="*/ 3969 w 58793"/>
                  <a:gd name="connsiteY0" fmla="*/ 44052 h 58727"/>
                  <a:gd name="connsiteX1" fmla="*/ 14830 w 58793"/>
                  <a:gd name="connsiteY1" fmla="*/ 3839 h 58727"/>
                  <a:gd name="connsiteX2" fmla="*/ 14830 w 58793"/>
                  <a:gd name="connsiteY2" fmla="*/ 3839 h 58727"/>
                  <a:gd name="connsiteX3" fmla="*/ 54749 w 58793"/>
                  <a:gd name="connsiteY3" fmla="*/ 14699 h 58727"/>
                  <a:gd name="connsiteX4" fmla="*/ 54749 w 58793"/>
                  <a:gd name="connsiteY4" fmla="*/ 14699 h 58727"/>
                  <a:gd name="connsiteX5" fmla="*/ 44182 w 58793"/>
                  <a:gd name="connsiteY5" fmla="*/ 54912 h 58727"/>
                  <a:gd name="connsiteX6" fmla="*/ 44182 w 58793"/>
                  <a:gd name="connsiteY6" fmla="*/ 54912 h 58727"/>
                  <a:gd name="connsiteX7" fmla="*/ 29506 w 58793"/>
                  <a:gd name="connsiteY7" fmla="*/ 58728 h 58727"/>
                  <a:gd name="connsiteX8" fmla="*/ 29506 w 58793"/>
                  <a:gd name="connsiteY8" fmla="*/ 58728 h 58727"/>
                  <a:gd name="connsiteX9" fmla="*/ 3969 w 58793"/>
                  <a:gd name="connsiteY9" fmla="*/ 44052 h 58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7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4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A7F2A5BD-5EA9-5792-F4D7-9BCCBD4CC0D0}"/>
                  </a:ext>
                </a:extLst>
              </p:cNvPr>
              <p:cNvSpPr/>
              <p:nvPr/>
            </p:nvSpPr>
            <p:spPr>
              <a:xfrm>
                <a:off x="8629537" y="3394227"/>
                <a:ext cx="58793" cy="58727"/>
              </a:xfrm>
              <a:custGeom>
                <a:avLst/>
                <a:gdLst>
                  <a:gd name="connsiteX0" fmla="*/ 3969 w 58793"/>
                  <a:gd name="connsiteY0" fmla="*/ 44052 h 58727"/>
                  <a:gd name="connsiteX1" fmla="*/ 14830 w 58793"/>
                  <a:gd name="connsiteY1" fmla="*/ 3839 h 58727"/>
                  <a:gd name="connsiteX2" fmla="*/ 14830 w 58793"/>
                  <a:gd name="connsiteY2" fmla="*/ 3839 h 58727"/>
                  <a:gd name="connsiteX3" fmla="*/ 54749 w 58793"/>
                  <a:gd name="connsiteY3" fmla="*/ 14699 h 58727"/>
                  <a:gd name="connsiteX4" fmla="*/ 54749 w 58793"/>
                  <a:gd name="connsiteY4" fmla="*/ 14699 h 58727"/>
                  <a:gd name="connsiteX5" fmla="*/ 44182 w 58793"/>
                  <a:gd name="connsiteY5" fmla="*/ 54912 h 58727"/>
                  <a:gd name="connsiteX6" fmla="*/ 44182 w 58793"/>
                  <a:gd name="connsiteY6" fmla="*/ 54912 h 58727"/>
                  <a:gd name="connsiteX7" fmla="*/ 29506 w 58793"/>
                  <a:gd name="connsiteY7" fmla="*/ 58728 h 58727"/>
                  <a:gd name="connsiteX8" fmla="*/ 29506 w 58793"/>
                  <a:gd name="connsiteY8" fmla="*/ 58728 h 58727"/>
                  <a:gd name="connsiteX9" fmla="*/ 3969 w 58793"/>
                  <a:gd name="connsiteY9" fmla="*/ 44052 h 58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7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2" y="46694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3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28" name="Graphic 40">
            <a:extLst>
              <a:ext uri="{FF2B5EF4-FFF2-40B4-BE49-F238E27FC236}">
                <a16:creationId xmlns:a16="http://schemas.microsoft.com/office/drawing/2014/main" id="{18165118-ED43-291B-5016-0C5D6374C701}"/>
              </a:ext>
            </a:extLst>
          </p:cNvPr>
          <p:cNvSpPr/>
          <p:nvPr userDrawn="1"/>
        </p:nvSpPr>
        <p:spPr>
          <a:xfrm rot="20858273">
            <a:off x="76286" y="-262742"/>
            <a:ext cx="710344" cy="789582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AA2924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9" name="Graphic 43">
            <a:extLst>
              <a:ext uri="{FF2B5EF4-FFF2-40B4-BE49-F238E27FC236}">
                <a16:creationId xmlns:a16="http://schemas.microsoft.com/office/drawing/2014/main" id="{7FCE6673-CA67-0DE2-C9C1-37F5D43A2180}"/>
              </a:ext>
            </a:extLst>
          </p:cNvPr>
          <p:cNvSpPr/>
          <p:nvPr userDrawn="1"/>
        </p:nvSpPr>
        <p:spPr>
          <a:xfrm>
            <a:off x="11647425" y="6763894"/>
            <a:ext cx="645412" cy="64541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F1DFD-BC7E-6B6B-9E75-E3FD45C49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48" y="605850"/>
            <a:ext cx="7865923" cy="6625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D03230-BABA-CA26-6EDC-D2B5142070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0563" y="1598613"/>
            <a:ext cx="7843837" cy="4219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6447B5-2226-5718-916B-86A408285E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47150" y="1647825"/>
            <a:ext cx="266700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 err="1"/>
              <a:t>Subheader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5A168C-D8FE-CBF0-7127-2EF3F742B4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47150" y="2268538"/>
            <a:ext cx="2667000" cy="30718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74701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A9AF9B6-555B-1F5E-0E56-FB1F3E34CE5F}"/>
              </a:ext>
            </a:extLst>
          </p:cNvPr>
          <p:cNvGrpSpPr/>
          <p:nvPr userDrawn="1"/>
        </p:nvGrpSpPr>
        <p:grpSpPr>
          <a:xfrm>
            <a:off x="11946192" y="2098281"/>
            <a:ext cx="433141" cy="348708"/>
            <a:chOff x="11577744" y="1504959"/>
            <a:chExt cx="903737" cy="727569"/>
          </a:xfrm>
        </p:grpSpPr>
        <p:sp>
          <p:nvSpPr>
            <p:cNvPr id="103" name="Graphic 2">
              <a:extLst>
                <a:ext uri="{FF2B5EF4-FFF2-40B4-BE49-F238E27FC236}">
                  <a16:creationId xmlns:a16="http://schemas.microsoft.com/office/drawing/2014/main" id="{58133338-7013-DBF0-5E69-725E33736CB0}"/>
                </a:ext>
              </a:extLst>
            </p:cNvPr>
            <p:cNvSpPr/>
            <p:nvPr/>
          </p:nvSpPr>
          <p:spPr>
            <a:xfrm rot="5024770">
              <a:off x="11874180" y="1538990"/>
              <a:ext cx="641331" cy="573270"/>
            </a:xfrm>
            <a:custGeom>
              <a:avLst/>
              <a:gdLst>
                <a:gd name="connsiteX0" fmla="*/ 503740 w 1007938"/>
                <a:gd name="connsiteY0" fmla="*/ 900876 h 900971"/>
                <a:gd name="connsiteX1" fmla="*/ 96166 w 1007938"/>
                <a:gd name="connsiteY1" fmla="*/ 900876 h 900971"/>
                <a:gd name="connsiteX2" fmla="*/ 29586 w 1007938"/>
                <a:gd name="connsiteY2" fmla="*/ 877350 h 900971"/>
                <a:gd name="connsiteX3" fmla="*/ 13965 w 1007938"/>
                <a:gd name="connsiteY3" fmla="*/ 760287 h 900971"/>
                <a:gd name="connsiteX4" fmla="*/ 127979 w 1007938"/>
                <a:gd name="connsiteY4" fmla="*/ 562453 h 900971"/>
                <a:gd name="connsiteX5" fmla="*/ 424111 w 1007938"/>
                <a:gd name="connsiteY5" fmla="*/ 47151 h 900971"/>
                <a:gd name="connsiteX6" fmla="*/ 584417 w 1007938"/>
                <a:gd name="connsiteY6" fmla="*/ 46960 h 900971"/>
                <a:gd name="connsiteX7" fmla="*/ 721768 w 1007938"/>
                <a:gd name="connsiteY7" fmla="*/ 286800 h 900971"/>
                <a:gd name="connsiteX8" fmla="*/ 994468 w 1007938"/>
                <a:gd name="connsiteY8" fmla="*/ 761430 h 900971"/>
                <a:gd name="connsiteX9" fmla="*/ 972370 w 1007938"/>
                <a:gd name="connsiteY9" fmla="*/ 883065 h 900971"/>
                <a:gd name="connsiteX10" fmla="*/ 912363 w 1007938"/>
                <a:gd name="connsiteY10" fmla="*/ 900972 h 900971"/>
                <a:gd name="connsiteX11" fmla="*/ 503740 w 1007938"/>
                <a:gd name="connsiteY11" fmla="*/ 900972 h 900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7938" h="900971">
                  <a:moveTo>
                    <a:pt x="503740" y="900876"/>
                  </a:moveTo>
                  <a:cubicBezTo>
                    <a:pt x="367914" y="900876"/>
                    <a:pt x="231992" y="900876"/>
                    <a:pt x="96166" y="900876"/>
                  </a:cubicBezTo>
                  <a:cubicBezTo>
                    <a:pt x="71115" y="900876"/>
                    <a:pt x="48541" y="894495"/>
                    <a:pt x="29586" y="877350"/>
                  </a:cubicBezTo>
                  <a:cubicBezTo>
                    <a:pt x="-2990" y="847917"/>
                    <a:pt x="-9371" y="801150"/>
                    <a:pt x="13965" y="760287"/>
                  </a:cubicBezTo>
                  <a:cubicBezTo>
                    <a:pt x="51779" y="694279"/>
                    <a:pt x="89974" y="628366"/>
                    <a:pt x="127979" y="562453"/>
                  </a:cubicBezTo>
                  <a:cubicBezTo>
                    <a:pt x="226944" y="390813"/>
                    <a:pt x="327052" y="219839"/>
                    <a:pt x="424111" y="47151"/>
                  </a:cubicBezTo>
                  <a:cubicBezTo>
                    <a:pt x="458306" y="-13619"/>
                    <a:pt x="548032" y="-17715"/>
                    <a:pt x="584417" y="46960"/>
                  </a:cubicBezTo>
                  <a:cubicBezTo>
                    <a:pt x="629566" y="127256"/>
                    <a:pt x="675952" y="206885"/>
                    <a:pt x="721768" y="286800"/>
                  </a:cubicBezTo>
                  <a:cubicBezTo>
                    <a:pt x="812541" y="445010"/>
                    <a:pt x="903028" y="603506"/>
                    <a:pt x="994468" y="761430"/>
                  </a:cubicBezTo>
                  <a:cubicBezTo>
                    <a:pt x="1020757" y="806865"/>
                    <a:pt x="1005994" y="856871"/>
                    <a:pt x="972370" y="883065"/>
                  </a:cubicBezTo>
                  <a:cubicBezTo>
                    <a:pt x="954749" y="896781"/>
                    <a:pt x="934175" y="900972"/>
                    <a:pt x="912363" y="900972"/>
                  </a:cubicBezTo>
                  <a:cubicBezTo>
                    <a:pt x="776155" y="900972"/>
                    <a:pt x="639948" y="900972"/>
                    <a:pt x="503740" y="900972"/>
                  </a:cubicBezTo>
                </a:path>
              </a:pathLst>
            </a:custGeom>
            <a:solidFill>
              <a:srgbClr val="212D5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B19E269B-E7DE-AD30-4ABF-79BA3BD36B0C}"/>
                </a:ext>
              </a:extLst>
            </p:cNvPr>
            <p:cNvGrpSpPr/>
            <p:nvPr/>
          </p:nvGrpSpPr>
          <p:grpSpPr>
            <a:xfrm rot="21070396">
              <a:off x="11577744" y="1700267"/>
              <a:ext cx="594482" cy="532261"/>
              <a:chOff x="5586412" y="1068343"/>
              <a:chExt cx="3151197" cy="2821379"/>
            </a:xfrm>
            <a:solidFill>
              <a:srgbClr val="4B64FF"/>
            </a:solidFill>
          </p:grpSpPr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73A3CA6-7A9A-1439-AEEF-34F3F1C8E107}"/>
                  </a:ext>
                </a:extLst>
              </p:cNvPr>
              <p:cNvSpPr/>
              <p:nvPr/>
            </p:nvSpPr>
            <p:spPr>
              <a:xfrm>
                <a:off x="5994119" y="3831017"/>
                <a:ext cx="1083991" cy="58705"/>
              </a:xfrm>
              <a:custGeom>
                <a:avLst/>
                <a:gdLst>
                  <a:gd name="connsiteX0" fmla="*/ 1025287 w 1083991"/>
                  <a:gd name="connsiteY0" fmla="*/ 29353 h 58705"/>
                  <a:gd name="connsiteX1" fmla="*/ 1054639 w 1083991"/>
                  <a:gd name="connsiteY1" fmla="*/ 0 h 58705"/>
                  <a:gd name="connsiteX2" fmla="*/ 1054639 w 1083991"/>
                  <a:gd name="connsiteY2" fmla="*/ 0 h 58705"/>
                  <a:gd name="connsiteX3" fmla="*/ 1083992 w 1083991"/>
                  <a:gd name="connsiteY3" fmla="*/ 29353 h 58705"/>
                  <a:gd name="connsiteX4" fmla="*/ 1083992 w 1083991"/>
                  <a:gd name="connsiteY4" fmla="*/ 29353 h 58705"/>
                  <a:gd name="connsiteX5" fmla="*/ 1054639 w 1083991"/>
                  <a:gd name="connsiteY5" fmla="*/ 58705 h 58705"/>
                  <a:gd name="connsiteX6" fmla="*/ 1054639 w 1083991"/>
                  <a:gd name="connsiteY6" fmla="*/ 58705 h 58705"/>
                  <a:gd name="connsiteX7" fmla="*/ 1025287 w 1083991"/>
                  <a:gd name="connsiteY7" fmla="*/ 29353 h 58705"/>
                  <a:gd name="connsiteX8" fmla="*/ 0 w 1083991"/>
                  <a:gd name="connsiteY8" fmla="*/ 29353 h 58705"/>
                  <a:gd name="connsiteX9" fmla="*/ 29353 w 1083991"/>
                  <a:gd name="connsiteY9" fmla="*/ 0 h 58705"/>
                  <a:gd name="connsiteX10" fmla="*/ 29353 w 1083991"/>
                  <a:gd name="connsiteY10" fmla="*/ 0 h 58705"/>
                  <a:gd name="connsiteX11" fmla="*/ 58705 w 1083991"/>
                  <a:gd name="connsiteY11" fmla="*/ 29353 h 58705"/>
                  <a:gd name="connsiteX12" fmla="*/ 58705 w 1083991"/>
                  <a:gd name="connsiteY12" fmla="*/ 29353 h 58705"/>
                  <a:gd name="connsiteX13" fmla="*/ 29353 w 1083991"/>
                  <a:gd name="connsiteY13" fmla="*/ 58705 h 58705"/>
                  <a:gd name="connsiteX14" fmla="*/ 29353 w 1083991"/>
                  <a:gd name="connsiteY14" fmla="*/ 58705 h 58705"/>
                  <a:gd name="connsiteX15" fmla="*/ 0 w 1083991"/>
                  <a:gd name="connsiteY15" fmla="*/ 29353 h 58705"/>
                  <a:gd name="connsiteX16" fmla="*/ 911398 w 1083991"/>
                  <a:gd name="connsiteY16" fmla="*/ 29353 h 58705"/>
                  <a:gd name="connsiteX17" fmla="*/ 940751 w 1083991"/>
                  <a:gd name="connsiteY17" fmla="*/ 0 h 58705"/>
                  <a:gd name="connsiteX18" fmla="*/ 940751 w 1083991"/>
                  <a:gd name="connsiteY18" fmla="*/ 0 h 58705"/>
                  <a:gd name="connsiteX19" fmla="*/ 970104 w 1083991"/>
                  <a:gd name="connsiteY19" fmla="*/ 29353 h 58705"/>
                  <a:gd name="connsiteX20" fmla="*/ 970104 w 1083991"/>
                  <a:gd name="connsiteY20" fmla="*/ 29353 h 58705"/>
                  <a:gd name="connsiteX21" fmla="*/ 940751 w 1083991"/>
                  <a:gd name="connsiteY21" fmla="*/ 58705 h 58705"/>
                  <a:gd name="connsiteX22" fmla="*/ 940751 w 1083991"/>
                  <a:gd name="connsiteY22" fmla="*/ 58705 h 58705"/>
                  <a:gd name="connsiteX23" fmla="*/ 911398 w 1083991"/>
                  <a:gd name="connsiteY23" fmla="*/ 29353 h 58705"/>
                  <a:gd name="connsiteX24" fmla="*/ 797510 w 1083991"/>
                  <a:gd name="connsiteY24" fmla="*/ 29353 h 58705"/>
                  <a:gd name="connsiteX25" fmla="*/ 826863 w 1083991"/>
                  <a:gd name="connsiteY25" fmla="*/ 0 h 58705"/>
                  <a:gd name="connsiteX26" fmla="*/ 826863 w 1083991"/>
                  <a:gd name="connsiteY26" fmla="*/ 0 h 58705"/>
                  <a:gd name="connsiteX27" fmla="*/ 856216 w 1083991"/>
                  <a:gd name="connsiteY27" fmla="*/ 29353 h 58705"/>
                  <a:gd name="connsiteX28" fmla="*/ 856216 w 1083991"/>
                  <a:gd name="connsiteY28" fmla="*/ 29353 h 58705"/>
                  <a:gd name="connsiteX29" fmla="*/ 826863 w 1083991"/>
                  <a:gd name="connsiteY29" fmla="*/ 58705 h 58705"/>
                  <a:gd name="connsiteX30" fmla="*/ 826863 w 1083991"/>
                  <a:gd name="connsiteY30" fmla="*/ 58705 h 58705"/>
                  <a:gd name="connsiteX31" fmla="*/ 797510 w 1083991"/>
                  <a:gd name="connsiteY31" fmla="*/ 29353 h 58705"/>
                  <a:gd name="connsiteX32" fmla="*/ 455846 w 1083991"/>
                  <a:gd name="connsiteY32" fmla="*/ 29353 h 58705"/>
                  <a:gd name="connsiteX33" fmla="*/ 484905 w 1083991"/>
                  <a:gd name="connsiteY33" fmla="*/ 0 h 58705"/>
                  <a:gd name="connsiteX34" fmla="*/ 484905 w 1083991"/>
                  <a:gd name="connsiteY34" fmla="*/ 0 h 58705"/>
                  <a:gd name="connsiteX35" fmla="*/ 514551 w 1083991"/>
                  <a:gd name="connsiteY35" fmla="*/ 29353 h 58705"/>
                  <a:gd name="connsiteX36" fmla="*/ 514551 w 1083991"/>
                  <a:gd name="connsiteY36" fmla="*/ 29353 h 58705"/>
                  <a:gd name="connsiteX37" fmla="*/ 484905 w 1083991"/>
                  <a:gd name="connsiteY37" fmla="*/ 58705 h 58705"/>
                  <a:gd name="connsiteX38" fmla="*/ 484905 w 1083991"/>
                  <a:gd name="connsiteY38" fmla="*/ 58705 h 58705"/>
                  <a:gd name="connsiteX39" fmla="*/ 455846 w 1083991"/>
                  <a:gd name="connsiteY39" fmla="*/ 29353 h 58705"/>
                  <a:gd name="connsiteX40" fmla="*/ 113888 w 1083991"/>
                  <a:gd name="connsiteY40" fmla="*/ 29353 h 58705"/>
                  <a:gd name="connsiteX41" fmla="*/ 143241 w 1083991"/>
                  <a:gd name="connsiteY41" fmla="*/ 0 h 58705"/>
                  <a:gd name="connsiteX42" fmla="*/ 143241 w 1083991"/>
                  <a:gd name="connsiteY42" fmla="*/ 0 h 58705"/>
                  <a:gd name="connsiteX43" fmla="*/ 172593 w 1083991"/>
                  <a:gd name="connsiteY43" fmla="*/ 29353 h 58705"/>
                  <a:gd name="connsiteX44" fmla="*/ 172593 w 1083991"/>
                  <a:gd name="connsiteY44" fmla="*/ 29353 h 58705"/>
                  <a:gd name="connsiteX45" fmla="*/ 143241 w 1083991"/>
                  <a:gd name="connsiteY45" fmla="*/ 58705 h 58705"/>
                  <a:gd name="connsiteX46" fmla="*/ 143241 w 1083991"/>
                  <a:gd name="connsiteY46" fmla="*/ 58705 h 58705"/>
                  <a:gd name="connsiteX47" fmla="*/ 113888 w 1083991"/>
                  <a:gd name="connsiteY47" fmla="*/ 29353 h 58705"/>
                  <a:gd name="connsiteX48" fmla="*/ 683622 w 1083991"/>
                  <a:gd name="connsiteY48" fmla="*/ 29353 h 58705"/>
                  <a:gd name="connsiteX49" fmla="*/ 712975 w 1083991"/>
                  <a:gd name="connsiteY49" fmla="*/ 0 h 58705"/>
                  <a:gd name="connsiteX50" fmla="*/ 712975 w 1083991"/>
                  <a:gd name="connsiteY50" fmla="*/ 0 h 58705"/>
                  <a:gd name="connsiteX51" fmla="*/ 742327 w 1083991"/>
                  <a:gd name="connsiteY51" fmla="*/ 29353 h 58705"/>
                  <a:gd name="connsiteX52" fmla="*/ 742327 w 1083991"/>
                  <a:gd name="connsiteY52" fmla="*/ 29353 h 58705"/>
                  <a:gd name="connsiteX53" fmla="*/ 712975 w 1083991"/>
                  <a:gd name="connsiteY53" fmla="*/ 58705 h 58705"/>
                  <a:gd name="connsiteX54" fmla="*/ 712975 w 1083991"/>
                  <a:gd name="connsiteY54" fmla="*/ 58705 h 58705"/>
                  <a:gd name="connsiteX55" fmla="*/ 683622 w 1083991"/>
                  <a:gd name="connsiteY55" fmla="*/ 29353 h 58705"/>
                  <a:gd name="connsiteX56" fmla="*/ 569734 w 1083991"/>
                  <a:gd name="connsiteY56" fmla="*/ 29353 h 58705"/>
                  <a:gd name="connsiteX57" fmla="*/ 599087 w 1083991"/>
                  <a:gd name="connsiteY57" fmla="*/ 0 h 58705"/>
                  <a:gd name="connsiteX58" fmla="*/ 599087 w 1083991"/>
                  <a:gd name="connsiteY58" fmla="*/ 0 h 58705"/>
                  <a:gd name="connsiteX59" fmla="*/ 628439 w 1083991"/>
                  <a:gd name="connsiteY59" fmla="*/ 29353 h 58705"/>
                  <a:gd name="connsiteX60" fmla="*/ 628439 w 1083991"/>
                  <a:gd name="connsiteY60" fmla="*/ 29353 h 58705"/>
                  <a:gd name="connsiteX61" fmla="*/ 599087 w 1083991"/>
                  <a:gd name="connsiteY61" fmla="*/ 58705 h 58705"/>
                  <a:gd name="connsiteX62" fmla="*/ 599087 w 1083991"/>
                  <a:gd name="connsiteY62" fmla="*/ 58705 h 58705"/>
                  <a:gd name="connsiteX63" fmla="*/ 569734 w 1083991"/>
                  <a:gd name="connsiteY63" fmla="*/ 29353 h 58705"/>
                  <a:gd name="connsiteX64" fmla="*/ 341958 w 1083991"/>
                  <a:gd name="connsiteY64" fmla="*/ 29353 h 58705"/>
                  <a:gd name="connsiteX65" fmla="*/ 371017 w 1083991"/>
                  <a:gd name="connsiteY65" fmla="*/ 0 h 58705"/>
                  <a:gd name="connsiteX66" fmla="*/ 371017 w 1083991"/>
                  <a:gd name="connsiteY66" fmla="*/ 0 h 58705"/>
                  <a:gd name="connsiteX67" fmla="*/ 400663 w 1083991"/>
                  <a:gd name="connsiteY67" fmla="*/ 29353 h 58705"/>
                  <a:gd name="connsiteX68" fmla="*/ 400663 w 1083991"/>
                  <a:gd name="connsiteY68" fmla="*/ 29353 h 58705"/>
                  <a:gd name="connsiteX69" fmla="*/ 371017 w 1083991"/>
                  <a:gd name="connsiteY69" fmla="*/ 58705 h 58705"/>
                  <a:gd name="connsiteX70" fmla="*/ 371017 w 1083991"/>
                  <a:gd name="connsiteY70" fmla="*/ 58705 h 58705"/>
                  <a:gd name="connsiteX71" fmla="*/ 341958 w 1083991"/>
                  <a:gd name="connsiteY71" fmla="*/ 29353 h 58705"/>
                  <a:gd name="connsiteX72" fmla="*/ 227776 w 1083991"/>
                  <a:gd name="connsiteY72" fmla="*/ 29353 h 58705"/>
                  <a:gd name="connsiteX73" fmla="*/ 257129 w 1083991"/>
                  <a:gd name="connsiteY73" fmla="*/ 0 h 58705"/>
                  <a:gd name="connsiteX74" fmla="*/ 257129 w 1083991"/>
                  <a:gd name="connsiteY74" fmla="*/ 0 h 58705"/>
                  <a:gd name="connsiteX75" fmla="*/ 286481 w 1083991"/>
                  <a:gd name="connsiteY75" fmla="*/ 29353 h 58705"/>
                  <a:gd name="connsiteX76" fmla="*/ 286481 w 1083991"/>
                  <a:gd name="connsiteY76" fmla="*/ 29353 h 58705"/>
                  <a:gd name="connsiteX77" fmla="*/ 257129 w 1083991"/>
                  <a:gd name="connsiteY77" fmla="*/ 58705 h 58705"/>
                  <a:gd name="connsiteX78" fmla="*/ 257129 w 1083991"/>
                  <a:gd name="connsiteY78" fmla="*/ 58705 h 58705"/>
                  <a:gd name="connsiteX79" fmla="*/ 227776 w 1083991"/>
                  <a:gd name="connsiteY79" fmla="*/ 29353 h 58705"/>
                  <a:gd name="connsiteX80" fmla="*/ 143241 w 1083991"/>
                  <a:gd name="connsiteY80" fmla="*/ 0 h 58705"/>
                  <a:gd name="connsiteX81" fmla="*/ 143241 w 1083991"/>
                  <a:gd name="connsiteY81" fmla="*/ 0 h 58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1083991" h="58705">
                    <a:moveTo>
                      <a:pt x="1025287" y="29353"/>
                    </a:moveTo>
                    <a:cubicBezTo>
                      <a:pt x="1025287" y="13209"/>
                      <a:pt x="1038495" y="0"/>
                      <a:pt x="1054639" y="0"/>
                    </a:cubicBezTo>
                    <a:lnTo>
                      <a:pt x="1054639" y="0"/>
                    </a:lnTo>
                    <a:cubicBezTo>
                      <a:pt x="1070783" y="0"/>
                      <a:pt x="1083992" y="13209"/>
                      <a:pt x="1083992" y="29353"/>
                    </a:cubicBezTo>
                    <a:lnTo>
                      <a:pt x="1083992" y="29353"/>
                    </a:lnTo>
                    <a:cubicBezTo>
                      <a:pt x="1083992" y="45496"/>
                      <a:pt x="1070783" y="58705"/>
                      <a:pt x="1054639" y="58705"/>
                    </a:cubicBezTo>
                    <a:lnTo>
                      <a:pt x="1054639" y="58705"/>
                    </a:lnTo>
                    <a:cubicBezTo>
                      <a:pt x="1038495" y="58705"/>
                      <a:pt x="1025287" y="45496"/>
                      <a:pt x="1025287" y="29353"/>
                    </a:cubicBezTo>
                    <a:close/>
                    <a:moveTo>
                      <a:pt x="0" y="29353"/>
                    </a:moveTo>
                    <a:cubicBezTo>
                      <a:pt x="0" y="13209"/>
                      <a:pt x="13209" y="0"/>
                      <a:pt x="29353" y="0"/>
                    </a:cubicBezTo>
                    <a:lnTo>
                      <a:pt x="29353" y="0"/>
                    </a:lnTo>
                    <a:cubicBezTo>
                      <a:pt x="45497" y="0"/>
                      <a:pt x="58705" y="13209"/>
                      <a:pt x="58705" y="29353"/>
                    </a:cubicBezTo>
                    <a:lnTo>
                      <a:pt x="58705" y="29353"/>
                    </a:lnTo>
                    <a:cubicBezTo>
                      <a:pt x="58705" y="45496"/>
                      <a:pt x="45790" y="58705"/>
                      <a:pt x="29353" y="58705"/>
                    </a:cubicBezTo>
                    <a:lnTo>
                      <a:pt x="29353" y="58705"/>
                    </a:lnTo>
                    <a:cubicBezTo>
                      <a:pt x="13209" y="58705"/>
                      <a:pt x="0" y="45496"/>
                      <a:pt x="0" y="29353"/>
                    </a:cubicBezTo>
                    <a:close/>
                    <a:moveTo>
                      <a:pt x="911398" y="29353"/>
                    </a:moveTo>
                    <a:cubicBezTo>
                      <a:pt x="911398" y="13209"/>
                      <a:pt x="924607" y="0"/>
                      <a:pt x="940751" y="0"/>
                    </a:cubicBezTo>
                    <a:lnTo>
                      <a:pt x="940751" y="0"/>
                    </a:lnTo>
                    <a:cubicBezTo>
                      <a:pt x="956895" y="0"/>
                      <a:pt x="970104" y="13209"/>
                      <a:pt x="970104" y="29353"/>
                    </a:cubicBezTo>
                    <a:lnTo>
                      <a:pt x="970104" y="29353"/>
                    </a:lnTo>
                    <a:cubicBezTo>
                      <a:pt x="970104" y="45496"/>
                      <a:pt x="956895" y="58705"/>
                      <a:pt x="940751" y="58705"/>
                    </a:cubicBezTo>
                    <a:lnTo>
                      <a:pt x="940751" y="58705"/>
                    </a:lnTo>
                    <a:cubicBezTo>
                      <a:pt x="924607" y="58705"/>
                      <a:pt x="911398" y="45496"/>
                      <a:pt x="911398" y="29353"/>
                    </a:cubicBezTo>
                    <a:close/>
                    <a:moveTo>
                      <a:pt x="797510" y="29353"/>
                    </a:moveTo>
                    <a:cubicBezTo>
                      <a:pt x="797510" y="13209"/>
                      <a:pt x="810719" y="0"/>
                      <a:pt x="826863" y="0"/>
                    </a:cubicBezTo>
                    <a:lnTo>
                      <a:pt x="826863" y="0"/>
                    </a:lnTo>
                    <a:cubicBezTo>
                      <a:pt x="843007" y="0"/>
                      <a:pt x="856216" y="13209"/>
                      <a:pt x="856216" y="29353"/>
                    </a:cubicBezTo>
                    <a:lnTo>
                      <a:pt x="856216" y="29353"/>
                    </a:lnTo>
                    <a:cubicBezTo>
                      <a:pt x="856216" y="45496"/>
                      <a:pt x="843007" y="58705"/>
                      <a:pt x="826863" y="58705"/>
                    </a:cubicBezTo>
                    <a:lnTo>
                      <a:pt x="826863" y="58705"/>
                    </a:lnTo>
                    <a:cubicBezTo>
                      <a:pt x="810719" y="58705"/>
                      <a:pt x="797510" y="45496"/>
                      <a:pt x="797510" y="29353"/>
                    </a:cubicBezTo>
                    <a:close/>
                    <a:moveTo>
                      <a:pt x="455846" y="29353"/>
                    </a:moveTo>
                    <a:cubicBezTo>
                      <a:pt x="455846" y="12915"/>
                      <a:pt x="468761" y="0"/>
                      <a:pt x="484905" y="0"/>
                    </a:cubicBezTo>
                    <a:lnTo>
                      <a:pt x="484905" y="0"/>
                    </a:lnTo>
                    <a:cubicBezTo>
                      <a:pt x="501343" y="0"/>
                      <a:pt x="514551" y="13209"/>
                      <a:pt x="514551" y="29353"/>
                    </a:cubicBezTo>
                    <a:lnTo>
                      <a:pt x="514551" y="29353"/>
                    </a:lnTo>
                    <a:cubicBezTo>
                      <a:pt x="514551" y="45496"/>
                      <a:pt x="501343" y="58705"/>
                      <a:pt x="484905" y="58705"/>
                    </a:cubicBezTo>
                    <a:lnTo>
                      <a:pt x="484905" y="58705"/>
                    </a:lnTo>
                    <a:cubicBezTo>
                      <a:pt x="468761" y="58705"/>
                      <a:pt x="455846" y="45496"/>
                      <a:pt x="455846" y="29353"/>
                    </a:cubicBezTo>
                    <a:close/>
                    <a:moveTo>
                      <a:pt x="113888" y="29353"/>
                    </a:moveTo>
                    <a:cubicBezTo>
                      <a:pt x="113888" y="13209"/>
                      <a:pt x="127097" y="0"/>
                      <a:pt x="143241" y="0"/>
                    </a:cubicBezTo>
                    <a:lnTo>
                      <a:pt x="143241" y="0"/>
                    </a:lnTo>
                    <a:cubicBezTo>
                      <a:pt x="159385" y="0"/>
                      <a:pt x="172593" y="13209"/>
                      <a:pt x="172593" y="29353"/>
                    </a:cubicBezTo>
                    <a:lnTo>
                      <a:pt x="172593" y="29353"/>
                    </a:lnTo>
                    <a:cubicBezTo>
                      <a:pt x="172593" y="45496"/>
                      <a:pt x="159678" y="58705"/>
                      <a:pt x="143241" y="58705"/>
                    </a:cubicBezTo>
                    <a:lnTo>
                      <a:pt x="143241" y="58705"/>
                    </a:lnTo>
                    <a:cubicBezTo>
                      <a:pt x="127097" y="58705"/>
                      <a:pt x="113888" y="45496"/>
                      <a:pt x="113888" y="29353"/>
                    </a:cubicBezTo>
                    <a:close/>
                    <a:moveTo>
                      <a:pt x="683622" y="29353"/>
                    </a:moveTo>
                    <a:cubicBezTo>
                      <a:pt x="683622" y="13209"/>
                      <a:pt x="696537" y="0"/>
                      <a:pt x="712975" y="0"/>
                    </a:cubicBezTo>
                    <a:lnTo>
                      <a:pt x="712975" y="0"/>
                    </a:lnTo>
                    <a:cubicBezTo>
                      <a:pt x="729119" y="0"/>
                      <a:pt x="742327" y="13209"/>
                      <a:pt x="742327" y="29353"/>
                    </a:cubicBezTo>
                    <a:lnTo>
                      <a:pt x="742327" y="29353"/>
                    </a:lnTo>
                    <a:cubicBezTo>
                      <a:pt x="742327" y="45496"/>
                      <a:pt x="729119" y="58705"/>
                      <a:pt x="712975" y="58705"/>
                    </a:cubicBezTo>
                    <a:lnTo>
                      <a:pt x="712975" y="58705"/>
                    </a:lnTo>
                    <a:cubicBezTo>
                      <a:pt x="696537" y="58705"/>
                      <a:pt x="683622" y="45496"/>
                      <a:pt x="683622" y="29353"/>
                    </a:cubicBezTo>
                    <a:close/>
                    <a:moveTo>
                      <a:pt x="569734" y="29353"/>
                    </a:moveTo>
                    <a:cubicBezTo>
                      <a:pt x="569734" y="13209"/>
                      <a:pt x="582649" y="0"/>
                      <a:pt x="599087" y="0"/>
                    </a:cubicBezTo>
                    <a:lnTo>
                      <a:pt x="599087" y="0"/>
                    </a:lnTo>
                    <a:cubicBezTo>
                      <a:pt x="615231" y="0"/>
                      <a:pt x="628439" y="13209"/>
                      <a:pt x="628439" y="29353"/>
                    </a:cubicBezTo>
                    <a:lnTo>
                      <a:pt x="628439" y="29353"/>
                    </a:lnTo>
                    <a:cubicBezTo>
                      <a:pt x="628439" y="45496"/>
                      <a:pt x="615231" y="58705"/>
                      <a:pt x="599087" y="58705"/>
                    </a:cubicBezTo>
                    <a:lnTo>
                      <a:pt x="599087" y="58705"/>
                    </a:lnTo>
                    <a:cubicBezTo>
                      <a:pt x="582649" y="58705"/>
                      <a:pt x="569734" y="45496"/>
                      <a:pt x="569734" y="29353"/>
                    </a:cubicBezTo>
                    <a:close/>
                    <a:moveTo>
                      <a:pt x="341958" y="29353"/>
                    </a:moveTo>
                    <a:cubicBezTo>
                      <a:pt x="341958" y="13209"/>
                      <a:pt x="354873" y="0"/>
                      <a:pt x="371017" y="0"/>
                    </a:cubicBezTo>
                    <a:lnTo>
                      <a:pt x="371017" y="0"/>
                    </a:lnTo>
                    <a:cubicBezTo>
                      <a:pt x="387454" y="0"/>
                      <a:pt x="400663" y="13209"/>
                      <a:pt x="400663" y="29353"/>
                    </a:cubicBezTo>
                    <a:lnTo>
                      <a:pt x="400663" y="29353"/>
                    </a:lnTo>
                    <a:cubicBezTo>
                      <a:pt x="400663" y="45496"/>
                      <a:pt x="387454" y="58705"/>
                      <a:pt x="371017" y="58705"/>
                    </a:cubicBezTo>
                    <a:lnTo>
                      <a:pt x="371017" y="58705"/>
                    </a:lnTo>
                    <a:cubicBezTo>
                      <a:pt x="354873" y="58705"/>
                      <a:pt x="341958" y="45496"/>
                      <a:pt x="341958" y="29353"/>
                    </a:cubicBezTo>
                    <a:close/>
                    <a:moveTo>
                      <a:pt x="227776" y="29353"/>
                    </a:moveTo>
                    <a:cubicBezTo>
                      <a:pt x="227776" y="13209"/>
                      <a:pt x="240985" y="0"/>
                      <a:pt x="257129" y="0"/>
                    </a:cubicBezTo>
                    <a:lnTo>
                      <a:pt x="257129" y="0"/>
                    </a:lnTo>
                    <a:cubicBezTo>
                      <a:pt x="273566" y="0"/>
                      <a:pt x="286481" y="12915"/>
                      <a:pt x="286481" y="29353"/>
                    </a:cubicBezTo>
                    <a:lnTo>
                      <a:pt x="286481" y="29353"/>
                    </a:lnTo>
                    <a:cubicBezTo>
                      <a:pt x="286481" y="45496"/>
                      <a:pt x="273566" y="58705"/>
                      <a:pt x="257129" y="58705"/>
                    </a:cubicBezTo>
                    <a:lnTo>
                      <a:pt x="257129" y="58705"/>
                    </a:lnTo>
                    <a:cubicBezTo>
                      <a:pt x="240985" y="58705"/>
                      <a:pt x="227776" y="45496"/>
                      <a:pt x="227776" y="29353"/>
                    </a:cubicBezTo>
                    <a:close/>
                    <a:moveTo>
                      <a:pt x="143241" y="0"/>
                    </a:moveTo>
                    <a:lnTo>
                      <a:pt x="143241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8EFCBF4A-F98B-948A-60EF-EBDCABFE8F51}"/>
                  </a:ext>
                </a:extLst>
              </p:cNvPr>
              <p:cNvSpPr/>
              <p:nvPr/>
            </p:nvSpPr>
            <p:spPr>
              <a:xfrm>
                <a:off x="5770907" y="3814769"/>
                <a:ext cx="58385" cy="58808"/>
              </a:xfrm>
              <a:custGeom>
                <a:avLst/>
                <a:gdLst>
                  <a:gd name="connsiteX0" fmla="*/ 20092 w 58385"/>
                  <a:gd name="connsiteY0" fmla="*/ 57341 h 58808"/>
                  <a:gd name="connsiteX1" fmla="*/ 1600 w 58385"/>
                  <a:gd name="connsiteY1" fmla="*/ 20063 h 58808"/>
                  <a:gd name="connsiteX2" fmla="*/ 1600 w 58385"/>
                  <a:gd name="connsiteY2" fmla="*/ 20063 h 58808"/>
                  <a:gd name="connsiteX3" fmla="*/ 38584 w 58385"/>
                  <a:gd name="connsiteY3" fmla="*/ 1571 h 58808"/>
                  <a:gd name="connsiteX4" fmla="*/ 38584 w 58385"/>
                  <a:gd name="connsiteY4" fmla="*/ 1571 h 58808"/>
                  <a:gd name="connsiteX5" fmla="*/ 56783 w 58385"/>
                  <a:gd name="connsiteY5" fmla="*/ 38849 h 58808"/>
                  <a:gd name="connsiteX6" fmla="*/ 56783 w 58385"/>
                  <a:gd name="connsiteY6" fmla="*/ 38849 h 58808"/>
                  <a:gd name="connsiteX7" fmla="*/ 29192 w 58385"/>
                  <a:gd name="connsiteY7" fmla="*/ 58809 h 58808"/>
                  <a:gd name="connsiteX8" fmla="*/ 29192 w 58385"/>
                  <a:gd name="connsiteY8" fmla="*/ 58809 h 58808"/>
                  <a:gd name="connsiteX9" fmla="*/ 19799 w 58385"/>
                  <a:gd name="connsiteY9" fmla="*/ 57341 h 58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385" h="58808">
                    <a:moveTo>
                      <a:pt x="20092" y="57341"/>
                    </a:moveTo>
                    <a:cubicBezTo>
                      <a:pt x="4535" y="52057"/>
                      <a:pt x="-3683" y="35326"/>
                      <a:pt x="1600" y="20063"/>
                    </a:cubicBezTo>
                    <a:lnTo>
                      <a:pt x="1600" y="20063"/>
                    </a:lnTo>
                    <a:cubicBezTo>
                      <a:pt x="6590" y="4800"/>
                      <a:pt x="23321" y="-3712"/>
                      <a:pt x="38584" y="1571"/>
                    </a:cubicBezTo>
                    <a:lnTo>
                      <a:pt x="38584" y="1571"/>
                    </a:lnTo>
                    <a:cubicBezTo>
                      <a:pt x="53848" y="6855"/>
                      <a:pt x="62067" y="23292"/>
                      <a:pt x="56783" y="38849"/>
                    </a:cubicBezTo>
                    <a:lnTo>
                      <a:pt x="56783" y="38849"/>
                    </a:lnTo>
                    <a:cubicBezTo>
                      <a:pt x="52674" y="50883"/>
                      <a:pt x="41226" y="58809"/>
                      <a:pt x="29192" y="58809"/>
                    </a:cubicBezTo>
                    <a:lnTo>
                      <a:pt x="29192" y="58809"/>
                    </a:lnTo>
                    <a:cubicBezTo>
                      <a:pt x="25963" y="58809"/>
                      <a:pt x="22734" y="58222"/>
                      <a:pt x="19799" y="57341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E6B4D714-2196-B988-0C2A-B8CD2E19B3E5}"/>
                  </a:ext>
                </a:extLst>
              </p:cNvPr>
              <p:cNvSpPr/>
              <p:nvPr/>
            </p:nvSpPr>
            <p:spPr>
              <a:xfrm>
                <a:off x="5586412" y="3522639"/>
                <a:ext cx="74480" cy="188031"/>
              </a:xfrm>
              <a:custGeom>
                <a:avLst/>
                <a:gdLst>
                  <a:gd name="connsiteX0" fmla="*/ 17612 w 74480"/>
                  <a:gd name="connsiteY0" fmla="*/ 168952 h 188031"/>
                  <a:gd name="connsiteX1" fmla="*/ 34636 w 74480"/>
                  <a:gd name="connsiteY1" fmla="*/ 131088 h 188031"/>
                  <a:gd name="connsiteX2" fmla="*/ 34636 w 74480"/>
                  <a:gd name="connsiteY2" fmla="*/ 131088 h 188031"/>
                  <a:gd name="connsiteX3" fmla="*/ 72501 w 74480"/>
                  <a:gd name="connsiteY3" fmla="*/ 148112 h 188031"/>
                  <a:gd name="connsiteX4" fmla="*/ 72501 w 74480"/>
                  <a:gd name="connsiteY4" fmla="*/ 148112 h 188031"/>
                  <a:gd name="connsiteX5" fmla="*/ 55476 w 74480"/>
                  <a:gd name="connsiteY5" fmla="*/ 185977 h 188031"/>
                  <a:gd name="connsiteX6" fmla="*/ 55476 w 74480"/>
                  <a:gd name="connsiteY6" fmla="*/ 185977 h 188031"/>
                  <a:gd name="connsiteX7" fmla="*/ 45203 w 74480"/>
                  <a:gd name="connsiteY7" fmla="*/ 188031 h 188031"/>
                  <a:gd name="connsiteX8" fmla="*/ 45203 w 74480"/>
                  <a:gd name="connsiteY8" fmla="*/ 188031 h 188031"/>
                  <a:gd name="connsiteX9" fmla="*/ 17612 w 74480"/>
                  <a:gd name="connsiteY9" fmla="*/ 168952 h 188031"/>
                  <a:gd name="connsiteX10" fmla="*/ 26124 w 74480"/>
                  <a:gd name="connsiteY10" fmla="*/ 58587 h 188031"/>
                  <a:gd name="connsiteX11" fmla="*/ 294 w 74480"/>
                  <a:gd name="connsiteY11" fmla="*/ 26299 h 188031"/>
                  <a:gd name="connsiteX12" fmla="*/ 0 w 74480"/>
                  <a:gd name="connsiteY12" fmla="*/ 26299 h 188031"/>
                  <a:gd name="connsiteX13" fmla="*/ 32288 w 74480"/>
                  <a:gd name="connsiteY13" fmla="*/ 175 h 188031"/>
                  <a:gd name="connsiteX14" fmla="*/ 32288 w 74480"/>
                  <a:gd name="connsiteY14" fmla="*/ 175 h 188031"/>
                  <a:gd name="connsiteX15" fmla="*/ 58412 w 74480"/>
                  <a:gd name="connsiteY15" fmla="*/ 32756 h 188031"/>
                  <a:gd name="connsiteX16" fmla="*/ 58412 w 74480"/>
                  <a:gd name="connsiteY16" fmla="*/ 32756 h 188031"/>
                  <a:gd name="connsiteX17" fmla="*/ 29059 w 74480"/>
                  <a:gd name="connsiteY17" fmla="*/ 58880 h 188031"/>
                  <a:gd name="connsiteX18" fmla="*/ 29059 w 74480"/>
                  <a:gd name="connsiteY18" fmla="*/ 58880 h 188031"/>
                  <a:gd name="connsiteX19" fmla="*/ 25830 w 74480"/>
                  <a:gd name="connsiteY19" fmla="*/ 58587 h 188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4480" h="188031">
                    <a:moveTo>
                      <a:pt x="17612" y="168952"/>
                    </a:moveTo>
                    <a:cubicBezTo>
                      <a:pt x="12035" y="153689"/>
                      <a:pt x="19373" y="136664"/>
                      <a:pt x="34636" y="131088"/>
                    </a:cubicBezTo>
                    <a:lnTo>
                      <a:pt x="34636" y="131088"/>
                    </a:lnTo>
                    <a:cubicBezTo>
                      <a:pt x="49899" y="125217"/>
                      <a:pt x="66924" y="133142"/>
                      <a:pt x="72501" y="148112"/>
                    </a:cubicBezTo>
                    <a:lnTo>
                      <a:pt x="72501" y="148112"/>
                    </a:lnTo>
                    <a:cubicBezTo>
                      <a:pt x="78371" y="163375"/>
                      <a:pt x="70740" y="180400"/>
                      <a:pt x="55476" y="185977"/>
                    </a:cubicBezTo>
                    <a:lnTo>
                      <a:pt x="55476" y="185977"/>
                    </a:lnTo>
                    <a:cubicBezTo>
                      <a:pt x="51954" y="187444"/>
                      <a:pt x="48432" y="188031"/>
                      <a:pt x="45203" y="188031"/>
                    </a:cubicBezTo>
                    <a:lnTo>
                      <a:pt x="45203" y="188031"/>
                    </a:lnTo>
                    <a:cubicBezTo>
                      <a:pt x="33168" y="188031"/>
                      <a:pt x="22014" y="180693"/>
                      <a:pt x="17612" y="168952"/>
                    </a:cubicBezTo>
                    <a:close/>
                    <a:moveTo>
                      <a:pt x="26124" y="58587"/>
                    </a:moveTo>
                    <a:cubicBezTo>
                      <a:pt x="9980" y="56825"/>
                      <a:pt x="-1468" y="42443"/>
                      <a:pt x="294" y="26299"/>
                    </a:cubicBezTo>
                    <a:lnTo>
                      <a:pt x="0" y="26299"/>
                    </a:lnTo>
                    <a:cubicBezTo>
                      <a:pt x="1761" y="10155"/>
                      <a:pt x="16144" y="-1586"/>
                      <a:pt x="32288" y="175"/>
                    </a:cubicBezTo>
                    <a:lnTo>
                      <a:pt x="32288" y="175"/>
                    </a:lnTo>
                    <a:cubicBezTo>
                      <a:pt x="48432" y="2230"/>
                      <a:pt x="60173" y="16612"/>
                      <a:pt x="58412" y="32756"/>
                    </a:cubicBezTo>
                    <a:lnTo>
                      <a:pt x="58412" y="32756"/>
                    </a:lnTo>
                    <a:cubicBezTo>
                      <a:pt x="56651" y="47726"/>
                      <a:pt x="43735" y="58880"/>
                      <a:pt x="29059" y="58880"/>
                    </a:cubicBezTo>
                    <a:lnTo>
                      <a:pt x="29059" y="58880"/>
                    </a:lnTo>
                    <a:cubicBezTo>
                      <a:pt x="29059" y="58880"/>
                      <a:pt x="27004" y="58880"/>
                      <a:pt x="25830" y="5858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4D0EADB-3B48-F4DC-5F79-22552B0A1019}"/>
                  </a:ext>
                </a:extLst>
              </p:cNvPr>
              <p:cNvSpPr/>
              <p:nvPr/>
            </p:nvSpPr>
            <p:spPr>
              <a:xfrm>
                <a:off x="5685993" y="2892297"/>
                <a:ext cx="292439" cy="464087"/>
              </a:xfrm>
              <a:custGeom>
                <a:avLst/>
                <a:gdLst>
                  <a:gd name="connsiteX0" fmla="*/ 14894 w 292439"/>
                  <a:gd name="connsiteY0" fmla="*/ 460272 h 464087"/>
                  <a:gd name="connsiteX1" fmla="*/ 4033 w 292439"/>
                  <a:gd name="connsiteY1" fmla="*/ 420059 h 464087"/>
                  <a:gd name="connsiteX2" fmla="*/ 4033 w 292439"/>
                  <a:gd name="connsiteY2" fmla="*/ 420059 h 464087"/>
                  <a:gd name="connsiteX3" fmla="*/ 43953 w 292439"/>
                  <a:gd name="connsiteY3" fmla="*/ 409198 h 464087"/>
                  <a:gd name="connsiteX4" fmla="*/ 43953 w 292439"/>
                  <a:gd name="connsiteY4" fmla="*/ 409198 h 464087"/>
                  <a:gd name="connsiteX5" fmla="*/ 54813 w 292439"/>
                  <a:gd name="connsiteY5" fmla="*/ 449411 h 464087"/>
                  <a:gd name="connsiteX6" fmla="*/ 54813 w 292439"/>
                  <a:gd name="connsiteY6" fmla="*/ 449411 h 464087"/>
                  <a:gd name="connsiteX7" fmla="*/ 29570 w 292439"/>
                  <a:gd name="connsiteY7" fmla="*/ 464087 h 464087"/>
                  <a:gd name="connsiteX8" fmla="*/ 29570 w 292439"/>
                  <a:gd name="connsiteY8" fmla="*/ 464087 h 464087"/>
                  <a:gd name="connsiteX9" fmla="*/ 14894 w 292439"/>
                  <a:gd name="connsiteY9" fmla="*/ 460272 h 464087"/>
                  <a:gd name="connsiteX10" fmla="*/ 73012 w 292439"/>
                  <a:gd name="connsiteY10" fmla="*/ 358712 h 464087"/>
                  <a:gd name="connsiteX11" fmla="*/ 62445 w 292439"/>
                  <a:gd name="connsiteY11" fmla="*/ 318792 h 464087"/>
                  <a:gd name="connsiteX12" fmla="*/ 62445 w 292439"/>
                  <a:gd name="connsiteY12" fmla="*/ 318792 h 464087"/>
                  <a:gd name="connsiteX13" fmla="*/ 102365 w 292439"/>
                  <a:gd name="connsiteY13" fmla="*/ 307932 h 464087"/>
                  <a:gd name="connsiteX14" fmla="*/ 102365 w 292439"/>
                  <a:gd name="connsiteY14" fmla="*/ 307932 h 464087"/>
                  <a:gd name="connsiteX15" fmla="*/ 113225 w 292439"/>
                  <a:gd name="connsiteY15" fmla="*/ 348145 h 464087"/>
                  <a:gd name="connsiteX16" fmla="*/ 113225 w 292439"/>
                  <a:gd name="connsiteY16" fmla="*/ 348145 h 464087"/>
                  <a:gd name="connsiteX17" fmla="*/ 87688 w 292439"/>
                  <a:gd name="connsiteY17" fmla="*/ 362821 h 464087"/>
                  <a:gd name="connsiteX18" fmla="*/ 87688 w 292439"/>
                  <a:gd name="connsiteY18" fmla="*/ 362821 h 464087"/>
                  <a:gd name="connsiteX19" fmla="*/ 73012 w 292439"/>
                  <a:gd name="connsiteY19" fmla="*/ 358712 h 464087"/>
                  <a:gd name="connsiteX20" fmla="*/ 131424 w 292439"/>
                  <a:gd name="connsiteY20" fmla="*/ 257445 h 464087"/>
                  <a:gd name="connsiteX21" fmla="*/ 120857 w 292439"/>
                  <a:gd name="connsiteY21" fmla="*/ 217232 h 464087"/>
                  <a:gd name="connsiteX22" fmla="*/ 120857 w 292439"/>
                  <a:gd name="connsiteY22" fmla="*/ 217232 h 464087"/>
                  <a:gd name="connsiteX23" fmla="*/ 160776 w 292439"/>
                  <a:gd name="connsiteY23" fmla="*/ 206665 h 464087"/>
                  <a:gd name="connsiteX24" fmla="*/ 160776 w 292439"/>
                  <a:gd name="connsiteY24" fmla="*/ 206665 h 464087"/>
                  <a:gd name="connsiteX25" fmla="*/ 171637 w 292439"/>
                  <a:gd name="connsiteY25" fmla="*/ 246585 h 464087"/>
                  <a:gd name="connsiteX26" fmla="*/ 171637 w 292439"/>
                  <a:gd name="connsiteY26" fmla="*/ 246585 h 464087"/>
                  <a:gd name="connsiteX27" fmla="*/ 146100 w 292439"/>
                  <a:gd name="connsiteY27" fmla="*/ 261261 h 464087"/>
                  <a:gd name="connsiteX28" fmla="*/ 146100 w 292439"/>
                  <a:gd name="connsiteY28" fmla="*/ 261261 h 464087"/>
                  <a:gd name="connsiteX29" fmla="*/ 131424 w 292439"/>
                  <a:gd name="connsiteY29" fmla="*/ 257445 h 464087"/>
                  <a:gd name="connsiteX30" fmla="*/ 190129 w 292439"/>
                  <a:gd name="connsiteY30" fmla="*/ 156179 h 464087"/>
                  <a:gd name="connsiteX31" fmla="*/ 179268 w 292439"/>
                  <a:gd name="connsiteY31" fmla="*/ 115966 h 464087"/>
                  <a:gd name="connsiteX32" fmla="*/ 179268 w 292439"/>
                  <a:gd name="connsiteY32" fmla="*/ 115966 h 464087"/>
                  <a:gd name="connsiteX33" fmla="*/ 219481 w 292439"/>
                  <a:gd name="connsiteY33" fmla="*/ 105105 h 464087"/>
                  <a:gd name="connsiteX34" fmla="*/ 219481 w 292439"/>
                  <a:gd name="connsiteY34" fmla="*/ 105105 h 464087"/>
                  <a:gd name="connsiteX35" fmla="*/ 230048 w 292439"/>
                  <a:gd name="connsiteY35" fmla="*/ 145318 h 464087"/>
                  <a:gd name="connsiteX36" fmla="*/ 230048 w 292439"/>
                  <a:gd name="connsiteY36" fmla="*/ 145318 h 464087"/>
                  <a:gd name="connsiteX37" fmla="*/ 204512 w 292439"/>
                  <a:gd name="connsiteY37" fmla="*/ 159994 h 464087"/>
                  <a:gd name="connsiteX38" fmla="*/ 204512 w 292439"/>
                  <a:gd name="connsiteY38" fmla="*/ 159994 h 464087"/>
                  <a:gd name="connsiteX39" fmla="*/ 190129 w 292439"/>
                  <a:gd name="connsiteY39" fmla="*/ 156179 h 464087"/>
                  <a:gd name="connsiteX40" fmla="*/ 248541 w 292439"/>
                  <a:gd name="connsiteY40" fmla="*/ 54912 h 464087"/>
                  <a:gd name="connsiteX41" fmla="*/ 237680 w 292439"/>
                  <a:gd name="connsiteY41" fmla="*/ 14699 h 464087"/>
                  <a:gd name="connsiteX42" fmla="*/ 237680 w 292439"/>
                  <a:gd name="connsiteY42" fmla="*/ 14699 h 464087"/>
                  <a:gd name="connsiteX43" fmla="*/ 277893 w 292439"/>
                  <a:gd name="connsiteY43" fmla="*/ 3839 h 464087"/>
                  <a:gd name="connsiteX44" fmla="*/ 277893 w 292439"/>
                  <a:gd name="connsiteY44" fmla="*/ 3839 h 464087"/>
                  <a:gd name="connsiteX45" fmla="*/ 288460 w 292439"/>
                  <a:gd name="connsiteY45" fmla="*/ 44052 h 464087"/>
                  <a:gd name="connsiteX46" fmla="*/ 288460 w 292439"/>
                  <a:gd name="connsiteY46" fmla="*/ 44052 h 464087"/>
                  <a:gd name="connsiteX47" fmla="*/ 263217 w 292439"/>
                  <a:gd name="connsiteY47" fmla="*/ 58728 h 464087"/>
                  <a:gd name="connsiteX48" fmla="*/ 263217 w 292439"/>
                  <a:gd name="connsiteY48" fmla="*/ 58728 h 464087"/>
                  <a:gd name="connsiteX49" fmla="*/ 248541 w 292439"/>
                  <a:gd name="connsiteY49" fmla="*/ 54912 h 464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292439" h="464087">
                    <a:moveTo>
                      <a:pt x="14894" y="460272"/>
                    </a:moveTo>
                    <a:cubicBezTo>
                      <a:pt x="511" y="452053"/>
                      <a:pt x="-4185" y="434148"/>
                      <a:pt x="4033" y="420059"/>
                    </a:cubicBezTo>
                    <a:lnTo>
                      <a:pt x="4033" y="420059"/>
                    </a:lnTo>
                    <a:cubicBezTo>
                      <a:pt x="11959" y="405969"/>
                      <a:pt x="29864" y="401273"/>
                      <a:pt x="43953" y="409198"/>
                    </a:cubicBezTo>
                    <a:lnTo>
                      <a:pt x="43953" y="409198"/>
                    </a:lnTo>
                    <a:cubicBezTo>
                      <a:pt x="58042" y="417417"/>
                      <a:pt x="62739" y="435322"/>
                      <a:pt x="54813" y="449411"/>
                    </a:cubicBezTo>
                    <a:lnTo>
                      <a:pt x="54813" y="449411"/>
                    </a:lnTo>
                    <a:cubicBezTo>
                      <a:pt x="49530" y="458804"/>
                      <a:pt x="39550" y="464087"/>
                      <a:pt x="29570" y="464087"/>
                    </a:cubicBezTo>
                    <a:lnTo>
                      <a:pt x="29570" y="464087"/>
                    </a:lnTo>
                    <a:cubicBezTo>
                      <a:pt x="24580" y="464087"/>
                      <a:pt x="19297" y="462914"/>
                      <a:pt x="14894" y="460272"/>
                    </a:cubicBezTo>
                    <a:close/>
                    <a:moveTo>
                      <a:pt x="73012" y="358712"/>
                    </a:moveTo>
                    <a:cubicBezTo>
                      <a:pt x="58923" y="350786"/>
                      <a:pt x="54226" y="332588"/>
                      <a:pt x="62445" y="318792"/>
                    </a:cubicBezTo>
                    <a:lnTo>
                      <a:pt x="62445" y="318792"/>
                    </a:lnTo>
                    <a:cubicBezTo>
                      <a:pt x="70370" y="304703"/>
                      <a:pt x="88275" y="299713"/>
                      <a:pt x="102365" y="307932"/>
                    </a:cubicBezTo>
                    <a:lnTo>
                      <a:pt x="102365" y="307932"/>
                    </a:lnTo>
                    <a:cubicBezTo>
                      <a:pt x="116454" y="315857"/>
                      <a:pt x="121150" y="334055"/>
                      <a:pt x="113225" y="348145"/>
                    </a:cubicBezTo>
                    <a:lnTo>
                      <a:pt x="113225" y="348145"/>
                    </a:lnTo>
                    <a:cubicBezTo>
                      <a:pt x="107648" y="357538"/>
                      <a:pt x="97668" y="362821"/>
                      <a:pt x="87688" y="362821"/>
                    </a:cubicBezTo>
                    <a:lnTo>
                      <a:pt x="87688" y="362821"/>
                    </a:lnTo>
                    <a:cubicBezTo>
                      <a:pt x="82698" y="362821"/>
                      <a:pt x="77708" y="361353"/>
                      <a:pt x="73012" y="358712"/>
                    </a:cubicBezTo>
                    <a:close/>
                    <a:moveTo>
                      <a:pt x="131424" y="257445"/>
                    </a:moveTo>
                    <a:cubicBezTo>
                      <a:pt x="117334" y="249226"/>
                      <a:pt x="112638" y="231321"/>
                      <a:pt x="120857" y="217232"/>
                    </a:cubicBezTo>
                    <a:lnTo>
                      <a:pt x="120857" y="217232"/>
                    </a:lnTo>
                    <a:cubicBezTo>
                      <a:pt x="128782" y="203436"/>
                      <a:pt x="146687" y="198447"/>
                      <a:pt x="160776" y="206665"/>
                    </a:cubicBezTo>
                    <a:lnTo>
                      <a:pt x="160776" y="206665"/>
                    </a:lnTo>
                    <a:cubicBezTo>
                      <a:pt x="174866" y="214590"/>
                      <a:pt x="179562" y="232495"/>
                      <a:pt x="171637" y="246585"/>
                    </a:cubicBezTo>
                    <a:lnTo>
                      <a:pt x="171637" y="246585"/>
                    </a:lnTo>
                    <a:cubicBezTo>
                      <a:pt x="166060" y="255978"/>
                      <a:pt x="156373" y="261261"/>
                      <a:pt x="146100" y="261261"/>
                    </a:cubicBezTo>
                    <a:lnTo>
                      <a:pt x="146100" y="261261"/>
                    </a:lnTo>
                    <a:cubicBezTo>
                      <a:pt x="141110" y="261261"/>
                      <a:pt x="136120" y="260087"/>
                      <a:pt x="131424" y="257445"/>
                    </a:cubicBezTo>
                    <a:close/>
                    <a:moveTo>
                      <a:pt x="190129" y="156179"/>
                    </a:moveTo>
                    <a:cubicBezTo>
                      <a:pt x="176040" y="147960"/>
                      <a:pt x="171050" y="130055"/>
                      <a:pt x="179268" y="115966"/>
                    </a:cubicBezTo>
                    <a:lnTo>
                      <a:pt x="179268" y="115966"/>
                    </a:lnTo>
                    <a:cubicBezTo>
                      <a:pt x="187194" y="101876"/>
                      <a:pt x="205392" y="97180"/>
                      <a:pt x="219481" y="105105"/>
                    </a:cubicBezTo>
                    <a:lnTo>
                      <a:pt x="219481" y="105105"/>
                    </a:lnTo>
                    <a:cubicBezTo>
                      <a:pt x="233277" y="113324"/>
                      <a:pt x="238267" y="131229"/>
                      <a:pt x="230048" y="145318"/>
                    </a:cubicBezTo>
                    <a:lnTo>
                      <a:pt x="230048" y="145318"/>
                    </a:lnTo>
                    <a:cubicBezTo>
                      <a:pt x="224471" y="154711"/>
                      <a:pt x="214785" y="159994"/>
                      <a:pt x="204512" y="159994"/>
                    </a:cubicBezTo>
                    <a:lnTo>
                      <a:pt x="204512" y="159994"/>
                    </a:lnTo>
                    <a:cubicBezTo>
                      <a:pt x="199522" y="159994"/>
                      <a:pt x="194532" y="158821"/>
                      <a:pt x="190129" y="156179"/>
                    </a:cubicBezTo>
                    <a:close/>
                    <a:moveTo>
                      <a:pt x="248541" y="54912"/>
                    </a:moveTo>
                    <a:cubicBezTo>
                      <a:pt x="234451" y="46693"/>
                      <a:pt x="229461" y="28788"/>
                      <a:pt x="237680" y="14699"/>
                    </a:cubicBezTo>
                    <a:lnTo>
                      <a:pt x="237680" y="14699"/>
                    </a:lnTo>
                    <a:cubicBezTo>
                      <a:pt x="245899" y="610"/>
                      <a:pt x="263804" y="-4087"/>
                      <a:pt x="277893" y="3839"/>
                    </a:cubicBezTo>
                    <a:lnTo>
                      <a:pt x="277893" y="3839"/>
                    </a:lnTo>
                    <a:cubicBezTo>
                      <a:pt x="291689" y="12057"/>
                      <a:pt x="296679" y="29962"/>
                      <a:pt x="288460" y="44052"/>
                    </a:cubicBezTo>
                    <a:lnTo>
                      <a:pt x="288460" y="44052"/>
                    </a:lnTo>
                    <a:cubicBezTo>
                      <a:pt x="283177" y="53445"/>
                      <a:pt x="273197" y="58728"/>
                      <a:pt x="263217" y="58728"/>
                    </a:cubicBezTo>
                    <a:lnTo>
                      <a:pt x="263217" y="58728"/>
                    </a:lnTo>
                    <a:cubicBezTo>
                      <a:pt x="258227" y="58728"/>
                      <a:pt x="252943" y="57554"/>
                      <a:pt x="248541" y="5491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9DC5C79C-2073-BEC4-A1CB-3EB9EFE935FE}"/>
                  </a:ext>
                </a:extLst>
              </p:cNvPr>
              <p:cNvSpPr/>
              <p:nvPr/>
            </p:nvSpPr>
            <p:spPr>
              <a:xfrm>
                <a:off x="6035278" y="1307036"/>
                <a:ext cx="855937" cy="1443804"/>
              </a:xfrm>
              <a:custGeom>
                <a:avLst/>
                <a:gdLst>
                  <a:gd name="connsiteX0" fmla="*/ 14611 w 855937"/>
                  <a:gd name="connsiteY0" fmla="*/ 1439989 h 1443804"/>
                  <a:gd name="connsiteX1" fmla="*/ 4044 w 855937"/>
                  <a:gd name="connsiteY1" fmla="*/ 1399776 h 1443804"/>
                  <a:gd name="connsiteX2" fmla="*/ 4044 w 855937"/>
                  <a:gd name="connsiteY2" fmla="*/ 1399776 h 1443804"/>
                  <a:gd name="connsiteX3" fmla="*/ 43964 w 855937"/>
                  <a:gd name="connsiteY3" fmla="*/ 1389209 h 1443804"/>
                  <a:gd name="connsiteX4" fmla="*/ 43964 w 855937"/>
                  <a:gd name="connsiteY4" fmla="*/ 1389209 h 1443804"/>
                  <a:gd name="connsiteX5" fmla="*/ 54824 w 855937"/>
                  <a:gd name="connsiteY5" fmla="*/ 1429128 h 1443804"/>
                  <a:gd name="connsiteX6" fmla="*/ 54824 w 855937"/>
                  <a:gd name="connsiteY6" fmla="*/ 1429128 h 1443804"/>
                  <a:gd name="connsiteX7" fmla="*/ 29287 w 855937"/>
                  <a:gd name="connsiteY7" fmla="*/ 1443805 h 1443804"/>
                  <a:gd name="connsiteX8" fmla="*/ 29287 w 855937"/>
                  <a:gd name="connsiteY8" fmla="*/ 1443805 h 1443804"/>
                  <a:gd name="connsiteX9" fmla="*/ 14611 w 855937"/>
                  <a:gd name="connsiteY9" fmla="*/ 1439989 h 1443804"/>
                  <a:gd name="connsiteX10" fmla="*/ 71849 w 855937"/>
                  <a:gd name="connsiteY10" fmla="*/ 1341071 h 1443804"/>
                  <a:gd name="connsiteX11" fmla="*/ 60988 w 855937"/>
                  <a:gd name="connsiteY11" fmla="*/ 1300858 h 1443804"/>
                  <a:gd name="connsiteX12" fmla="*/ 60988 w 855937"/>
                  <a:gd name="connsiteY12" fmla="*/ 1300858 h 1443804"/>
                  <a:gd name="connsiteX13" fmla="*/ 101201 w 855937"/>
                  <a:gd name="connsiteY13" fmla="*/ 1290291 h 1443804"/>
                  <a:gd name="connsiteX14" fmla="*/ 101201 w 855937"/>
                  <a:gd name="connsiteY14" fmla="*/ 1290291 h 1443804"/>
                  <a:gd name="connsiteX15" fmla="*/ 111768 w 855937"/>
                  <a:gd name="connsiteY15" fmla="*/ 1330210 h 1443804"/>
                  <a:gd name="connsiteX16" fmla="*/ 111768 w 855937"/>
                  <a:gd name="connsiteY16" fmla="*/ 1330210 h 1443804"/>
                  <a:gd name="connsiteX17" fmla="*/ 86525 w 855937"/>
                  <a:gd name="connsiteY17" fmla="*/ 1344886 h 1443804"/>
                  <a:gd name="connsiteX18" fmla="*/ 86525 w 855937"/>
                  <a:gd name="connsiteY18" fmla="*/ 1344886 h 1443804"/>
                  <a:gd name="connsiteX19" fmla="*/ 71849 w 855937"/>
                  <a:gd name="connsiteY19" fmla="*/ 1341071 h 1443804"/>
                  <a:gd name="connsiteX20" fmla="*/ 129086 w 855937"/>
                  <a:gd name="connsiteY20" fmla="*/ 1242152 h 1443804"/>
                  <a:gd name="connsiteX21" fmla="*/ 118226 w 855937"/>
                  <a:gd name="connsiteY21" fmla="*/ 1202233 h 1443804"/>
                  <a:gd name="connsiteX22" fmla="*/ 118226 w 855937"/>
                  <a:gd name="connsiteY22" fmla="*/ 1202233 h 1443804"/>
                  <a:gd name="connsiteX23" fmla="*/ 158439 w 855937"/>
                  <a:gd name="connsiteY23" fmla="*/ 1191372 h 1443804"/>
                  <a:gd name="connsiteX24" fmla="*/ 158439 w 855937"/>
                  <a:gd name="connsiteY24" fmla="*/ 1191372 h 1443804"/>
                  <a:gd name="connsiteX25" fmla="*/ 169006 w 855937"/>
                  <a:gd name="connsiteY25" fmla="*/ 1231585 h 1443804"/>
                  <a:gd name="connsiteX26" fmla="*/ 169006 w 855937"/>
                  <a:gd name="connsiteY26" fmla="*/ 1231585 h 1443804"/>
                  <a:gd name="connsiteX27" fmla="*/ 143469 w 855937"/>
                  <a:gd name="connsiteY27" fmla="*/ 1246262 h 1443804"/>
                  <a:gd name="connsiteX28" fmla="*/ 143469 w 855937"/>
                  <a:gd name="connsiteY28" fmla="*/ 1246262 h 1443804"/>
                  <a:gd name="connsiteX29" fmla="*/ 129086 w 855937"/>
                  <a:gd name="connsiteY29" fmla="*/ 1242152 h 1443804"/>
                  <a:gd name="connsiteX30" fmla="*/ 186030 w 855937"/>
                  <a:gd name="connsiteY30" fmla="*/ 1143528 h 1443804"/>
                  <a:gd name="connsiteX31" fmla="*/ 175463 w 855937"/>
                  <a:gd name="connsiteY31" fmla="*/ 1103315 h 1443804"/>
                  <a:gd name="connsiteX32" fmla="*/ 175463 w 855937"/>
                  <a:gd name="connsiteY32" fmla="*/ 1103315 h 1443804"/>
                  <a:gd name="connsiteX33" fmla="*/ 215676 w 855937"/>
                  <a:gd name="connsiteY33" fmla="*/ 1092748 h 1443804"/>
                  <a:gd name="connsiteX34" fmla="*/ 215676 w 855937"/>
                  <a:gd name="connsiteY34" fmla="*/ 1092748 h 1443804"/>
                  <a:gd name="connsiteX35" fmla="*/ 226243 w 855937"/>
                  <a:gd name="connsiteY35" fmla="*/ 1132667 h 1443804"/>
                  <a:gd name="connsiteX36" fmla="*/ 226243 w 855937"/>
                  <a:gd name="connsiteY36" fmla="*/ 1132667 h 1443804"/>
                  <a:gd name="connsiteX37" fmla="*/ 200707 w 855937"/>
                  <a:gd name="connsiteY37" fmla="*/ 1147343 h 1443804"/>
                  <a:gd name="connsiteX38" fmla="*/ 200707 w 855937"/>
                  <a:gd name="connsiteY38" fmla="*/ 1147343 h 1443804"/>
                  <a:gd name="connsiteX39" fmla="*/ 186030 w 855937"/>
                  <a:gd name="connsiteY39" fmla="*/ 1143528 h 1443804"/>
                  <a:gd name="connsiteX40" fmla="*/ 243268 w 855937"/>
                  <a:gd name="connsiteY40" fmla="*/ 1044609 h 1443804"/>
                  <a:gd name="connsiteX41" fmla="*/ 232701 w 855937"/>
                  <a:gd name="connsiteY41" fmla="*/ 1004690 h 1443804"/>
                  <a:gd name="connsiteX42" fmla="*/ 232701 w 855937"/>
                  <a:gd name="connsiteY42" fmla="*/ 1004690 h 1443804"/>
                  <a:gd name="connsiteX43" fmla="*/ 272914 w 855937"/>
                  <a:gd name="connsiteY43" fmla="*/ 993829 h 1443804"/>
                  <a:gd name="connsiteX44" fmla="*/ 272914 w 855937"/>
                  <a:gd name="connsiteY44" fmla="*/ 993829 h 1443804"/>
                  <a:gd name="connsiteX45" fmla="*/ 283481 w 855937"/>
                  <a:gd name="connsiteY45" fmla="*/ 1034042 h 1443804"/>
                  <a:gd name="connsiteX46" fmla="*/ 283481 w 855937"/>
                  <a:gd name="connsiteY46" fmla="*/ 1034042 h 1443804"/>
                  <a:gd name="connsiteX47" fmla="*/ 258238 w 855937"/>
                  <a:gd name="connsiteY47" fmla="*/ 1048719 h 1443804"/>
                  <a:gd name="connsiteX48" fmla="*/ 258238 w 855937"/>
                  <a:gd name="connsiteY48" fmla="*/ 1048719 h 1443804"/>
                  <a:gd name="connsiteX49" fmla="*/ 243268 w 855937"/>
                  <a:gd name="connsiteY49" fmla="*/ 1044609 h 1443804"/>
                  <a:gd name="connsiteX50" fmla="*/ 300506 w 855937"/>
                  <a:gd name="connsiteY50" fmla="*/ 945985 h 1443804"/>
                  <a:gd name="connsiteX51" fmla="*/ 289939 w 855937"/>
                  <a:gd name="connsiteY51" fmla="*/ 905771 h 1443804"/>
                  <a:gd name="connsiteX52" fmla="*/ 289939 w 855937"/>
                  <a:gd name="connsiteY52" fmla="*/ 905771 h 1443804"/>
                  <a:gd name="connsiteX53" fmla="*/ 329858 w 855937"/>
                  <a:gd name="connsiteY53" fmla="*/ 895205 h 1443804"/>
                  <a:gd name="connsiteX54" fmla="*/ 329858 w 855937"/>
                  <a:gd name="connsiteY54" fmla="*/ 895205 h 1443804"/>
                  <a:gd name="connsiteX55" fmla="*/ 340719 w 855937"/>
                  <a:gd name="connsiteY55" fmla="*/ 935124 h 1443804"/>
                  <a:gd name="connsiteX56" fmla="*/ 340719 w 855937"/>
                  <a:gd name="connsiteY56" fmla="*/ 935124 h 1443804"/>
                  <a:gd name="connsiteX57" fmla="*/ 315182 w 855937"/>
                  <a:gd name="connsiteY57" fmla="*/ 949800 h 1443804"/>
                  <a:gd name="connsiteX58" fmla="*/ 315182 w 855937"/>
                  <a:gd name="connsiteY58" fmla="*/ 949800 h 1443804"/>
                  <a:gd name="connsiteX59" fmla="*/ 300506 w 855937"/>
                  <a:gd name="connsiteY59" fmla="*/ 945985 h 1443804"/>
                  <a:gd name="connsiteX60" fmla="*/ 357743 w 855937"/>
                  <a:gd name="connsiteY60" fmla="*/ 847066 h 1443804"/>
                  <a:gd name="connsiteX61" fmla="*/ 347176 w 855937"/>
                  <a:gd name="connsiteY61" fmla="*/ 807147 h 1443804"/>
                  <a:gd name="connsiteX62" fmla="*/ 346883 w 855937"/>
                  <a:gd name="connsiteY62" fmla="*/ 807147 h 1443804"/>
                  <a:gd name="connsiteX63" fmla="*/ 387096 w 855937"/>
                  <a:gd name="connsiteY63" fmla="*/ 796286 h 1443804"/>
                  <a:gd name="connsiteX64" fmla="*/ 387096 w 855937"/>
                  <a:gd name="connsiteY64" fmla="*/ 796286 h 1443804"/>
                  <a:gd name="connsiteX65" fmla="*/ 397956 w 855937"/>
                  <a:gd name="connsiteY65" fmla="*/ 836499 h 1443804"/>
                  <a:gd name="connsiteX66" fmla="*/ 397956 w 855937"/>
                  <a:gd name="connsiteY66" fmla="*/ 836499 h 1443804"/>
                  <a:gd name="connsiteX67" fmla="*/ 372713 w 855937"/>
                  <a:gd name="connsiteY67" fmla="*/ 851176 h 1443804"/>
                  <a:gd name="connsiteX68" fmla="*/ 372713 w 855937"/>
                  <a:gd name="connsiteY68" fmla="*/ 851176 h 1443804"/>
                  <a:gd name="connsiteX69" fmla="*/ 358037 w 855937"/>
                  <a:gd name="connsiteY69" fmla="*/ 847066 h 1443804"/>
                  <a:gd name="connsiteX70" fmla="*/ 414981 w 855937"/>
                  <a:gd name="connsiteY70" fmla="*/ 748148 h 1443804"/>
                  <a:gd name="connsiteX71" fmla="*/ 404120 w 855937"/>
                  <a:gd name="connsiteY71" fmla="*/ 708228 h 1443804"/>
                  <a:gd name="connsiteX72" fmla="*/ 404120 w 855937"/>
                  <a:gd name="connsiteY72" fmla="*/ 708228 h 1443804"/>
                  <a:gd name="connsiteX73" fmla="*/ 444333 w 855937"/>
                  <a:gd name="connsiteY73" fmla="*/ 697368 h 1443804"/>
                  <a:gd name="connsiteX74" fmla="*/ 444333 w 855937"/>
                  <a:gd name="connsiteY74" fmla="*/ 697368 h 1443804"/>
                  <a:gd name="connsiteX75" fmla="*/ 454900 w 855937"/>
                  <a:gd name="connsiteY75" fmla="*/ 737581 h 1443804"/>
                  <a:gd name="connsiteX76" fmla="*/ 454900 w 855937"/>
                  <a:gd name="connsiteY76" fmla="*/ 737581 h 1443804"/>
                  <a:gd name="connsiteX77" fmla="*/ 429657 w 855937"/>
                  <a:gd name="connsiteY77" fmla="*/ 752257 h 1443804"/>
                  <a:gd name="connsiteX78" fmla="*/ 429657 w 855937"/>
                  <a:gd name="connsiteY78" fmla="*/ 752257 h 1443804"/>
                  <a:gd name="connsiteX79" fmla="*/ 414981 w 855937"/>
                  <a:gd name="connsiteY79" fmla="*/ 748148 h 1443804"/>
                  <a:gd name="connsiteX80" fmla="*/ 471925 w 855937"/>
                  <a:gd name="connsiteY80" fmla="*/ 649523 h 1443804"/>
                  <a:gd name="connsiteX81" fmla="*/ 461358 w 855937"/>
                  <a:gd name="connsiteY81" fmla="*/ 609310 h 1443804"/>
                  <a:gd name="connsiteX82" fmla="*/ 461358 w 855937"/>
                  <a:gd name="connsiteY82" fmla="*/ 609310 h 1443804"/>
                  <a:gd name="connsiteX83" fmla="*/ 501277 w 855937"/>
                  <a:gd name="connsiteY83" fmla="*/ 598450 h 1443804"/>
                  <a:gd name="connsiteX84" fmla="*/ 501277 w 855937"/>
                  <a:gd name="connsiteY84" fmla="*/ 598450 h 1443804"/>
                  <a:gd name="connsiteX85" fmla="*/ 512138 w 855937"/>
                  <a:gd name="connsiteY85" fmla="*/ 638663 h 1443804"/>
                  <a:gd name="connsiteX86" fmla="*/ 512138 w 855937"/>
                  <a:gd name="connsiteY86" fmla="*/ 638663 h 1443804"/>
                  <a:gd name="connsiteX87" fmla="*/ 486601 w 855937"/>
                  <a:gd name="connsiteY87" fmla="*/ 653339 h 1443804"/>
                  <a:gd name="connsiteX88" fmla="*/ 486601 w 855937"/>
                  <a:gd name="connsiteY88" fmla="*/ 653339 h 1443804"/>
                  <a:gd name="connsiteX89" fmla="*/ 471925 w 855937"/>
                  <a:gd name="connsiteY89" fmla="*/ 649523 h 1443804"/>
                  <a:gd name="connsiteX90" fmla="*/ 528869 w 855937"/>
                  <a:gd name="connsiteY90" fmla="*/ 550605 h 1443804"/>
                  <a:gd name="connsiteX91" fmla="*/ 518008 w 855937"/>
                  <a:gd name="connsiteY91" fmla="*/ 510392 h 1443804"/>
                  <a:gd name="connsiteX92" fmla="*/ 518008 w 855937"/>
                  <a:gd name="connsiteY92" fmla="*/ 510392 h 1443804"/>
                  <a:gd name="connsiteX93" fmla="*/ 557928 w 855937"/>
                  <a:gd name="connsiteY93" fmla="*/ 499531 h 1443804"/>
                  <a:gd name="connsiteX94" fmla="*/ 557928 w 855937"/>
                  <a:gd name="connsiteY94" fmla="*/ 499531 h 1443804"/>
                  <a:gd name="connsiteX95" fmla="*/ 568788 w 855937"/>
                  <a:gd name="connsiteY95" fmla="*/ 539744 h 1443804"/>
                  <a:gd name="connsiteX96" fmla="*/ 568788 w 855937"/>
                  <a:gd name="connsiteY96" fmla="*/ 539744 h 1443804"/>
                  <a:gd name="connsiteX97" fmla="*/ 543252 w 855937"/>
                  <a:gd name="connsiteY97" fmla="*/ 554421 h 1443804"/>
                  <a:gd name="connsiteX98" fmla="*/ 543252 w 855937"/>
                  <a:gd name="connsiteY98" fmla="*/ 554421 h 1443804"/>
                  <a:gd name="connsiteX99" fmla="*/ 528575 w 855937"/>
                  <a:gd name="connsiteY99" fmla="*/ 550605 h 1443804"/>
                  <a:gd name="connsiteX100" fmla="*/ 585813 w 855937"/>
                  <a:gd name="connsiteY100" fmla="*/ 451687 h 1443804"/>
                  <a:gd name="connsiteX101" fmla="*/ 574952 w 855937"/>
                  <a:gd name="connsiteY101" fmla="*/ 411474 h 1443804"/>
                  <a:gd name="connsiteX102" fmla="*/ 574952 w 855937"/>
                  <a:gd name="connsiteY102" fmla="*/ 411474 h 1443804"/>
                  <a:gd name="connsiteX103" fmla="*/ 615165 w 855937"/>
                  <a:gd name="connsiteY103" fmla="*/ 400613 h 1443804"/>
                  <a:gd name="connsiteX104" fmla="*/ 615165 w 855937"/>
                  <a:gd name="connsiteY104" fmla="*/ 400613 h 1443804"/>
                  <a:gd name="connsiteX105" fmla="*/ 626026 w 855937"/>
                  <a:gd name="connsiteY105" fmla="*/ 440826 h 1443804"/>
                  <a:gd name="connsiteX106" fmla="*/ 626026 w 855937"/>
                  <a:gd name="connsiteY106" fmla="*/ 440826 h 1443804"/>
                  <a:gd name="connsiteX107" fmla="*/ 600489 w 855937"/>
                  <a:gd name="connsiteY107" fmla="*/ 455502 h 1443804"/>
                  <a:gd name="connsiteX108" fmla="*/ 600489 w 855937"/>
                  <a:gd name="connsiteY108" fmla="*/ 455502 h 1443804"/>
                  <a:gd name="connsiteX109" fmla="*/ 585813 w 855937"/>
                  <a:gd name="connsiteY109" fmla="*/ 451687 h 1443804"/>
                  <a:gd name="connsiteX110" fmla="*/ 642757 w 855937"/>
                  <a:gd name="connsiteY110" fmla="*/ 352475 h 1443804"/>
                  <a:gd name="connsiteX111" fmla="*/ 631896 w 855937"/>
                  <a:gd name="connsiteY111" fmla="*/ 312555 h 1443804"/>
                  <a:gd name="connsiteX112" fmla="*/ 631896 w 855937"/>
                  <a:gd name="connsiteY112" fmla="*/ 312555 h 1443804"/>
                  <a:gd name="connsiteX113" fmla="*/ 671816 w 855937"/>
                  <a:gd name="connsiteY113" fmla="*/ 301695 h 1443804"/>
                  <a:gd name="connsiteX114" fmla="*/ 671816 w 855937"/>
                  <a:gd name="connsiteY114" fmla="*/ 301695 h 1443804"/>
                  <a:gd name="connsiteX115" fmla="*/ 682676 w 855937"/>
                  <a:gd name="connsiteY115" fmla="*/ 341614 h 1443804"/>
                  <a:gd name="connsiteX116" fmla="*/ 682676 w 855937"/>
                  <a:gd name="connsiteY116" fmla="*/ 341614 h 1443804"/>
                  <a:gd name="connsiteX117" fmla="*/ 657140 w 855937"/>
                  <a:gd name="connsiteY117" fmla="*/ 356291 h 1443804"/>
                  <a:gd name="connsiteX118" fmla="*/ 657140 w 855937"/>
                  <a:gd name="connsiteY118" fmla="*/ 356291 h 1443804"/>
                  <a:gd name="connsiteX119" fmla="*/ 642757 w 855937"/>
                  <a:gd name="connsiteY119" fmla="*/ 352475 h 1443804"/>
                  <a:gd name="connsiteX120" fmla="*/ 699407 w 855937"/>
                  <a:gd name="connsiteY120" fmla="*/ 253263 h 1443804"/>
                  <a:gd name="connsiteX121" fmla="*/ 688547 w 855937"/>
                  <a:gd name="connsiteY121" fmla="*/ 213343 h 1443804"/>
                  <a:gd name="connsiteX122" fmla="*/ 688253 w 855937"/>
                  <a:gd name="connsiteY122" fmla="*/ 213343 h 1443804"/>
                  <a:gd name="connsiteX123" fmla="*/ 728467 w 855937"/>
                  <a:gd name="connsiteY123" fmla="*/ 202483 h 1443804"/>
                  <a:gd name="connsiteX124" fmla="*/ 728467 w 855937"/>
                  <a:gd name="connsiteY124" fmla="*/ 202483 h 1443804"/>
                  <a:gd name="connsiteX125" fmla="*/ 739327 w 855937"/>
                  <a:gd name="connsiteY125" fmla="*/ 242403 h 1443804"/>
                  <a:gd name="connsiteX126" fmla="*/ 739327 w 855937"/>
                  <a:gd name="connsiteY126" fmla="*/ 242403 h 1443804"/>
                  <a:gd name="connsiteX127" fmla="*/ 713790 w 855937"/>
                  <a:gd name="connsiteY127" fmla="*/ 257372 h 1443804"/>
                  <a:gd name="connsiteX128" fmla="*/ 713790 w 855937"/>
                  <a:gd name="connsiteY128" fmla="*/ 257372 h 1443804"/>
                  <a:gd name="connsiteX129" fmla="*/ 699407 w 855937"/>
                  <a:gd name="connsiteY129" fmla="*/ 253263 h 1443804"/>
                  <a:gd name="connsiteX130" fmla="*/ 755764 w 855937"/>
                  <a:gd name="connsiteY130" fmla="*/ 154345 h 1443804"/>
                  <a:gd name="connsiteX131" fmla="*/ 744904 w 855937"/>
                  <a:gd name="connsiteY131" fmla="*/ 114132 h 1443804"/>
                  <a:gd name="connsiteX132" fmla="*/ 744904 w 855937"/>
                  <a:gd name="connsiteY132" fmla="*/ 114132 h 1443804"/>
                  <a:gd name="connsiteX133" fmla="*/ 784823 w 855937"/>
                  <a:gd name="connsiteY133" fmla="*/ 103271 h 1443804"/>
                  <a:gd name="connsiteX134" fmla="*/ 784823 w 855937"/>
                  <a:gd name="connsiteY134" fmla="*/ 103271 h 1443804"/>
                  <a:gd name="connsiteX135" fmla="*/ 795978 w 855937"/>
                  <a:gd name="connsiteY135" fmla="*/ 143191 h 1443804"/>
                  <a:gd name="connsiteX136" fmla="*/ 795978 w 855937"/>
                  <a:gd name="connsiteY136" fmla="*/ 143191 h 1443804"/>
                  <a:gd name="connsiteX137" fmla="*/ 770147 w 855937"/>
                  <a:gd name="connsiteY137" fmla="*/ 158161 h 1443804"/>
                  <a:gd name="connsiteX138" fmla="*/ 770147 w 855937"/>
                  <a:gd name="connsiteY138" fmla="*/ 158161 h 1443804"/>
                  <a:gd name="connsiteX139" fmla="*/ 755764 w 855937"/>
                  <a:gd name="connsiteY139" fmla="*/ 154345 h 1443804"/>
                  <a:gd name="connsiteX140" fmla="*/ 812121 w 855937"/>
                  <a:gd name="connsiteY140" fmla="*/ 54839 h 1443804"/>
                  <a:gd name="connsiteX141" fmla="*/ 800968 w 855937"/>
                  <a:gd name="connsiteY141" fmla="*/ 14920 h 1443804"/>
                  <a:gd name="connsiteX142" fmla="*/ 800968 w 855937"/>
                  <a:gd name="connsiteY142" fmla="*/ 14920 h 1443804"/>
                  <a:gd name="connsiteX143" fmla="*/ 840887 w 855937"/>
                  <a:gd name="connsiteY143" fmla="*/ 3766 h 1443804"/>
                  <a:gd name="connsiteX144" fmla="*/ 840887 w 855937"/>
                  <a:gd name="connsiteY144" fmla="*/ 3766 h 1443804"/>
                  <a:gd name="connsiteX145" fmla="*/ 852041 w 855937"/>
                  <a:gd name="connsiteY145" fmla="*/ 43685 h 1443804"/>
                  <a:gd name="connsiteX146" fmla="*/ 852041 w 855937"/>
                  <a:gd name="connsiteY146" fmla="*/ 43685 h 1443804"/>
                  <a:gd name="connsiteX147" fmla="*/ 826504 w 855937"/>
                  <a:gd name="connsiteY147" fmla="*/ 58655 h 1443804"/>
                  <a:gd name="connsiteX148" fmla="*/ 826504 w 855937"/>
                  <a:gd name="connsiteY148" fmla="*/ 58655 h 1443804"/>
                  <a:gd name="connsiteX149" fmla="*/ 812121 w 855937"/>
                  <a:gd name="connsiteY149" fmla="*/ 54839 h 1443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855937" h="1443804">
                    <a:moveTo>
                      <a:pt x="14611" y="1439989"/>
                    </a:moveTo>
                    <a:cubicBezTo>
                      <a:pt x="522" y="1431770"/>
                      <a:pt x="-4175" y="1413865"/>
                      <a:pt x="4044" y="1399776"/>
                    </a:cubicBezTo>
                    <a:lnTo>
                      <a:pt x="4044" y="1399776"/>
                    </a:lnTo>
                    <a:cubicBezTo>
                      <a:pt x="11969" y="1385687"/>
                      <a:pt x="29874" y="1380990"/>
                      <a:pt x="43964" y="1389209"/>
                    </a:cubicBezTo>
                    <a:lnTo>
                      <a:pt x="43964" y="1389209"/>
                    </a:lnTo>
                    <a:cubicBezTo>
                      <a:pt x="58053" y="1397134"/>
                      <a:pt x="62749" y="1415039"/>
                      <a:pt x="54824" y="1429128"/>
                    </a:cubicBezTo>
                    <a:lnTo>
                      <a:pt x="54824" y="1429128"/>
                    </a:lnTo>
                    <a:cubicBezTo>
                      <a:pt x="49247" y="1438521"/>
                      <a:pt x="39561" y="1443805"/>
                      <a:pt x="29287" y="1443805"/>
                    </a:cubicBezTo>
                    <a:lnTo>
                      <a:pt x="29287" y="1443805"/>
                    </a:lnTo>
                    <a:cubicBezTo>
                      <a:pt x="24297" y="1443805"/>
                      <a:pt x="19307" y="1442631"/>
                      <a:pt x="14611" y="1439989"/>
                    </a:cubicBezTo>
                    <a:close/>
                    <a:moveTo>
                      <a:pt x="71849" y="1341071"/>
                    </a:moveTo>
                    <a:cubicBezTo>
                      <a:pt x="57759" y="1332852"/>
                      <a:pt x="53063" y="1314947"/>
                      <a:pt x="60988" y="1300858"/>
                    </a:cubicBezTo>
                    <a:lnTo>
                      <a:pt x="60988" y="1300858"/>
                    </a:lnTo>
                    <a:cubicBezTo>
                      <a:pt x="69207" y="1286768"/>
                      <a:pt x="87112" y="1282072"/>
                      <a:pt x="101201" y="1290291"/>
                    </a:cubicBezTo>
                    <a:lnTo>
                      <a:pt x="101201" y="1290291"/>
                    </a:lnTo>
                    <a:cubicBezTo>
                      <a:pt x="115291" y="1298216"/>
                      <a:pt x="119987" y="1316414"/>
                      <a:pt x="111768" y="1330210"/>
                    </a:cubicBezTo>
                    <a:lnTo>
                      <a:pt x="111768" y="1330210"/>
                    </a:lnTo>
                    <a:cubicBezTo>
                      <a:pt x="106485" y="1339603"/>
                      <a:pt x="96505" y="1344886"/>
                      <a:pt x="86525" y="1344886"/>
                    </a:cubicBezTo>
                    <a:lnTo>
                      <a:pt x="86525" y="1344886"/>
                    </a:lnTo>
                    <a:cubicBezTo>
                      <a:pt x="81535" y="1344886"/>
                      <a:pt x="76252" y="1343712"/>
                      <a:pt x="71849" y="1341071"/>
                    </a:cubicBezTo>
                    <a:close/>
                    <a:moveTo>
                      <a:pt x="129086" y="1242152"/>
                    </a:moveTo>
                    <a:cubicBezTo>
                      <a:pt x="114997" y="1234227"/>
                      <a:pt x="110007" y="1216029"/>
                      <a:pt x="118226" y="1202233"/>
                    </a:cubicBezTo>
                    <a:lnTo>
                      <a:pt x="118226" y="1202233"/>
                    </a:lnTo>
                    <a:cubicBezTo>
                      <a:pt x="126445" y="1188144"/>
                      <a:pt x="144350" y="1183154"/>
                      <a:pt x="158439" y="1191372"/>
                    </a:cubicBezTo>
                    <a:lnTo>
                      <a:pt x="158439" y="1191372"/>
                    </a:lnTo>
                    <a:cubicBezTo>
                      <a:pt x="172235" y="1199591"/>
                      <a:pt x="177225" y="1217496"/>
                      <a:pt x="169006" y="1231585"/>
                    </a:cubicBezTo>
                    <a:lnTo>
                      <a:pt x="169006" y="1231585"/>
                    </a:lnTo>
                    <a:cubicBezTo>
                      <a:pt x="163722" y="1240978"/>
                      <a:pt x="153742" y="1246262"/>
                      <a:pt x="143469" y="1246262"/>
                    </a:cubicBezTo>
                    <a:lnTo>
                      <a:pt x="143469" y="1246262"/>
                    </a:lnTo>
                    <a:cubicBezTo>
                      <a:pt x="138479" y="1246262"/>
                      <a:pt x="133489" y="1244794"/>
                      <a:pt x="129086" y="1242152"/>
                    </a:cubicBezTo>
                    <a:close/>
                    <a:moveTo>
                      <a:pt x="186030" y="1143528"/>
                    </a:moveTo>
                    <a:cubicBezTo>
                      <a:pt x="172235" y="1135309"/>
                      <a:pt x="167245" y="1117404"/>
                      <a:pt x="175463" y="1103315"/>
                    </a:cubicBezTo>
                    <a:lnTo>
                      <a:pt x="175463" y="1103315"/>
                    </a:lnTo>
                    <a:cubicBezTo>
                      <a:pt x="183682" y="1089225"/>
                      <a:pt x="201587" y="1084529"/>
                      <a:pt x="215676" y="1092748"/>
                    </a:cubicBezTo>
                    <a:lnTo>
                      <a:pt x="215676" y="1092748"/>
                    </a:lnTo>
                    <a:cubicBezTo>
                      <a:pt x="229472" y="1100673"/>
                      <a:pt x="234462" y="1118578"/>
                      <a:pt x="226243" y="1132667"/>
                    </a:cubicBezTo>
                    <a:lnTo>
                      <a:pt x="226243" y="1132667"/>
                    </a:lnTo>
                    <a:cubicBezTo>
                      <a:pt x="220666" y="1142060"/>
                      <a:pt x="210980" y="1147343"/>
                      <a:pt x="200707" y="1147343"/>
                    </a:cubicBezTo>
                    <a:lnTo>
                      <a:pt x="200707" y="1147343"/>
                    </a:lnTo>
                    <a:cubicBezTo>
                      <a:pt x="195717" y="1147343"/>
                      <a:pt x="190727" y="1146169"/>
                      <a:pt x="186030" y="1143528"/>
                    </a:cubicBezTo>
                    <a:close/>
                    <a:moveTo>
                      <a:pt x="243268" y="1044609"/>
                    </a:moveTo>
                    <a:cubicBezTo>
                      <a:pt x="229472" y="1036390"/>
                      <a:pt x="224482" y="1018485"/>
                      <a:pt x="232701" y="1004690"/>
                    </a:cubicBezTo>
                    <a:lnTo>
                      <a:pt x="232701" y="1004690"/>
                    </a:lnTo>
                    <a:cubicBezTo>
                      <a:pt x="240626" y="990600"/>
                      <a:pt x="258825" y="985610"/>
                      <a:pt x="272914" y="993829"/>
                    </a:cubicBezTo>
                    <a:lnTo>
                      <a:pt x="272914" y="993829"/>
                    </a:lnTo>
                    <a:cubicBezTo>
                      <a:pt x="286710" y="1002048"/>
                      <a:pt x="291700" y="1019953"/>
                      <a:pt x="283481" y="1034042"/>
                    </a:cubicBezTo>
                    <a:lnTo>
                      <a:pt x="283481" y="1034042"/>
                    </a:lnTo>
                    <a:cubicBezTo>
                      <a:pt x="277904" y="1043435"/>
                      <a:pt x="268218" y="1048719"/>
                      <a:pt x="258238" y="1048719"/>
                    </a:cubicBezTo>
                    <a:lnTo>
                      <a:pt x="258238" y="1048719"/>
                    </a:lnTo>
                    <a:cubicBezTo>
                      <a:pt x="252954" y="1048719"/>
                      <a:pt x="247964" y="1047251"/>
                      <a:pt x="243268" y="1044609"/>
                    </a:cubicBezTo>
                    <a:close/>
                    <a:moveTo>
                      <a:pt x="300506" y="945985"/>
                    </a:moveTo>
                    <a:cubicBezTo>
                      <a:pt x="286710" y="937766"/>
                      <a:pt x="281720" y="919861"/>
                      <a:pt x="289939" y="905771"/>
                    </a:cubicBezTo>
                    <a:lnTo>
                      <a:pt x="289939" y="905771"/>
                    </a:lnTo>
                    <a:cubicBezTo>
                      <a:pt x="297864" y="891682"/>
                      <a:pt x="316062" y="886986"/>
                      <a:pt x="329858" y="895205"/>
                    </a:cubicBezTo>
                    <a:lnTo>
                      <a:pt x="329858" y="895205"/>
                    </a:lnTo>
                    <a:cubicBezTo>
                      <a:pt x="343947" y="903130"/>
                      <a:pt x="348644" y="921328"/>
                      <a:pt x="340719" y="935124"/>
                    </a:cubicBezTo>
                    <a:lnTo>
                      <a:pt x="340719" y="935124"/>
                    </a:lnTo>
                    <a:cubicBezTo>
                      <a:pt x="335142" y="944517"/>
                      <a:pt x="325455" y="949800"/>
                      <a:pt x="315182" y="949800"/>
                    </a:cubicBezTo>
                    <a:lnTo>
                      <a:pt x="315182" y="949800"/>
                    </a:lnTo>
                    <a:cubicBezTo>
                      <a:pt x="310192" y="949800"/>
                      <a:pt x="305202" y="948626"/>
                      <a:pt x="300506" y="945985"/>
                    </a:cubicBezTo>
                    <a:close/>
                    <a:moveTo>
                      <a:pt x="357743" y="847066"/>
                    </a:moveTo>
                    <a:cubicBezTo>
                      <a:pt x="343654" y="838847"/>
                      <a:pt x="338957" y="820942"/>
                      <a:pt x="347176" y="807147"/>
                    </a:cubicBezTo>
                    <a:lnTo>
                      <a:pt x="346883" y="807147"/>
                    </a:lnTo>
                    <a:cubicBezTo>
                      <a:pt x="355101" y="792764"/>
                      <a:pt x="373006" y="788067"/>
                      <a:pt x="387096" y="796286"/>
                    </a:cubicBezTo>
                    <a:lnTo>
                      <a:pt x="387096" y="796286"/>
                    </a:lnTo>
                    <a:cubicBezTo>
                      <a:pt x="401185" y="804505"/>
                      <a:pt x="405881" y="822410"/>
                      <a:pt x="397956" y="836499"/>
                    </a:cubicBezTo>
                    <a:lnTo>
                      <a:pt x="397956" y="836499"/>
                    </a:lnTo>
                    <a:cubicBezTo>
                      <a:pt x="392673" y="845892"/>
                      <a:pt x="382986" y="851176"/>
                      <a:pt x="372713" y="851176"/>
                    </a:cubicBezTo>
                    <a:lnTo>
                      <a:pt x="372713" y="851176"/>
                    </a:lnTo>
                    <a:cubicBezTo>
                      <a:pt x="367723" y="851176"/>
                      <a:pt x="362733" y="849708"/>
                      <a:pt x="358037" y="847066"/>
                    </a:cubicBezTo>
                    <a:close/>
                    <a:moveTo>
                      <a:pt x="414981" y="748148"/>
                    </a:moveTo>
                    <a:cubicBezTo>
                      <a:pt x="400891" y="740223"/>
                      <a:pt x="396195" y="722318"/>
                      <a:pt x="404120" y="708228"/>
                    </a:cubicBezTo>
                    <a:lnTo>
                      <a:pt x="404120" y="708228"/>
                    </a:lnTo>
                    <a:cubicBezTo>
                      <a:pt x="412339" y="694139"/>
                      <a:pt x="430244" y="689149"/>
                      <a:pt x="444333" y="697368"/>
                    </a:cubicBezTo>
                    <a:lnTo>
                      <a:pt x="444333" y="697368"/>
                    </a:lnTo>
                    <a:cubicBezTo>
                      <a:pt x="458423" y="705587"/>
                      <a:pt x="463119" y="723492"/>
                      <a:pt x="454900" y="737581"/>
                    </a:cubicBezTo>
                    <a:lnTo>
                      <a:pt x="454900" y="737581"/>
                    </a:lnTo>
                    <a:cubicBezTo>
                      <a:pt x="449617" y="746974"/>
                      <a:pt x="439637" y="752257"/>
                      <a:pt x="429657" y="752257"/>
                    </a:cubicBezTo>
                    <a:lnTo>
                      <a:pt x="429657" y="752257"/>
                    </a:lnTo>
                    <a:cubicBezTo>
                      <a:pt x="424667" y="752257"/>
                      <a:pt x="419384" y="750790"/>
                      <a:pt x="414981" y="748148"/>
                    </a:cubicBezTo>
                    <a:close/>
                    <a:moveTo>
                      <a:pt x="471925" y="649523"/>
                    </a:moveTo>
                    <a:cubicBezTo>
                      <a:pt x="457835" y="641304"/>
                      <a:pt x="453139" y="623399"/>
                      <a:pt x="461358" y="609310"/>
                    </a:cubicBezTo>
                    <a:lnTo>
                      <a:pt x="461358" y="609310"/>
                    </a:lnTo>
                    <a:cubicBezTo>
                      <a:pt x="469283" y="595221"/>
                      <a:pt x="487188" y="590524"/>
                      <a:pt x="501277" y="598450"/>
                    </a:cubicBezTo>
                    <a:lnTo>
                      <a:pt x="501277" y="598450"/>
                    </a:lnTo>
                    <a:cubicBezTo>
                      <a:pt x="515367" y="606668"/>
                      <a:pt x="520063" y="624573"/>
                      <a:pt x="512138" y="638663"/>
                    </a:cubicBezTo>
                    <a:lnTo>
                      <a:pt x="512138" y="638663"/>
                    </a:lnTo>
                    <a:cubicBezTo>
                      <a:pt x="506561" y="648056"/>
                      <a:pt x="496874" y="653339"/>
                      <a:pt x="486601" y="653339"/>
                    </a:cubicBezTo>
                    <a:lnTo>
                      <a:pt x="486601" y="653339"/>
                    </a:lnTo>
                    <a:cubicBezTo>
                      <a:pt x="481611" y="653339"/>
                      <a:pt x="476621" y="652165"/>
                      <a:pt x="471925" y="649523"/>
                    </a:cubicBezTo>
                    <a:close/>
                    <a:moveTo>
                      <a:pt x="528869" y="550605"/>
                    </a:moveTo>
                    <a:cubicBezTo>
                      <a:pt x="515073" y="542386"/>
                      <a:pt x="510083" y="524481"/>
                      <a:pt x="518008" y="510392"/>
                    </a:cubicBezTo>
                    <a:lnTo>
                      <a:pt x="518008" y="510392"/>
                    </a:lnTo>
                    <a:cubicBezTo>
                      <a:pt x="525934" y="496303"/>
                      <a:pt x="543839" y="491606"/>
                      <a:pt x="557928" y="499531"/>
                    </a:cubicBezTo>
                    <a:lnTo>
                      <a:pt x="557928" y="499531"/>
                    </a:lnTo>
                    <a:cubicBezTo>
                      <a:pt x="572017" y="507750"/>
                      <a:pt x="577007" y="525655"/>
                      <a:pt x="568788" y="539744"/>
                    </a:cubicBezTo>
                    <a:lnTo>
                      <a:pt x="568788" y="539744"/>
                    </a:lnTo>
                    <a:cubicBezTo>
                      <a:pt x="563211" y="549137"/>
                      <a:pt x="553525" y="554421"/>
                      <a:pt x="543252" y="554421"/>
                    </a:cubicBezTo>
                    <a:lnTo>
                      <a:pt x="543252" y="554421"/>
                    </a:lnTo>
                    <a:cubicBezTo>
                      <a:pt x="538262" y="554421"/>
                      <a:pt x="533272" y="553247"/>
                      <a:pt x="528575" y="550605"/>
                    </a:cubicBezTo>
                    <a:close/>
                    <a:moveTo>
                      <a:pt x="585813" y="451687"/>
                    </a:moveTo>
                    <a:cubicBezTo>
                      <a:pt x="571724" y="443468"/>
                      <a:pt x="567027" y="425563"/>
                      <a:pt x="574952" y="411474"/>
                    </a:cubicBezTo>
                    <a:lnTo>
                      <a:pt x="574952" y="411474"/>
                    </a:lnTo>
                    <a:cubicBezTo>
                      <a:pt x="583171" y="397384"/>
                      <a:pt x="601076" y="392394"/>
                      <a:pt x="615165" y="400613"/>
                    </a:cubicBezTo>
                    <a:lnTo>
                      <a:pt x="615165" y="400613"/>
                    </a:lnTo>
                    <a:cubicBezTo>
                      <a:pt x="629255" y="408832"/>
                      <a:pt x="633951" y="426737"/>
                      <a:pt x="626026" y="440826"/>
                    </a:cubicBezTo>
                    <a:lnTo>
                      <a:pt x="626026" y="440826"/>
                    </a:lnTo>
                    <a:cubicBezTo>
                      <a:pt x="620449" y="450219"/>
                      <a:pt x="610469" y="455502"/>
                      <a:pt x="600489" y="455502"/>
                    </a:cubicBezTo>
                    <a:lnTo>
                      <a:pt x="600489" y="455502"/>
                    </a:lnTo>
                    <a:cubicBezTo>
                      <a:pt x="595499" y="455502"/>
                      <a:pt x="590509" y="454035"/>
                      <a:pt x="585813" y="451687"/>
                    </a:cubicBezTo>
                    <a:close/>
                    <a:moveTo>
                      <a:pt x="642757" y="352475"/>
                    </a:moveTo>
                    <a:cubicBezTo>
                      <a:pt x="628668" y="344550"/>
                      <a:pt x="623678" y="326645"/>
                      <a:pt x="631896" y="312555"/>
                    </a:cubicBezTo>
                    <a:lnTo>
                      <a:pt x="631896" y="312555"/>
                    </a:lnTo>
                    <a:cubicBezTo>
                      <a:pt x="639822" y="298466"/>
                      <a:pt x="657727" y="293476"/>
                      <a:pt x="671816" y="301695"/>
                    </a:cubicBezTo>
                    <a:lnTo>
                      <a:pt x="671816" y="301695"/>
                    </a:lnTo>
                    <a:cubicBezTo>
                      <a:pt x="685905" y="309620"/>
                      <a:pt x="690895" y="327525"/>
                      <a:pt x="682676" y="341614"/>
                    </a:cubicBezTo>
                    <a:lnTo>
                      <a:pt x="682676" y="341614"/>
                    </a:lnTo>
                    <a:cubicBezTo>
                      <a:pt x="677393" y="351007"/>
                      <a:pt x="667413" y="356291"/>
                      <a:pt x="657140" y="356291"/>
                    </a:cubicBezTo>
                    <a:lnTo>
                      <a:pt x="657140" y="356291"/>
                    </a:lnTo>
                    <a:cubicBezTo>
                      <a:pt x="652150" y="356291"/>
                      <a:pt x="647160" y="355117"/>
                      <a:pt x="642757" y="352475"/>
                    </a:cubicBezTo>
                    <a:close/>
                    <a:moveTo>
                      <a:pt x="699407" y="253263"/>
                    </a:moveTo>
                    <a:cubicBezTo>
                      <a:pt x="685318" y="245338"/>
                      <a:pt x="680328" y="227433"/>
                      <a:pt x="688547" y="213343"/>
                    </a:cubicBezTo>
                    <a:lnTo>
                      <a:pt x="688253" y="213343"/>
                    </a:lnTo>
                    <a:cubicBezTo>
                      <a:pt x="696472" y="199254"/>
                      <a:pt x="714377" y="194264"/>
                      <a:pt x="728467" y="202483"/>
                    </a:cubicBezTo>
                    <a:lnTo>
                      <a:pt x="728467" y="202483"/>
                    </a:lnTo>
                    <a:cubicBezTo>
                      <a:pt x="742262" y="210408"/>
                      <a:pt x="747546" y="228313"/>
                      <a:pt x="739327" y="242403"/>
                    </a:cubicBezTo>
                    <a:lnTo>
                      <a:pt x="739327" y="242403"/>
                    </a:lnTo>
                    <a:cubicBezTo>
                      <a:pt x="733750" y="251795"/>
                      <a:pt x="724064" y="257372"/>
                      <a:pt x="713790" y="257372"/>
                    </a:cubicBezTo>
                    <a:lnTo>
                      <a:pt x="713790" y="257372"/>
                    </a:lnTo>
                    <a:cubicBezTo>
                      <a:pt x="708800" y="257372"/>
                      <a:pt x="703810" y="255905"/>
                      <a:pt x="699407" y="253263"/>
                    </a:cubicBezTo>
                    <a:close/>
                    <a:moveTo>
                      <a:pt x="755764" y="154345"/>
                    </a:moveTo>
                    <a:cubicBezTo>
                      <a:pt x="741675" y="146126"/>
                      <a:pt x="736685" y="128221"/>
                      <a:pt x="744904" y="114132"/>
                    </a:cubicBezTo>
                    <a:lnTo>
                      <a:pt x="744904" y="114132"/>
                    </a:lnTo>
                    <a:cubicBezTo>
                      <a:pt x="752829" y="100042"/>
                      <a:pt x="770734" y="95052"/>
                      <a:pt x="784823" y="103271"/>
                    </a:cubicBezTo>
                    <a:lnTo>
                      <a:pt x="784823" y="103271"/>
                    </a:lnTo>
                    <a:cubicBezTo>
                      <a:pt x="798913" y="111196"/>
                      <a:pt x="803903" y="129101"/>
                      <a:pt x="795978" y="143191"/>
                    </a:cubicBezTo>
                    <a:lnTo>
                      <a:pt x="795978" y="143191"/>
                    </a:lnTo>
                    <a:cubicBezTo>
                      <a:pt x="790401" y="152584"/>
                      <a:pt x="780421" y="158161"/>
                      <a:pt x="770147" y="158161"/>
                    </a:cubicBezTo>
                    <a:lnTo>
                      <a:pt x="770147" y="158161"/>
                    </a:lnTo>
                    <a:cubicBezTo>
                      <a:pt x="765451" y="158161"/>
                      <a:pt x="760461" y="156693"/>
                      <a:pt x="755764" y="154345"/>
                    </a:cubicBezTo>
                    <a:close/>
                    <a:moveTo>
                      <a:pt x="812121" y="54839"/>
                    </a:moveTo>
                    <a:cubicBezTo>
                      <a:pt x="798032" y="46914"/>
                      <a:pt x="793042" y="29009"/>
                      <a:pt x="800968" y="14920"/>
                    </a:cubicBezTo>
                    <a:lnTo>
                      <a:pt x="800968" y="14920"/>
                    </a:lnTo>
                    <a:cubicBezTo>
                      <a:pt x="808893" y="831"/>
                      <a:pt x="826798" y="-4159"/>
                      <a:pt x="840887" y="3766"/>
                    </a:cubicBezTo>
                    <a:lnTo>
                      <a:pt x="840887" y="3766"/>
                    </a:lnTo>
                    <a:cubicBezTo>
                      <a:pt x="854976" y="11691"/>
                      <a:pt x="860260" y="29596"/>
                      <a:pt x="852041" y="43685"/>
                    </a:cubicBezTo>
                    <a:lnTo>
                      <a:pt x="852041" y="43685"/>
                    </a:lnTo>
                    <a:cubicBezTo>
                      <a:pt x="846758" y="53372"/>
                      <a:pt x="836778" y="58655"/>
                      <a:pt x="826504" y="58655"/>
                    </a:cubicBezTo>
                    <a:lnTo>
                      <a:pt x="826504" y="58655"/>
                    </a:lnTo>
                    <a:cubicBezTo>
                      <a:pt x="821808" y="58655"/>
                      <a:pt x="816818" y="57481"/>
                      <a:pt x="812121" y="5483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6947D8D0-9DA9-A566-EEF1-D59C2CB0B081}"/>
                  </a:ext>
                </a:extLst>
              </p:cNvPr>
              <p:cNvSpPr/>
              <p:nvPr/>
            </p:nvSpPr>
            <p:spPr>
              <a:xfrm>
                <a:off x="6967294" y="1068343"/>
                <a:ext cx="394625" cy="108610"/>
              </a:xfrm>
              <a:custGeom>
                <a:avLst/>
                <a:gdLst>
                  <a:gd name="connsiteX0" fmla="*/ 5734 w 394625"/>
                  <a:gd name="connsiteY0" fmla="*/ 96576 h 108610"/>
                  <a:gd name="connsiteX1" fmla="*/ 11898 w 394625"/>
                  <a:gd name="connsiteY1" fmla="*/ 55483 h 108610"/>
                  <a:gd name="connsiteX2" fmla="*/ 11898 w 394625"/>
                  <a:gd name="connsiteY2" fmla="*/ 55483 h 108610"/>
                  <a:gd name="connsiteX3" fmla="*/ 52992 w 394625"/>
                  <a:gd name="connsiteY3" fmla="*/ 61647 h 108610"/>
                  <a:gd name="connsiteX4" fmla="*/ 52992 w 394625"/>
                  <a:gd name="connsiteY4" fmla="*/ 61647 h 108610"/>
                  <a:gd name="connsiteX5" fmla="*/ 46828 w 394625"/>
                  <a:gd name="connsiteY5" fmla="*/ 102740 h 108610"/>
                  <a:gd name="connsiteX6" fmla="*/ 46828 w 394625"/>
                  <a:gd name="connsiteY6" fmla="*/ 102740 h 108610"/>
                  <a:gd name="connsiteX7" fmla="*/ 29510 w 394625"/>
                  <a:gd name="connsiteY7" fmla="*/ 108611 h 108610"/>
                  <a:gd name="connsiteX8" fmla="*/ 29510 w 394625"/>
                  <a:gd name="connsiteY8" fmla="*/ 108611 h 108610"/>
                  <a:gd name="connsiteX9" fmla="*/ 5734 w 394625"/>
                  <a:gd name="connsiteY9" fmla="*/ 96576 h 108610"/>
                  <a:gd name="connsiteX10" fmla="*/ 347692 w 394625"/>
                  <a:gd name="connsiteY10" fmla="*/ 101566 h 108610"/>
                  <a:gd name="connsiteX11" fmla="*/ 341822 w 394625"/>
                  <a:gd name="connsiteY11" fmla="*/ 60473 h 108610"/>
                  <a:gd name="connsiteX12" fmla="*/ 341822 w 394625"/>
                  <a:gd name="connsiteY12" fmla="*/ 60473 h 108610"/>
                  <a:gd name="connsiteX13" fmla="*/ 382915 w 394625"/>
                  <a:gd name="connsiteY13" fmla="*/ 54309 h 108610"/>
                  <a:gd name="connsiteX14" fmla="*/ 382915 w 394625"/>
                  <a:gd name="connsiteY14" fmla="*/ 54309 h 108610"/>
                  <a:gd name="connsiteX15" fmla="*/ 388786 w 394625"/>
                  <a:gd name="connsiteY15" fmla="*/ 95402 h 108610"/>
                  <a:gd name="connsiteX16" fmla="*/ 388786 w 394625"/>
                  <a:gd name="connsiteY16" fmla="*/ 95402 h 108610"/>
                  <a:gd name="connsiteX17" fmla="*/ 365304 w 394625"/>
                  <a:gd name="connsiteY17" fmla="*/ 107143 h 108610"/>
                  <a:gd name="connsiteX18" fmla="*/ 365304 w 394625"/>
                  <a:gd name="connsiteY18" fmla="*/ 107143 h 108610"/>
                  <a:gd name="connsiteX19" fmla="*/ 347692 w 394625"/>
                  <a:gd name="connsiteY19" fmla="*/ 101566 h 108610"/>
                  <a:gd name="connsiteX20" fmla="*/ 109055 w 394625"/>
                  <a:gd name="connsiteY20" fmla="*/ 36697 h 108610"/>
                  <a:gd name="connsiteX21" fmla="*/ 131657 w 394625"/>
                  <a:gd name="connsiteY21" fmla="*/ 1474 h 108610"/>
                  <a:gd name="connsiteX22" fmla="*/ 131657 w 394625"/>
                  <a:gd name="connsiteY22" fmla="*/ 1474 h 108610"/>
                  <a:gd name="connsiteX23" fmla="*/ 166587 w 394625"/>
                  <a:gd name="connsiteY23" fmla="*/ 24075 h 108610"/>
                  <a:gd name="connsiteX24" fmla="*/ 166587 w 394625"/>
                  <a:gd name="connsiteY24" fmla="*/ 24075 h 108610"/>
                  <a:gd name="connsiteX25" fmla="*/ 143985 w 394625"/>
                  <a:gd name="connsiteY25" fmla="*/ 59005 h 108610"/>
                  <a:gd name="connsiteX26" fmla="*/ 143985 w 394625"/>
                  <a:gd name="connsiteY26" fmla="*/ 59005 h 108610"/>
                  <a:gd name="connsiteX27" fmla="*/ 137821 w 394625"/>
                  <a:gd name="connsiteY27" fmla="*/ 59592 h 108610"/>
                  <a:gd name="connsiteX28" fmla="*/ 137821 w 394625"/>
                  <a:gd name="connsiteY28" fmla="*/ 59592 h 108610"/>
                  <a:gd name="connsiteX29" fmla="*/ 109055 w 394625"/>
                  <a:gd name="connsiteY29" fmla="*/ 36697 h 108610"/>
                  <a:gd name="connsiteX30" fmla="*/ 250829 w 394625"/>
                  <a:gd name="connsiteY30" fmla="*/ 58124 h 108610"/>
                  <a:gd name="connsiteX31" fmla="*/ 227934 w 394625"/>
                  <a:gd name="connsiteY31" fmla="*/ 23488 h 108610"/>
                  <a:gd name="connsiteX32" fmla="*/ 227934 w 394625"/>
                  <a:gd name="connsiteY32" fmla="*/ 23488 h 108610"/>
                  <a:gd name="connsiteX33" fmla="*/ 262863 w 394625"/>
                  <a:gd name="connsiteY33" fmla="*/ 593 h 108610"/>
                  <a:gd name="connsiteX34" fmla="*/ 262863 w 394625"/>
                  <a:gd name="connsiteY34" fmla="*/ 593 h 108610"/>
                  <a:gd name="connsiteX35" fmla="*/ 285465 w 394625"/>
                  <a:gd name="connsiteY35" fmla="*/ 35229 h 108610"/>
                  <a:gd name="connsiteX36" fmla="*/ 285465 w 394625"/>
                  <a:gd name="connsiteY36" fmla="*/ 35229 h 108610"/>
                  <a:gd name="connsiteX37" fmla="*/ 256699 w 394625"/>
                  <a:gd name="connsiteY37" fmla="*/ 58712 h 108610"/>
                  <a:gd name="connsiteX38" fmla="*/ 256699 w 394625"/>
                  <a:gd name="connsiteY38" fmla="*/ 58712 h 108610"/>
                  <a:gd name="connsiteX39" fmla="*/ 250829 w 394625"/>
                  <a:gd name="connsiteY39" fmla="*/ 58124 h 108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394625" h="108610">
                    <a:moveTo>
                      <a:pt x="5734" y="96576"/>
                    </a:moveTo>
                    <a:cubicBezTo>
                      <a:pt x="-3952" y="83661"/>
                      <a:pt x="-1017" y="65169"/>
                      <a:pt x="11898" y="55483"/>
                    </a:cubicBezTo>
                    <a:lnTo>
                      <a:pt x="11898" y="55483"/>
                    </a:lnTo>
                    <a:cubicBezTo>
                      <a:pt x="25107" y="45796"/>
                      <a:pt x="43306" y="48732"/>
                      <a:pt x="52992" y="61647"/>
                    </a:cubicBezTo>
                    <a:lnTo>
                      <a:pt x="52992" y="61647"/>
                    </a:lnTo>
                    <a:cubicBezTo>
                      <a:pt x="62678" y="74855"/>
                      <a:pt x="59743" y="93348"/>
                      <a:pt x="46828" y="102740"/>
                    </a:cubicBezTo>
                    <a:lnTo>
                      <a:pt x="46828" y="102740"/>
                    </a:lnTo>
                    <a:cubicBezTo>
                      <a:pt x="41544" y="106850"/>
                      <a:pt x="35380" y="108611"/>
                      <a:pt x="29510" y="108611"/>
                    </a:cubicBezTo>
                    <a:lnTo>
                      <a:pt x="29510" y="108611"/>
                    </a:lnTo>
                    <a:cubicBezTo>
                      <a:pt x="20411" y="108611"/>
                      <a:pt x="11605" y="104502"/>
                      <a:pt x="5734" y="96576"/>
                    </a:cubicBezTo>
                    <a:close/>
                    <a:moveTo>
                      <a:pt x="347692" y="101566"/>
                    </a:moveTo>
                    <a:cubicBezTo>
                      <a:pt x="334777" y="91880"/>
                      <a:pt x="332135" y="73388"/>
                      <a:pt x="341822" y="60473"/>
                    </a:cubicBezTo>
                    <a:lnTo>
                      <a:pt x="341822" y="60473"/>
                    </a:lnTo>
                    <a:cubicBezTo>
                      <a:pt x="351508" y="47264"/>
                      <a:pt x="369707" y="44622"/>
                      <a:pt x="382915" y="54309"/>
                    </a:cubicBezTo>
                    <a:lnTo>
                      <a:pt x="382915" y="54309"/>
                    </a:lnTo>
                    <a:cubicBezTo>
                      <a:pt x="395830" y="63995"/>
                      <a:pt x="398472" y="82487"/>
                      <a:pt x="388786" y="95402"/>
                    </a:cubicBezTo>
                    <a:lnTo>
                      <a:pt x="388786" y="95402"/>
                    </a:lnTo>
                    <a:cubicBezTo>
                      <a:pt x="382915" y="103328"/>
                      <a:pt x="374110" y="107143"/>
                      <a:pt x="365304" y="107143"/>
                    </a:cubicBezTo>
                    <a:lnTo>
                      <a:pt x="365304" y="107143"/>
                    </a:lnTo>
                    <a:cubicBezTo>
                      <a:pt x="359140" y="107143"/>
                      <a:pt x="352976" y="105382"/>
                      <a:pt x="347692" y="101566"/>
                    </a:cubicBezTo>
                    <a:close/>
                    <a:moveTo>
                      <a:pt x="109055" y="36697"/>
                    </a:moveTo>
                    <a:cubicBezTo>
                      <a:pt x="105533" y="20847"/>
                      <a:pt x="115807" y="4996"/>
                      <a:pt x="131657" y="1474"/>
                    </a:cubicBezTo>
                    <a:lnTo>
                      <a:pt x="131657" y="1474"/>
                    </a:lnTo>
                    <a:cubicBezTo>
                      <a:pt x="147507" y="-1755"/>
                      <a:pt x="163064" y="8225"/>
                      <a:pt x="166587" y="24075"/>
                    </a:cubicBezTo>
                    <a:lnTo>
                      <a:pt x="166587" y="24075"/>
                    </a:lnTo>
                    <a:cubicBezTo>
                      <a:pt x="170109" y="39632"/>
                      <a:pt x="159836" y="55483"/>
                      <a:pt x="143985" y="59005"/>
                    </a:cubicBezTo>
                    <a:lnTo>
                      <a:pt x="143985" y="59005"/>
                    </a:lnTo>
                    <a:cubicBezTo>
                      <a:pt x="141930" y="59005"/>
                      <a:pt x="139876" y="59592"/>
                      <a:pt x="137821" y="59592"/>
                    </a:cubicBezTo>
                    <a:lnTo>
                      <a:pt x="137821" y="59592"/>
                    </a:lnTo>
                    <a:cubicBezTo>
                      <a:pt x="124319" y="59592"/>
                      <a:pt x="112284" y="50199"/>
                      <a:pt x="109055" y="36697"/>
                    </a:cubicBezTo>
                    <a:close/>
                    <a:moveTo>
                      <a:pt x="250829" y="58124"/>
                    </a:moveTo>
                    <a:cubicBezTo>
                      <a:pt x="234978" y="54896"/>
                      <a:pt x="224705" y="39339"/>
                      <a:pt x="227934" y="23488"/>
                    </a:cubicBezTo>
                    <a:lnTo>
                      <a:pt x="227934" y="23488"/>
                    </a:lnTo>
                    <a:cubicBezTo>
                      <a:pt x="231162" y="7638"/>
                      <a:pt x="247013" y="-2635"/>
                      <a:pt x="262863" y="593"/>
                    </a:cubicBezTo>
                    <a:lnTo>
                      <a:pt x="262863" y="593"/>
                    </a:lnTo>
                    <a:cubicBezTo>
                      <a:pt x="278420" y="3822"/>
                      <a:pt x="288694" y="19379"/>
                      <a:pt x="285465" y="35229"/>
                    </a:cubicBezTo>
                    <a:lnTo>
                      <a:pt x="285465" y="35229"/>
                    </a:lnTo>
                    <a:cubicBezTo>
                      <a:pt x="282529" y="49319"/>
                      <a:pt x="270495" y="58712"/>
                      <a:pt x="256699" y="58712"/>
                    </a:cubicBezTo>
                    <a:lnTo>
                      <a:pt x="256699" y="58712"/>
                    </a:lnTo>
                    <a:cubicBezTo>
                      <a:pt x="254938" y="58712"/>
                      <a:pt x="252883" y="58712"/>
                      <a:pt x="250829" y="5812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34088A8-88C2-58D6-7902-7611D9FE01D0}"/>
                  </a:ext>
                </a:extLst>
              </p:cNvPr>
              <p:cNvSpPr/>
              <p:nvPr/>
            </p:nvSpPr>
            <p:spPr>
              <a:xfrm>
                <a:off x="7441049" y="1312320"/>
                <a:ext cx="360831" cy="584947"/>
              </a:xfrm>
              <a:custGeom>
                <a:avLst/>
                <a:gdLst>
                  <a:gd name="connsiteX0" fmla="*/ 306007 w 360831"/>
                  <a:gd name="connsiteY0" fmla="*/ 570271 h 584947"/>
                  <a:gd name="connsiteX1" fmla="*/ 316868 w 360831"/>
                  <a:gd name="connsiteY1" fmla="*/ 530058 h 584947"/>
                  <a:gd name="connsiteX2" fmla="*/ 316868 w 360831"/>
                  <a:gd name="connsiteY2" fmla="*/ 530058 h 584947"/>
                  <a:gd name="connsiteX3" fmla="*/ 356787 w 360831"/>
                  <a:gd name="connsiteY3" fmla="*/ 540919 h 584947"/>
                  <a:gd name="connsiteX4" fmla="*/ 356787 w 360831"/>
                  <a:gd name="connsiteY4" fmla="*/ 540919 h 584947"/>
                  <a:gd name="connsiteX5" fmla="*/ 346221 w 360831"/>
                  <a:gd name="connsiteY5" fmla="*/ 581132 h 584947"/>
                  <a:gd name="connsiteX6" fmla="*/ 346221 w 360831"/>
                  <a:gd name="connsiteY6" fmla="*/ 581132 h 584947"/>
                  <a:gd name="connsiteX7" fmla="*/ 331544 w 360831"/>
                  <a:gd name="connsiteY7" fmla="*/ 584947 h 584947"/>
                  <a:gd name="connsiteX8" fmla="*/ 331544 w 360831"/>
                  <a:gd name="connsiteY8" fmla="*/ 584947 h 584947"/>
                  <a:gd name="connsiteX9" fmla="*/ 306007 w 360831"/>
                  <a:gd name="connsiteY9" fmla="*/ 570271 h 584947"/>
                  <a:gd name="connsiteX10" fmla="*/ 245541 w 360831"/>
                  <a:gd name="connsiteY10" fmla="*/ 464895 h 584947"/>
                  <a:gd name="connsiteX11" fmla="*/ 245541 w 360831"/>
                  <a:gd name="connsiteY11" fmla="*/ 464895 h 584947"/>
                  <a:gd name="connsiteX12" fmla="*/ 256108 w 360831"/>
                  <a:gd name="connsiteY12" fmla="*/ 424976 h 584947"/>
                  <a:gd name="connsiteX13" fmla="*/ 256108 w 360831"/>
                  <a:gd name="connsiteY13" fmla="*/ 424976 h 584947"/>
                  <a:gd name="connsiteX14" fmla="*/ 296321 w 360831"/>
                  <a:gd name="connsiteY14" fmla="*/ 435836 h 584947"/>
                  <a:gd name="connsiteX15" fmla="*/ 296321 w 360831"/>
                  <a:gd name="connsiteY15" fmla="*/ 435836 h 584947"/>
                  <a:gd name="connsiteX16" fmla="*/ 285461 w 360831"/>
                  <a:gd name="connsiteY16" fmla="*/ 475756 h 584947"/>
                  <a:gd name="connsiteX17" fmla="*/ 285461 w 360831"/>
                  <a:gd name="connsiteY17" fmla="*/ 475756 h 584947"/>
                  <a:gd name="connsiteX18" fmla="*/ 270784 w 360831"/>
                  <a:gd name="connsiteY18" fmla="*/ 479865 h 584947"/>
                  <a:gd name="connsiteX19" fmla="*/ 270784 w 360831"/>
                  <a:gd name="connsiteY19" fmla="*/ 479865 h 584947"/>
                  <a:gd name="connsiteX20" fmla="*/ 245541 w 360831"/>
                  <a:gd name="connsiteY20" fmla="*/ 464895 h 584947"/>
                  <a:gd name="connsiteX21" fmla="*/ 184781 w 360831"/>
                  <a:gd name="connsiteY21" fmla="*/ 359813 h 584947"/>
                  <a:gd name="connsiteX22" fmla="*/ 184781 w 360831"/>
                  <a:gd name="connsiteY22" fmla="*/ 359813 h 584947"/>
                  <a:gd name="connsiteX23" fmla="*/ 195642 w 360831"/>
                  <a:gd name="connsiteY23" fmla="*/ 319893 h 584947"/>
                  <a:gd name="connsiteX24" fmla="*/ 195642 w 360831"/>
                  <a:gd name="connsiteY24" fmla="*/ 319893 h 584947"/>
                  <a:gd name="connsiteX25" fmla="*/ 235561 w 360831"/>
                  <a:gd name="connsiteY25" fmla="*/ 330460 h 584947"/>
                  <a:gd name="connsiteX26" fmla="*/ 235561 w 360831"/>
                  <a:gd name="connsiteY26" fmla="*/ 330460 h 584947"/>
                  <a:gd name="connsiteX27" fmla="*/ 224994 w 360831"/>
                  <a:gd name="connsiteY27" fmla="*/ 370673 h 584947"/>
                  <a:gd name="connsiteX28" fmla="*/ 224994 w 360831"/>
                  <a:gd name="connsiteY28" fmla="*/ 370673 h 584947"/>
                  <a:gd name="connsiteX29" fmla="*/ 210318 w 360831"/>
                  <a:gd name="connsiteY29" fmla="*/ 374489 h 584947"/>
                  <a:gd name="connsiteX30" fmla="*/ 210318 w 360831"/>
                  <a:gd name="connsiteY30" fmla="*/ 374489 h 584947"/>
                  <a:gd name="connsiteX31" fmla="*/ 184781 w 360831"/>
                  <a:gd name="connsiteY31" fmla="*/ 359813 h 584947"/>
                  <a:gd name="connsiteX32" fmla="*/ 124315 w 360831"/>
                  <a:gd name="connsiteY32" fmla="*/ 254731 h 584947"/>
                  <a:gd name="connsiteX33" fmla="*/ 135175 w 360831"/>
                  <a:gd name="connsiteY33" fmla="*/ 214518 h 584947"/>
                  <a:gd name="connsiteX34" fmla="*/ 135175 w 360831"/>
                  <a:gd name="connsiteY34" fmla="*/ 214518 h 584947"/>
                  <a:gd name="connsiteX35" fmla="*/ 175095 w 360831"/>
                  <a:gd name="connsiteY35" fmla="*/ 225378 h 584947"/>
                  <a:gd name="connsiteX36" fmla="*/ 175095 w 360831"/>
                  <a:gd name="connsiteY36" fmla="*/ 225378 h 584947"/>
                  <a:gd name="connsiteX37" fmla="*/ 164528 w 360831"/>
                  <a:gd name="connsiteY37" fmla="*/ 265591 h 584947"/>
                  <a:gd name="connsiteX38" fmla="*/ 164528 w 360831"/>
                  <a:gd name="connsiteY38" fmla="*/ 265591 h 584947"/>
                  <a:gd name="connsiteX39" fmla="*/ 149852 w 360831"/>
                  <a:gd name="connsiteY39" fmla="*/ 269407 h 584947"/>
                  <a:gd name="connsiteX40" fmla="*/ 149852 w 360831"/>
                  <a:gd name="connsiteY40" fmla="*/ 269407 h 584947"/>
                  <a:gd name="connsiteX41" fmla="*/ 124315 w 360831"/>
                  <a:gd name="connsiteY41" fmla="*/ 254731 h 584947"/>
                  <a:gd name="connsiteX42" fmla="*/ 63848 w 360831"/>
                  <a:gd name="connsiteY42" fmla="*/ 149355 h 584947"/>
                  <a:gd name="connsiteX43" fmla="*/ 75002 w 360831"/>
                  <a:gd name="connsiteY43" fmla="*/ 109435 h 584947"/>
                  <a:gd name="connsiteX44" fmla="*/ 75002 w 360831"/>
                  <a:gd name="connsiteY44" fmla="*/ 109435 h 584947"/>
                  <a:gd name="connsiteX45" fmla="*/ 114922 w 360831"/>
                  <a:gd name="connsiteY45" fmla="*/ 120296 h 584947"/>
                  <a:gd name="connsiteX46" fmla="*/ 114922 w 360831"/>
                  <a:gd name="connsiteY46" fmla="*/ 120296 h 584947"/>
                  <a:gd name="connsiteX47" fmla="*/ 104062 w 360831"/>
                  <a:gd name="connsiteY47" fmla="*/ 160215 h 584947"/>
                  <a:gd name="connsiteX48" fmla="*/ 104062 w 360831"/>
                  <a:gd name="connsiteY48" fmla="*/ 160215 h 584947"/>
                  <a:gd name="connsiteX49" fmla="*/ 89385 w 360831"/>
                  <a:gd name="connsiteY49" fmla="*/ 164031 h 584947"/>
                  <a:gd name="connsiteX50" fmla="*/ 89385 w 360831"/>
                  <a:gd name="connsiteY50" fmla="*/ 164031 h 584947"/>
                  <a:gd name="connsiteX51" fmla="*/ 63848 w 360831"/>
                  <a:gd name="connsiteY51" fmla="*/ 149355 h 584947"/>
                  <a:gd name="connsiteX52" fmla="*/ 3969 w 360831"/>
                  <a:gd name="connsiteY52" fmla="*/ 43979 h 584947"/>
                  <a:gd name="connsiteX53" fmla="*/ 14830 w 360831"/>
                  <a:gd name="connsiteY53" fmla="*/ 3766 h 584947"/>
                  <a:gd name="connsiteX54" fmla="*/ 14830 w 360831"/>
                  <a:gd name="connsiteY54" fmla="*/ 3766 h 584947"/>
                  <a:gd name="connsiteX55" fmla="*/ 55043 w 360831"/>
                  <a:gd name="connsiteY55" fmla="*/ 14920 h 584947"/>
                  <a:gd name="connsiteX56" fmla="*/ 55043 w 360831"/>
                  <a:gd name="connsiteY56" fmla="*/ 14920 h 584947"/>
                  <a:gd name="connsiteX57" fmla="*/ 43889 w 360831"/>
                  <a:gd name="connsiteY57" fmla="*/ 54839 h 584947"/>
                  <a:gd name="connsiteX58" fmla="*/ 43889 w 360831"/>
                  <a:gd name="connsiteY58" fmla="*/ 54839 h 584947"/>
                  <a:gd name="connsiteX59" fmla="*/ 29506 w 360831"/>
                  <a:gd name="connsiteY59" fmla="*/ 58655 h 584947"/>
                  <a:gd name="connsiteX60" fmla="*/ 29506 w 360831"/>
                  <a:gd name="connsiteY60" fmla="*/ 58655 h 584947"/>
                  <a:gd name="connsiteX61" fmla="*/ 3969 w 360831"/>
                  <a:gd name="connsiteY61" fmla="*/ 43979 h 58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360831" h="584947">
                    <a:moveTo>
                      <a:pt x="306007" y="570271"/>
                    </a:moveTo>
                    <a:cubicBezTo>
                      <a:pt x="297789" y="556182"/>
                      <a:pt x="302779" y="538277"/>
                      <a:pt x="316868" y="530058"/>
                    </a:cubicBezTo>
                    <a:lnTo>
                      <a:pt x="316868" y="530058"/>
                    </a:lnTo>
                    <a:cubicBezTo>
                      <a:pt x="330957" y="522133"/>
                      <a:pt x="348862" y="526829"/>
                      <a:pt x="356787" y="540919"/>
                    </a:cubicBezTo>
                    <a:lnTo>
                      <a:pt x="356787" y="540919"/>
                    </a:lnTo>
                    <a:cubicBezTo>
                      <a:pt x="365006" y="555008"/>
                      <a:pt x="360310" y="572913"/>
                      <a:pt x="346221" y="581132"/>
                    </a:cubicBezTo>
                    <a:lnTo>
                      <a:pt x="346221" y="581132"/>
                    </a:lnTo>
                    <a:cubicBezTo>
                      <a:pt x="341524" y="583773"/>
                      <a:pt x="336534" y="584947"/>
                      <a:pt x="331544" y="584947"/>
                    </a:cubicBezTo>
                    <a:lnTo>
                      <a:pt x="331544" y="584947"/>
                    </a:lnTo>
                    <a:cubicBezTo>
                      <a:pt x="321271" y="584947"/>
                      <a:pt x="311291" y="579664"/>
                      <a:pt x="306007" y="570271"/>
                    </a:cubicBezTo>
                    <a:close/>
                    <a:moveTo>
                      <a:pt x="245541" y="464895"/>
                    </a:moveTo>
                    <a:lnTo>
                      <a:pt x="245541" y="464895"/>
                    </a:lnTo>
                    <a:cubicBezTo>
                      <a:pt x="237322" y="451100"/>
                      <a:pt x="242019" y="432901"/>
                      <a:pt x="256108" y="424976"/>
                    </a:cubicBezTo>
                    <a:lnTo>
                      <a:pt x="256108" y="424976"/>
                    </a:lnTo>
                    <a:cubicBezTo>
                      <a:pt x="270197" y="416757"/>
                      <a:pt x="288102" y="421747"/>
                      <a:pt x="296321" y="435836"/>
                    </a:cubicBezTo>
                    <a:lnTo>
                      <a:pt x="296321" y="435836"/>
                    </a:lnTo>
                    <a:cubicBezTo>
                      <a:pt x="304246" y="449925"/>
                      <a:pt x="299550" y="467831"/>
                      <a:pt x="285461" y="475756"/>
                    </a:cubicBezTo>
                    <a:lnTo>
                      <a:pt x="285461" y="475756"/>
                    </a:lnTo>
                    <a:cubicBezTo>
                      <a:pt x="280764" y="478398"/>
                      <a:pt x="275774" y="479865"/>
                      <a:pt x="270784" y="479865"/>
                    </a:cubicBezTo>
                    <a:lnTo>
                      <a:pt x="270784" y="479865"/>
                    </a:lnTo>
                    <a:cubicBezTo>
                      <a:pt x="260804" y="479865"/>
                      <a:pt x="250825" y="474582"/>
                      <a:pt x="245541" y="464895"/>
                    </a:cubicBezTo>
                    <a:close/>
                    <a:moveTo>
                      <a:pt x="184781" y="359813"/>
                    </a:moveTo>
                    <a:lnTo>
                      <a:pt x="184781" y="359813"/>
                    </a:lnTo>
                    <a:cubicBezTo>
                      <a:pt x="176562" y="345724"/>
                      <a:pt x="181552" y="327819"/>
                      <a:pt x="195642" y="319893"/>
                    </a:cubicBezTo>
                    <a:lnTo>
                      <a:pt x="195642" y="319893"/>
                    </a:lnTo>
                    <a:cubicBezTo>
                      <a:pt x="209731" y="311675"/>
                      <a:pt x="227636" y="316665"/>
                      <a:pt x="235561" y="330460"/>
                    </a:cubicBezTo>
                    <a:lnTo>
                      <a:pt x="235561" y="330460"/>
                    </a:lnTo>
                    <a:cubicBezTo>
                      <a:pt x="243780" y="344550"/>
                      <a:pt x="238790" y="362455"/>
                      <a:pt x="224994" y="370673"/>
                    </a:cubicBezTo>
                    <a:lnTo>
                      <a:pt x="224994" y="370673"/>
                    </a:lnTo>
                    <a:cubicBezTo>
                      <a:pt x="220298" y="373315"/>
                      <a:pt x="215308" y="374489"/>
                      <a:pt x="210318" y="374489"/>
                    </a:cubicBezTo>
                    <a:lnTo>
                      <a:pt x="210318" y="374489"/>
                    </a:lnTo>
                    <a:cubicBezTo>
                      <a:pt x="200045" y="374489"/>
                      <a:pt x="190358" y="369206"/>
                      <a:pt x="184781" y="359813"/>
                    </a:cubicBezTo>
                    <a:close/>
                    <a:moveTo>
                      <a:pt x="124315" y="254731"/>
                    </a:moveTo>
                    <a:cubicBezTo>
                      <a:pt x="116390" y="240641"/>
                      <a:pt x="121086" y="222736"/>
                      <a:pt x="135175" y="214518"/>
                    </a:cubicBezTo>
                    <a:lnTo>
                      <a:pt x="135175" y="214518"/>
                    </a:lnTo>
                    <a:cubicBezTo>
                      <a:pt x="149264" y="206592"/>
                      <a:pt x="167170" y="211289"/>
                      <a:pt x="175095" y="225378"/>
                    </a:cubicBezTo>
                    <a:lnTo>
                      <a:pt x="175095" y="225378"/>
                    </a:lnTo>
                    <a:cubicBezTo>
                      <a:pt x="183314" y="239467"/>
                      <a:pt x="178617" y="257372"/>
                      <a:pt x="164528" y="265591"/>
                    </a:cubicBezTo>
                    <a:lnTo>
                      <a:pt x="164528" y="265591"/>
                    </a:lnTo>
                    <a:cubicBezTo>
                      <a:pt x="159831" y="268233"/>
                      <a:pt x="154841" y="269407"/>
                      <a:pt x="149852" y="269407"/>
                    </a:cubicBezTo>
                    <a:lnTo>
                      <a:pt x="149852" y="269407"/>
                    </a:lnTo>
                    <a:cubicBezTo>
                      <a:pt x="139578" y="269407"/>
                      <a:pt x="129892" y="264123"/>
                      <a:pt x="124315" y="254731"/>
                    </a:cubicBezTo>
                    <a:close/>
                    <a:moveTo>
                      <a:pt x="63848" y="149355"/>
                    </a:moveTo>
                    <a:cubicBezTo>
                      <a:pt x="55923" y="135266"/>
                      <a:pt x="60620" y="117360"/>
                      <a:pt x="75002" y="109435"/>
                    </a:cubicBezTo>
                    <a:lnTo>
                      <a:pt x="75002" y="109435"/>
                    </a:lnTo>
                    <a:cubicBezTo>
                      <a:pt x="89092" y="101217"/>
                      <a:pt x="106997" y="106206"/>
                      <a:pt x="114922" y="120296"/>
                    </a:cubicBezTo>
                    <a:lnTo>
                      <a:pt x="114922" y="120296"/>
                    </a:lnTo>
                    <a:cubicBezTo>
                      <a:pt x="122847" y="134385"/>
                      <a:pt x="118151" y="152290"/>
                      <a:pt x="104062" y="160215"/>
                    </a:cubicBezTo>
                    <a:lnTo>
                      <a:pt x="104062" y="160215"/>
                    </a:lnTo>
                    <a:cubicBezTo>
                      <a:pt x="99365" y="162857"/>
                      <a:pt x="94375" y="164031"/>
                      <a:pt x="89385" y="164031"/>
                    </a:cubicBezTo>
                    <a:lnTo>
                      <a:pt x="89385" y="164031"/>
                    </a:lnTo>
                    <a:cubicBezTo>
                      <a:pt x="79112" y="164031"/>
                      <a:pt x="69426" y="158748"/>
                      <a:pt x="63848" y="149355"/>
                    </a:cubicBezTo>
                    <a:close/>
                    <a:moveTo>
                      <a:pt x="3969" y="43979"/>
                    </a:moveTo>
                    <a:cubicBezTo>
                      <a:pt x="-4250" y="29890"/>
                      <a:pt x="740" y="11985"/>
                      <a:pt x="14830" y="3766"/>
                    </a:cubicBezTo>
                    <a:lnTo>
                      <a:pt x="14830" y="3766"/>
                    </a:lnTo>
                    <a:cubicBezTo>
                      <a:pt x="28919" y="-4159"/>
                      <a:pt x="46824" y="831"/>
                      <a:pt x="55043" y="14920"/>
                    </a:cubicBezTo>
                    <a:lnTo>
                      <a:pt x="55043" y="14920"/>
                    </a:lnTo>
                    <a:cubicBezTo>
                      <a:pt x="62968" y="29009"/>
                      <a:pt x="57978" y="46914"/>
                      <a:pt x="43889" y="54839"/>
                    </a:cubicBezTo>
                    <a:lnTo>
                      <a:pt x="43889" y="54839"/>
                    </a:lnTo>
                    <a:cubicBezTo>
                      <a:pt x="39192" y="57481"/>
                      <a:pt x="34202" y="58655"/>
                      <a:pt x="29506" y="58655"/>
                    </a:cubicBezTo>
                    <a:lnTo>
                      <a:pt x="29506" y="58655"/>
                    </a:lnTo>
                    <a:cubicBezTo>
                      <a:pt x="19232" y="58655"/>
                      <a:pt x="9253" y="53372"/>
                      <a:pt x="3969" y="4397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E4E24FA4-252C-7D55-BEB2-35F1ECF19FAA}"/>
                  </a:ext>
                </a:extLst>
              </p:cNvPr>
              <p:cNvSpPr/>
              <p:nvPr/>
            </p:nvSpPr>
            <p:spPr>
              <a:xfrm>
                <a:off x="7863433" y="2047896"/>
                <a:ext cx="776987" cy="1309076"/>
              </a:xfrm>
              <a:custGeom>
                <a:avLst/>
                <a:gdLst>
                  <a:gd name="connsiteX0" fmla="*/ 722227 w 776987"/>
                  <a:gd name="connsiteY0" fmla="*/ 1294400 h 1309076"/>
                  <a:gd name="connsiteX1" fmla="*/ 733088 w 776987"/>
                  <a:gd name="connsiteY1" fmla="*/ 1254480 h 1309076"/>
                  <a:gd name="connsiteX2" fmla="*/ 733088 w 776987"/>
                  <a:gd name="connsiteY2" fmla="*/ 1254480 h 1309076"/>
                  <a:gd name="connsiteX3" fmla="*/ 773008 w 776987"/>
                  <a:gd name="connsiteY3" fmla="*/ 1265047 h 1309076"/>
                  <a:gd name="connsiteX4" fmla="*/ 773008 w 776987"/>
                  <a:gd name="connsiteY4" fmla="*/ 1265047 h 1309076"/>
                  <a:gd name="connsiteX5" fmla="*/ 762441 w 776987"/>
                  <a:gd name="connsiteY5" fmla="*/ 1305260 h 1309076"/>
                  <a:gd name="connsiteX6" fmla="*/ 762441 w 776987"/>
                  <a:gd name="connsiteY6" fmla="*/ 1305260 h 1309076"/>
                  <a:gd name="connsiteX7" fmla="*/ 747764 w 776987"/>
                  <a:gd name="connsiteY7" fmla="*/ 1309076 h 1309076"/>
                  <a:gd name="connsiteX8" fmla="*/ 747764 w 776987"/>
                  <a:gd name="connsiteY8" fmla="*/ 1309076 h 1309076"/>
                  <a:gd name="connsiteX9" fmla="*/ 722227 w 776987"/>
                  <a:gd name="connsiteY9" fmla="*/ 1294400 h 1309076"/>
                  <a:gd name="connsiteX10" fmla="*/ 662055 w 776987"/>
                  <a:gd name="connsiteY10" fmla="*/ 1190198 h 1309076"/>
                  <a:gd name="connsiteX11" fmla="*/ 662055 w 776987"/>
                  <a:gd name="connsiteY11" fmla="*/ 1190198 h 1309076"/>
                  <a:gd name="connsiteX12" fmla="*/ 672915 w 776987"/>
                  <a:gd name="connsiteY12" fmla="*/ 1150279 h 1309076"/>
                  <a:gd name="connsiteX13" fmla="*/ 672915 w 776987"/>
                  <a:gd name="connsiteY13" fmla="*/ 1150279 h 1309076"/>
                  <a:gd name="connsiteX14" fmla="*/ 713128 w 776987"/>
                  <a:gd name="connsiteY14" fmla="*/ 1161139 h 1309076"/>
                  <a:gd name="connsiteX15" fmla="*/ 713128 w 776987"/>
                  <a:gd name="connsiteY15" fmla="*/ 1161139 h 1309076"/>
                  <a:gd name="connsiteX16" fmla="*/ 702268 w 776987"/>
                  <a:gd name="connsiteY16" fmla="*/ 1201059 h 1309076"/>
                  <a:gd name="connsiteX17" fmla="*/ 702268 w 776987"/>
                  <a:gd name="connsiteY17" fmla="*/ 1201059 h 1309076"/>
                  <a:gd name="connsiteX18" fmla="*/ 687591 w 776987"/>
                  <a:gd name="connsiteY18" fmla="*/ 1205168 h 1309076"/>
                  <a:gd name="connsiteX19" fmla="*/ 687591 w 776987"/>
                  <a:gd name="connsiteY19" fmla="*/ 1205168 h 1309076"/>
                  <a:gd name="connsiteX20" fmla="*/ 662055 w 776987"/>
                  <a:gd name="connsiteY20" fmla="*/ 1190198 h 1309076"/>
                  <a:gd name="connsiteX21" fmla="*/ 602175 w 776987"/>
                  <a:gd name="connsiteY21" fmla="*/ 1086290 h 1309076"/>
                  <a:gd name="connsiteX22" fmla="*/ 613036 w 776987"/>
                  <a:gd name="connsiteY22" fmla="*/ 1046077 h 1309076"/>
                  <a:gd name="connsiteX23" fmla="*/ 613036 w 776987"/>
                  <a:gd name="connsiteY23" fmla="*/ 1046077 h 1309076"/>
                  <a:gd name="connsiteX24" fmla="*/ 652955 w 776987"/>
                  <a:gd name="connsiteY24" fmla="*/ 1056937 h 1309076"/>
                  <a:gd name="connsiteX25" fmla="*/ 652955 w 776987"/>
                  <a:gd name="connsiteY25" fmla="*/ 1056937 h 1309076"/>
                  <a:gd name="connsiteX26" fmla="*/ 642095 w 776987"/>
                  <a:gd name="connsiteY26" fmla="*/ 1097150 h 1309076"/>
                  <a:gd name="connsiteX27" fmla="*/ 642095 w 776987"/>
                  <a:gd name="connsiteY27" fmla="*/ 1097150 h 1309076"/>
                  <a:gd name="connsiteX28" fmla="*/ 627712 w 776987"/>
                  <a:gd name="connsiteY28" fmla="*/ 1100966 h 1309076"/>
                  <a:gd name="connsiteX29" fmla="*/ 627712 w 776987"/>
                  <a:gd name="connsiteY29" fmla="*/ 1100966 h 1309076"/>
                  <a:gd name="connsiteX30" fmla="*/ 602175 w 776987"/>
                  <a:gd name="connsiteY30" fmla="*/ 1086290 h 1309076"/>
                  <a:gd name="connsiteX31" fmla="*/ 542296 w 776987"/>
                  <a:gd name="connsiteY31" fmla="*/ 982088 h 1309076"/>
                  <a:gd name="connsiteX32" fmla="*/ 552863 w 776987"/>
                  <a:gd name="connsiteY32" fmla="*/ 942169 h 1309076"/>
                  <a:gd name="connsiteX33" fmla="*/ 552863 w 776987"/>
                  <a:gd name="connsiteY33" fmla="*/ 942169 h 1309076"/>
                  <a:gd name="connsiteX34" fmla="*/ 593076 w 776987"/>
                  <a:gd name="connsiteY34" fmla="*/ 952736 h 1309076"/>
                  <a:gd name="connsiteX35" fmla="*/ 593076 w 776987"/>
                  <a:gd name="connsiteY35" fmla="*/ 952736 h 1309076"/>
                  <a:gd name="connsiteX36" fmla="*/ 582216 w 776987"/>
                  <a:gd name="connsiteY36" fmla="*/ 992949 h 1309076"/>
                  <a:gd name="connsiteX37" fmla="*/ 582216 w 776987"/>
                  <a:gd name="connsiteY37" fmla="*/ 992949 h 1309076"/>
                  <a:gd name="connsiteX38" fmla="*/ 567539 w 776987"/>
                  <a:gd name="connsiteY38" fmla="*/ 996765 h 1309076"/>
                  <a:gd name="connsiteX39" fmla="*/ 567539 w 776987"/>
                  <a:gd name="connsiteY39" fmla="*/ 996765 h 1309076"/>
                  <a:gd name="connsiteX40" fmla="*/ 542296 w 776987"/>
                  <a:gd name="connsiteY40" fmla="*/ 982088 h 1309076"/>
                  <a:gd name="connsiteX41" fmla="*/ 482123 w 776987"/>
                  <a:gd name="connsiteY41" fmla="*/ 877886 h 1309076"/>
                  <a:gd name="connsiteX42" fmla="*/ 492984 w 776987"/>
                  <a:gd name="connsiteY42" fmla="*/ 837967 h 1309076"/>
                  <a:gd name="connsiteX43" fmla="*/ 492984 w 776987"/>
                  <a:gd name="connsiteY43" fmla="*/ 837967 h 1309076"/>
                  <a:gd name="connsiteX44" fmla="*/ 533197 w 776987"/>
                  <a:gd name="connsiteY44" fmla="*/ 848827 h 1309076"/>
                  <a:gd name="connsiteX45" fmla="*/ 533197 w 776987"/>
                  <a:gd name="connsiteY45" fmla="*/ 848827 h 1309076"/>
                  <a:gd name="connsiteX46" fmla="*/ 522336 w 776987"/>
                  <a:gd name="connsiteY46" fmla="*/ 888747 h 1309076"/>
                  <a:gd name="connsiteX47" fmla="*/ 522336 w 776987"/>
                  <a:gd name="connsiteY47" fmla="*/ 888747 h 1309076"/>
                  <a:gd name="connsiteX48" fmla="*/ 507660 w 776987"/>
                  <a:gd name="connsiteY48" fmla="*/ 892563 h 1309076"/>
                  <a:gd name="connsiteX49" fmla="*/ 507660 w 776987"/>
                  <a:gd name="connsiteY49" fmla="*/ 892563 h 1309076"/>
                  <a:gd name="connsiteX50" fmla="*/ 482123 w 776987"/>
                  <a:gd name="connsiteY50" fmla="*/ 877886 h 1309076"/>
                  <a:gd name="connsiteX51" fmla="*/ 422244 w 776987"/>
                  <a:gd name="connsiteY51" fmla="*/ 773685 h 1309076"/>
                  <a:gd name="connsiteX52" fmla="*/ 433104 w 776987"/>
                  <a:gd name="connsiteY52" fmla="*/ 733765 h 1309076"/>
                  <a:gd name="connsiteX53" fmla="*/ 433104 w 776987"/>
                  <a:gd name="connsiteY53" fmla="*/ 733765 h 1309076"/>
                  <a:gd name="connsiteX54" fmla="*/ 473317 w 776987"/>
                  <a:gd name="connsiteY54" fmla="*/ 744626 h 1309076"/>
                  <a:gd name="connsiteX55" fmla="*/ 473317 w 776987"/>
                  <a:gd name="connsiteY55" fmla="*/ 744626 h 1309076"/>
                  <a:gd name="connsiteX56" fmla="*/ 462457 w 776987"/>
                  <a:gd name="connsiteY56" fmla="*/ 784545 h 1309076"/>
                  <a:gd name="connsiteX57" fmla="*/ 462457 w 776987"/>
                  <a:gd name="connsiteY57" fmla="*/ 784545 h 1309076"/>
                  <a:gd name="connsiteX58" fmla="*/ 447781 w 776987"/>
                  <a:gd name="connsiteY58" fmla="*/ 788361 h 1309076"/>
                  <a:gd name="connsiteX59" fmla="*/ 447781 w 776987"/>
                  <a:gd name="connsiteY59" fmla="*/ 788361 h 1309076"/>
                  <a:gd name="connsiteX60" fmla="*/ 422244 w 776987"/>
                  <a:gd name="connsiteY60" fmla="*/ 773685 h 1309076"/>
                  <a:gd name="connsiteX61" fmla="*/ 362658 w 776987"/>
                  <a:gd name="connsiteY61" fmla="*/ 669483 h 1309076"/>
                  <a:gd name="connsiteX62" fmla="*/ 373225 w 776987"/>
                  <a:gd name="connsiteY62" fmla="*/ 629563 h 1309076"/>
                  <a:gd name="connsiteX63" fmla="*/ 373225 w 776987"/>
                  <a:gd name="connsiteY63" fmla="*/ 629563 h 1309076"/>
                  <a:gd name="connsiteX64" fmla="*/ 413438 w 776987"/>
                  <a:gd name="connsiteY64" fmla="*/ 640424 h 1309076"/>
                  <a:gd name="connsiteX65" fmla="*/ 413438 w 776987"/>
                  <a:gd name="connsiteY65" fmla="*/ 640424 h 1309076"/>
                  <a:gd name="connsiteX66" fmla="*/ 402578 w 776987"/>
                  <a:gd name="connsiteY66" fmla="*/ 680343 h 1309076"/>
                  <a:gd name="connsiteX67" fmla="*/ 402578 w 776987"/>
                  <a:gd name="connsiteY67" fmla="*/ 680343 h 1309076"/>
                  <a:gd name="connsiteX68" fmla="*/ 387901 w 776987"/>
                  <a:gd name="connsiteY68" fmla="*/ 684159 h 1309076"/>
                  <a:gd name="connsiteX69" fmla="*/ 387901 w 776987"/>
                  <a:gd name="connsiteY69" fmla="*/ 684159 h 1309076"/>
                  <a:gd name="connsiteX70" fmla="*/ 362658 w 776987"/>
                  <a:gd name="connsiteY70" fmla="*/ 669483 h 1309076"/>
                  <a:gd name="connsiteX71" fmla="*/ 302779 w 776987"/>
                  <a:gd name="connsiteY71" fmla="*/ 565281 h 1309076"/>
                  <a:gd name="connsiteX72" fmla="*/ 313639 w 776987"/>
                  <a:gd name="connsiteY72" fmla="*/ 525362 h 1309076"/>
                  <a:gd name="connsiteX73" fmla="*/ 313639 w 776987"/>
                  <a:gd name="connsiteY73" fmla="*/ 525362 h 1309076"/>
                  <a:gd name="connsiteX74" fmla="*/ 353559 w 776987"/>
                  <a:gd name="connsiteY74" fmla="*/ 536222 h 1309076"/>
                  <a:gd name="connsiteX75" fmla="*/ 353559 w 776987"/>
                  <a:gd name="connsiteY75" fmla="*/ 536222 h 1309076"/>
                  <a:gd name="connsiteX76" fmla="*/ 342698 w 776987"/>
                  <a:gd name="connsiteY76" fmla="*/ 576142 h 1309076"/>
                  <a:gd name="connsiteX77" fmla="*/ 342698 w 776987"/>
                  <a:gd name="connsiteY77" fmla="*/ 576142 h 1309076"/>
                  <a:gd name="connsiteX78" fmla="*/ 328316 w 776987"/>
                  <a:gd name="connsiteY78" fmla="*/ 579958 h 1309076"/>
                  <a:gd name="connsiteX79" fmla="*/ 328316 w 776987"/>
                  <a:gd name="connsiteY79" fmla="*/ 579958 h 1309076"/>
                  <a:gd name="connsiteX80" fmla="*/ 302779 w 776987"/>
                  <a:gd name="connsiteY80" fmla="*/ 565281 h 1309076"/>
                  <a:gd name="connsiteX81" fmla="*/ 242899 w 776987"/>
                  <a:gd name="connsiteY81" fmla="*/ 461079 h 1309076"/>
                  <a:gd name="connsiteX82" fmla="*/ 242899 w 776987"/>
                  <a:gd name="connsiteY82" fmla="*/ 461079 h 1309076"/>
                  <a:gd name="connsiteX83" fmla="*/ 253760 w 776987"/>
                  <a:gd name="connsiteY83" fmla="*/ 420866 h 1309076"/>
                  <a:gd name="connsiteX84" fmla="*/ 253760 w 776987"/>
                  <a:gd name="connsiteY84" fmla="*/ 420866 h 1309076"/>
                  <a:gd name="connsiteX85" fmla="*/ 293973 w 776987"/>
                  <a:gd name="connsiteY85" fmla="*/ 431727 h 1309076"/>
                  <a:gd name="connsiteX86" fmla="*/ 293973 w 776987"/>
                  <a:gd name="connsiteY86" fmla="*/ 431727 h 1309076"/>
                  <a:gd name="connsiteX87" fmla="*/ 283112 w 776987"/>
                  <a:gd name="connsiteY87" fmla="*/ 471940 h 1309076"/>
                  <a:gd name="connsiteX88" fmla="*/ 283112 w 776987"/>
                  <a:gd name="connsiteY88" fmla="*/ 471940 h 1309076"/>
                  <a:gd name="connsiteX89" fmla="*/ 268436 w 776987"/>
                  <a:gd name="connsiteY89" fmla="*/ 475756 h 1309076"/>
                  <a:gd name="connsiteX90" fmla="*/ 268436 w 776987"/>
                  <a:gd name="connsiteY90" fmla="*/ 475756 h 1309076"/>
                  <a:gd name="connsiteX91" fmla="*/ 242899 w 776987"/>
                  <a:gd name="connsiteY91" fmla="*/ 461079 h 1309076"/>
                  <a:gd name="connsiteX92" fmla="*/ 183314 w 776987"/>
                  <a:gd name="connsiteY92" fmla="*/ 356584 h 1309076"/>
                  <a:gd name="connsiteX93" fmla="*/ 194174 w 776987"/>
                  <a:gd name="connsiteY93" fmla="*/ 316665 h 1309076"/>
                  <a:gd name="connsiteX94" fmla="*/ 194174 w 776987"/>
                  <a:gd name="connsiteY94" fmla="*/ 316665 h 1309076"/>
                  <a:gd name="connsiteX95" fmla="*/ 234094 w 776987"/>
                  <a:gd name="connsiteY95" fmla="*/ 327525 h 1309076"/>
                  <a:gd name="connsiteX96" fmla="*/ 234094 w 776987"/>
                  <a:gd name="connsiteY96" fmla="*/ 327525 h 1309076"/>
                  <a:gd name="connsiteX97" fmla="*/ 223233 w 776987"/>
                  <a:gd name="connsiteY97" fmla="*/ 367445 h 1309076"/>
                  <a:gd name="connsiteX98" fmla="*/ 223233 w 776987"/>
                  <a:gd name="connsiteY98" fmla="*/ 367445 h 1309076"/>
                  <a:gd name="connsiteX99" fmla="*/ 208557 w 776987"/>
                  <a:gd name="connsiteY99" fmla="*/ 371554 h 1309076"/>
                  <a:gd name="connsiteX100" fmla="*/ 208557 w 776987"/>
                  <a:gd name="connsiteY100" fmla="*/ 371554 h 1309076"/>
                  <a:gd name="connsiteX101" fmla="*/ 183314 w 776987"/>
                  <a:gd name="connsiteY101" fmla="*/ 356584 h 1309076"/>
                  <a:gd name="connsiteX102" fmla="*/ 123434 w 776987"/>
                  <a:gd name="connsiteY102" fmla="*/ 252382 h 1309076"/>
                  <a:gd name="connsiteX103" fmla="*/ 134295 w 776987"/>
                  <a:gd name="connsiteY103" fmla="*/ 212463 h 1309076"/>
                  <a:gd name="connsiteX104" fmla="*/ 134295 w 776987"/>
                  <a:gd name="connsiteY104" fmla="*/ 212463 h 1309076"/>
                  <a:gd name="connsiteX105" fmla="*/ 174508 w 776987"/>
                  <a:gd name="connsiteY105" fmla="*/ 223323 h 1309076"/>
                  <a:gd name="connsiteX106" fmla="*/ 174508 w 776987"/>
                  <a:gd name="connsiteY106" fmla="*/ 223323 h 1309076"/>
                  <a:gd name="connsiteX107" fmla="*/ 163647 w 776987"/>
                  <a:gd name="connsiteY107" fmla="*/ 263243 h 1309076"/>
                  <a:gd name="connsiteX108" fmla="*/ 163647 w 776987"/>
                  <a:gd name="connsiteY108" fmla="*/ 263243 h 1309076"/>
                  <a:gd name="connsiteX109" fmla="*/ 148971 w 776987"/>
                  <a:gd name="connsiteY109" fmla="*/ 267352 h 1309076"/>
                  <a:gd name="connsiteX110" fmla="*/ 148971 w 776987"/>
                  <a:gd name="connsiteY110" fmla="*/ 267352 h 1309076"/>
                  <a:gd name="connsiteX111" fmla="*/ 123434 w 776987"/>
                  <a:gd name="connsiteY111" fmla="*/ 252382 h 1309076"/>
                  <a:gd name="connsiteX112" fmla="*/ 63555 w 776987"/>
                  <a:gd name="connsiteY112" fmla="*/ 148181 h 1309076"/>
                  <a:gd name="connsiteX113" fmla="*/ 74415 w 776987"/>
                  <a:gd name="connsiteY113" fmla="*/ 108261 h 1309076"/>
                  <a:gd name="connsiteX114" fmla="*/ 74415 w 776987"/>
                  <a:gd name="connsiteY114" fmla="*/ 108261 h 1309076"/>
                  <a:gd name="connsiteX115" fmla="*/ 114629 w 776987"/>
                  <a:gd name="connsiteY115" fmla="*/ 119122 h 1309076"/>
                  <a:gd name="connsiteX116" fmla="*/ 114629 w 776987"/>
                  <a:gd name="connsiteY116" fmla="*/ 119122 h 1309076"/>
                  <a:gd name="connsiteX117" fmla="*/ 103768 w 776987"/>
                  <a:gd name="connsiteY117" fmla="*/ 159041 h 1309076"/>
                  <a:gd name="connsiteX118" fmla="*/ 103768 w 776987"/>
                  <a:gd name="connsiteY118" fmla="*/ 159041 h 1309076"/>
                  <a:gd name="connsiteX119" fmla="*/ 89092 w 776987"/>
                  <a:gd name="connsiteY119" fmla="*/ 162857 h 1309076"/>
                  <a:gd name="connsiteX120" fmla="*/ 89092 w 776987"/>
                  <a:gd name="connsiteY120" fmla="*/ 162857 h 1309076"/>
                  <a:gd name="connsiteX121" fmla="*/ 63555 w 776987"/>
                  <a:gd name="connsiteY121" fmla="*/ 148181 h 1309076"/>
                  <a:gd name="connsiteX122" fmla="*/ 3969 w 776987"/>
                  <a:gd name="connsiteY122" fmla="*/ 43979 h 1309076"/>
                  <a:gd name="connsiteX123" fmla="*/ 3969 w 776987"/>
                  <a:gd name="connsiteY123" fmla="*/ 43979 h 1309076"/>
                  <a:gd name="connsiteX124" fmla="*/ 14830 w 776987"/>
                  <a:gd name="connsiteY124" fmla="*/ 3766 h 1309076"/>
                  <a:gd name="connsiteX125" fmla="*/ 14830 w 776987"/>
                  <a:gd name="connsiteY125" fmla="*/ 3766 h 1309076"/>
                  <a:gd name="connsiteX126" fmla="*/ 54749 w 776987"/>
                  <a:gd name="connsiteY126" fmla="*/ 14920 h 1309076"/>
                  <a:gd name="connsiteX127" fmla="*/ 54749 w 776987"/>
                  <a:gd name="connsiteY127" fmla="*/ 14920 h 1309076"/>
                  <a:gd name="connsiteX128" fmla="*/ 43889 w 776987"/>
                  <a:gd name="connsiteY128" fmla="*/ 54839 h 1309076"/>
                  <a:gd name="connsiteX129" fmla="*/ 43889 w 776987"/>
                  <a:gd name="connsiteY129" fmla="*/ 54839 h 1309076"/>
                  <a:gd name="connsiteX130" fmla="*/ 29506 w 776987"/>
                  <a:gd name="connsiteY130" fmla="*/ 58655 h 1309076"/>
                  <a:gd name="connsiteX131" fmla="*/ 29506 w 776987"/>
                  <a:gd name="connsiteY131" fmla="*/ 58655 h 1309076"/>
                  <a:gd name="connsiteX132" fmla="*/ 3969 w 776987"/>
                  <a:gd name="connsiteY132" fmla="*/ 43979 h 1309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</a:cxnLst>
                <a:rect l="l" t="t" r="r" b="b"/>
                <a:pathLst>
                  <a:path w="776987" h="1309076">
                    <a:moveTo>
                      <a:pt x="722227" y="1294400"/>
                    </a:moveTo>
                    <a:cubicBezTo>
                      <a:pt x="714009" y="1280604"/>
                      <a:pt x="718999" y="1262406"/>
                      <a:pt x="733088" y="1254480"/>
                    </a:cubicBezTo>
                    <a:lnTo>
                      <a:pt x="733088" y="1254480"/>
                    </a:lnTo>
                    <a:cubicBezTo>
                      <a:pt x="746884" y="1246262"/>
                      <a:pt x="765082" y="1250958"/>
                      <a:pt x="773008" y="1265047"/>
                    </a:cubicBezTo>
                    <a:lnTo>
                      <a:pt x="773008" y="1265047"/>
                    </a:lnTo>
                    <a:cubicBezTo>
                      <a:pt x="781226" y="1279136"/>
                      <a:pt x="776236" y="1297042"/>
                      <a:pt x="762441" y="1305260"/>
                    </a:cubicBezTo>
                    <a:lnTo>
                      <a:pt x="762441" y="1305260"/>
                    </a:lnTo>
                    <a:cubicBezTo>
                      <a:pt x="757744" y="1307902"/>
                      <a:pt x="752754" y="1309076"/>
                      <a:pt x="747764" y="1309076"/>
                    </a:cubicBezTo>
                    <a:lnTo>
                      <a:pt x="747764" y="1309076"/>
                    </a:lnTo>
                    <a:cubicBezTo>
                      <a:pt x="737491" y="1309076"/>
                      <a:pt x="727805" y="1303793"/>
                      <a:pt x="722227" y="1294400"/>
                    </a:cubicBezTo>
                    <a:close/>
                    <a:moveTo>
                      <a:pt x="662055" y="1190198"/>
                    </a:moveTo>
                    <a:lnTo>
                      <a:pt x="662055" y="1190198"/>
                    </a:lnTo>
                    <a:cubicBezTo>
                      <a:pt x="654129" y="1176402"/>
                      <a:pt x="658826" y="1158497"/>
                      <a:pt x="672915" y="1150279"/>
                    </a:cubicBezTo>
                    <a:lnTo>
                      <a:pt x="672915" y="1150279"/>
                    </a:lnTo>
                    <a:cubicBezTo>
                      <a:pt x="687004" y="1142060"/>
                      <a:pt x="704909" y="1147050"/>
                      <a:pt x="713128" y="1161139"/>
                    </a:cubicBezTo>
                    <a:lnTo>
                      <a:pt x="713128" y="1161139"/>
                    </a:lnTo>
                    <a:cubicBezTo>
                      <a:pt x="721053" y="1175228"/>
                      <a:pt x="716357" y="1193133"/>
                      <a:pt x="702268" y="1201059"/>
                    </a:cubicBezTo>
                    <a:lnTo>
                      <a:pt x="702268" y="1201059"/>
                    </a:lnTo>
                    <a:cubicBezTo>
                      <a:pt x="697571" y="1203700"/>
                      <a:pt x="692581" y="1205168"/>
                      <a:pt x="687591" y="1205168"/>
                    </a:cubicBezTo>
                    <a:lnTo>
                      <a:pt x="687591" y="1205168"/>
                    </a:lnTo>
                    <a:cubicBezTo>
                      <a:pt x="677612" y="1205168"/>
                      <a:pt x="667632" y="1199885"/>
                      <a:pt x="662055" y="1190198"/>
                    </a:cubicBezTo>
                    <a:close/>
                    <a:moveTo>
                      <a:pt x="602175" y="1086290"/>
                    </a:moveTo>
                    <a:cubicBezTo>
                      <a:pt x="593956" y="1072201"/>
                      <a:pt x="598947" y="1054296"/>
                      <a:pt x="613036" y="1046077"/>
                    </a:cubicBezTo>
                    <a:lnTo>
                      <a:pt x="613036" y="1046077"/>
                    </a:lnTo>
                    <a:cubicBezTo>
                      <a:pt x="626831" y="1038152"/>
                      <a:pt x="645030" y="1042848"/>
                      <a:pt x="652955" y="1056937"/>
                    </a:cubicBezTo>
                    <a:lnTo>
                      <a:pt x="652955" y="1056937"/>
                    </a:lnTo>
                    <a:cubicBezTo>
                      <a:pt x="661174" y="1071027"/>
                      <a:pt x="656184" y="1088932"/>
                      <a:pt x="642095" y="1097150"/>
                    </a:cubicBezTo>
                    <a:lnTo>
                      <a:pt x="642095" y="1097150"/>
                    </a:lnTo>
                    <a:cubicBezTo>
                      <a:pt x="637692" y="1099792"/>
                      <a:pt x="632702" y="1100966"/>
                      <a:pt x="627712" y="1100966"/>
                    </a:cubicBezTo>
                    <a:lnTo>
                      <a:pt x="627712" y="1100966"/>
                    </a:lnTo>
                    <a:cubicBezTo>
                      <a:pt x="617439" y="1100966"/>
                      <a:pt x="607459" y="1095683"/>
                      <a:pt x="602175" y="1086290"/>
                    </a:cubicBezTo>
                    <a:close/>
                    <a:moveTo>
                      <a:pt x="542296" y="982088"/>
                    </a:moveTo>
                    <a:cubicBezTo>
                      <a:pt x="534077" y="967999"/>
                      <a:pt x="538774" y="950094"/>
                      <a:pt x="552863" y="942169"/>
                    </a:cubicBezTo>
                    <a:lnTo>
                      <a:pt x="552863" y="942169"/>
                    </a:lnTo>
                    <a:cubicBezTo>
                      <a:pt x="566952" y="933950"/>
                      <a:pt x="584857" y="938646"/>
                      <a:pt x="593076" y="952736"/>
                    </a:cubicBezTo>
                    <a:lnTo>
                      <a:pt x="593076" y="952736"/>
                    </a:lnTo>
                    <a:cubicBezTo>
                      <a:pt x="601001" y="966825"/>
                      <a:pt x="596305" y="984730"/>
                      <a:pt x="582216" y="992949"/>
                    </a:cubicBezTo>
                    <a:lnTo>
                      <a:pt x="582216" y="992949"/>
                    </a:lnTo>
                    <a:cubicBezTo>
                      <a:pt x="577519" y="995590"/>
                      <a:pt x="572529" y="996765"/>
                      <a:pt x="567539" y="996765"/>
                    </a:cubicBezTo>
                    <a:lnTo>
                      <a:pt x="567539" y="996765"/>
                    </a:lnTo>
                    <a:cubicBezTo>
                      <a:pt x="557266" y="996765"/>
                      <a:pt x="547580" y="991481"/>
                      <a:pt x="542296" y="982088"/>
                    </a:cubicBezTo>
                    <a:close/>
                    <a:moveTo>
                      <a:pt x="482123" y="877886"/>
                    </a:moveTo>
                    <a:cubicBezTo>
                      <a:pt x="474198" y="863797"/>
                      <a:pt x="478894" y="845892"/>
                      <a:pt x="492984" y="837967"/>
                    </a:cubicBezTo>
                    <a:lnTo>
                      <a:pt x="492984" y="837967"/>
                    </a:lnTo>
                    <a:cubicBezTo>
                      <a:pt x="507073" y="829748"/>
                      <a:pt x="524978" y="834738"/>
                      <a:pt x="533197" y="848827"/>
                    </a:cubicBezTo>
                    <a:lnTo>
                      <a:pt x="533197" y="848827"/>
                    </a:lnTo>
                    <a:cubicBezTo>
                      <a:pt x="541122" y="862623"/>
                      <a:pt x="536425" y="880528"/>
                      <a:pt x="522336" y="888747"/>
                    </a:cubicBezTo>
                    <a:lnTo>
                      <a:pt x="522336" y="888747"/>
                    </a:lnTo>
                    <a:cubicBezTo>
                      <a:pt x="517640" y="891389"/>
                      <a:pt x="512650" y="892563"/>
                      <a:pt x="507660" y="892563"/>
                    </a:cubicBezTo>
                    <a:lnTo>
                      <a:pt x="507660" y="892563"/>
                    </a:lnTo>
                    <a:cubicBezTo>
                      <a:pt x="497386" y="892563"/>
                      <a:pt x="487700" y="887279"/>
                      <a:pt x="482123" y="877886"/>
                    </a:cubicBezTo>
                    <a:close/>
                    <a:moveTo>
                      <a:pt x="422244" y="773685"/>
                    </a:moveTo>
                    <a:cubicBezTo>
                      <a:pt x="414319" y="759595"/>
                      <a:pt x="419015" y="741690"/>
                      <a:pt x="433104" y="733765"/>
                    </a:cubicBezTo>
                    <a:lnTo>
                      <a:pt x="433104" y="733765"/>
                    </a:lnTo>
                    <a:cubicBezTo>
                      <a:pt x="447193" y="725546"/>
                      <a:pt x="465099" y="730536"/>
                      <a:pt x="473317" y="744626"/>
                    </a:cubicBezTo>
                    <a:lnTo>
                      <a:pt x="473317" y="744626"/>
                    </a:lnTo>
                    <a:cubicBezTo>
                      <a:pt x="481243" y="758715"/>
                      <a:pt x="476546" y="776326"/>
                      <a:pt x="462457" y="784545"/>
                    </a:cubicBezTo>
                    <a:lnTo>
                      <a:pt x="462457" y="784545"/>
                    </a:lnTo>
                    <a:cubicBezTo>
                      <a:pt x="457760" y="787187"/>
                      <a:pt x="452771" y="788361"/>
                      <a:pt x="447781" y="788361"/>
                    </a:cubicBezTo>
                    <a:lnTo>
                      <a:pt x="447781" y="788361"/>
                    </a:lnTo>
                    <a:cubicBezTo>
                      <a:pt x="437801" y="788361"/>
                      <a:pt x="427821" y="783078"/>
                      <a:pt x="422244" y="773685"/>
                    </a:cubicBezTo>
                    <a:close/>
                    <a:moveTo>
                      <a:pt x="362658" y="669483"/>
                    </a:moveTo>
                    <a:cubicBezTo>
                      <a:pt x="354439" y="655394"/>
                      <a:pt x="359136" y="637489"/>
                      <a:pt x="373225" y="629563"/>
                    </a:cubicBezTo>
                    <a:lnTo>
                      <a:pt x="373225" y="629563"/>
                    </a:lnTo>
                    <a:cubicBezTo>
                      <a:pt x="387314" y="621345"/>
                      <a:pt x="405219" y="626335"/>
                      <a:pt x="413438" y="640424"/>
                    </a:cubicBezTo>
                    <a:lnTo>
                      <a:pt x="413438" y="640424"/>
                    </a:lnTo>
                    <a:cubicBezTo>
                      <a:pt x="421363" y="654220"/>
                      <a:pt x="416667" y="672418"/>
                      <a:pt x="402578" y="680343"/>
                    </a:cubicBezTo>
                    <a:lnTo>
                      <a:pt x="402578" y="680343"/>
                    </a:lnTo>
                    <a:cubicBezTo>
                      <a:pt x="397881" y="682985"/>
                      <a:pt x="392891" y="684159"/>
                      <a:pt x="387901" y="684159"/>
                    </a:cubicBezTo>
                    <a:lnTo>
                      <a:pt x="387901" y="684159"/>
                    </a:lnTo>
                    <a:cubicBezTo>
                      <a:pt x="377921" y="684159"/>
                      <a:pt x="367941" y="678876"/>
                      <a:pt x="362658" y="669483"/>
                    </a:cubicBezTo>
                    <a:close/>
                    <a:moveTo>
                      <a:pt x="302779" y="565281"/>
                    </a:moveTo>
                    <a:cubicBezTo>
                      <a:pt x="294560" y="551192"/>
                      <a:pt x="299550" y="533287"/>
                      <a:pt x="313639" y="525362"/>
                    </a:cubicBezTo>
                    <a:lnTo>
                      <a:pt x="313639" y="525362"/>
                    </a:lnTo>
                    <a:cubicBezTo>
                      <a:pt x="327728" y="517143"/>
                      <a:pt x="345633" y="522133"/>
                      <a:pt x="353559" y="536222"/>
                    </a:cubicBezTo>
                    <a:lnTo>
                      <a:pt x="353559" y="536222"/>
                    </a:lnTo>
                    <a:cubicBezTo>
                      <a:pt x="361777" y="550018"/>
                      <a:pt x="356788" y="567923"/>
                      <a:pt x="342698" y="576142"/>
                    </a:cubicBezTo>
                    <a:lnTo>
                      <a:pt x="342698" y="576142"/>
                    </a:lnTo>
                    <a:cubicBezTo>
                      <a:pt x="338295" y="578783"/>
                      <a:pt x="333012" y="579958"/>
                      <a:pt x="328316" y="579958"/>
                    </a:cubicBezTo>
                    <a:lnTo>
                      <a:pt x="328316" y="579958"/>
                    </a:lnTo>
                    <a:cubicBezTo>
                      <a:pt x="318042" y="579958"/>
                      <a:pt x="308062" y="574674"/>
                      <a:pt x="302779" y="565281"/>
                    </a:cubicBezTo>
                    <a:close/>
                    <a:moveTo>
                      <a:pt x="242899" y="461079"/>
                    </a:moveTo>
                    <a:lnTo>
                      <a:pt x="242899" y="461079"/>
                    </a:lnTo>
                    <a:cubicBezTo>
                      <a:pt x="234974" y="446990"/>
                      <a:pt x="239964" y="429085"/>
                      <a:pt x="253760" y="420866"/>
                    </a:cubicBezTo>
                    <a:lnTo>
                      <a:pt x="253760" y="420866"/>
                    </a:lnTo>
                    <a:cubicBezTo>
                      <a:pt x="267849" y="412941"/>
                      <a:pt x="285754" y="417638"/>
                      <a:pt x="293973" y="431727"/>
                    </a:cubicBezTo>
                    <a:lnTo>
                      <a:pt x="293973" y="431727"/>
                    </a:lnTo>
                    <a:cubicBezTo>
                      <a:pt x="301898" y="445816"/>
                      <a:pt x="297202" y="463721"/>
                      <a:pt x="283112" y="471940"/>
                    </a:cubicBezTo>
                    <a:lnTo>
                      <a:pt x="283112" y="471940"/>
                    </a:lnTo>
                    <a:cubicBezTo>
                      <a:pt x="278416" y="474582"/>
                      <a:pt x="273426" y="475756"/>
                      <a:pt x="268436" y="475756"/>
                    </a:cubicBezTo>
                    <a:lnTo>
                      <a:pt x="268436" y="475756"/>
                    </a:lnTo>
                    <a:cubicBezTo>
                      <a:pt x="258456" y="475756"/>
                      <a:pt x="248476" y="470472"/>
                      <a:pt x="242899" y="461079"/>
                    </a:cubicBezTo>
                    <a:close/>
                    <a:moveTo>
                      <a:pt x="183314" y="356584"/>
                    </a:moveTo>
                    <a:cubicBezTo>
                      <a:pt x="175095" y="342495"/>
                      <a:pt x="180085" y="324590"/>
                      <a:pt x="194174" y="316665"/>
                    </a:cubicBezTo>
                    <a:lnTo>
                      <a:pt x="194174" y="316665"/>
                    </a:lnTo>
                    <a:cubicBezTo>
                      <a:pt x="208263" y="308446"/>
                      <a:pt x="226168" y="313436"/>
                      <a:pt x="234094" y="327525"/>
                    </a:cubicBezTo>
                    <a:lnTo>
                      <a:pt x="234094" y="327525"/>
                    </a:lnTo>
                    <a:cubicBezTo>
                      <a:pt x="242312" y="341614"/>
                      <a:pt x="237322" y="359519"/>
                      <a:pt x="223233" y="367445"/>
                    </a:cubicBezTo>
                    <a:lnTo>
                      <a:pt x="223233" y="367445"/>
                    </a:lnTo>
                    <a:cubicBezTo>
                      <a:pt x="218830" y="370086"/>
                      <a:pt x="213547" y="371554"/>
                      <a:pt x="208557" y="371554"/>
                    </a:cubicBezTo>
                    <a:lnTo>
                      <a:pt x="208557" y="371554"/>
                    </a:lnTo>
                    <a:cubicBezTo>
                      <a:pt x="198577" y="371554"/>
                      <a:pt x="188597" y="366270"/>
                      <a:pt x="183314" y="356584"/>
                    </a:cubicBezTo>
                    <a:close/>
                    <a:moveTo>
                      <a:pt x="123434" y="252382"/>
                    </a:moveTo>
                    <a:cubicBezTo>
                      <a:pt x="115216" y="238293"/>
                      <a:pt x="120205" y="220388"/>
                      <a:pt x="134295" y="212463"/>
                    </a:cubicBezTo>
                    <a:lnTo>
                      <a:pt x="134295" y="212463"/>
                    </a:lnTo>
                    <a:cubicBezTo>
                      <a:pt x="148384" y="204244"/>
                      <a:pt x="166289" y="209234"/>
                      <a:pt x="174508" y="223323"/>
                    </a:cubicBezTo>
                    <a:lnTo>
                      <a:pt x="174508" y="223323"/>
                    </a:lnTo>
                    <a:cubicBezTo>
                      <a:pt x="182433" y="237413"/>
                      <a:pt x="177443" y="255318"/>
                      <a:pt x="163647" y="263243"/>
                    </a:cubicBezTo>
                    <a:lnTo>
                      <a:pt x="163647" y="263243"/>
                    </a:lnTo>
                    <a:cubicBezTo>
                      <a:pt x="158951" y="265885"/>
                      <a:pt x="153961" y="267352"/>
                      <a:pt x="148971" y="267352"/>
                    </a:cubicBezTo>
                    <a:lnTo>
                      <a:pt x="148971" y="267352"/>
                    </a:lnTo>
                    <a:cubicBezTo>
                      <a:pt x="138698" y="267352"/>
                      <a:pt x="129011" y="261775"/>
                      <a:pt x="123434" y="252382"/>
                    </a:cubicBezTo>
                    <a:close/>
                    <a:moveTo>
                      <a:pt x="63555" y="148181"/>
                    </a:moveTo>
                    <a:cubicBezTo>
                      <a:pt x="55630" y="134091"/>
                      <a:pt x="60326" y="116186"/>
                      <a:pt x="74415" y="108261"/>
                    </a:cubicBezTo>
                    <a:lnTo>
                      <a:pt x="74415" y="108261"/>
                    </a:lnTo>
                    <a:cubicBezTo>
                      <a:pt x="88505" y="100042"/>
                      <a:pt x="106703" y="105032"/>
                      <a:pt x="114629" y="119122"/>
                    </a:cubicBezTo>
                    <a:lnTo>
                      <a:pt x="114629" y="119122"/>
                    </a:lnTo>
                    <a:cubicBezTo>
                      <a:pt x="122554" y="132917"/>
                      <a:pt x="117857" y="151116"/>
                      <a:pt x="103768" y="159041"/>
                    </a:cubicBezTo>
                    <a:lnTo>
                      <a:pt x="103768" y="159041"/>
                    </a:lnTo>
                    <a:cubicBezTo>
                      <a:pt x="99071" y="161683"/>
                      <a:pt x="94082" y="162857"/>
                      <a:pt x="89092" y="162857"/>
                    </a:cubicBezTo>
                    <a:lnTo>
                      <a:pt x="89092" y="162857"/>
                    </a:lnTo>
                    <a:cubicBezTo>
                      <a:pt x="79112" y="162857"/>
                      <a:pt x="69132" y="157574"/>
                      <a:pt x="63555" y="148181"/>
                    </a:cubicBezTo>
                    <a:close/>
                    <a:moveTo>
                      <a:pt x="3969" y="43979"/>
                    </a:moveTo>
                    <a:lnTo>
                      <a:pt x="3969" y="43979"/>
                    </a:lnTo>
                    <a:cubicBezTo>
                      <a:pt x="-4250" y="29890"/>
                      <a:pt x="740" y="11985"/>
                      <a:pt x="14830" y="3766"/>
                    </a:cubicBezTo>
                    <a:lnTo>
                      <a:pt x="14830" y="3766"/>
                    </a:lnTo>
                    <a:cubicBezTo>
                      <a:pt x="28625" y="-4159"/>
                      <a:pt x="46824" y="831"/>
                      <a:pt x="54749" y="14920"/>
                    </a:cubicBezTo>
                    <a:lnTo>
                      <a:pt x="54749" y="14920"/>
                    </a:lnTo>
                    <a:cubicBezTo>
                      <a:pt x="62968" y="28716"/>
                      <a:pt x="57978" y="46914"/>
                      <a:pt x="43889" y="54839"/>
                    </a:cubicBezTo>
                    <a:lnTo>
                      <a:pt x="43889" y="54839"/>
                    </a:lnTo>
                    <a:cubicBezTo>
                      <a:pt x="39486" y="57481"/>
                      <a:pt x="34496" y="58655"/>
                      <a:pt x="29506" y="58655"/>
                    </a:cubicBezTo>
                    <a:lnTo>
                      <a:pt x="29506" y="58655"/>
                    </a:lnTo>
                    <a:cubicBezTo>
                      <a:pt x="19233" y="58655"/>
                      <a:pt x="9253" y="53372"/>
                      <a:pt x="3969" y="4397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E2A8C3A1-0BE8-1340-B6C9-96862E14AFEC}"/>
                  </a:ext>
                </a:extLst>
              </p:cNvPr>
              <p:cNvSpPr/>
              <p:nvPr/>
            </p:nvSpPr>
            <p:spPr>
              <a:xfrm>
                <a:off x="8642383" y="3499045"/>
                <a:ext cx="95226" cy="258590"/>
              </a:xfrm>
              <a:custGeom>
                <a:avLst/>
                <a:gdLst>
                  <a:gd name="connsiteX0" fmla="*/ 14311 w 95226"/>
                  <a:gd name="connsiteY0" fmla="*/ 254481 h 258590"/>
                  <a:gd name="connsiteX1" fmla="*/ 4331 w 95226"/>
                  <a:gd name="connsiteY1" fmla="*/ 213975 h 258590"/>
                  <a:gd name="connsiteX2" fmla="*/ 4331 w 95226"/>
                  <a:gd name="connsiteY2" fmla="*/ 213975 h 258590"/>
                  <a:gd name="connsiteX3" fmla="*/ 44544 w 95226"/>
                  <a:gd name="connsiteY3" fmla="*/ 203995 h 258590"/>
                  <a:gd name="connsiteX4" fmla="*/ 44544 w 95226"/>
                  <a:gd name="connsiteY4" fmla="*/ 203995 h 258590"/>
                  <a:gd name="connsiteX5" fmla="*/ 54524 w 95226"/>
                  <a:gd name="connsiteY5" fmla="*/ 244501 h 258590"/>
                  <a:gd name="connsiteX6" fmla="*/ 54524 w 95226"/>
                  <a:gd name="connsiteY6" fmla="*/ 244501 h 258590"/>
                  <a:gd name="connsiteX7" fmla="*/ 29281 w 95226"/>
                  <a:gd name="connsiteY7" fmla="*/ 258591 h 258590"/>
                  <a:gd name="connsiteX8" fmla="*/ 29281 w 95226"/>
                  <a:gd name="connsiteY8" fmla="*/ 258591 h 258590"/>
                  <a:gd name="connsiteX9" fmla="*/ 14311 w 95226"/>
                  <a:gd name="connsiteY9" fmla="*/ 254481 h 258590"/>
                  <a:gd name="connsiteX10" fmla="*/ 60688 w 95226"/>
                  <a:gd name="connsiteY10" fmla="*/ 161433 h 258590"/>
                  <a:gd name="connsiteX11" fmla="*/ 36913 w 95226"/>
                  <a:gd name="connsiteY11" fmla="*/ 127384 h 258590"/>
                  <a:gd name="connsiteX12" fmla="*/ 36913 w 95226"/>
                  <a:gd name="connsiteY12" fmla="*/ 127384 h 258590"/>
                  <a:gd name="connsiteX13" fmla="*/ 70961 w 95226"/>
                  <a:gd name="connsiteY13" fmla="*/ 103902 h 258590"/>
                  <a:gd name="connsiteX14" fmla="*/ 70961 w 95226"/>
                  <a:gd name="connsiteY14" fmla="*/ 103902 h 258590"/>
                  <a:gd name="connsiteX15" fmla="*/ 94737 w 95226"/>
                  <a:gd name="connsiteY15" fmla="*/ 137951 h 258590"/>
                  <a:gd name="connsiteX16" fmla="*/ 94737 w 95226"/>
                  <a:gd name="connsiteY16" fmla="*/ 137951 h 258590"/>
                  <a:gd name="connsiteX17" fmla="*/ 65972 w 95226"/>
                  <a:gd name="connsiteY17" fmla="*/ 162021 h 258590"/>
                  <a:gd name="connsiteX18" fmla="*/ 65972 w 95226"/>
                  <a:gd name="connsiteY18" fmla="*/ 162021 h 258590"/>
                  <a:gd name="connsiteX19" fmla="*/ 60688 w 95226"/>
                  <a:gd name="connsiteY19" fmla="*/ 161433 h 258590"/>
                  <a:gd name="connsiteX20" fmla="*/ 36619 w 95226"/>
                  <a:gd name="connsiteY20" fmla="*/ 34630 h 258590"/>
                  <a:gd name="connsiteX21" fmla="*/ 59808 w 95226"/>
                  <a:gd name="connsiteY21" fmla="*/ 581 h 258590"/>
                  <a:gd name="connsiteX22" fmla="*/ 59808 w 95226"/>
                  <a:gd name="connsiteY22" fmla="*/ 581 h 258590"/>
                  <a:gd name="connsiteX23" fmla="*/ 94150 w 95226"/>
                  <a:gd name="connsiteY23" fmla="*/ 23770 h 258590"/>
                  <a:gd name="connsiteX24" fmla="*/ 94150 w 95226"/>
                  <a:gd name="connsiteY24" fmla="*/ 23770 h 258590"/>
                  <a:gd name="connsiteX25" fmla="*/ 70961 w 95226"/>
                  <a:gd name="connsiteY25" fmla="*/ 58112 h 258590"/>
                  <a:gd name="connsiteX26" fmla="*/ 70961 w 95226"/>
                  <a:gd name="connsiteY26" fmla="*/ 58112 h 258590"/>
                  <a:gd name="connsiteX27" fmla="*/ 65384 w 95226"/>
                  <a:gd name="connsiteY27" fmla="*/ 58699 h 258590"/>
                  <a:gd name="connsiteX28" fmla="*/ 65384 w 95226"/>
                  <a:gd name="connsiteY28" fmla="*/ 58699 h 258590"/>
                  <a:gd name="connsiteX29" fmla="*/ 36619 w 95226"/>
                  <a:gd name="connsiteY29" fmla="*/ 34630 h 258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95226" h="258590">
                    <a:moveTo>
                      <a:pt x="14311" y="254481"/>
                    </a:moveTo>
                    <a:cubicBezTo>
                      <a:pt x="222" y="245969"/>
                      <a:pt x="-4181" y="227770"/>
                      <a:pt x="4331" y="213975"/>
                    </a:cubicBezTo>
                    <a:lnTo>
                      <a:pt x="4331" y="213975"/>
                    </a:lnTo>
                    <a:cubicBezTo>
                      <a:pt x="12550" y="200179"/>
                      <a:pt x="30455" y="195776"/>
                      <a:pt x="44544" y="203995"/>
                    </a:cubicBezTo>
                    <a:lnTo>
                      <a:pt x="44544" y="203995"/>
                    </a:lnTo>
                    <a:cubicBezTo>
                      <a:pt x="58340" y="212507"/>
                      <a:pt x="62743" y="230412"/>
                      <a:pt x="54524" y="244501"/>
                    </a:cubicBezTo>
                    <a:lnTo>
                      <a:pt x="54524" y="244501"/>
                    </a:lnTo>
                    <a:cubicBezTo>
                      <a:pt x="48947" y="253601"/>
                      <a:pt x="39261" y="258591"/>
                      <a:pt x="29281" y="258591"/>
                    </a:cubicBezTo>
                    <a:lnTo>
                      <a:pt x="29281" y="258591"/>
                    </a:lnTo>
                    <a:cubicBezTo>
                      <a:pt x="24291" y="258591"/>
                      <a:pt x="19007" y="257123"/>
                      <a:pt x="14311" y="254481"/>
                    </a:cubicBezTo>
                    <a:close/>
                    <a:moveTo>
                      <a:pt x="60688" y="161433"/>
                    </a:moveTo>
                    <a:cubicBezTo>
                      <a:pt x="44544" y="158498"/>
                      <a:pt x="33977" y="143235"/>
                      <a:pt x="36913" y="127384"/>
                    </a:cubicBezTo>
                    <a:lnTo>
                      <a:pt x="36913" y="127384"/>
                    </a:lnTo>
                    <a:cubicBezTo>
                      <a:pt x="39848" y="111240"/>
                      <a:pt x="55111" y="100673"/>
                      <a:pt x="70961" y="103902"/>
                    </a:cubicBezTo>
                    <a:lnTo>
                      <a:pt x="70961" y="103902"/>
                    </a:lnTo>
                    <a:cubicBezTo>
                      <a:pt x="87105" y="106544"/>
                      <a:pt x="97672" y="121807"/>
                      <a:pt x="94737" y="137951"/>
                    </a:cubicBezTo>
                    <a:lnTo>
                      <a:pt x="94737" y="137951"/>
                    </a:lnTo>
                    <a:cubicBezTo>
                      <a:pt x="92095" y="152041"/>
                      <a:pt x="79767" y="162021"/>
                      <a:pt x="65972" y="162021"/>
                    </a:cubicBezTo>
                    <a:lnTo>
                      <a:pt x="65972" y="162021"/>
                    </a:lnTo>
                    <a:cubicBezTo>
                      <a:pt x="64210" y="162021"/>
                      <a:pt x="62449" y="162021"/>
                      <a:pt x="60688" y="161433"/>
                    </a:cubicBezTo>
                    <a:close/>
                    <a:moveTo>
                      <a:pt x="36619" y="34630"/>
                    </a:moveTo>
                    <a:cubicBezTo>
                      <a:pt x="33684" y="18780"/>
                      <a:pt x="43957" y="3516"/>
                      <a:pt x="59808" y="581"/>
                    </a:cubicBezTo>
                    <a:lnTo>
                      <a:pt x="59808" y="581"/>
                    </a:lnTo>
                    <a:cubicBezTo>
                      <a:pt x="75951" y="-2648"/>
                      <a:pt x="91215" y="7919"/>
                      <a:pt x="94150" y="23770"/>
                    </a:cubicBezTo>
                    <a:lnTo>
                      <a:pt x="94150" y="23770"/>
                    </a:lnTo>
                    <a:cubicBezTo>
                      <a:pt x="97379" y="39914"/>
                      <a:pt x="86812" y="55177"/>
                      <a:pt x="70961" y="58112"/>
                    </a:cubicBezTo>
                    <a:lnTo>
                      <a:pt x="70961" y="58112"/>
                    </a:lnTo>
                    <a:cubicBezTo>
                      <a:pt x="68907" y="58699"/>
                      <a:pt x="67146" y="58699"/>
                      <a:pt x="65384" y="58699"/>
                    </a:cubicBezTo>
                    <a:lnTo>
                      <a:pt x="65384" y="58699"/>
                    </a:lnTo>
                    <a:cubicBezTo>
                      <a:pt x="51589" y="58699"/>
                      <a:pt x="39261" y="49013"/>
                      <a:pt x="36619" y="3463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B1AD5FA0-C90F-ED3F-67E2-7A8AFEE03361}"/>
                  </a:ext>
                </a:extLst>
              </p:cNvPr>
              <p:cNvSpPr/>
              <p:nvPr/>
            </p:nvSpPr>
            <p:spPr>
              <a:xfrm>
                <a:off x="8486809" y="3819465"/>
                <a:ext cx="58552" cy="58809"/>
              </a:xfrm>
              <a:custGeom>
                <a:avLst/>
                <a:gdLst>
                  <a:gd name="connsiteX0" fmla="*/ 1108 w 58552"/>
                  <a:gd name="connsiteY0" fmla="*/ 37088 h 58809"/>
                  <a:gd name="connsiteX1" fmla="*/ 21655 w 58552"/>
                  <a:gd name="connsiteY1" fmla="*/ 985 h 58809"/>
                  <a:gd name="connsiteX2" fmla="*/ 21655 w 58552"/>
                  <a:gd name="connsiteY2" fmla="*/ 985 h 58809"/>
                  <a:gd name="connsiteX3" fmla="*/ 57465 w 58552"/>
                  <a:gd name="connsiteY3" fmla="*/ 21825 h 58809"/>
                  <a:gd name="connsiteX4" fmla="*/ 57465 w 58552"/>
                  <a:gd name="connsiteY4" fmla="*/ 21825 h 58809"/>
                  <a:gd name="connsiteX5" fmla="*/ 36918 w 58552"/>
                  <a:gd name="connsiteY5" fmla="*/ 57635 h 58809"/>
                  <a:gd name="connsiteX6" fmla="*/ 36918 w 58552"/>
                  <a:gd name="connsiteY6" fmla="*/ 57635 h 58809"/>
                  <a:gd name="connsiteX7" fmla="*/ 29286 w 58552"/>
                  <a:gd name="connsiteY7" fmla="*/ 58809 h 58809"/>
                  <a:gd name="connsiteX8" fmla="*/ 29286 w 58552"/>
                  <a:gd name="connsiteY8" fmla="*/ 58809 h 58809"/>
                  <a:gd name="connsiteX9" fmla="*/ 1108 w 58552"/>
                  <a:gd name="connsiteY9" fmla="*/ 37088 h 58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552" h="58809">
                    <a:moveTo>
                      <a:pt x="1108" y="37088"/>
                    </a:moveTo>
                    <a:cubicBezTo>
                      <a:pt x="-3295" y="21531"/>
                      <a:pt x="5805" y="5388"/>
                      <a:pt x="21655" y="985"/>
                    </a:cubicBezTo>
                    <a:lnTo>
                      <a:pt x="21655" y="985"/>
                    </a:lnTo>
                    <a:cubicBezTo>
                      <a:pt x="37212" y="-3125"/>
                      <a:pt x="53356" y="5975"/>
                      <a:pt x="57465" y="21825"/>
                    </a:cubicBezTo>
                    <a:lnTo>
                      <a:pt x="57465" y="21825"/>
                    </a:lnTo>
                    <a:cubicBezTo>
                      <a:pt x="61868" y="37382"/>
                      <a:pt x="52475" y="53526"/>
                      <a:pt x="36918" y="57635"/>
                    </a:cubicBezTo>
                    <a:lnTo>
                      <a:pt x="36918" y="57635"/>
                    </a:lnTo>
                    <a:cubicBezTo>
                      <a:pt x="34570" y="58516"/>
                      <a:pt x="31928" y="58809"/>
                      <a:pt x="29286" y="58809"/>
                    </a:cubicBezTo>
                    <a:lnTo>
                      <a:pt x="29286" y="58809"/>
                    </a:lnTo>
                    <a:cubicBezTo>
                      <a:pt x="16371" y="58809"/>
                      <a:pt x="4630" y="50297"/>
                      <a:pt x="1108" y="3708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AD73EF63-D3E1-1198-C47A-4B17EB1A13A2}"/>
                  </a:ext>
                </a:extLst>
              </p:cNvPr>
              <p:cNvSpPr/>
              <p:nvPr/>
            </p:nvSpPr>
            <p:spPr>
              <a:xfrm>
                <a:off x="7247476" y="3831017"/>
                <a:ext cx="1086633" cy="58705"/>
              </a:xfrm>
              <a:custGeom>
                <a:avLst/>
                <a:gdLst>
                  <a:gd name="connsiteX0" fmla="*/ 1027928 w 1086633"/>
                  <a:gd name="connsiteY0" fmla="*/ 29353 h 58705"/>
                  <a:gd name="connsiteX1" fmla="*/ 1057281 w 1086633"/>
                  <a:gd name="connsiteY1" fmla="*/ 0 h 58705"/>
                  <a:gd name="connsiteX2" fmla="*/ 1057281 w 1086633"/>
                  <a:gd name="connsiteY2" fmla="*/ 0 h 58705"/>
                  <a:gd name="connsiteX3" fmla="*/ 1086634 w 1086633"/>
                  <a:gd name="connsiteY3" fmla="*/ 29353 h 58705"/>
                  <a:gd name="connsiteX4" fmla="*/ 1086634 w 1086633"/>
                  <a:gd name="connsiteY4" fmla="*/ 29353 h 58705"/>
                  <a:gd name="connsiteX5" fmla="*/ 1057281 w 1086633"/>
                  <a:gd name="connsiteY5" fmla="*/ 58705 h 58705"/>
                  <a:gd name="connsiteX6" fmla="*/ 1057281 w 1086633"/>
                  <a:gd name="connsiteY6" fmla="*/ 58705 h 58705"/>
                  <a:gd name="connsiteX7" fmla="*/ 1027928 w 1086633"/>
                  <a:gd name="connsiteY7" fmla="*/ 29353 h 58705"/>
                  <a:gd name="connsiteX8" fmla="*/ 913747 w 1086633"/>
                  <a:gd name="connsiteY8" fmla="*/ 29353 h 58705"/>
                  <a:gd name="connsiteX9" fmla="*/ 943099 w 1086633"/>
                  <a:gd name="connsiteY9" fmla="*/ 0 h 58705"/>
                  <a:gd name="connsiteX10" fmla="*/ 943099 w 1086633"/>
                  <a:gd name="connsiteY10" fmla="*/ 0 h 58705"/>
                  <a:gd name="connsiteX11" fmla="*/ 972452 w 1086633"/>
                  <a:gd name="connsiteY11" fmla="*/ 29353 h 58705"/>
                  <a:gd name="connsiteX12" fmla="*/ 972452 w 1086633"/>
                  <a:gd name="connsiteY12" fmla="*/ 29353 h 58705"/>
                  <a:gd name="connsiteX13" fmla="*/ 943099 w 1086633"/>
                  <a:gd name="connsiteY13" fmla="*/ 58705 h 58705"/>
                  <a:gd name="connsiteX14" fmla="*/ 943099 w 1086633"/>
                  <a:gd name="connsiteY14" fmla="*/ 58705 h 58705"/>
                  <a:gd name="connsiteX15" fmla="*/ 913747 w 1086633"/>
                  <a:gd name="connsiteY15" fmla="*/ 29353 h 58705"/>
                  <a:gd name="connsiteX16" fmla="*/ 799565 w 1086633"/>
                  <a:gd name="connsiteY16" fmla="*/ 29353 h 58705"/>
                  <a:gd name="connsiteX17" fmla="*/ 828918 w 1086633"/>
                  <a:gd name="connsiteY17" fmla="*/ 0 h 58705"/>
                  <a:gd name="connsiteX18" fmla="*/ 828918 w 1086633"/>
                  <a:gd name="connsiteY18" fmla="*/ 0 h 58705"/>
                  <a:gd name="connsiteX19" fmla="*/ 858270 w 1086633"/>
                  <a:gd name="connsiteY19" fmla="*/ 29353 h 58705"/>
                  <a:gd name="connsiteX20" fmla="*/ 858270 w 1086633"/>
                  <a:gd name="connsiteY20" fmla="*/ 29353 h 58705"/>
                  <a:gd name="connsiteX21" fmla="*/ 828918 w 1086633"/>
                  <a:gd name="connsiteY21" fmla="*/ 58705 h 58705"/>
                  <a:gd name="connsiteX22" fmla="*/ 828918 w 1086633"/>
                  <a:gd name="connsiteY22" fmla="*/ 58705 h 58705"/>
                  <a:gd name="connsiteX23" fmla="*/ 799565 w 1086633"/>
                  <a:gd name="connsiteY23" fmla="*/ 29353 h 58705"/>
                  <a:gd name="connsiteX24" fmla="*/ 685383 w 1086633"/>
                  <a:gd name="connsiteY24" fmla="*/ 29353 h 58705"/>
                  <a:gd name="connsiteX25" fmla="*/ 714736 w 1086633"/>
                  <a:gd name="connsiteY25" fmla="*/ 0 h 58705"/>
                  <a:gd name="connsiteX26" fmla="*/ 714736 w 1086633"/>
                  <a:gd name="connsiteY26" fmla="*/ 0 h 58705"/>
                  <a:gd name="connsiteX27" fmla="*/ 744089 w 1086633"/>
                  <a:gd name="connsiteY27" fmla="*/ 29353 h 58705"/>
                  <a:gd name="connsiteX28" fmla="*/ 744089 w 1086633"/>
                  <a:gd name="connsiteY28" fmla="*/ 29353 h 58705"/>
                  <a:gd name="connsiteX29" fmla="*/ 714736 w 1086633"/>
                  <a:gd name="connsiteY29" fmla="*/ 58705 h 58705"/>
                  <a:gd name="connsiteX30" fmla="*/ 714736 w 1086633"/>
                  <a:gd name="connsiteY30" fmla="*/ 58705 h 58705"/>
                  <a:gd name="connsiteX31" fmla="*/ 685383 w 1086633"/>
                  <a:gd name="connsiteY31" fmla="*/ 29353 h 58705"/>
                  <a:gd name="connsiteX32" fmla="*/ 571202 w 1086633"/>
                  <a:gd name="connsiteY32" fmla="*/ 29353 h 58705"/>
                  <a:gd name="connsiteX33" fmla="*/ 600554 w 1086633"/>
                  <a:gd name="connsiteY33" fmla="*/ 0 h 58705"/>
                  <a:gd name="connsiteX34" fmla="*/ 600554 w 1086633"/>
                  <a:gd name="connsiteY34" fmla="*/ 0 h 58705"/>
                  <a:gd name="connsiteX35" fmla="*/ 629907 w 1086633"/>
                  <a:gd name="connsiteY35" fmla="*/ 29353 h 58705"/>
                  <a:gd name="connsiteX36" fmla="*/ 629907 w 1086633"/>
                  <a:gd name="connsiteY36" fmla="*/ 29353 h 58705"/>
                  <a:gd name="connsiteX37" fmla="*/ 600554 w 1086633"/>
                  <a:gd name="connsiteY37" fmla="*/ 58705 h 58705"/>
                  <a:gd name="connsiteX38" fmla="*/ 600554 w 1086633"/>
                  <a:gd name="connsiteY38" fmla="*/ 58705 h 58705"/>
                  <a:gd name="connsiteX39" fmla="*/ 571202 w 1086633"/>
                  <a:gd name="connsiteY39" fmla="*/ 29353 h 58705"/>
                  <a:gd name="connsiteX40" fmla="*/ 457020 w 1086633"/>
                  <a:gd name="connsiteY40" fmla="*/ 29353 h 58705"/>
                  <a:gd name="connsiteX41" fmla="*/ 486373 w 1086633"/>
                  <a:gd name="connsiteY41" fmla="*/ 0 h 58705"/>
                  <a:gd name="connsiteX42" fmla="*/ 486373 w 1086633"/>
                  <a:gd name="connsiteY42" fmla="*/ 0 h 58705"/>
                  <a:gd name="connsiteX43" fmla="*/ 515725 w 1086633"/>
                  <a:gd name="connsiteY43" fmla="*/ 29353 h 58705"/>
                  <a:gd name="connsiteX44" fmla="*/ 515725 w 1086633"/>
                  <a:gd name="connsiteY44" fmla="*/ 29353 h 58705"/>
                  <a:gd name="connsiteX45" fmla="*/ 486373 w 1086633"/>
                  <a:gd name="connsiteY45" fmla="*/ 58705 h 58705"/>
                  <a:gd name="connsiteX46" fmla="*/ 486373 w 1086633"/>
                  <a:gd name="connsiteY46" fmla="*/ 58705 h 58705"/>
                  <a:gd name="connsiteX47" fmla="*/ 457020 w 1086633"/>
                  <a:gd name="connsiteY47" fmla="*/ 29353 h 58705"/>
                  <a:gd name="connsiteX48" fmla="*/ 342545 w 1086633"/>
                  <a:gd name="connsiteY48" fmla="*/ 29353 h 58705"/>
                  <a:gd name="connsiteX49" fmla="*/ 372191 w 1086633"/>
                  <a:gd name="connsiteY49" fmla="*/ 0 h 58705"/>
                  <a:gd name="connsiteX50" fmla="*/ 372191 w 1086633"/>
                  <a:gd name="connsiteY50" fmla="*/ 0 h 58705"/>
                  <a:gd name="connsiteX51" fmla="*/ 401250 w 1086633"/>
                  <a:gd name="connsiteY51" fmla="*/ 29353 h 58705"/>
                  <a:gd name="connsiteX52" fmla="*/ 401250 w 1086633"/>
                  <a:gd name="connsiteY52" fmla="*/ 29353 h 58705"/>
                  <a:gd name="connsiteX53" fmla="*/ 372191 w 1086633"/>
                  <a:gd name="connsiteY53" fmla="*/ 58705 h 58705"/>
                  <a:gd name="connsiteX54" fmla="*/ 372191 w 1086633"/>
                  <a:gd name="connsiteY54" fmla="*/ 58705 h 58705"/>
                  <a:gd name="connsiteX55" fmla="*/ 342545 w 1086633"/>
                  <a:gd name="connsiteY55" fmla="*/ 29353 h 58705"/>
                  <a:gd name="connsiteX56" fmla="*/ 228363 w 1086633"/>
                  <a:gd name="connsiteY56" fmla="*/ 29353 h 58705"/>
                  <a:gd name="connsiteX57" fmla="*/ 257716 w 1086633"/>
                  <a:gd name="connsiteY57" fmla="*/ 0 h 58705"/>
                  <a:gd name="connsiteX58" fmla="*/ 257716 w 1086633"/>
                  <a:gd name="connsiteY58" fmla="*/ 0 h 58705"/>
                  <a:gd name="connsiteX59" fmla="*/ 287069 w 1086633"/>
                  <a:gd name="connsiteY59" fmla="*/ 29353 h 58705"/>
                  <a:gd name="connsiteX60" fmla="*/ 287069 w 1086633"/>
                  <a:gd name="connsiteY60" fmla="*/ 29353 h 58705"/>
                  <a:gd name="connsiteX61" fmla="*/ 257716 w 1086633"/>
                  <a:gd name="connsiteY61" fmla="*/ 58705 h 58705"/>
                  <a:gd name="connsiteX62" fmla="*/ 257716 w 1086633"/>
                  <a:gd name="connsiteY62" fmla="*/ 58705 h 58705"/>
                  <a:gd name="connsiteX63" fmla="*/ 228363 w 1086633"/>
                  <a:gd name="connsiteY63" fmla="*/ 29353 h 58705"/>
                  <a:gd name="connsiteX64" fmla="*/ 114182 w 1086633"/>
                  <a:gd name="connsiteY64" fmla="*/ 29353 h 58705"/>
                  <a:gd name="connsiteX65" fmla="*/ 143534 w 1086633"/>
                  <a:gd name="connsiteY65" fmla="*/ 0 h 58705"/>
                  <a:gd name="connsiteX66" fmla="*/ 143534 w 1086633"/>
                  <a:gd name="connsiteY66" fmla="*/ 0 h 58705"/>
                  <a:gd name="connsiteX67" fmla="*/ 172887 w 1086633"/>
                  <a:gd name="connsiteY67" fmla="*/ 29353 h 58705"/>
                  <a:gd name="connsiteX68" fmla="*/ 172887 w 1086633"/>
                  <a:gd name="connsiteY68" fmla="*/ 29353 h 58705"/>
                  <a:gd name="connsiteX69" fmla="*/ 143534 w 1086633"/>
                  <a:gd name="connsiteY69" fmla="*/ 58705 h 58705"/>
                  <a:gd name="connsiteX70" fmla="*/ 143534 w 1086633"/>
                  <a:gd name="connsiteY70" fmla="*/ 58705 h 58705"/>
                  <a:gd name="connsiteX71" fmla="*/ 114182 w 1086633"/>
                  <a:gd name="connsiteY71" fmla="*/ 29353 h 58705"/>
                  <a:gd name="connsiteX72" fmla="*/ 0 w 1086633"/>
                  <a:gd name="connsiteY72" fmla="*/ 29353 h 58705"/>
                  <a:gd name="connsiteX73" fmla="*/ 29353 w 1086633"/>
                  <a:gd name="connsiteY73" fmla="*/ 0 h 58705"/>
                  <a:gd name="connsiteX74" fmla="*/ 29353 w 1086633"/>
                  <a:gd name="connsiteY74" fmla="*/ 0 h 58705"/>
                  <a:gd name="connsiteX75" fmla="*/ 58705 w 1086633"/>
                  <a:gd name="connsiteY75" fmla="*/ 29353 h 58705"/>
                  <a:gd name="connsiteX76" fmla="*/ 58705 w 1086633"/>
                  <a:gd name="connsiteY76" fmla="*/ 29353 h 58705"/>
                  <a:gd name="connsiteX77" fmla="*/ 29353 w 1086633"/>
                  <a:gd name="connsiteY77" fmla="*/ 58705 h 58705"/>
                  <a:gd name="connsiteX78" fmla="*/ 29353 w 1086633"/>
                  <a:gd name="connsiteY78" fmla="*/ 58705 h 58705"/>
                  <a:gd name="connsiteX79" fmla="*/ 0 w 1086633"/>
                  <a:gd name="connsiteY79" fmla="*/ 29353 h 58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086633" h="58705">
                    <a:moveTo>
                      <a:pt x="1027928" y="29353"/>
                    </a:moveTo>
                    <a:cubicBezTo>
                      <a:pt x="1027928" y="13209"/>
                      <a:pt x="1041137" y="0"/>
                      <a:pt x="1057281" y="0"/>
                    </a:cubicBezTo>
                    <a:lnTo>
                      <a:pt x="1057281" y="0"/>
                    </a:lnTo>
                    <a:cubicBezTo>
                      <a:pt x="1073425" y="0"/>
                      <a:pt x="1086634" y="13209"/>
                      <a:pt x="1086634" y="29353"/>
                    </a:cubicBezTo>
                    <a:lnTo>
                      <a:pt x="1086634" y="29353"/>
                    </a:lnTo>
                    <a:cubicBezTo>
                      <a:pt x="1086634" y="45790"/>
                      <a:pt x="1073425" y="58705"/>
                      <a:pt x="1057281" y="58705"/>
                    </a:cubicBezTo>
                    <a:lnTo>
                      <a:pt x="1057281" y="58705"/>
                    </a:lnTo>
                    <a:cubicBezTo>
                      <a:pt x="1041137" y="58705"/>
                      <a:pt x="1027928" y="45790"/>
                      <a:pt x="1027928" y="29353"/>
                    </a:cubicBezTo>
                    <a:close/>
                    <a:moveTo>
                      <a:pt x="913747" y="29353"/>
                    </a:moveTo>
                    <a:cubicBezTo>
                      <a:pt x="913747" y="13209"/>
                      <a:pt x="926955" y="0"/>
                      <a:pt x="943099" y="0"/>
                    </a:cubicBezTo>
                    <a:lnTo>
                      <a:pt x="943099" y="0"/>
                    </a:lnTo>
                    <a:cubicBezTo>
                      <a:pt x="959243" y="0"/>
                      <a:pt x="972452" y="13209"/>
                      <a:pt x="972452" y="29353"/>
                    </a:cubicBezTo>
                    <a:lnTo>
                      <a:pt x="972452" y="29353"/>
                    </a:lnTo>
                    <a:cubicBezTo>
                      <a:pt x="972452" y="45496"/>
                      <a:pt x="959243" y="58705"/>
                      <a:pt x="943099" y="58705"/>
                    </a:cubicBezTo>
                    <a:lnTo>
                      <a:pt x="943099" y="58705"/>
                    </a:lnTo>
                    <a:cubicBezTo>
                      <a:pt x="926955" y="58705"/>
                      <a:pt x="913747" y="45496"/>
                      <a:pt x="913747" y="29353"/>
                    </a:cubicBezTo>
                    <a:close/>
                    <a:moveTo>
                      <a:pt x="799565" y="29353"/>
                    </a:moveTo>
                    <a:cubicBezTo>
                      <a:pt x="799565" y="13209"/>
                      <a:pt x="812774" y="0"/>
                      <a:pt x="828918" y="0"/>
                    </a:cubicBezTo>
                    <a:lnTo>
                      <a:pt x="828918" y="0"/>
                    </a:lnTo>
                    <a:cubicBezTo>
                      <a:pt x="845062" y="0"/>
                      <a:pt x="858270" y="13209"/>
                      <a:pt x="858270" y="29353"/>
                    </a:cubicBezTo>
                    <a:lnTo>
                      <a:pt x="858270" y="29353"/>
                    </a:lnTo>
                    <a:cubicBezTo>
                      <a:pt x="858270" y="45496"/>
                      <a:pt x="845062" y="58705"/>
                      <a:pt x="828918" y="58705"/>
                    </a:cubicBezTo>
                    <a:lnTo>
                      <a:pt x="828918" y="58705"/>
                    </a:lnTo>
                    <a:cubicBezTo>
                      <a:pt x="812774" y="58705"/>
                      <a:pt x="799565" y="45496"/>
                      <a:pt x="799565" y="29353"/>
                    </a:cubicBezTo>
                    <a:close/>
                    <a:moveTo>
                      <a:pt x="685383" y="29353"/>
                    </a:moveTo>
                    <a:cubicBezTo>
                      <a:pt x="685383" y="13209"/>
                      <a:pt x="698298" y="0"/>
                      <a:pt x="714736" y="0"/>
                    </a:cubicBezTo>
                    <a:lnTo>
                      <a:pt x="714736" y="0"/>
                    </a:lnTo>
                    <a:cubicBezTo>
                      <a:pt x="730880" y="0"/>
                      <a:pt x="744089" y="13209"/>
                      <a:pt x="744089" y="29353"/>
                    </a:cubicBezTo>
                    <a:lnTo>
                      <a:pt x="744089" y="29353"/>
                    </a:lnTo>
                    <a:cubicBezTo>
                      <a:pt x="744089" y="45496"/>
                      <a:pt x="730880" y="58705"/>
                      <a:pt x="714736" y="58705"/>
                    </a:cubicBezTo>
                    <a:lnTo>
                      <a:pt x="714736" y="58705"/>
                    </a:lnTo>
                    <a:cubicBezTo>
                      <a:pt x="698298" y="58705"/>
                      <a:pt x="685383" y="45496"/>
                      <a:pt x="685383" y="29353"/>
                    </a:cubicBezTo>
                    <a:close/>
                    <a:moveTo>
                      <a:pt x="571202" y="29353"/>
                    </a:moveTo>
                    <a:cubicBezTo>
                      <a:pt x="571202" y="13209"/>
                      <a:pt x="584117" y="0"/>
                      <a:pt x="600554" y="0"/>
                    </a:cubicBezTo>
                    <a:lnTo>
                      <a:pt x="600554" y="0"/>
                    </a:lnTo>
                    <a:cubicBezTo>
                      <a:pt x="616698" y="0"/>
                      <a:pt x="629907" y="13209"/>
                      <a:pt x="629907" y="29353"/>
                    </a:cubicBezTo>
                    <a:lnTo>
                      <a:pt x="629907" y="29353"/>
                    </a:lnTo>
                    <a:cubicBezTo>
                      <a:pt x="629907" y="45496"/>
                      <a:pt x="616698" y="58705"/>
                      <a:pt x="600554" y="58705"/>
                    </a:cubicBezTo>
                    <a:lnTo>
                      <a:pt x="600554" y="58705"/>
                    </a:lnTo>
                    <a:cubicBezTo>
                      <a:pt x="584117" y="58705"/>
                      <a:pt x="571202" y="45496"/>
                      <a:pt x="571202" y="29353"/>
                    </a:cubicBezTo>
                    <a:close/>
                    <a:moveTo>
                      <a:pt x="457020" y="29353"/>
                    </a:moveTo>
                    <a:cubicBezTo>
                      <a:pt x="457020" y="13209"/>
                      <a:pt x="469935" y="0"/>
                      <a:pt x="486373" y="0"/>
                    </a:cubicBezTo>
                    <a:lnTo>
                      <a:pt x="486373" y="0"/>
                    </a:lnTo>
                    <a:cubicBezTo>
                      <a:pt x="502517" y="0"/>
                      <a:pt x="515725" y="13209"/>
                      <a:pt x="515725" y="29353"/>
                    </a:cubicBezTo>
                    <a:lnTo>
                      <a:pt x="515725" y="29353"/>
                    </a:lnTo>
                    <a:cubicBezTo>
                      <a:pt x="515725" y="45496"/>
                      <a:pt x="502517" y="58705"/>
                      <a:pt x="486373" y="58705"/>
                    </a:cubicBezTo>
                    <a:lnTo>
                      <a:pt x="486373" y="58705"/>
                    </a:lnTo>
                    <a:cubicBezTo>
                      <a:pt x="469935" y="58705"/>
                      <a:pt x="457020" y="45496"/>
                      <a:pt x="457020" y="29353"/>
                    </a:cubicBezTo>
                    <a:close/>
                    <a:moveTo>
                      <a:pt x="342545" y="29353"/>
                    </a:moveTo>
                    <a:cubicBezTo>
                      <a:pt x="342545" y="13209"/>
                      <a:pt x="355754" y="0"/>
                      <a:pt x="372191" y="0"/>
                    </a:cubicBezTo>
                    <a:lnTo>
                      <a:pt x="372191" y="0"/>
                    </a:lnTo>
                    <a:cubicBezTo>
                      <a:pt x="388041" y="0"/>
                      <a:pt x="401250" y="13209"/>
                      <a:pt x="401250" y="29353"/>
                    </a:cubicBezTo>
                    <a:lnTo>
                      <a:pt x="401250" y="29353"/>
                    </a:lnTo>
                    <a:cubicBezTo>
                      <a:pt x="401250" y="45496"/>
                      <a:pt x="388041" y="58705"/>
                      <a:pt x="372191" y="58705"/>
                    </a:cubicBezTo>
                    <a:lnTo>
                      <a:pt x="372191" y="58705"/>
                    </a:lnTo>
                    <a:cubicBezTo>
                      <a:pt x="355754" y="58705"/>
                      <a:pt x="342545" y="45496"/>
                      <a:pt x="342545" y="29353"/>
                    </a:cubicBezTo>
                    <a:close/>
                    <a:moveTo>
                      <a:pt x="228363" y="29353"/>
                    </a:moveTo>
                    <a:cubicBezTo>
                      <a:pt x="228363" y="13209"/>
                      <a:pt x="241572" y="0"/>
                      <a:pt x="257716" y="0"/>
                    </a:cubicBezTo>
                    <a:lnTo>
                      <a:pt x="257716" y="0"/>
                    </a:lnTo>
                    <a:cubicBezTo>
                      <a:pt x="273860" y="0"/>
                      <a:pt x="287069" y="13209"/>
                      <a:pt x="287069" y="29353"/>
                    </a:cubicBezTo>
                    <a:lnTo>
                      <a:pt x="287069" y="29353"/>
                    </a:lnTo>
                    <a:cubicBezTo>
                      <a:pt x="287069" y="45496"/>
                      <a:pt x="273860" y="58705"/>
                      <a:pt x="257716" y="58705"/>
                    </a:cubicBezTo>
                    <a:lnTo>
                      <a:pt x="257716" y="58705"/>
                    </a:lnTo>
                    <a:cubicBezTo>
                      <a:pt x="241572" y="58705"/>
                      <a:pt x="228363" y="45496"/>
                      <a:pt x="228363" y="29353"/>
                    </a:cubicBezTo>
                    <a:close/>
                    <a:moveTo>
                      <a:pt x="114182" y="29353"/>
                    </a:moveTo>
                    <a:cubicBezTo>
                      <a:pt x="114182" y="13209"/>
                      <a:pt x="127390" y="0"/>
                      <a:pt x="143534" y="0"/>
                    </a:cubicBezTo>
                    <a:lnTo>
                      <a:pt x="143534" y="0"/>
                    </a:lnTo>
                    <a:cubicBezTo>
                      <a:pt x="159678" y="0"/>
                      <a:pt x="172887" y="13209"/>
                      <a:pt x="172887" y="29353"/>
                    </a:cubicBezTo>
                    <a:lnTo>
                      <a:pt x="172887" y="29353"/>
                    </a:lnTo>
                    <a:cubicBezTo>
                      <a:pt x="172887" y="45496"/>
                      <a:pt x="159678" y="58705"/>
                      <a:pt x="143534" y="58705"/>
                    </a:cubicBezTo>
                    <a:lnTo>
                      <a:pt x="143534" y="58705"/>
                    </a:lnTo>
                    <a:cubicBezTo>
                      <a:pt x="127390" y="58705"/>
                      <a:pt x="114182" y="45496"/>
                      <a:pt x="114182" y="29353"/>
                    </a:cubicBezTo>
                    <a:close/>
                    <a:moveTo>
                      <a:pt x="0" y="29353"/>
                    </a:moveTo>
                    <a:cubicBezTo>
                      <a:pt x="0" y="13209"/>
                      <a:pt x="13209" y="0"/>
                      <a:pt x="29353" y="0"/>
                    </a:cubicBezTo>
                    <a:lnTo>
                      <a:pt x="29353" y="0"/>
                    </a:lnTo>
                    <a:cubicBezTo>
                      <a:pt x="45497" y="0"/>
                      <a:pt x="58705" y="13209"/>
                      <a:pt x="58705" y="29353"/>
                    </a:cubicBezTo>
                    <a:lnTo>
                      <a:pt x="58705" y="29353"/>
                    </a:lnTo>
                    <a:cubicBezTo>
                      <a:pt x="58705" y="45496"/>
                      <a:pt x="45497" y="58705"/>
                      <a:pt x="29353" y="58705"/>
                    </a:cubicBezTo>
                    <a:lnTo>
                      <a:pt x="29353" y="58705"/>
                    </a:lnTo>
                    <a:cubicBezTo>
                      <a:pt x="13209" y="58705"/>
                      <a:pt x="0" y="45496"/>
                      <a:pt x="0" y="2935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16C956E6-0DCE-EF58-60AC-DBA6F91EA28A}"/>
                  </a:ext>
                </a:extLst>
              </p:cNvPr>
              <p:cNvSpPr/>
              <p:nvPr/>
            </p:nvSpPr>
            <p:spPr>
              <a:xfrm>
                <a:off x="7799738" y="194685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71B3546-959F-9DB1-A4F4-732C25A0468B}"/>
                  </a:ext>
                </a:extLst>
              </p:cNvPr>
              <p:cNvSpPr/>
              <p:nvPr/>
            </p:nvSpPr>
            <p:spPr>
              <a:xfrm>
                <a:off x="7383518" y="1223308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A859C930-5BE1-8451-D551-7DB327C72DA4}"/>
                  </a:ext>
                </a:extLst>
              </p:cNvPr>
              <p:cNvSpPr/>
              <p:nvPr/>
            </p:nvSpPr>
            <p:spPr>
              <a:xfrm>
                <a:off x="6898026" y="1203055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7B2B9794-CEDC-51D8-DDFB-8B8ACAD24A4A}"/>
                  </a:ext>
                </a:extLst>
              </p:cNvPr>
              <p:cNvSpPr/>
              <p:nvPr/>
            </p:nvSpPr>
            <p:spPr>
              <a:xfrm>
                <a:off x="5984867" y="2788096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30F3BB6C-35EB-239D-801F-2DBD12174E43}"/>
                  </a:ext>
                </a:extLst>
              </p:cNvPr>
              <p:cNvSpPr/>
              <p:nvPr/>
            </p:nvSpPr>
            <p:spPr>
              <a:xfrm>
                <a:off x="5669033" y="3750274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94741CE6-CE04-0229-2539-58013684C386}"/>
                  </a:ext>
                </a:extLst>
              </p:cNvPr>
              <p:cNvSpPr/>
              <p:nvPr/>
            </p:nvSpPr>
            <p:spPr>
              <a:xfrm>
                <a:off x="5628820" y="3399804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9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B0245B3A-0B02-DBD1-4E68-57DBDBB8D7A2}"/>
                  </a:ext>
                </a:extLst>
              </p:cNvPr>
              <p:cNvSpPr/>
              <p:nvPr/>
            </p:nvSpPr>
            <p:spPr>
              <a:xfrm>
                <a:off x="5623243" y="3408316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EB726D11-A990-C5F3-7385-93441695AFBD}"/>
                  </a:ext>
                </a:extLst>
              </p:cNvPr>
              <p:cNvSpPr/>
              <p:nvPr/>
            </p:nvSpPr>
            <p:spPr>
              <a:xfrm>
                <a:off x="5881545" y="3827765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6CE0A0B1-95C2-3A20-21DA-D5018E123817}"/>
                  </a:ext>
                </a:extLst>
              </p:cNvPr>
              <p:cNvSpPr/>
              <p:nvPr/>
            </p:nvSpPr>
            <p:spPr>
              <a:xfrm>
                <a:off x="7133434" y="383070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ADE0DE5E-A9C5-D86C-0F16-6E70353332AA}"/>
                  </a:ext>
                </a:extLst>
              </p:cNvPr>
              <p:cNvSpPr/>
              <p:nvPr/>
            </p:nvSpPr>
            <p:spPr>
              <a:xfrm>
                <a:off x="8379746" y="3830700"/>
                <a:ext cx="58793" cy="58728"/>
              </a:xfrm>
              <a:custGeom>
                <a:avLst/>
                <a:gdLst>
                  <a:gd name="connsiteX0" fmla="*/ 3969 w 58793"/>
                  <a:gd name="connsiteY0" fmla="*/ 44052 h 58728"/>
                  <a:gd name="connsiteX1" fmla="*/ 14830 w 58793"/>
                  <a:gd name="connsiteY1" fmla="*/ 3839 h 58728"/>
                  <a:gd name="connsiteX2" fmla="*/ 14830 w 58793"/>
                  <a:gd name="connsiteY2" fmla="*/ 3839 h 58728"/>
                  <a:gd name="connsiteX3" fmla="*/ 54749 w 58793"/>
                  <a:gd name="connsiteY3" fmla="*/ 14699 h 58728"/>
                  <a:gd name="connsiteX4" fmla="*/ 54749 w 58793"/>
                  <a:gd name="connsiteY4" fmla="*/ 14699 h 58728"/>
                  <a:gd name="connsiteX5" fmla="*/ 44182 w 58793"/>
                  <a:gd name="connsiteY5" fmla="*/ 54912 h 58728"/>
                  <a:gd name="connsiteX6" fmla="*/ 44182 w 58793"/>
                  <a:gd name="connsiteY6" fmla="*/ 54912 h 58728"/>
                  <a:gd name="connsiteX7" fmla="*/ 29506 w 58793"/>
                  <a:gd name="connsiteY7" fmla="*/ 58728 h 58728"/>
                  <a:gd name="connsiteX8" fmla="*/ 29506 w 58793"/>
                  <a:gd name="connsiteY8" fmla="*/ 58728 h 58728"/>
                  <a:gd name="connsiteX9" fmla="*/ 3969 w 58793"/>
                  <a:gd name="connsiteY9" fmla="*/ 44052 h 58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8">
                    <a:moveTo>
                      <a:pt x="3969" y="44052"/>
                    </a:moveTo>
                    <a:cubicBezTo>
                      <a:pt x="-4250" y="29962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6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3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BC254BDD-C645-182E-1B15-F675CF6CC074}"/>
                  </a:ext>
                </a:extLst>
              </p:cNvPr>
              <p:cNvSpPr/>
              <p:nvPr/>
            </p:nvSpPr>
            <p:spPr>
              <a:xfrm>
                <a:off x="8583747" y="3778746"/>
                <a:ext cx="58793" cy="58727"/>
              </a:xfrm>
              <a:custGeom>
                <a:avLst/>
                <a:gdLst>
                  <a:gd name="connsiteX0" fmla="*/ 3969 w 58793"/>
                  <a:gd name="connsiteY0" fmla="*/ 44052 h 58727"/>
                  <a:gd name="connsiteX1" fmla="*/ 14830 w 58793"/>
                  <a:gd name="connsiteY1" fmla="*/ 3839 h 58727"/>
                  <a:gd name="connsiteX2" fmla="*/ 14830 w 58793"/>
                  <a:gd name="connsiteY2" fmla="*/ 3839 h 58727"/>
                  <a:gd name="connsiteX3" fmla="*/ 54749 w 58793"/>
                  <a:gd name="connsiteY3" fmla="*/ 14699 h 58727"/>
                  <a:gd name="connsiteX4" fmla="*/ 54749 w 58793"/>
                  <a:gd name="connsiteY4" fmla="*/ 14699 h 58727"/>
                  <a:gd name="connsiteX5" fmla="*/ 44182 w 58793"/>
                  <a:gd name="connsiteY5" fmla="*/ 54912 h 58727"/>
                  <a:gd name="connsiteX6" fmla="*/ 44182 w 58793"/>
                  <a:gd name="connsiteY6" fmla="*/ 54912 h 58727"/>
                  <a:gd name="connsiteX7" fmla="*/ 29506 w 58793"/>
                  <a:gd name="connsiteY7" fmla="*/ 58728 h 58727"/>
                  <a:gd name="connsiteX8" fmla="*/ 29506 w 58793"/>
                  <a:gd name="connsiteY8" fmla="*/ 58728 h 58727"/>
                  <a:gd name="connsiteX9" fmla="*/ 3969 w 58793"/>
                  <a:gd name="connsiteY9" fmla="*/ 44052 h 58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7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1" y="46694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2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A7F2A5BD-5EA9-5792-F4D7-9BCCBD4CC0D0}"/>
                  </a:ext>
                </a:extLst>
              </p:cNvPr>
              <p:cNvSpPr/>
              <p:nvPr/>
            </p:nvSpPr>
            <p:spPr>
              <a:xfrm>
                <a:off x="8629537" y="3394227"/>
                <a:ext cx="58793" cy="58727"/>
              </a:xfrm>
              <a:custGeom>
                <a:avLst/>
                <a:gdLst>
                  <a:gd name="connsiteX0" fmla="*/ 3969 w 58793"/>
                  <a:gd name="connsiteY0" fmla="*/ 44052 h 58727"/>
                  <a:gd name="connsiteX1" fmla="*/ 14830 w 58793"/>
                  <a:gd name="connsiteY1" fmla="*/ 3839 h 58727"/>
                  <a:gd name="connsiteX2" fmla="*/ 14830 w 58793"/>
                  <a:gd name="connsiteY2" fmla="*/ 3839 h 58727"/>
                  <a:gd name="connsiteX3" fmla="*/ 54749 w 58793"/>
                  <a:gd name="connsiteY3" fmla="*/ 14699 h 58727"/>
                  <a:gd name="connsiteX4" fmla="*/ 54749 w 58793"/>
                  <a:gd name="connsiteY4" fmla="*/ 14699 h 58727"/>
                  <a:gd name="connsiteX5" fmla="*/ 44182 w 58793"/>
                  <a:gd name="connsiteY5" fmla="*/ 54912 h 58727"/>
                  <a:gd name="connsiteX6" fmla="*/ 44182 w 58793"/>
                  <a:gd name="connsiteY6" fmla="*/ 54912 h 58727"/>
                  <a:gd name="connsiteX7" fmla="*/ 29506 w 58793"/>
                  <a:gd name="connsiteY7" fmla="*/ 58728 h 58727"/>
                  <a:gd name="connsiteX8" fmla="*/ 29506 w 58793"/>
                  <a:gd name="connsiteY8" fmla="*/ 58728 h 58727"/>
                  <a:gd name="connsiteX9" fmla="*/ 3969 w 58793"/>
                  <a:gd name="connsiteY9" fmla="*/ 44052 h 58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8793" h="58727">
                    <a:moveTo>
                      <a:pt x="3969" y="44052"/>
                    </a:moveTo>
                    <a:cubicBezTo>
                      <a:pt x="-4250" y="29963"/>
                      <a:pt x="740" y="12057"/>
                      <a:pt x="14830" y="3839"/>
                    </a:cubicBezTo>
                    <a:lnTo>
                      <a:pt x="14830" y="3839"/>
                    </a:lnTo>
                    <a:cubicBezTo>
                      <a:pt x="28919" y="-4087"/>
                      <a:pt x="46824" y="610"/>
                      <a:pt x="54749" y="14699"/>
                    </a:cubicBezTo>
                    <a:lnTo>
                      <a:pt x="54749" y="14699"/>
                    </a:lnTo>
                    <a:cubicBezTo>
                      <a:pt x="62968" y="28788"/>
                      <a:pt x="58272" y="46694"/>
                      <a:pt x="44182" y="54912"/>
                    </a:cubicBezTo>
                    <a:lnTo>
                      <a:pt x="44182" y="54912"/>
                    </a:lnTo>
                    <a:cubicBezTo>
                      <a:pt x="39486" y="57554"/>
                      <a:pt x="34496" y="58728"/>
                      <a:pt x="29506" y="58728"/>
                    </a:cubicBezTo>
                    <a:lnTo>
                      <a:pt x="29506" y="58728"/>
                    </a:lnTo>
                    <a:cubicBezTo>
                      <a:pt x="19233" y="58728"/>
                      <a:pt x="9253" y="53445"/>
                      <a:pt x="3969" y="44052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28" name="Graphic 40">
            <a:extLst>
              <a:ext uri="{FF2B5EF4-FFF2-40B4-BE49-F238E27FC236}">
                <a16:creationId xmlns:a16="http://schemas.microsoft.com/office/drawing/2014/main" id="{18165118-ED43-291B-5016-0C5D6374C701}"/>
              </a:ext>
            </a:extLst>
          </p:cNvPr>
          <p:cNvSpPr/>
          <p:nvPr userDrawn="1"/>
        </p:nvSpPr>
        <p:spPr>
          <a:xfrm rot="20858273">
            <a:off x="76286" y="-262742"/>
            <a:ext cx="710344" cy="789582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AA2924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9" name="Graphic 43">
            <a:extLst>
              <a:ext uri="{FF2B5EF4-FFF2-40B4-BE49-F238E27FC236}">
                <a16:creationId xmlns:a16="http://schemas.microsoft.com/office/drawing/2014/main" id="{7FCE6673-CA67-0DE2-C9C1-37F5D43A2180}"/>
              </a:ext>
            </a:extLst>
          </p:cNvPr>
          <p:cNvSpPr/>
          <p:nvPr userDrawn="1"/>
        </p:nvSpPr>
        <p:spPr>
          <a:xfrm>
            <a:off x="11647425" y="6763894"/>
            <a:ext cx="645412" cy="64541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D8C3E-1668-8B96-B9EF-3E710F0B84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86150" y="1598613"/>
            <a:ext cx="7591425" cy="4449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882AAD-AF6B-9B7D-96F1-E56E482BC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96491"/>
            <a:ext cx="10515600" cy="65091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D7204B-6055-FE35-C301-E1678C4B2B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1975" y="1598613"/>
            <a:ext cx="2763838" cy="5572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+mj-lt"/>
              </a:defRPr>
            </a:lvl1pPr>
            <a:lvl2pPr marL="457200" indent="0">
              <a:buNone/>
              <a:defRPr sz="2800">
                <a:latin typeface="+mj-lt"/>
              </a:defRPr>
            </a:lvl2pPr>
            <a:lvl3pPr marL="914400" indent="0">
              <a:buNone/>
              <a:defRPr sz="2400">
                <a:latin typeface="+mj-lt"/>
              </a:defRPr>
            </a:lvl3pPr>
            <a:lvl4pPr marL="1371600" indent="0">
              <a:buNone/>
              <a:defRPr sz="2000">
                <a:latin typeface="+mj-lt"/>
              </a:defRPr>
            </a:lvl4pPr>
            <a:lvl5pPr marL="1828800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3FBEF8-A6BF-4F53-3A0B-DA0D501AC4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1975" y="2387600"/>
            <a:ext cx="2767013" cy="3186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DM Sans 14pt"/>
              </a:defRPr>
            </a:lvl1pPr>
            <a:lvl2pPr marL="457200" indent="0">
              <a:buNone/>
              <a:defRPr sz="1400">
                <a:latin typeface="DM Sans 14pt"/>
              </a:defRPr>
            </a:lvl2pPr>
            <a:lvl3pPr marL="914400" indent="0">
              <a:buNone/>
              <a:defRPr sz="1400">
                <a:latin typeface="DM Sans 14pt"/>
              </a:defRPr>
            </a:lvl3pPr>
            <a:lvl4pPr marL="1371600" indent="0">
              <a:buNone/>
              <a:defRPr sz="1400">
                <a:latin typeface="DM Sans 14pt"/>
              </a:defRPr>
            </a:lvl4pPr>
            <a:lvl5pPr marL="1828800" indent="0">
              <a:buNone/>
              <a:defRPr sz="1400">
                <a:latin typeface="DM Sans 14pt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: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356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43">
            <a:extLst>
              <a:ext uri="{FF2B5EF4-FFF2-40B4-BE49-F238E27FC236}">
                <a16:creationId xmlns:a16="http://schemas.microsoft.com/office/drawing/2014/main" id="{14EC7265-D8A5-82CC-521A-58116918051D}"/>
              </a:ext>
            </a:extLst>
          </p:cNvPr>
          <p:cNvSpPr/>
          <p:nvPr userDrawn="1"/>
        </p:nvSpPr>
        <p:spPr>
          <a:xfrm>
            <a:off x="1329223" y="5590762"/>
            <a:ext cx="2582353" cy="2582353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6B727E5C-3526-2A79-DB24-849B3906BC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29300" y="2500079"/>
            <a:ext cx="4733399" cy="1857841"/>
          </a:xfrm>
          <a:prstGeom prst="rect">
            <a:avLst/>
          </a:prstGeom>
        </p:spPr>
      </p:pic>
      <p:sp>
        <p:nvSpPr>
          <p:cNvPr id="9" name="Graphic 2">
            <a:extLst>
              <a:ext uri="{FF2B5EF4-FFF2-40B4-BE49-F238E27FC236}">
                <a16:creationId xmlns:a16="http://schemas.microsoft.com/office/drawing/2014/main" id="{E1ED0E90-3D79-1A8A-20B9-0106FB3E0642}"/>
              </a:ext>
            </a:extLst>
          </p:cNvPr>
          <p:cNvSpPr/>
          <p:nvPr userDrawn="1"/>
        </p:nvSpPr>
        <p:spPr>
          <a:xfrm rot="6418463">
            <a:off x="8755516" y="161864"/>
            <a:ext cx="922643" cy="824728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Graphic 43">
            <a:extLst>
              <a:ext uri="{FF2B5EF4-FFF2-40B4-BE49-F238E27FC236}">
                <a16:creationId xmlns:a16="http://schemas.microsoft.com/office/drawing/2014/main" id="{C0F71DE0-4548-26A8-3A85-35A01A776839}"/>
              </a:ext>
            </a:extLst>
          </p:cNvPr>
          <p:cNvSpPr/>
          <p:nvPr userDrawn="1"/>
        </p:nvSpPr>
        <p:spPr>
          <a:xfrm>
            <a:off x="8319711" y="531145"/>
            <a:ext cx="736092" cy="73609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noFill/>
          <a:ln w="19050" cap="flat">
            <a:solidFill>
              <a:srgbClr val="4A69F6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Graphic 43">
            <a:extLst>
              <a:ext uri="{FF2B5EF4-FFF2-40B4-BE49-F238E27FC236}">
                <a16:creationId xmlns:a16="http://schemas.microsoft.com/office/drawing/2014/main" id="{7377DC92-7DE2-5E49-F296-5FCB1EBE5A12}"/>
              </a:ext>
            </a:extLst>
          </p:cNvPr>
          <p:cNvSpPr/>
          <p:nvPr userDrawn="1"/>
        </p:nvSpPr>
        <p:spPr>
          <a:xfrm>
            <a:off x="6898608" y="574228"/>
            <a:ext cx="180802" cy="18080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Graphic 77">
            <a:extLst>
              <a:ext uri="{FF2B5EF4-FFF2-40B4-BE49-F238E27FC236}">
                <a16:creationId xmlns:a16="http://schemas.microsoft.com/office/drawing/2014/main" id="{9BD259FB-08CC-C61F-BE4A-CD718DFC98C7}"/>
              </a:ext>
            </a:extLst>
          </p:cNvPr>
          <p:cNvSpPr/>
          <p:nvPr userDrawn="1"/>
        </p:nvSpPr>
        <p:spPr>
          <a:xfrm rot="809673">
            <a:off x="2538412" y="5240205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Graphic 43">
            <a:extLst>
              <a:ext uri="{FF2B5EF4-FFF2-40B4-BE49-F238E27FC236}">
                <a16:creationId xmlns:a16="http://schemas.microsoft.com/office/drawing/2014/main" id="{6FA4A7B7-7511-49C1-5CAA-4DA2F7CAB907}"/>
              </a:ext>
            </a:extLst>
          </p:cNvPr>
          <p:cNvSpPr/>
          <p:nvPr userDrawn="1"/>
        </p:nvSpPr>
        <p:spPr>
          <a:xfrm>
            <a:off x="3769862" y="5039345"/>
            <a:ext cx="386331" cy="386331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Graphic 40">
            <a:extLst>
              <a:ext uri="{FF2B5EF4-FFF2-40B4-BE49-F238E27FC236}">
                <a16:creationId xmlns:a16="http://schemas.microsoft.com/office/drawing/2014/main" id="{882F2107-2B76-DFF8-5ECF-0C2DE711D0CA}"/>
              </a:ext>
            </a:extLst>
          </p:cNvPr>
          <p:cNvSpPr/>
          <p:nvPr userDrawn="1"/>
        </p:nvSpPr>
        <p:spPr>
          <a:xfrm rot="20858273">
            <a:off x="11200214" y="3037839"/>
            <a:ext cx="1486994" cy="1652866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8215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43">
            <a:extLst>
              <a:ext uri="{FF2B5EF4-FFF2-40B4-BE49-F238E27FC236}">
                <a16:creationId xmlns:a16="http://schemas.microsoft.com/office/drawing/2014/main" id="{0FB07E72-44FF-65C8-CAE5-249AEECF6F7B}"/>
              </a:ext>
            </a:extLst>
          </p:cNvPr>
          <p:cNvSpPr/>
          <p:nvPr userDrawn="1"/>
        </p:nvSpPr>
        <p:spPr>
          <a:xfrm>
            <a:off x="-948939" y="5684815"/>
            <a:ext cx="2582353" cy="2582353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F81F1723-AE21-42A6-5205-FA8E24723F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21656" y="5688063"/>
            <a:ext cx="2743688" cy="1076888"/>
          </a:xfrm>
          <a:prstGeom prst="rect">
            <a:avLst/>
          </a:prstGeom>
        </p:spPr>
      </p:pic>
      <p:sp>
        <p:nvSpPr>
          <p:cNvPr id="10" name="Graphic 2">
            <a:extLst>
              <a:ext uri="{FF2B5EF4-FFF2-40B4-BE49-F238E27FC236}">
                <a16:creationId xmlns:a16="http://schemas.microsoft.com/office/drawing/2014/main" id="{7C4022E6-7F9B-33BF-7012-4AB4C955AE72}"/>
              </a:ext>
            </a:extLst>
          </p:cNvPr>
          <p:cNvSpPr/>
          <p:nvPr userDrawn="1"/>
        </p:nvSpPr>
        <p:spPr>
          <a:xfrm rot="6418463">
            <a:off x="10892478" y="600776"/>
            <a:ext cx="922643" cy="824728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Graphic 43">
            <a:extLst>
              <a:ext uri="{FF2B5EF4-FFF2-40B4-BE49-F238E27FC236}">
                <a16:creationId xmlns:a16="http://schemas.microsoft.com/office/drawing/2014/main" id="{2BE6B46D-69C7-1F77-70D0-8FB18573869F}"/>
              </a:ext>
            </a:extLst>
          </p:cNvPr>
          <p:cNvSpPr/>
          <p:nvPr userDrawn="1"/>
        </p:nvSpPr>
        <p:spPr>
          <a:xfrm>
            <a:off x="11455908" y="923031"/>
            <a:ext cx="736092" cy="73609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noFill/>
          <a:ln w="19050" cap="flat">
            <a:solidFill>
              <a:srgbClr val="4A69F6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Graphic 43">
            <a:extLst>
              <a:ext uri="{FF2B5EF4-FFF2-40B4-BE49-F238E27FC236}">
                <a16:creationId xmlns:a16="http://schemas.microsoft.com/office/drawing/2014/main" id="{3BC119CC-351E-7AB0-F08C-692F9389B60A}"/>
              </a:ext>
            </a:extLst>
          </p:cNvPr>
          <p:cNvSpPr/>
          <p:nvPr userDrawn="1"/>
        </p:nvSpPr>
        <p:spPr>
          <a:xfrm>
            <a:off x="10425198" y="361127"/>
            <a:ext cx="180802" cy="18080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Graphic 77">
            <a:extLst>
              <a:ext uri="{FF2B5EF4-FFF2-40B4-BE49-F238E27FC236}">
                <a16:creationId xmlns:a16="http://schemas.microsoft.com/office/drawing/2014/main" id="{BD56A9C0-5B86-99BC-9C48-68B8E5FDC9E6}"/>
              </a:ext>
            </a:extLst>
          </p:cNvPr>
          <p:cNvSpPr/>
          <p:nvPr userDrawn="1"/>
        </p:nvSpPr>
        <p:spPr>
          <a:xfrm rot="809673">
            <a:off x="255025" y="4946204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Graphic 43">
            <a:extLst>
              <a:ext uri="{FF2B5EF4-FFF2-40B4-BE49-F238E27FC236}">
                <a16:creationId xmlns:a16="http://schemas.microsoft.com/office/drawing/2014/main" id="{093AB446-1931-F26C-C217-A120288BB807}"/>
              </a:ext>
            </a:extLst>
          </p:cNvPr>
          <p:cNvSpPr/>
          <p:nvPr userDrawn="1"/>
        </p:nvSpPr>
        <p:spPr>
          <a:xfrm>
            <a:off x="1747732" y="5970019"/>
            <a:ext cx="386331" cy="386331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5" name="Graphic 40">
            <a:extLst>
              <a:ext uri="{FF2B5EF4-FFF2-40B4-BE49-F238E27FC236}">
                <a16:creationId xmlns:a16="http://schemas.microsoft.com/office/drawing/2014/main" id="{1BB41FA0-91CE-10E1-2BDA-AD1BA26B3EAE}"/>
              </a:ext>
            </a:extLst>
          </p:cNvPr>
          <p:cNvSpPr/>
          <p:nvPr userDrawn="1"/>
        </p:nvSpPr>
        <p:spPr>
          <a:xfrm rot="20858273">
            <a:off x="11116610" y="3569011"/>
            <a:ext cx="1486994" cy="1652866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9147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 w To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43">
            <a:extLst>
              <a:ext uri="{FF2B5EF4-FFF2-40B4-BE49-F238E27FC236}">
                <a16:creationId xmlns:a16="http://schemas.microsoft.com/office/drawing/2014/main" id="{0FB07E72-44FF-65C8-CAE5-249AEECF6F7B}"/>
              </a:ext>
            </a:extLst>
          </p:cNvPr>
          <p:cNvSpPr/>
          <p:nvPr userDrawn="1"/>
        </p:nvSpPr>
        <p:spPr>
          <a:xfrm>
            <a:off x="-948939" y="5684815"/>
            <a:ext cx="2582353" cy="2582353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F81F1723-AE21-42A6-5205-FA8E24723F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8756" y="6071571"/>
            <a:ext cx="1766587" cy="693379"/>
          </a:xfrm>
          <a:prstGeom prst="rect">
            <a:avLst/>
          </a:prstGeom>
        </p:spPr>
      </p:pic>
      <p:sp>
        <p:nvSpPr>
          <p:cNvPr id="10" name="Graphic 2">
            <a:extLst>
              <a:ext uri="{FF2B5EF4-FFF2-40B4-BE49-F238E27FC236}">
                <a16:creationId xmlns:a16="http://schemas.microsoft.com/office/drawing/2014/main" id="{7C4022E6-7F9B-33BF-7012-4AB4C955AE72}"/>
              </a:ext>
            </a:extLst>
          </p:cNvPr>
          <p:cNvSpPr/>
          <p:nvPr userDrawn="1"/>
        </p:nvSpPr>
        <p:spPr>
          <a:xfrm rot="6418463">
            <a:off x="10892478" y="600776"/>
            <a:ext cx="922643" cy="824728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Graphic 43">
            <a:extLst>
              <a:ext uri="{FF2B5EF4-FFF2-40B4-BE49-F238E27FC236}">
                <a16:creationId xmlns:a16="http://schemas.microsoft.com/office/drawing/2014/main" id="{2BE6B46D-69C7-1F77-70D0-8FB18573869F}"/>
              </a:ext>
            </a:extLst>
          </p:cNvPr>
          <p:cNvSpPr/>
          <p:nvPr userDrawn="1"/>
        </p:nvSpPr>
        <p:spPr>
          <a:xfrm>
            <a:off x="11455908" y="923031"/>
            <a:ext cx="736092" cy="73609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noFill/>
          <a:ln w="19050" cap="flat">
            <a:solidFill>
              <a:srgbClr val="4A69F6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Graphic 43">
            <a:extLst>
              <a:ext uri="{FF2B5EF4-FFF2-40B4-BE49-F238E27FC236}">
                <a16:creationId xmlns:a16="http://schemas.microsoft.com/office/drawing/2014/main" id="{3BC119CC-351E-7AB0-F08C-692F9389B60A}"/>
              </a:ext>
            </a:extLst>
          </p:cNvPr>
          <p:cNvSpPr/>
          <p:nvPr userDrawn="1"/>
        </p:nvSpPr>
        <p:spPr>
          <a:xfrm>
            <a:off x="10425198" y="361127"/>
            <a:ext cx="180802" cy="180802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212D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Graphic 77">
            <a:extLst>
              <a:ext uri="{FF2B5EF4-FFF2-40B4-BE49-F238E27FC236}">
                <a16:creationId xmlns:a16="http://schemas.microsoft.com/office/drawing/2014/main" id="{BD56A9C0-5B86-99BC-9C48-68B8E5FDC9E6}"/>
              </a:ext>
            </a:extLst>
          </p:cNvPr>
          <p:cNvSpPr/>
          <p:nvPr userDrawn="1"/>
        </p:nvSpPr>
        <p:spPr>
          <a:xfrm rot="809673">
            <a:off x="255025" y="4946204"/>
            <a:ext cx="1135852" cy="1234581"/>
          </a:xfrm>
          <a:custGeom>
            <a:avLst/>
            <a:gdLst>
              <a:gd name="connsiteX0" fmla="*/ 897832 w 897931"/>
              <a:gd name="connsiteY0" fmla="*/ 487906 h 975980"/>
              <a:gd name="connsiteX1" fmla="*/ 897928 w 897931"/>
              <a:gd name="connsiteY1" fmla="*/ 678787 h 975980"/>
              <a:gd name="connsiteX2" fmla="*/ 844683 w 897931"/>
              <a:gd name="connsiteY2" fmla="*/ 768608 h 975980"/>
              <a:gd name="connsiteX3" fmla="*/ 504069 w 897931"/>
              <a:gd name="connsiteY3" fmla="*/ 960251 h 975980"/>
              <a:gd name="connsiteX4" fmla="*/ 394627 w 897931"/>
              <a:gd name="connsiteY4" fmla="*/ 960632 h 975980"/>
              <a:gd name="connsiteX5" fmla="*/ 48964 w 897931"/>
              <a:gd name="connsiteY5" fmla="*/ 766036 h 975980"/>
              <a:gd name="connsiteX6" fmla="*/ 863 w 897931"/>
              <a:gd name="connsiteY6" fmla="*/ 689551 h 975980"/>
              <a:gd name="connsiteX7" fmla="*/ 196 w 897931"/>
              <a:gd name="connsiteY7" fmla="*/ 524387 h 975980"/>
              <a:gd name="connsiteX8" fmla="*/ 6 w 897931"/>
              <a:gd name="connsiteY8" fmla="*/ 297978 h 975980"/>
              <a:gd name="connsiteX9" fmla="*/ 55346 w 897931"/>
              <a:gd name="connsiteY9" fmla="*/ 204919 h 975980"/>
              <a:gd name="connsiteX10" fmla="*/ 395579 w 897931"/>
              <a:gd name="connsiteY10" fmla="*/ 15466 h 975980"/>
              <a:gd name="connsiteX11" fmla="*/ 505021 w 897931"/>
              <a:gd name="connsiteY11" fmla="*/ 15466 h 975980"/>
              <a:gd name="connsiteX12" fmla="*/ 847159 w 897931"/>
              <a:gd name="connsiteY12" fmla="*/ 207490 h 975980"/>
              <a:gd name="connsiteX13" fmla="*/ 897737 w 897931"/>
              <a:gd name="connsiteY13" fmla="*/ 292930 h 975980"/>
              <a:gd name="connsiteX14" fmla="*/ 897737 w 897931"/>
              <a:gd name="connsiteY14" fmla="*/ 488002 h 97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931" h="975980">
                <a:moveTo>
                  <a:pt x="897832" y="487906"/>
                </a:moveTo>
                <a:cubicBezTo>
                  <a:pt x="897832" y="551533"/>
                  <a:pt x="897451" y="615160"/>
                  <a:pt x="897928" y="678787"/>
                </a:cubicBezTo>
                <a:cubicBezTo>
                  <a:pt x="898213" y="719173"/>
                  <a:pt x="880687" y="748510"/>
                  <a:pt x="844683" y="768608"/>
                </a:cubicBezTo>
                <a:cubicBezTo>
                  <a:pt x="730954" y="832235"/>
                  <a:pt x="617512" y="896243"/>
                  <a:pt x="504069" y="960251"/>
                </a:cubicBezTo>
                <a:cubicBezTo>
                  <a:pt x="467398" y="980920"/>
                  <a:pt x="431393" y="981397"/>
                  <a:pt x="394627" y="960632"/>
                </a:cubicBezTo>
                <a:cubicBezTo>
                  <a:pt x="279469" y="895672"/>
                  <a:pt x="164122" y="830997"/>
                  <a:pt x="48964" y="766036"/>
                </a:cubicBezTo>
                <a:cubicBezTo>
                  <a:pt x="18865" y="749082"/>
                  <a:pt x="1435" y="723650"/>
                  <a:pt x="863" y="689551"/>
                </a:cubicBezTo>
                <a:cubicBezTo>
                  <a:pt x="-185" y="634496"/>
                  <a:pt x="292" y="579442"/>
                  <a:pt x="196" y="524387"/>
                </a:cubicBezTo>
                <a:cubicBezTo>
                  <a:pt x="196" y="448854"/>
                  <a:pt x="577" y="373416"/>
                  <a:pt x="6" y="297978"/>
                </a:cubicBezTo>
                <a:cubicBezTo>
                  <a:pt x="-375" y="255877"/>
                  <a:pt x="17722" y="225588"/>
                  <a:pt x="55346" y="204919"/>
                </a:cubicBezTo>
                <a:cubicBezTo>
                  <a:pt x="168979" y="142053"/>
                  <a:pt x="282327" y="78903"/>
                  <a:pt x="395579" y="15466"/>
                </a:cubicBezTo>
                <a:cubicBezTo>
                  <a:pt x="432346" y="-5108"/>
                  <a:pt x="468350" y="-5203"/>
                  <a:pt x="505021" y="15466"/>
                </a:cubicBezTo>
                <a:cubicBezTo>
                  <a:pt x="618940" y="79665"/>
                  <a:pt x="733050" y="143577"/>
                  <a:pt x="847159" y="207490"/>
                </a:cubicBezTo>
                <a:cubicBezTo>
                  <a:pt x="881164" y="226540"/>
                  <a:pt x="897642" y="255115"/>
                  <a:pt x="897737" y="292930"/>
                </a:cubicBezTo>
                <a:cubicBezTo>
                  <a:pt x="897832" y="357985"/>
                  <a:pt x="897737" y="423041"/>
                  <a:pt x="897737" y="488002"/>
                </a:cubicBezTo>
                <a:close/>
              </a:path>
            </a:pathLst>
          </a:custGeom>
          <a:noFill/>
          <a:ln w="3810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Graphic 43">
            <a:extLst>
              <a:ext uri="{FF2B5EF4-FFF2-40B4-BE49-F238E27FC236}">
                <a16:creationId xmlns:a16="http://schemas.microsoft.com/office/drawing/2014/main" id="{093AB446-1931-F26C-C217-A120288BB807}"/>
              </a:ext>
            </a:extLst>
          </p:cNvPr>
          <p:cNvSpPr/>
          <p:nvPr userDrawn="1"/>
        </p:nvSpPr>
        <p:spPr>
          <a:xfrm>
            <a:off x="1747732" y="5970019"/>
            <a:ext cx="386331" cy="386331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5" name="Graphic 40">
            <a:extLst>
              <a:ext uri="{FF2B5EF4-FFF2-40B4-BE49-F238E27FC236}">
                <a16:creationId xmlns:a16="http://schemas.microsoft.com/office/drawing/2014/main" id="{1BB41FA0-91CE-10E1-2BDA-AD1BA26B3EAE}"/>
              </a:ext>
            </a:extLst>
          </p:cNvPr>
          <p:cNvSpPr/>
          <p:nvPr userDrawn="1"/>
        </p:nvSpPr>
        <p:spPr>
          <a:xfrm rot="20858273">
            <a:off x="11116610" y="3569011"/>
            <a:ext cx="1486994" cy="1652866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F5F1A4-6E00-8B57-3089-1D85B8EB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60" y="192696"/>
            <a:ext cx="10515600" cy="5336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91980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3">
            <a:extLst>
              <a:ext uri="{FF2B5EF4-FFF2-40B4-BE49-F238E27FC236}">
                <a16:creationId xmlns:a16="http://schemas.microsoft.com/office/drawing/2014/main" id="{6AAA9354-0B59-F68B-2289-7632340C5F27}"/>
              </a:ext>
            </a:extLst>
          </p:cNvPr>
          <p:cNvSpPr/>
          <p:nvPr userDrawn="1"/>
        </p:nvSpPr>
        <p:spPr>
          <a:xfrm rot="572195">
            <a:off x="8685777" y="-966528"/>
            <a:ext cx="1578131" cy="1728025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212D5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BD2419A-FDDC-5588-A436-3AB04DF9994A}"/>
              </a:ext>
            </a:extLst>
          </p:cNvPr>
          <p:cNvGrpSpPr/>
          <p:nvPr userDrawn="1"/>
        </p:nvGrpSpPr>
        <p:grpSpPr>
          <a:xfrm>
            <a:off x="7767783" y="140158"/>
            <a:ext cx="645582" cy="647608"/>
            <a:chOff x="5600613" y="586069"/>
            <a:chExt cx="3320474" cy="3330895"/>
          </a:xfrm>
          <a:solidFill>
            <a:srgbClr val="AA2924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B6CD9F-039B-612B-9B49-66BA33A91EA6}"/>
                </a:ext>
              </a:extLst>
            </p:cNvPr>
            <p:cNvSpPr/>
            <p:nvPr/>
          </p:nvSpPr>
          <p:spPr>
            <a:xfrm>
              <a:off x="7357072" y="2346349"/>
              <a:ext cx="1564015" cy="1563293"/>
            </a:xfrm>
            <a:custGeom>
              <a:avLst/>
              <a:gdLst>
                <a:gd name="connsiteX0" fmla="*/ 86 w 1564015"/>
                <a:gd name="connsiteY0" fmla="*/ 1534003 h 1563293"/>
                <a:gd name="connsiteX1" fmla="*/ 29376 w 1564015"/>
                <a:gd name="connsiteY1" fmla="*/ 1499619 h 1563293"/>
                <a:gd name="connsiteX2" fmla="*/ 29376 w 1564015"/>
                <a:gd name="connsiteY2" fmla="*/ 1499619 h 1563293"/>
                <a:gd name="connsiteX3" fmla="*/ 63760 w 1564015"/>
                <a:gd name="connsiteY3" fmla="*/ 1528909 h 1563293"/>
                <a:gd name="connsiteX4" fmla="*/ 63760 w 1564015"/>
                <a:gd name="connsiteY4" fmla="*/ 1528909 h 1563293"/>
                <a:gd name="connsiteX5" fmla="*/ 34470 w 1564015"/>
                <a:gd name="connsiteY5" fmla="*/ 1563293 h 1563293"/>
                <a:gd name="connsiteX6" fmla="*/ 31923 w 1564015"/>
                <a:gd name="connsiteY6" fmla="*/ 1563293 h 1563293"/>
                <a:gd name="connsiteX7" fmla="*/ 86 w 1564015"/>
                <a:gd name="connsiteY7" fmla="*/ 1534003 h 1563293"/>
                <a:gd name="connsiteX8" fmla="*/ 127753 w 1564015"/>
                <a:gd name="connsiteY8" fmla="*/ 1521587 h 1563293"/>
                <a:gd name="connsiteX9" fmla="*/ 154496 w 1564015"/>
                <a:gd name="connsiteY9" fmla="*/ 1484974 h 1563293"/>
                <a:gd name="connsiteX10" fmla="*/ 154496 w 1564015"/>
                <a:gd name="connsiteY10" fmla="*/ 1484974 h 1563293"/>
                <a:gd name="connsiteX11" fmla="*/ 190791 w 1564015"/>
                <a:gd name="connsiteY11" fmla="*/ 1511717 h 1563293"/>
                <a:gd name="connsiteX12" fmla="*/ 190791 w 1564015"/>
                <a:gd name="connsiteY12" fmla="*/ 1511717 h 1563293"/>
                <a:gd name="connsiteX13" fmla="*/ 164366 w 1564015"/>
                <a:gd name="connsiteY13" fmla="*/ 1548012 h 1563293"/>
                <a:gd name="connsiteX14" fmla="*/ 164366 w 1564015"/>
                <a:gd name="connsiteY14" fmla="*/ 1548012 h 1563293"/>
                <a:gd name="connsiteX15" fmla="*/ 159272 w 1564015"/>
                <a:gd name="connsiteY15" fmla="*/ 1548012 h 1563293"/>
                <a:gd name="connsiteX16" fmla="*/ 159272 w 1564015"/>
                <a:gd name="connsiteY16" fmla="*/ 1548012 h 1563293"/>
                <a:gd name="connsiteX17" fmla="*/ 127753 w 1564015"/>
                <a:gd name="connsiteY17" fmla="*/ 1521268 h 1563293"/>
                <a:gd name="connsiteX18" fmla="*/ 254147 w 1564015"/>
                <a:gd name="connsiteY18" fmla="*/ 1499300 h 1563293"/>
                <a:gd name="connsiteX19" fmla="*/ 277706 w 1564015"/>
                <a:gd name="connsiteY19" fmla="*/ 1460777 h 1563293"/>
                <a:gd name="connsiteX20" fmla="*/ 277706 w 1564015"/>
                <a:gd name="connsiteY20" fmla="*/ 1460777 h 1563293"/>
                <a:gd name="connsiteX21" fmla="*/ 315911 w 1564015"/>
                <a:gd name="connsiteY21" fmla="*/ 1484337 h 1563293"/>
                <a:gd name="connsiteX22" fmla="*/ 315911 w 1564015"/>
                <a:gd name="connsiteY22" fmla="*/ 1484337 h 1563293"/>
                <a:gd name="connsiteX23" fmla="*/ 292351 w 1564015"/>
                <a:gd name="connsiteY23" fmla="*/ 1522860 h 1563293"/>
                <a:gd name="connsiteX24" fmla="*/ 292351 w 1564015"/>
                <a:gd name="connsiteY24" fmla="*/ 1522860 h 1563293"/>
                <a:gd name="connsiteX25" fmla="*/ 285029 w 1564015"/>
                <a:gd name="connsiteY25" fmla="*/ 1523497 h 1563293"/>
                <a:gd name="connsiteX26" fmla="*/ 285029 w 1564015"/>
                <a:gd name="connsiteY26" fmla="*/ 1523497 h 1563293"/>
                <a:gd name="connsiteX27" fmla="*/ 254147 w 1564015"/>
                <a:gd name="connsiteY27" fmla="*/ 1499300 h 1563293"/>
                <a:gd name="connsiteX28" fmla="*/ 377994 w 1564015"/>
                <a:gd name="connsiteY28" fmla="*/ 1466827 h 1563293"/>
                <a:gd name="connsiteX29" fmla="*/ 398688 w 1564015"/>
                <a:gd name="connsiteY29" fmla="*/ 1426712 h 1563293"/>
                <a:gd name="connsiteX30" fmla="*/ 398688 w 1564015"/>
                <a:gd name="connsiteY30" fmla="*/ 1426712 h 1563293"/>
                <a:gd name="connsiteX31" fmla="*/ 438803 w 1564015"/>
                <a:gd name="connsiteY31" fmla="*/ 1447087 h 1563293"/>
                <a:gd name="connsiteX32" fmla="*/ 438803 w 1564015"/>
                <a:gd name="connsiteY32" fmla="*/ 1447087 h 1563293"/>
                <a:gd name="connsiteX33" fmla="*/ 418427 w 1564015"/>
                <a:gd name="connsiteY33" fmla="*/ 1487202 h 1563293"/>
                <a:gd name="connsiteX34" fmla="*/ 418427 w 1564015"/>
                <a:gd name="connsiteY34" fmla="*/ 1487202 h 1563293"/>
                <a:gd name="connsiteX35" fmla="*/ 408557 w 1564015"/>
                <a:gd name="connsiteY35" fmla="*/ 1488794 h 1563293"/>
                <a:gd name="connsiteX36" fmla="*/ 408557 w 1564015"/>
                <a:gd name="connsiteY36" fmla="*/ 1488794 h 1563293"/>
                <a:gd name="connsiteX37" fmla="*/ 377994 w 1564015"/>
                <a:gd name="connsiteY37" fmla="*/ 1466827 h 1563293"/>
                <a:gd name="connsiteX38" fmla="*/ 499612 w 1564015"/>
                <a:gd name="connsiteY38" fmla="*/ 1424801 h 1563293"/>
                <a:gd name="connsiteX39" fmla="*/ 516804 w 1564015"/>
                <a:gd name="connsiteY39" fmla="*/ 1383095 h 1563293"/>
                <a:gd name="connsiteX40" fmla="*/ 516804 w 1564015"/>
                <a:gd name="connsiteY40" fmla="*/ 1383095 h 1563293"/>
                <a:gd name="connsiteX41" fmla="*/ 558192 w 1564015"/>
                <a:gd name="connsiteY41" fmla="*/ 1400287 h 1563293"/>
                <a:gd name="connsiteX42" fmla="*/ 558192 w 1564015"/>
                <a:gd name="connsiteY42" fmla="*/ 1400287 h 1563293"/>
                <a:gd name="connsiteX43" fmla="*/ 541000 w 1564015"/>
                <a:gd name="connsiteY43" fmla="*/ 1441994 h 1563293"/>
                <a:gd name="connsiteX44" fmla="*/ 541000 w 1564015"/>
                <a:gd name="connsiteY44" fmla="*/ 1441994 h 1563293"/>
                <a:gd name="connsiteX45" fmla="*/ 528902 w 1564015"/>
                <a:gd name="connsiteY45" fmla="*/ 1444541 h 1563293"/>
                <a:gd name="connsiteX46" fmla="*/ 528902 w 1564015"/>
                <a:gd name="connsiteY46" fmla="*/ 1444541 h 1563293"/>
                <a:gd name="connsiteX47" fmla="*/ 499612 w 1564015"/>
                <a:gd name="connsiteY47" fmla="*/ 1424801 h 1563293"/>
                <a:gd name="connsiteX48" fmla="*/ 617091 w 1564015"/>
                <a:gd name="connsiteY48" fmla="*/ 1373225 h 1563293"/>
                <a:gd name="connsiteX49" fmla="*/ 630781 w 1564015"/>
                <a:gd name="connsiteY49" fmla="*/ 1330563 h 1563293"/>
                <a:gd name="connsiteX50" fmla="*/ 630781 w 1564015"/>
                <a:gd name="connsiteY50" fmla="*/ 1330563 h 1563293"/>
                <a:gd name="connsiteX51" fmla="*/ 673762 w 1564015"/>
                <a:gd name="connsiteY51" fmla="*/ 1344253 h 1563293"/>
                <a:gd name="connsiteX52" fmla="*/ 673762 w 1564015"/>
                <a:gd name="connsiteY52" fmla="*/ 1344253 h 1563293"/>
                <a:gd name="connsiteX53" fmla="*/ 659753 w 1564015"/>
                <a:gd name="connsiteY53" fmla="*/ 1387233 h 1563293"/>
                <a:gd name="connsiteX54" fmla="*/ 659753 w 1564015"/>
                <a:gd name="connsiteY54" fmla="*/ 1387233 h 1563293"/>
                <a:gd name="connsiteX55" fmla="*/ 645426 w 1564015"/>
                <a:gd name="connsiteY55" fmla="*/ 1390736 h 1563293"/>
                <a:gd name="connsiteX56" fmla="*/ 645426 w 1564015"/>
                <a:gd name="connsiteY56" fmla="*/ 1390736 h 1563293"/>
                <a:gd name="connsiteX57" fmla="*/ 617091 w 1564015"/>
                <a:gd name="connsiteY57" fmla="*/ 1373225 h 1563293"/>
                <a:gd name="connsiteX58" fmla="*/ 730113 w 1564015"/>
                <a:gd name="connsiteY58" fmla="*/ 1312734 h 1563293"/>
                <a:gd name="connsiteX59" fmla="*/ 740620 w 1564015"/>
                <a:gd name="connsiteY59" fmla="*/ 1268799 h 1563293"/>
                <a:gd name="connsiteX60" fmla="*/ 740620 w 1564015"/>
                <a:gd name="connsiteY60" fmla="*/ 1268799 h 1563293"/>
                <a:gd name="connsiteX61" fmla="*/ 784237 w 1564015"/>
                <a:gd name="connsiteY61" fmla="*/ 1279305 h 1563293"/>
                <a:gd name="connsiteX62" fmla="*/ 784237 w 1564015"/>
                <a:gd name="connsiteY62" fmla="*/ 1279305 h 1563293"/>
                <a:gd name="connsiteX63" fmla="*/ 774049 w 1564015"/>
                <a:gd name="connsiteY63" fmla="*/ 1323241 h 1563293"/>
                <a:gd name="connsiteX64" fmla="*/ 774049 w 1564015"/>
                <a:gd name="connsiteY64" fmla="*/ 1323241 h 1563293"/>
                <a:gd name="connsiteX65" fmla="*/ 757175 w 1564015"/>
                <a:gd name="connsiteY65" fmla="*/ 1328016 h 1563293"/>
                <a:gd name="connsiteX66" fmla="*/ 757175 w 1564015"/>
                <a:gd name="connsiteY66" fmla="*/ 1328016 h 1563293"/>
                <a:gd name="connsiteX67" fmla="*/ 730113 w 1564015"/>
                <a:gd name="connsiteY67" fmla="*/ 1312734 h 1563293"/>
                <a:gd name="connsiteX68" fmla="*/ 838041 w 1564015"/>
                <a:gd name="connsiteY68" fmla="*/ 1243329 h 1563293"/>
                <a:gd name="connsiteX69" fmla="*/ 845046 w 1564015"/>
                <a:gd name="connsiteY69" fmla="*/ 1199075 h 1563293"/>
                <a:gd name="connsiteX70" fmla="*/ 845046 w 1564015"/>
                <a:gd name="connsiteY70" fmla="*/ 1199075 h 1563293"/>
                <a:gd name="connsiteX71" fmla="*/ 889618 w 1564015"/>
                <a:gd name="connsiteY71" fmla="*/ 1206080 h 1563293"/>
                <a:gd name="connsiteX72" fmla="*/ 889618 w 1564015"/>
                <a:gd name="connsiteY72" fmla="*/ 1206080 h 1563293"/>
                <a:gd name="connsiteX73" fmla="*/ 882614 w 1564015"/>
                <a:gd name="connsiteY73" fmla="*/ 1250333 h 1563293"/>
                <a:gd name="connsiteX74" fmla="*/ 882614 w 1564015"/>
                <a:gd name="connsiteY74" fmla="*/ 1250333 h 1563293"/>
                <a:gd name="connsiteX75" fmla="*/ 863830 w 1564015"/>
                <a:gd name="connsiteY75" fmla="*/ 1256382 h 1563293"/>
                <a:gd name="connsiteX76" fmla="*/ 863830 w 1564015"/>
                <a:gd name="connsiteY76" fmla="*/ 1256382 h 1563293"/>
                <a:gd name="connsiteX77" fmla="*/ 838041 w 1564015"/>
                <a:gd name="connsiteY77" fmla="*/ 1243329 h 1563293"/>
                <a:gd name="connsiteX78" fmla="*/ 940239 w 1564015"/>
                <a:gd name="connsiteY78" fmla="*/ 1165965 h 1563293"/>
                <a:gd name="connsiteX79" fmla="*/ 943741 w 1564015"/>
                <a:gd name="connsiteY79" fmla="*/ 1121074 h 1563293"/>
                <a:gd name="connsiteX80" fmla="*/ 943741 w 1564015"/>
                <a:gd name="connsiteY80" fmla="*/ 1121074 h 1563293"/>
                <a:gd name="connsiteX81" fmla="*/ 988632 w 1564015"/>
                <a:gd name="connsiteY81" fmla="*/ 1124576 h 1563293"/>
                <a:gd name="connsiteX82" fmla="*/ 988632 w 1564015"/>
                <a:gd name="connsiteY82" fmla="*/ 1124576 h 1563293"/>
                <a:gd name="connsiteX83" fmla="*/ 985130 w 1564015"/>
                <a:gd name="connsiteY83" fmla="*/ 1169467 h 1563293"/>
                <a:gd name="connsiteX84" fmla="*/ 985130 w 1564015"/>
                <a:gd name="connsiteY84" fmla="*/ 1169467 h 1563293"/>
                <a:gd name="connsiteX85" fmla="*/ 964435 w 1564015"/>
                <a:gd name="connsiteY85" fmla="*/ 1177108 h 1563293"/>
                <a:gd name="connsiteX86" fmla="*/ 964435 w 1564015"/>
                <a:gd name="connsiteY86" fmla="*/ 1177108 h 1563293"/>
                <a:gd name="connsiteX87" fmla="*/ 940239 w 1564015"/>
                <a:gd name="connsiteY87" fmla="*/ 1165965 h 1563293"/>
                <a:gd name="connsiteX88" fmla="*/ 1036069 w 1564015"/>
                <a:gd name="connsiteY88" fmla="*/ 1080641 h 1563293"/>
                <a:gd name="connsiteX89" fmla="*/ 1036069 w 1564015"/>
                <a:gd name="connsiteY89" fmla="*/ 1035432 h 1563293"/>
                <a:gd name="connsiteX90" fmla="*/ 1036069 w 1564015"/>
                <a:gd name="connsiteY90" fmla="*/ 1035432 h 1563293"/>
                <a:gd name="connsiteX91" fmla="*/ 1081278 w 1564015"/>
                <a:gd name="connsiteY91" fmla="*/ 1035432 h 1563293"/>
                <a:gd name="connsiteX92" fmla="*/ 1081278 w 1564015"/>
                <a:gd name="connsiteY92" fmla="*/ 1035432 h 1563293"/>
                <a:gd name="connsiteX93" fmla="*/ 1081278 w 1564015"/>
                <a:gd name="connsiteY93" fmla="*/ 1080641 h 1563293"/>
                <a:gd name="connsiteX94" fmla="*/ 1081278 w 1564015"/>
                <a:gd name="connsiteY94" fmla="*/ 1080641 h 1563293"/>
                <a:gd name="connsiteX95" fmla="*/ 1058673 w 1564015"/>
                <a:gd name="connsiteY95" fmla="*/ 1089874 h 1563293"/>
                <a:gd name="connsiteX96" fmla="*/ 1058673 w 1564015"/>
                <a:gd name="connsiteY96" fmla="*/ 1089874 h 1563293"/>
                <a:gd name="connsiteX97" fmla="*/ 1036069 w 1564015"/>
                <a:gd name="connsiteY97" fmla="*/ 1080641 h 1563293"/>
                <a:gd name="connsiteX98" fmla="*/ 1125213 w 1564015"/>
                <a:gd name="connsiteY98" fmla="*/ 988313 h 1563293"/>
                <a:gd name="connsiteX99" fmla="*/ 1121711 w 1564015"/>
                <a:gd name="connsiteY99" fmla="*/ 943423 h 1563293"/>
                <a:gd name="connsiteX100" fmla="*/ 1121711 w 1564015"/>
                <a:gd name="connsiteY100" fmla="*/ 943423 h 1563293"/>
                <a:gd name="connsiteX101" fmla="*/ 1166283 w 1564015"/>
                <a:gd name="connsiteY101" fmla="*/ 939602 h 1563293"/>
                <a:gd name="connsiteX102" fmla="*/ 1166283 w 1564015"/>
                <a:gd name="connsiteY102" fmla="*/ 939602 h 1563293"/>
                <a:gd name="connsiteX103" fmla="*/ 1169786 w 1564015"/>
                <a:gd name="connsiteY103" fmla="*/ 984811 h 1563293"/>
                <a:gd name="connsiteX104" fmla="*/ 1170104 w 1564015"/>
                <a:gd name="connsiteY104" fmla="*/ 984811 h 1563293"/>
                <a:gd name="connsiteX105" fmla="*/ 1145589 w 1564015"/>
                <a:gd name="connsiteY105" fmla="*/ 995636 h 1563293"/>
                <a:gd name="connsiteX106" fmla="*/ 1145589 w 1564015"/>
                <a:gd name="connsiteY106" fmla="*/ 995636 h 1563293"/>
                <a:gd name="connsiteX107" fmla="*/ 1125213 w 1564015"/>
                <a:gd name="connsiteY107" fmla="*/ 988313 h 1563293"/>
                <a:gd name="connsiteX108" fmla="*/ 1206398 w 1564015"/>
                <a:gd name="connsiteY108" fmla="*/ 888981 h 1563293"/>
                <a:gd name="connsiteX109" fmla="*/ 1199394 w 1564015"/>
                <a:gd name="connsiteY109" fmla="*/ 844727 h 1563293"/>
                <a:gd name="connsiteX110" fmla="*/ 1199394 w 1564015"/>
                <a:gd name="connsiteY110" fmla="*/ 844727 h 1563293"/>
                <a:gd name="connsiteX111" fmla="*/ 1243966 w 1564015"/>
                <a:gd name="connsiteY111" fmla="*/ 837723 h 1563293"/>
                <a:gd name="connsiteX112" fmla="*/ 1243966 w 1564015"/>
                <a:gd name="connsiteY112" fmla="*/ 837723 h 1563293"/>
                <a:gd name="connsiteX113" fmla="*/ 1250970 w 1564015"/>
                <a:gd name="connsiteY113" fmla="*/ 881977 h 1563293"/>
                <a:gd name="connsiteX114" fmla="*/ 1250970 w 1564015"/>
                <a:gd name="connsiteY114" fmla="*/ 881977 h 1563293"/>
                <a:gd name="connsiteX115" fmla="*/ 1225182 w 1564015"/>
                <a:gd name="connsiteY115" fmla="*/ 895030 h 1563293"/>
                <a:gd name="connsiteX116" fmla="*/ 1225182 w 1564015"/>
                <a:gd name="connsiteY116" fmla="*/ 895030 h 1563293"/>
                <a:gd name="connsiteX117" fmla="*/ 1206398 w 1564015"/>
                <a:gd name="connsiteY117" fmla="*/ 888981 h 1563293"/>
                <a:gd name="connsiteX118" fmla="*/ 1279942 w 1564015"/>
                <a:gd name="connsiteY118" fmla="*/ 783918 h 1563293"/>
                <a:gd name="connsiteX119" fmla="*/ 1269436 w 1564015"/>
                <a:gd name="connsiteY119" fmla="*/ 739983 h 1563293"/>
                <a:gd name="connsiteX120" fmla="*/ 1269436 w 1564015"/>
                <a:gd name="connsiteY120" fmla="*/ 739983 h 1563293"/>
                <a:gd name="connsiteX121" fmla="*/ 1313053 w 1564015"/>
                <a:gd name="connsiteY121" fmla="*/ 729476 h 1563293"/>
                <a:gd name="connsiteX122" fmla="*/ 1313053 w 1564015"/>
                <a:gd name="connsiteY122" fmla="*/ 729476 h 1563293"/>
                <a:gd name="connsiteX123" fmla="*/ 1323559 w 1564015"/>
                <a:gd name="connsiteY123" fmla="*/ 773412 h 1563293"/>
                <a:gd name="connsiteX124" fmla="*/ 1323559 w 1564015"/>
                <a:gd name="connsiteY124" fmla="*/ 773412 h 1563293"/>
                <a:gd name="connsiteX125" fmla="*/ 1296498 w 1564015"/>
                <a:gd name="connsiteY125" fmla="*/ 788694 h 1563293"/>
                <a:gd name="connsiteX126" fmla="*/ 1296498 w 1564015"/>
                <a:gd name="connsiteY126" fmla="*/ 788694 h 1563293"/>
                <a:gd name="connsiteX127" fmla="*/ 1279942 w 1564015"/>
                <a:gd name="connsiteY127" fmla="*/ 783918 h 1563293"/>
                <a:gd name="connsiteX128" fmla="*/ 1344890 w 1564015"/>
                <a:gd name="connsiteY128" fmla="*/ 673443 h 1563293"/>
                <a:gd name="connsiteX129" fmla="*/ 1330882 w 1564015"/>
                <a:gd name="connsiteY129" fmla="*/ 630463 h 1563293"/>
                <a:gd name="connsiteX130" fmla="*/ 1330882 w 1564015"/>
                <a:gd name="connsiteY130" fmla="*/ 630463 h 1563293"/>
                <a:gd name="connsiteX131" fmla="*/ 1373544 w 1564015"/>
                <a:gd name="connsiteY131" fmla="*/ 616773 h 1563293"/>
                <a:gd name="connsiteX132" fmla="*/ 1373544 w 1564015"/>
                <a:gd name="connsiteY132" fmla="*/ 616773 h 1563293"/>
                <a:gd name="connsiteX133" fmla="*/ 1387552 w 1564015"/>
                <a:gd name="connsiteY133" fmla="*/ 659435 h 1563293"/>
                <a:gd name="connsiteX134" fmla="*/ 1387552 w 1564015"/>
                <a:gd name="connsiteY134" fmla="*/ 659435 h 1563293"/>
                <a:gd name="connsiteX135" fmla="*/ 1359217 w 1564015"/>
                <a:gd name="connsiteY135" fmla="*/ 676945 h 1563293"/>
                <a:gd name="connsiteX136" fmla="*/ 1359217 w 1564015"/>
                <a:gd name="connsiteY136" fmla="*/ 676945 h 1563293"/>
                <a:gd name="connsiteX137" fmla="*/ 1344890 w 1564015"/>
                <a:gd name="connsiteY137" fmla="*/ 673443 h 1563293"/>
                <a:gd name="connsiteX138" fmla="*/ 1400924 w 1564015"/>
                <a:gd name="connsiteY138" fmla="*/ 558192 h 1563293"/>
                <a:gd name="connsiteX139" fmla="*/ 1383731 w 1564015"/>
                <a:gd name="connsiteY139" fmla="*/ 516167 h 1563293"/>
                <a:gd name="connsiteX140" fmla="*/ 1383731 w 1564015"/>
                <a:gd name="connsiteY140" fmla="*/ 516167 h 1563293"/>
                <a:gd name="connsiteX141" fmla="*/ 1425120 w 1564015"/>
                <a:gd name="connsiteY141" fmla="*/ 499293 h 1563293"/>
                <a:gd name="connsiteX142" fmla="*/ 1425120 w 1564015"/>
                <a:gd name="connsiteY142" fmla="*/ 499293 h 1563293"/>
                <a:gd name="connsiteX143" fmla="*/ 1442312 w 1564015"/>
                <a:gd name="connsiteY143" fmla="*/ 540682 h 1563293"/>
                <a:gd name="connsiteX144" fmla="*/ 1442312 w 1564015"/>
                <a:gd name="connsiteY144" fmla="*/ 540682 h 1563293"/>
                <a:gd name="connsiteX145" fmla="*/ 1413022 w 1564015"/>
                <a:gd name="connsiteY145" fmla="*/ 560421 h 1563293"/>
                <a:gd name="connsiteX146" fmla="*/ 1413022 w 1564015"/>
                <a:gd name="connsiteY146" fmla="*/ 560421 h 1563293"/>
                <a:gd name="connsiteX147" fmla="*/ 1400924 w 1564015"/>
                <a:gd name="connsiteY147" fmla="*/ 558192 h 1563293"/>
                <a:gd name="connsiteX148" fmla="*/ 1447724 w 1564015"/>
                <a:gd name="connsiteY148" fmla="*/ 438803 h 1563293"/>
                <a:gd name="connsiteX149" fmla="*/ 1427030 w 1564015"/>
                <a:gd name="connsiteY149" fmla="*/ 398688 h 1563293"/>
                <a:gd name="connsiteX150" fmla="*/ 1427030 w 1564015"/>
                <a:gd name="connsiteY150" fmla="*/ 398688 h 1563293"/>
                <a:gd name="connsiteX151" fmla="*/ 1467145 w 1564015"/>
                <a:gd name="connsiteY151" fmla="*/ 377994 h 1563293"/>
                <a:gd name="connsiteX152" fmla="*/ 1467145 w 1564015"/>
                <a:gd name="connsiteY152" fmla="*/ 377994 h 1563293"/>
                <a:gd name="connsiteX153" fmla="*/ 1487521 w 1564015"/>
                <a:gd name="connsiteY153" fmla="*/ 418108 h 1563293"/>
                <a:gd name="connsiteX154" fmla="*/ 1487521 w 1564015"/>
                <a:gd name="connsiteY154" fmla="*/ 418108 h 1563293"/>
                <a:gd name="connsiteX155" fmla="*/ 1457276 w 1564015"/>
                <a:gd name="connsiteY155" fmla="*/ 440395 h 1563293"/>
                <a:gd name="connsiteX156" fmla="*/ 1457276 w 1564015"/>
                <a:gd name="connsiteY156" fmla="*/ 440395 h 1563293"/>
                <a:gd name="connsiteX157" fmla="*/ 1447724 w 1564015"/>
                <a:gd name="connsiteY157" fmla="*/ 438803 h 1563293"/>
                <a:gd name="connsiteX158" fmla="*/ 1484656 w 1564015"/>
                <a:gd name="connsiteY158" fmla="*/ 315911 h 1563293"/>
                <a:gd name="connsiteX159" fmla="*/ 1461096 w 1564015"/>
                <a:gd name="connsiteY159" fmla="*/ 277388 h 1563293"/>
                <a:gd name="connsiteX160" fmla="*/ 1461096 w 1564015"/>
                <a:gd name="connsiteY160" fmla="*/ 277388 h 1563293"/>
                <a:gd name="connsiteX161" fmla="*/ 1499619 w 1564015"/>
                <a:gd name="connsiteY161" fmla="*/ 253828 h 1563293"/>
                <a:gd name="connsiteX162" fmla="*/ 1499619 w 1564015"/>
                <a:gd name="connsiteY162" fmla="*/ 253828 h 1563293"/>
                <a:gd name="connsiteX163" fmla="*/ 1523179 w 1564015"/>
                <a:gd name="connsiteY163" fmla="*/ 292351 h 1563293"/>
                <a:gd name="connsiteX164" fmla="*/ 1523179 w 1564015"/>
                <a:gd name="connsiteY164" fmla="*/ 292351 h 1563293"/>
                <a:gd name="connsiteX165" fmla="*/ 1492296 w 1564015"/>
                <a:gd name="connsiteY165" fmla="*/ 316866 h 1563293"/>
                <a:gd name="connsiteX166" fmla="*/ 1492296 w 1564015"/>
                <a:gd name="connsiteY166" fmla="*/ 316866 h 1563293"/>
                <a:gd name="connsiteX167" fmla="*/ 1484656 w 1564015"/>
                <a:gd name="connsiteY167" fmla="*/ 315911 h 1563293"/>
                <a:gd name="connsiteX168" fmla="*/ 1512354 w 1564015"/>
                <a:gd name="connsiteY168" fmla="*/ 190472 h 1563293"/>
                <a:gd name="connsiteX169" fmla="*/ 1485611 w 1564015"/>
                <a:gd name="connsiteY169" fmla="*/ 154178 h 1563293"/>
                <a:gd name="connsiteX170" fmla="*/ 1485611 w 1564015"/>
                <a:gd name="connsiteY170" fmla="*/ 154178 h 1563293"/>
                <a:gd name="connsiteX171" fmla="*/ 1522224 w 1564015"/>
                <a:gd name="connsiteY171" fmla="*/ 127753 h 1563293"/>
                <a:gd name="connsiteX172" fmla="*/ 1522224 w 1564015"/>
                <a:gd name="connsiteY172" fmla="*/ 127753 h 1563293"/>
                <a:gd name="connsiteX173" fmla="*/ 1548648 w 1564015"/>
                <a:gd name="connsiteY173" fmla="*/ 164047 h 1563293"/>
                <a:gd name="connsiteX174" fmla="*/ 1548648 w 1564015"/>
                <a:gd name="connsiteY174" fmla="*/ 164047 h 1563293"/>
                <a:gd name="connsiteX175" fmla="*/ 1517129 w 1564015"/>
                <a:gd name="connsiteY175" fmla="*/ 191109 h 1563293"/>
                <a:gd name="connsiteX176" fmla="*/ 1517129 w 1564015"/>
                <a:gd name="connsiteY176" fmla="*/ 191109 h 1563293"/>
                <a:gd name="connsiteX177" fmla="*/ 1512354 w 1564015"/>
                <a:gd name="connsiteY177" fmla="*/ 190472 h 1563293"/>
                <a:gd name="connsiteX178" fmla="*/ 1529546 w 1564015"/>
                <a:gd name="connsiteY178" fmla="*/ 63442 h 1563293"/>
                <a:gd name="connsiteX179" fmla="*/ 1500256 w 1564015"/>
                <a:gd name="connsiteY179" fmla="*/ 29376 h 1563293"/>
                <a:gd name="connsiteX180" fmla="*/ 1500256 w 1564015"/>
                <a:gd name="connsiteY180" fmla="*/ 29376 h 1563293"/>
                <a:gd name="connsiteX181" fmla="*/ 1534640 w 1564015"/>
                <a:gd name="connsiteY181" fmla="*/ 86 h 1563293"/>
                <a:gd name="connsiteX182" fmla="*/ 1534640 w 1564015"/>
                <a:gd name="connsiteY182" fmla="*/ 86 h 1563293"/>
                <a:gd name="connsiteX183" fmla="*/ 1563930 w 1564015"/>
                <a:gd name="connsiteY183" fmla="*/ 34152 h 1563293"/>
                <a:gd name="connsiteX184" fmla="*/ 1563930 w 1564015"/>
                <a:gd name="connsiteY184" fmla="*/ 34152 h 1563293"/>
                <a:gd name="connsiteX185" fmla="*/ 1532093 w 1564015"/>
                <a:gd name="connsiteY185" fmla="*/ 63760 h 1563293"/>
                <a:gd name="connsiteX186" fmla="*/ 1532093 w 1564015"/>
                <a:gd name="connsiteY186" fmla="*/ 63760 h 1563293"/>
                <a:gd name="connsiteX187" fmla="*/ 1529546 w 1564015"/>
                <a:gd name="connsiteY187" fmla="*/ 63760 h 156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1564015" h="1563293">
                  <a:moveTo>
                    <a:pt x="86" y="1534003"/>
                  </a:moveTo>
                  <a:cubicBezTo>
                    <a:pt x="-1188" y="1516493"/>
                    <a:pt x="11866" y="1501211"/>
                    <a:pt x="29376" y="1499619"/>
                  </a:cubicBezTo>
                  <a:lnTo>
                    <a:pt x="29376" y="1499619"/>
                  </a:lnTo>
                  <a:cubicBezTo>
                    <a:pt x="46887" y="1498345"/>
                    <a:pt x="62168" y="1511717"/>
                    <a:pt x="63760" y="1528909"/>
                  </a:cubicBezTo>
                  <a:lnTo>
                    <a:pt x="63760" y="1528909"/>
                  </a:lnTo>
                  <a:cubicBezTo>
                    <a:pt x="65034" y="1546738"/>
                    <a:pt x="51980" y="1562020"/>
                    <a:pt x="34470" y="1563293"/>
                  </a:cubicBezTo>
                  <a:lnTo>
                    <a:pt x="31923" y="1563293"/>
                  </a:lnTo>
                  <a:cubicBezTo>
                    <a:pt x="15368" y="1563293"/>
                    <a:pt x="1359" y="1550558"/>
                    <a:pt x="86" y="1534003"/>
                  </a:cubicBezTo>
                  <a:close/>
                  <a:moveTo>
                    <a:pt x="127753" y="1521587"/>
                  </a:moveTo>
                  <a:cubicBezTo>
                    <a:pt x="125206" y="1504076"/>
                    <a:pt x="136986" y="1487839"/>
                    <a:pt x="154496" y="1484974"/>
                  </a:cubicBezTo>
                  <a:lnTo>
                    <a:pt x="154496" y="1484974"/>
                  </a:lnTo>
                  <a:cubicBezTo>
                    <a:pt x="171689" y="1482427"/>
                    <a:pt x="187925" y="1494207"/>
                    <a:pt x="190791" y="1511717"/>
                  </a:cubicBezTo>
                  <a:lnTo>
                    <a:pt x="190791" y="1511717"/>
                  </a:lnTo>
                  <a:cubicBezTo>
                    <a:pt x="193338" y="1528909"/>
                    <a:pt x="181558" y="1545146"/>
                    <a:pt x="164366" y="1548012"/>
                  </a:cubicBezTo>
                  <a:lnTo>
                    <a:pt x="164366" y="1548012"/>
                  </a:lnTo>
                  <a:cubicBezTo>
                    <a:pt x="162456" y="1548012"/>
                    <a:pt x="160864" y="1548012"/>
                    <a:pt x="159272" y="1548012"/>
                  </a:cubicBezTo>
                  <a:lnTo>
                    <a:pt x="159272" y="1548012"/>
                  </a:lnTo>
                  <a:cubicBezTo>
                    <a:pt x="143672" y="1548012"/>
                    <a:pt x="130300" y="1536868"/>
                    <a:pt x="127753" y="1521268"/>
                  </a:cubicBezTo>
                  <a:close/>
                  <a:moveTo>
                    <a:pt x="254147" y="1499300"/>
                  </a:moveTo>
                  <a:cubicBezTo>
                    <a:pt x="250008" y="1482108"/>
                    <a:pt x="260514" y="1464916"/>
                    <a:pt x="277706" y="1460777"/>
                  </a:cubicBezTo>
                  <a:lnTo>
                    <a:pt x="277706" y="1460777"/>
                  </a:lnTo>
                  <a:cubicBezTo>
                    <a:pt x="294580" y="1456639"/>
                    <a:pt x="311772" y="1467463"/>
                    <a:pt x="315911" y="1484337"/>
                  </a:cubicBezTo>
                  <a:lnTo>
                    <a:pt x="315911" y="1484337"/>
                  </a:lnTo>
                  <a:cubicBezTo>
                    <a:pt x="320050" y="1501529"/>
                    <a:pt x="309544" y="1518403"/>
                    <a:pt x="292351" y="1522860"/>
                  </a:cubicBezTo>
                  <a:lnTo>
                    <a:pt x="292351" y="1522860"/>
                  </a:lnTo>
                  <a:cubicBezTo>
                    <a:pt x="290123" y="1522860"/>
                    <a:pt x="287576" y="1523497"/>
                    <a:pt x="285029" y="1523497"/>
                  </a:cubicBezTo>
                  <a:lnTo>
                    <a:pt x="285029" y="1523497"/>
                  </a:lnTo>
                  <a:cubicBezTo>
                    <a:pt x="270702" y="1523497"/>
                    <a:pt x="257649" y="1513627"/>
                    <a:pt x="254147" y="1499300"/>
                  </a:cubicBezTo>
                  <a:close/>
                  <a:moveTo>
                    <a:pt x="377994" y="1466827"/>
                  </a:moveTo>
                  <a:cubicBezTo>
                    <a:pt x="372900" y="1450271"/>
                    <a:pt x="381814" y="1432124"/>
                    <a:pt x="398688" y="1426712"/>
                  </a:cubicBezTo>
                  <a:lnTo>
                    <a:pt x="398688" y="1426712"/>
                  </a:lnTo>
                  <a:cubicBezTo>
                    <a:pt x="415243" y="1421299"/>
                    <a:pt x="433390" y="1430532"/>
                    <a:pt x="438803" y="1447087"/>
                  </a:cubicBezTo>
                  <a:lnTo>
                    <a:pt x="438803" y="1447087"/>
                  </a:lnTo>
                  <a:cubicBezTo>
                    <a:pt x="444215" y="1463961"/>
                    <a:pt x="434982" y="1481790"/>
                    <a:pt x="418427" y="1487202"/>
                  </a:cubicBezTo>
                  <a:lnTo>
                    <a:pt x="418427" y="1487202"/>
                  </a:lnTo>
                  <a:cubicBezTo>
                    <a:pt x="414925" y="1488476"/>
                    <a:pt x="411741" y="1488794"/>
                    <a:pt x="408557" y="1488794"/>
                  </a:cubicBezTo>
                  <a:lnTo>
                    <a:pt x="408557" y="1488794"/>
                  </a:lnTo>
                  <a:cubicBezTo>
                    <a:pt x="395186" y="1488794"/>
                    <a:pt x="382451" y="1480198"/>
                    <a:pt x="377994" y="1466827"/>
                  </a:cubicBezTo>
                  <a:close/>
                  <a:moveTo>
                    <a:pt x="499612" y="1424801"/>
                  </a:moveTo>
                  <a:cubicBezTo>
                    <a:pt x="492608" y="1408564"/>
                    <a:pt x="500567" y="1390099"/>
                    <a:pt x="516804" y="1383095"/>
                  </a:cubicBezTo>
                  <a:lnTo>
                    <a:pt x="516804" y="1383095"/>
                  </a:lnTo>
                  <a:cubicBezTo>
                    <a:pt x="533041" y="1376409"/>
                    <a:pt x="551506" y="1384050"/>
                    <a:pt x="558192" y="1400287"/>
                  </a:cubicBezTo>
                  <a:lnTo>
                    <a:pt x="558192" y="1400287"/>
                  </a:lnTo>
                  <a:cubicBezTo>
                    <a:pt x="564878" y="1416524"/>
                    <a:pt x="557237" y="1435308"/>
                    <a:pt x="541000" y="1441994"/>
                  </a:cubicBezTo>
                  <a:lnTo>
                    <a:pt x="541000" y="1441994"/>
                  </a:lnTo>
                  <a:cubicBezTo>
                    <a:pt x="537180" y="1443585"/>
                    <a:pt x="533041" y="1444541"/>
                    <a:pt x="528902" y="1444541"/>
                  </a:cubicBezTo>
                  <a:lnTo>
                    <a:pt x="528902" y="1444541"/>
                  </a:lnTo>
                  <a:cubicBezTo>
                    <a:pt x="516486" y="1444541"/>
                    <a:pt x="504387" y="1437218"/>
                    <a:pt x="499612" y="1424801"/>
                  </a:cubicBezTo>
                  <a:close/>
                  <a:moveTo>
                    <a:pt x="617091" y="1373225"/>
                  </a:moveTo>
                  <a:cubicBezTo>
                    <a:pt x="609132" y="1357625"/>
                    <a:pt x="615181" y="1338523"/>
                    <a:pt x="630781" y="1330563"/>
                  </a:cubicBezTo>
                  <a:lnTo>
                    <a:pt x="630781" y="1330563"/>
                  </a:lnTo>
                  <a:cubicBezTo>
                    <a:pt x="646381" y="1322604"/>
                    <a:pt x="665802" y="1328653"/>
                    <a:pt x="673762" y="1344253"/>
                  </a:cubicBezTo>
                  <a:lnTo>
                    <a:pt x="673762" y="1344253"/>
                  </a:lnTo>
                  <a:cubicBezTo>
                    <a:pt x="681721" y="1359853"/>
                    <a:pt x="675353" y="1379274"/>
                    <a:pt x="659753" y="1387233"/>
                  </a:cubicBezTo>
                  <a:lnTo>
                    <a:pt x="659753" y="1387233"/>
                  </a:lnTo>
                  <a:cubicBezTo>
                    <a:pt x="655296" y="1389462"/>
                    <a:pt x="650202" y="1390736"/>
                    <a:pt x="645426" y="1390736"/>
                  </a:cubicBezTo>
                  <a:lnTo>
                    <a:pt x="645426" y="1390736"/>
                  </a:lnTo>
                  <a:cubicBezTo>
                    <a:pt x="633647" y="1390736"/>
                    <a:pt x="622504" y="1384368"/>
                    <a:pt x="617091" y="1373225"/>
                  </a:cubicBezTo>
                  <a:close/>
                  <a:moveTo>
                    <a:pt x="730113" y="1312734"/>
                  </a:moveTo>
                  <a:cubicBezTo>
                    <a:pt x="720880" y="1297771"/>
                    <a:pt x="725656" y="1278032"/>
                    <a:pt x="740620" y="1268799"/>
                  </a:cubicBezTo>
                  <a:lnTo>
                    <a:pt x="740620" y="1268799"/>
                  </a:lnTo>
                  <a:cubicBezTo>
                    <a:pt x="755583" y="1259885"/>
                    <a:pt x="775004" y="1264342"/>
                    <a:pt x="784237" y="1279305"/>
                  </a:cubicBezTo>
                  <a:lnTo>
                    <a:pt x="784237" y="1279305"/>
                  </a:lnTo>
                  <a:cubicBezTo>
                    <a:pt x="793469" y="1294269"/>
                    <a:pt x="788694" y="1314008"/>
                    <a:pt x="774049" y="1323241"/>
                  </a:cubicBezTo>
                  <a:lnTo>
                    <a:pt x="774049" y="1323241"/>
                  </a:lnTo>
                  <a:cubicBezTo>
                    <a:pt x="768636" y="1326424"/>
                    <a:pt x="762906" y="1328016"/>
                    <a:pt x="757175" y="1328016"/>
                  </a:cubicBezTo>
                  <a:lnTo>
                    <a:pt x="757175" y="1328016"/>
                  </a:lnTo>
                  <a:cubicBezTo>
                    <a:pt x="746669" y="1328016"/>
                    <a:pt x="736162" y="1322604"/>
                    <a:pt x="730113" y="1312734"/>
                  </a:cubicBezTo>
                  <a:close/>
                  <a:moveTo>
                    <a:pt x="838041" y="1243329"/>
                  </a:moveTo>
                  <a:cubicBezTo>
                    <a:pt x="827854" y="1229002"/>
                    <a:pt x="831037" y="1209263"/>
                    <a:pt x="845046" y="1199075"/>
                  </a:cubicBezTo>
                  <a:lnTo>
                    <a:pt x="845046" y="1199075"/>
                  </a:lnTo>
                  <a:cubicBezTo>
                    <a:pt x="859373" y="1188569"/>
                    <a:pt x="879112" y="1191753"/>
                    <a:pt x="889618" y="1206080"/>
                  </a:cubicBezTo>
                  <a:lnTo>
                    <a:pt x="889618" y="1206080"/>
                  </a:lnTo>
                  <a:cubicBezTo>
                    <a:pt x="899806" y="1220088"/>
                    <a:pt x="896940" y="1239827"/>
                    <a:pt x="882614" y="1250333"/>
                  </a:cubicBezTo>
                  <a:lnTo>
                    <a:pt x="882614" y="1250333"/>
                  </a:lnTo>
                  <a:cubicBezTo>
                    <a:pt x="876883" y="1254472"/>
                    <a:pt x="870197" y="1256382"/>
                    <a:pt x="863830" y="1256382"/>
                  </a:cubicBezTo>
                  <a:lnTo>
                    <a:pt x="863830" y="1256382"/>
                  </a:lnTo>
                  <a:cubicBezTo>
                    <a:pt x="853960" y="1256382"/>
                    <a:pt x="844409" y="1251925"/>
                    <a:pt x="838041" y="1243329"/>
                  </a:cubicBezTo>
                  <a:close/>
                  <a:moveTo>
                    <a:pt x="940239" y="1165965"/>
                  </a:moveTo>
                  <a:cubicBezTo>
                    <a:pt x="928777" y="1152593"/>
                    <a:pt x="930369" y="1132536"/>
                    <a:pt x="943741" y="1121074"/>
                  </a:cubicBezTo>
                  <a:lnTo>
                    <a:pt x="943741" y="1121074"/>
                  </a:lnTo>
                  <a:cubicBezTo>
                    <a:pt x="957113" y="1109613"/>
                    <a:pt x="977170" y="1111205"/>
                    <a:pt x="988632" y="1124576"/>
                  </a:cubicBezTo>
                  <a:lnTo>
                    <a:pt x="988632" y="1124576"/>
                  </a:lnTo>
                  <a:cubicBezTo>
                    <a:pt x="1000093" y="1137948"/>
                    <a:pt x="998501" y="1158006"/>
                    <a:pt x="985130" y="1169467"/>
                  </a:cubicBezTo>
                  <a:lnTo>
                    <a:pt x="985130" y="1169467"/>
                  </a:lnTo>
                  <a:cubicBezTo>
                    <a:pt x="979080" y="1174561"/>
                    <a:pt x="971758" y="1177108"/>
                    <a:pt x="964435" y="1177108"/>
                  </a:cubicBezTo>
                  <a:lnTo>
                    <a:pt x="964435" y="1177108"/>
                  </a:lnTo>
                  <a:cubicBezTo>
                    <a:pt x="955521" y="1177108"/>
                    <a:pt x="946606" y="1173287"/>
                    <a:pt x="940239" y="1165965"/>
                  </a:cubicBezTo>
                  <a:close/>
                  <a:moveTo>
                    <a:pt x="1036069" y="1080641"/>
                  </a:moveTo>
                  <a:cubicBezTo>
                    <a:pt x="1023653" y="1068224"/>
                    <a:pt x="1023653" y="1048167"/>
                    <a:pt x="1036069" y="1035432"/>
                  </a:cubicBezTo>
                  <a:lnTo>
                    <a:pt x="1036069" y="1035432"/>
                  </a:lnTo>
                  <a:cubicBezTo>
                    <a:pt x="1048486" y="1023016"/>
                    <a:pt x="1068861" y="1023016"/>
                    <a:pt x="1081278" y="1035432"/>
                  </a:cubicBezTo>
                  <a:lnTo>
                    <a:pt x="1081278" y="1035432"/>
                  </a:lnTo>
                  <a:cubicBezTo>
                    <a:pt x="1093694" y="1048167"/>
                    <a:pt x="1093694" y="1068224"/>
                    <a:pt x="1081278" y="1080641"/>
                  </a:cubicBezTo>
                  <a:lnTo>
                    <a:pt x="1081278" y="1080641"/>
                  </a:lnTo>
                  <a:cubicBezTo>
                    <a:pt x="1074910" y="1086690"/>
                    <a:pt x="1066951" y="1089874"/>
                    <a:pt x="1058673" y="1089874"/>
                  </a:cubicBezTo>
                  <a:lnTo>
                    <a:pt x="1058673" y="1089874"/>
                  </a:lnTo>
                  <a:cubicBezTo>
                    <a:pt x="1050396" y="1089874"/>
                    <a:pt x="1042437" y="1086690"/>
                    <a:pt x="1036069" y="1080641"/>
                  </a:cubicBezTo>
                  <a:close/>
                  <a:moveTo>
                    <a:pt x="1125213" y="988313"/>
                  </a:moveTo>
                  <a:cubicBezTo>
                    <a:pt x="1111842" y="976852"/>
                    <a:pt x="1110250" y="956476"/>
                    <a:pt x="1121711" y="943423"/>
                  </a:cubicBezTo>
                  <a:lnTo>
                    <a:pt x="1121711" y="943423"/>
                  </a:lnTo>
                  <a:cubicBezTo>
                    <a:pt x="1132854" y="929733"/>
                    <a:pt x="1152912" y="928141"/>
                    <a:pt x="1166283" y="939602"/>
                  </a:cubicBezTo>
                  <a:lnTo>
                    <a:pt x="1166283" y="939602"/>
                  </a:lnTo>
                  <a:cubicBezTo>
                    <a:pt x="1179655" y="951382"/>
                    <a:pt x="1181247" y="971121"/>
                    <a:pt x="1169786" y="984811"/>
                  </a:cubicBezTo>
                  <a:lnTo>
                    <a:pt x="1170104" y="984811"/>
                  </a:lnTo>
                  <a:cubicBezTo>
                    <a:pt x="1163736" y="992133"/>
                    <a:pt x="1154822" y="995636"/>
                    <a:pt x="1145589" y="995636"/>
                  </a:cubicBezTo>
                  <a:lnTo>
                    <a:pt x="1145589" y="995636"/>
                  </a:lnTo>
                  <a:cubicBezTo>
                    <a:pt x="1138266" y="995636"/>
                    <a:pt x="1130944" y="993407"/>
                    <a:pt x="1125213" y="988313"/>
                  </a:cubicBezTo>
                  <a:close/>
                  <a:moveTo>
                    <a:pt x="1206398" y="888981"/>
                  </a:moveTo>
                  <a:cubicBezTo>
                    <a:pt x="1192390" y="878475"/>
                    <a:pt x="1189206" y="858736"/>
                    <a:pt x="1199394" y="844727"/>
                  </a:cubicBezTo>
                  <a:lnTo>
                    <a:pt x="1199394" y="844727"/>
                  </a:lnTo>
                  <a:cubicBezTo>
                    <a:pt x="1209900" y="830401"/>
                    <a:pt x="1229639" y="827217"/>
                    <a:pt x="1243966" y="837723"/>
                  </a:cubicBezTo>
                  <a:lnTo>
                    <a:pt x="1243966" y="837723"/>
                  </a:lnTo>
                  <a:cubicBezTo>
                    <a:pt x="1257975" y="847911"/>
                    <a:pt x="1261158" y="867650"/>
                    <a:pt x="1250970" y="881977"/>
                  </a:cubicBezTo>
                  <a:lnTo>
                    <a:pt x="1250970" y="881977"/>
                  </a:lnTo>
                  <a:cubicBezTo>
                    <a:pt x="1244603" y="890573"/>
                    <a:pt x="1235052" y="895030"/>
                    <a:pt x="1225182" y="895030"/>
                  </a:cubicBezTo>
                  <a:lnTo>
                    <a:pt x="1225182" y="895030"/>
                  </a:lnTo>
                  <a:cubicBezTo>
                    <a:pt x="1218496" y="895030"/>
                    <a:pt x="1212129" y="893120"/>
                    <a:pt x="1206398" y="888981"/>
                  </a:cubicBezTo>
                  <a:close/>
                  <a:moveTo>
                    <a:pt x="1279942" y="783918"/>
                  </a:moveTo>
                  <a:cubicBezTo>
                    <a:pt x="1264979" y="774685"/>
                    <a:pt x="1260203" y="755265"/>
                    <a:pt x="1269436" y="739983"/>
                  </a:cubicBezTo>
                  <a:lnTo>
                    <a:pt x="1269436" y="739983"/>
                  </a:lnTo>
                  <a:cubicBezTo>
                    <a:pt x="1278669" y="725019"/>
                    <a:pt x="1298089" y="720562"/>
                    <a:pt x="1313053" y="729476"/>
                  </a:cubicBezTo>
                  <a:lnTo>
                    <a:pt x="1313053" y="729476"/>
                  </a:lnTo>
                  <a:cubicBezTo>
                    <a:pt x="1328016" y="738709"/>
                    <a:pt x="1332792" y="758448"/>
                    <a:pt x="1323559" y="773412"/>
                  </a:cubicBezTo>
                  <a:lnTo>
                    <a:pt x="1323559" y="773412"/>
                  </a:lnTo>
                  <a:cubicBezTo>
                    <a:pt x="1317510" y="783281"/>
                    <a:pt x="1307322" y="788694"/>
                    <a:pt x="1296498" y="788694"/>
                  </a:cubicBezTo>
                  <a:lnTo>
                    <a:pt x="1296498" y="788694"/>
                  </a:lnTo>
                  <a:cubicBezTo>
                    <a:pt x="1290767" y="788694"/>
                    <a:pt x="1285036" y="787102"/>
                    <a:pt x="1279942" y="783918"/>
                  </a:cubicBezTo>
                  <a:close/>
                  <a:moveTo>
                    <a:pt x="1344890" y="673443"/>
                  </a:moveTo>
                  <a:cubicBezTo>
                    <a:pt x="1329290" y="665165"/>
                    <a:pt x="1322922" y="646063"/>
                    <a:pt x="1330882" y="630463"/>
                  </a:cubicBezTo>
                  <a:lnTo>
                    <a:pt x="1330882" y="630463"/>
                  </a:lnTo>
                  <a:cubicBezTo>
                    <a:pt x="1338841" y="614862"/>
                    <a:pt x="1357943" y="608495"/>
                    <a:pt x="1373544" y="616773"/>
                  </a:cubicBezTo>
                  <a:lnTo>
                    <a:pt x="1373544" y="616773"/>
                  </a:lnTo>
                  <a:cubicBezTo>
                    <a:pt x="1389462" y="624414"/>
                    <a:pt x="1395511" y="643834"/>
                    <a:pt x="1387552" y="659435"/>
                  </a:cubicBezTo>
                  <a:lnTo>
                    <a:pt x="1387552" y="659435"/>
                  </a:lnTo>
                  <a:cubicBezTo>
                    <a:pt x="1381821" y="670578"/>
                    <a:pt x="1370678" y="676945"/>
                    <a:pt x="1359217" y="676945"/>
                  </a:cubicBezTo>
                  <a:lnTo>
                    <a:pt x="1359217" y="676945"/>
                  </a:lnTo>
                  <a:cubicBezTo>
                    <a:pt x="1354441" y="676945"/>
                    <a:pt x="1349347" y="675672"/>
                    <a:pt x="1344890" y="673443"/>
                  </a:cubicBezTo>
                  <a:close/>
                  <a:moveTo>
                    <a:pt x="1400924" y="558192"/>
                  </a:moveTo>
                  <a:cubicBezTo>
                    <a:pt x="1384687" y="551188"/>
                    <a:pt x="1376727" y="532404"/>
                    <a:pt x="1383731" y="516167"/>
                  </a:cubicBezTo>
                  <a:lnTo>
                    <a:pt x="1383731" y="516167"/>
                  </a:lnTo>
                  <a:cubicBezTo>
                    <a:pt x="1390417" y="500248"/>
                    <a:pt x="1408883" y="492289"/>
                    <a:pt x="1425120" y="499293"/>
                  </a:cubicBezTo>
                  <a:lnTo>
                    <a:pt x="1425120" y="499293"/>
                  </a:lnTo>
                  <a:cubicBezTo>
                    <a:pt x="1441357" y="505979"/>
                    <a:pt x="1448998" y="524445"/>
                    <a:pt x="1442312" y="540682"/>
                  </a:cubicBezTo>
                  <a:lnTo>
                    <a:pt x="1442312" y="540682"/>
                  </a:lnTo>
                  <a:cubicBezTo>
                    <a:pt x="1437218" y="553098"/>
                    <a:pt x="1425438" y="560421"/>
                    <a:pt x="1413022" y="560421"/>
                  </a:cubicBezTo>
                  <a:lnTo>
                    <a:pt x="1413022" y="560421"/>
                  </a:lnTo>
                  <a:cubicBezTo>
                    <a:pt x="1408883" y="560421"/>
                    <a:pt x="1404744" y="559784"/>
                    <a:pt x="1400924" y="558192"/>
                  </a:cubicBezTo>
                  <a:close/>
                  <a:moveTo>
                    <a:pt x="1447724" y="438803"/>
                  </a:moveTo>
                  <a:cubicBezTo>
                    <a:pt x="1430851" y="433072"/>
                    <a:pt x="1421618" y="415243"/>
                    <a:pt x="1427030" y="398688"/>
                  </a:cubicBezTo>
                  <a:lnTo>
                    <a:pt x="1427030" y="398688"/>
                  </a:lnTo>
                  <a:cubicBezTo>
                    <a:pt x="1432443" y="381814"/>
                    <a:pt x="1450590" y="372581"/>
                    <a:pt x="1467145" y="377994"/>
                  </a:cubicBezTo>
                  <a:lnTo>
                    <a:pt x="1467145" y="377994"/>
                  </a:lnTo>
                  <a:cubicBezTo>
                    <a:pt x="1484019" y="383406"/>
                    <a:pt x="1493252" y="401553"/>
                    <a:pt x="1487521" y="418108"/>
                  </a:cubicBezTo>
                  <a:lnTo>
                    <a:pt x="1487521" y="418108"/>
                  </a:lnTo>
                  <a:cubicBezTo>
                    <a:pt x="1483382" y="431798"/>
                    <a:pt x="1470647" y="440395"/>
                    <a:pt x="1457276" y="440395"/>
                  </a:cubicBezTo>
                  <a:lnTo>
                    <a:pt x="1457276" y="440395"/>
                  </a:lnTo>
                  <a:cubicBezTo>
                    <a:pt x="1454092" y="440395"/>
                    <a:pt x="1450908" y="439758"/>
                    <a:pt x="1447724" y="438803"/>
                  </a:cubicBezTo>
                  <a:close/>
                  <a:moveTo>
                    <a:pt x="1484656" y="315911"/>
                  </a:moveTo>
                  <a:cubicBezTo>
                    <a:pt x="1467782" y="311772"/>
                    <a:pt x="1457276" y="294580"/>
                    <a:pt x="1461096" y="277388"/>
                  </a:cubicBezTo>
                  <a:lnTo>
                    <a:pt x="1461096" y="277388"/>
                  </a:lnTo>
                  <a:cubicBezTo>
                    <a:pt x="1465235" y="260514"/>
                    <a:pt x="1482427" y="250008"/>
                    <a:pt x="1499619" y="253828"/>
                  </a:cubicBezTo>
                  <a:lnTo>
                    <a:pt x="1499619" y="253828"/>
                  </a:lnTo>
                  <a:cubicBezTo>
                    <a:pt x="1516811" y="257967"/>
                    <a:pt x="1527317" y="275159"/>
                    <a:pt x="1523179" y="292351"/>
                  </a:cubicBezTo>
                  <a:lnTo>
                    <a:pt x="1523179" y="292351"/>
                  </a:lnTo>
                  <a:cubicBezTo>
                    <a:pt x="1519677" y="306997"/>
                    <a:pt x="1506623" y="316866"/>
                    <a:pt x="1492296" y="316866"/>
                  </a:cubicBezTo>
                  <a:lnTo>
                    <a:pt x="1492296" y="316866"/>
                  </a:lnTo>
                  <a:cubicBezTo>
                    <a:pt x="1489749" y="316866"/>
                    <a:pt x="1487202" y="316866"/>
                    <a:pt x="1484656" y="315911"/>
                  </a:cubicBezTo>
                  <a:close/>
                  <a:moveTo>
                    <a:pt x="1512354" y="190472"/>
                  </a:moveTo>
                  <a:cubicBezTo>
                    <a:pt x="1494844" y="187925"/>
                    <a:pt x="1483064" y="171688"/>
                    <a:pt x="1485611" y="154178"/>
                  </a:cubicBezTo>
                  <a:lnTo>
                    <a:pt x="1485611" y="154178"/>
                  </a:lnTo>
                  <a:cubicBezTo>
                    <a:pt x="1488476" y="136667"/>
                    <a:pt x="1504713" y="124888"/>
                    <a:pt x="1522224" y="127753"/>
                  </a:cubicBezTo>
                  <a:lnTo>
                    <a:pt x="1522224" y="127753"/>
                  </a:lnTo>
                  <a:cubicBezTo>
                    <a:pt x="1539415" y="130300"/>
                    <a:pt x="1551195" y="146537"/>
                    <a:pt x="1548648" y="164047"/>
                  </a:cubicBezTo>
                  <a:lnTo>
                    <a:pt x="1548648" y="164047"/>
                  </a:lnTo>
                  <a:cubicBezTo>
                    <a:pt x="1546101" y="179648"/>
                    <a:pt x="1532411" y="191109"/>
                    <a:pt x="1517129" y="191109"/>
                  </a:cubicBezTo>
                  <a:lnTo>
                    <a:pt x="1517129" y="191109"/>
                  </a:lnTo>
                  <a:cubicBezTo>
                    <a:pt x="1517129" y="191109"/>
                    <a:pt x="1513946" y="191109"/>
                    <a:pt x="1512354" y="190472"/>
                  </a:cubicBezTo>
                  <a:close/>
                  <a:moveTo>
                    <a:pt x="1529546" y="63442"/>
                  </a:moveTo>
                  <a:cubicBezTo>
                    <a:pt x="1512036" y="62168"/>
                    <a:pt x="1498982" y="46886"/>
                    <a:pt x="1500256" y="29376"/>
                  </a:cubicBezTo>
                  <a:lnTo>
                    <a:pt x="1500256" y="29376"/>
                  </a:lnTo>
                  <a:cubicBezTo>
                    <a:pt x="1501848" y="11866"/>
                    <a:pt x="1517129" y="-1188"/>
                    <a:pt x="1534640" y="86"/>
                  </a:cubicBezTo>
                  <a:lnTo>
                    <a:pt x="1534640" y="86"/>
                  </a:lnTo>
                  <a:cubicBezTo>
                    <a:pt x="1552150" y="1359"/>
                    <a:pt x="1565204" y="16641"/>
                    <a:pt x="1563930" y="34152"/>
                  </a:cubicBezTo>
                  <a:lnTo>
                    <a:pt x="1563930" y="34152"/>
                  </a:lnTo>
                  <a:cubicBezTo>
                    <a:pt x="1562657" y="51025"/>
                    <a:pt x="1548648" y="63760"/>
                    <a:pt x="1532093" y="63760"/>
                  </a:cubicBezTo>
                  <a:lnTo>
                    <a:pt x="1532093" y="63760"/>
                  </a:lnTo>
                  <a:cubicBezTo>
                    <a:pt x="1532093" y="63760"/>
                    <a:pt x="1530501" y="63760"/>
                    <a:pt x="1529546" y="6376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2A23427-C096-F6F6-0419-059072EF72BE}"/>
                </a:ext>
              </a:extLst>
            </p:cNvPr>
            <p:cNvSpPr/>
            <p:nvPr/>
          </p:nvSpPr>
          <p:spPr>
            <a:xfrm>
              <a:off x="7357666" y="589252"/>
              <a:ext cx="1563103" cy="1687140"/>
            </a:xfrm>
            <a:custGeom>
              <a:avLst/>
              <a:gdLst>
                <a:gd name="connsiteX0" fmla="*/ 1499662 w 1563103"/>
                <a:gd name="connsiteY0" fmla="*/ 1534640 h 1687140"/>
                <a:gd name="connsiteX1" fmla="*/ 1499662 w 1563103"/>
                <a:gd name="connsiteY1" fmla="*/ 1534640 h 1687140"/>
                <a:gd name="connsiteX2" fmla="*/ 1528634 w 1563103"/>
                <a:gd name="connsiteY2" fmla="*/ 1500256 h 1687140"/>
                <a:gd name="connsiteX3" fmla="*/ 1528634 w 1563103"/>
                <a:gd name="connsiteY3" fmla="*/ 1500256 h 1687140"/>
                <a:gd name="connsiteX4" fmla="*/ 1563018 w 1563103"/>
                <a:gd name="connsiteY4" fmla="*/ 1529546 h 1687140"/>
                <a:gd name="connsiteX5" fmla="*/ 1563018 w 1563103"/>
                <a:gd name="connsiteY5" fmla="*/ 1529546 h 1687140"/>
                <a:gd name="connsiteX6" fmla="*/ 1533728 w 1563103"/>
                <a:gd name="connsiteY6" fmla="*/ 1563930 h 1687140"/>
                <a:gd name="connsiteX7" fmla="*/ 1531181 w 1563103"/>
                <a:gd name="connsiteY7" fmla="*/ 1563930 h 1687140"/>
                <a:gd name="connsiteX8" fmla="*/ 1499343 w 1563103"/>
                <a:gd name="connsiteY8" fmla="*/ 1534640 h 1687140"/>
                <a:gd name="connsiteX9" fmla="*/ 1499662 w 1563103"/>
                <a:gd name="connsiteY9" fmla="*/ 1657850 h 1687140"/>
                <a:gd name="connsiteX10" fmla="*/ 1499662 w 1563103"/>
                <a:gd name="connsiteY10" fmla="*/ 1657850 h 1687140"/>
                <a:gd name="connsiteX11" fmla="*/ 1528634 w 1563103"/>
                <a:gd name="connsiteY11" fmla="*/ 1623466 h 1687140"/>
                <a:gd name="connsiteX12" fmla="*/ 1528634 w 1563103"/>
                <a:gd name="connsiteY12" fmla="*/ 1623466 h 1687140"/>
                <a:gd name="connsiteX13" fmla="*/ 1563018 w 1563103"/>
                <a:gd name="connsiteY13" fmla="*/ 1652756 h 1687140"/>
                <a:gd name="connsiteX14" fmla="*/ 1563018 w 1563103"/>
                <a:gd name="connsiteY14" fmla="*/ 1652756 h 1687140"/>
                <a:gd name="connsiteX15" fmla="*/ 1533728 w 1563103"/>
                <a:gd name="connsiteY15" fmla="*/ 1687140 h 1687140"/>
                <a:gd name="connsiteX16" fmla="*/ 1531181 w 1563103"/>
                <a:gd name="connsiteY16" fmla="*/ 1687140 h 1687140"/>
                <a:gd name="connsiteX17" fmla="*/ 1499343 w 1563103"/>
                <a:gd name="connsiteY17" fmla="*/ 1657850 h 1687140"/>
                <a:gd name="connsiteX18" fmla="*/ 1485017 w 1563103"/>
                <a:gd name="connsiteY18" fmla="*/ 1409520 h 1687140"/>
                <a:gd name="connsiteX19" fmla="*/ 1485335 w 1563103"/>
                <a:gd name="connsiteY19" fmla="*/ 1409520 h 1687140"/>
                <a:gd name="connsiteX20" fmla="*/ 1511760 w 1563103"/>
                <a:gd name="connsiteY20" fmla="*/ 1373225 h 1687140"/>
                <a:gd name="connsiteX21" fmla="*/ 1511760 w 1563103"/>
                <a:gd name="connsiteY21" fmla="*/ 1373225 h 1687140"/>
                <a:gd name="connsiteX22" fmla="*/ 1548054 w 1563103"/>
                <a:gd name="connsiteY22" fmla="*/ 1399650 h 1687140"/>
                <a:gd name="connsiteX23" fmla="*/ 1548054 w 1563103"/>
                <a:gd name="connsiteY23" fmla="*/ 1399650 h 1687140"/>
                <a:gd name="connsiteX24" fmla="*/ 1521630 w 1563103"/>
                <a:gd name="connsiteY24" fmla="*/ 1436263 h 1687140"/>
                <a:gd name="connsiteX25" fmla="*/ 1521630 w 1563103"/>
                <a:gd name="connsiteY25" fmla="*/ 1436263 h 1687140"/>
                <a:gd name="connsiteX26" fmla="*/ 1516536 w 1563103"/>
                <a:gd name="connsiteY26" fmla="*/ 1436581 h 1687140"/>
                <a:gd name="connsiteX27" fmla="*/ 1516536 w 1563103"/>
                <a:gd name="connsiteY27" fmla="*/ 1436581 h 1687140"/>
                <a:gd name="connsiteX28" fmla="*/ 1485017 w 1563103"/>
                <a:gd name="connsiteY28" fmla="*/ 1409520 h 1687140"/>
                <a:gd name="connsiteX29" fmla="*/ 1460820 w 1563103"/>
                <a:gd name="connsiteY29" fmla="*/ 1286309 h 1687140"/>
                <a:gd name="connsiteX30" fmla="*/ 1460820 w 1563103"/>
                <a:gd name="connsiteY30" fmla="*/ 1286309 h 1687140"/>
                <a:gd name="connsiteX31" fmla="*/ 1484380 w 1563103"/>
                <a:gd name="connsiteY31" fmla="*/ 1248105 h 1687140"/>
                <a:gd name="connsiteX32" fmla="*/ 1484380 w 1563103"/>
                <a:gd name="connsiteY32" fmla="*/ 1248105 h 1687140"/>
                <a:gd name="connsiteX33" fmla="*/ 1522585 w 1563103"/>
                <a:gd name="connsiteY33" fmla="*/ 1271664 h 1687140"/>
                <a:gd name="connsiteX34" fmla="*/ 1522585 w 1563103"/>
                <a:gd name="connsiteY34" fmla="*/ 1271664 h 1687140"/>
                <a:gd name="connsiteX35" fmla="*/ 1499025 w 1563103"/>
                <a:gd name="connsiteY35" fmla="*/ 1309869 h 1687140"/>
                <a:gd name="connsiteX36" fmla="*/ 1499025 w 1563103"/>
                <a:gd name="connsiteY36" fmla="*/ 1309869 h 1687140"/>
                <a:gd name="connsiteX37" fmla="*/ 1491703 w 1563103"/>
                <a:gd name="connsiteY37" fmla="*/ 1310824 h 1687140"/>
                <a:gd name="connsiteX38" fmla="*/ 1491703 w 1563103"/>
                <a:gd name="connsiteY38" fmla="*/ 1310824 h 1687140"/>
                <a:gd name="connsiteX39" fmla="*/ 1460820 w 1563103"/>
                <a:gd name="connsiteY39" fmla="*/ 1286309 h 1687140"/>
                <a:gd name="connsiteX40" fmla="*/ 1426755 w 1563103"/>
                <a:gd name="connsiteY40" fmla="*/ 1165328 h 1687140"/>
                <a:gd name="connsiteX41" fmla="*/ 1447130 w 1563103"/>
                <a:gd name="connsiteY41" fmla="*/ 1125213 h 1687140"/>
                <a:gd name="connsiteX42" fmla="*/ 1447130 w 1563103"/>
                <a:gd name="connsiteY42" fmla="*/ 1125213 h 1687140"/>
                <a:gd name="connsiteX43" fmla="*/ 1487245 w 1563103"/>
                <a:gd name="connsiteY43" fmla="*/ 1145589 h 1687140"/>
                <a:gd name="connsiteX44" fmla="*/ 1487245 w 1563103"/>
                <a:gd name="connsiteY44" fmla="*/ 1145589 h 1687140"/>
                <a:gd name="connsiteX45" fmla="*/ 1466870 w 1563103"/>
                <a:gd name="connsiteY45" fmla="*/ 1185704 h 1687140"/>
                <a:gd name="connsiteX46" fmla="*/ 1466870 w 1563103"/>
                <a:gd name="connsiteY46" fmla="*/ 1185704 h 1687140"/>
                <a:gd name="connsiteX47" fmla="*/ 1457000 w 1563103"/>
                <a:gd name="connsiteY47" fmla="*/ 1187296 h 1687140"/>
                <a:gd name="connsiteX48" fmla="*/ 1457000 w 1563103"/>
                <a:gd name="connsiteY48" fmla="*/ 1187296 h 1687140"/>
                <a:gd name="connsiteX49" fmla="*/ 1426755 w 1563103"/>
                <a:gd name="connsiteY49" fmla="*/ 1165328 h 1687140"/>
                <a:gd name="connsiteX50" fmla="*/ 1383138 w 1563103"/>
                <a:gd name="connsiteY50" fmla="*/ 1047212 h 1687140"/>
                <a:gd name="connsiteX51" fmla="*/ 1400330 w 1563103"/>
                <a:gd name="connsiteY51" fmla="*/ 1005824 h 1687140"/>
                <a:gd name="connsiteX52" fmla="*/ 1400330 w 1563103"/>
                <a:gd name="connsiteY52" fmla="*/ 1005824 h 1687140"/>
                <a:gd name="connsiteX53" fmla="*/ 1442037 w 1563103"/>
                <a:gd name="connsiteY53" fmla="*/ 1023016 h 1687140"/>
                <a:gd name="connsiteX54" fmla="*/ 1442037 w 1563103"/>
                <a:gd name="connsiteY54" fmla="*/ 1023016 h 1687140"/>
                <a:gd name="connsiteX55" fmla="*/ 1424845 w 1563103"/>
                <a:gd name="connsiteY55" fmla="*/ 1064722 h 1687140"/>
                <a:gd name="connsiteX56" fmla="*/ 1424845 w 1563103"/>
                <a:gd name="connsiteY56" fmla="*/ 1064722 h 1687140"/>
                <a:gd name="connsiteX57" fmla="*/ 1412746 w 1563103"/>
                <a:gd name="connsiteY57" fmla="*/ 1066951 h 1687140"/>
                <a:gd name="connsiteX58" fmla="*/ 1412746 w 1563103"/>
                <a:gd name="connsiteY58" fmla="*/ 1066951 h 1687140"/>
                <a:gd name="connsiteX59" fmla="*/ 1383138 w 1563103"/>
                <a:gd name="connsiteY59" fmla="*/ 1047212 h 1687140"/>
                <a:gd name="connsiteX60" fmla="*/ 1330606 w 1563103"/>
                <a:gd name="connsiteY60" fmla="*/ 933235 h 1687140"/>
                <a:gd name="connsiteX61" fmla="*/ 1344296 w 1563103"/>
                <a:gd name="connsiteY61" fmla="*/ 890254 h 1687140"/>
                <a:gd name="connsiteX62" fmla="*/ 1344296 w 1563103"/>
                <a:gd name="connsiteY62" fmla="*/ 890254 h 1687140"/>
                <a:gd name="connsiteX63" fmla="*/ 1387277 w 1563103"/>
                <a:gd name="connsiteY63" fmla="*/ 904263 h 1687140"/>
                <a:gd name="connsiteX64" fmla="*/ 1387277 w 1563103"/>
                <a:gd name="connsiteY64" fmla="*/ 904263 h 1687140"/>
                <a:gd name="connsiteX65" fmla="*/ 1373268 w 1563103"/>
                <a:gd name="connsiteY65" fmla="*/ 946925 h 1687140"/>
                <a:gd name="connsiteX66" fmla="*/ 1373268 w 1563103"/>
                <a:gd name="connsiteY66" fmla="*/ 946925 h 1687140"/>
                <a:gd name="connsiteX67" fmla="*/ 1358941 w 1563103"/>
                <a:gd name="connsiteY67" fmla="*/ 950427 h 1687140"/>
                <a:gd name="connsiteX68" fmla="*/ 1358941 w 1563103"/>
                <a:gd name="connsiteY68" fmla="*/ 950427 h 1687140"/>
                <a:gd name="connsiteX69" fmla="*/ 1330606 w 1563103"/>
                <a:gd name="connsiteY69" fmla="*/ 933235 h 1687140"/>
                <a:gd name="connsiteX70" fmla="*/ 1268842 w 1563103"/>
                <a:gd name="connsiteY70" fmla="*/ 823396 h 1687140"/>
                <a:gd name="connsiteX71" fmla="*/ 1279348 w 1563103"/>
                <a:gd name="connsiteY71" fmla="*/ 779779 h 1687140"/>
                <a:gd name="connsiteX72" fmla="*/ 1279348 w 1563103"/>
                <a:gd name="connsiteY72" fmla="*/ 779779 h 1687140"/>
                <a:gd name="connsiteX73" fmla="*/ 1323284 w 1563103"/>
                <a:gd name="connsiteY73" fmla="*/ 789967 h 1687140"/>
                <a:gd name="connsiteX74" fmla="*/ 1323284 w 1563103"/>
                <a:gd name="connsiteY74" fmla="*/ 789967 h 1687140"/>
                <a:gd name="connsiteX75" fmla="*/ 1312777 w 1563103"/>
                <a:gd name="connsiteY75" fmla="*/ 833903 h 1687140"/>
                <a:gd name="connsiteX76" fmla="*/ 1312777 w 1563103"/>
                <a:gd name="connsiteY76" fmla="*/ 833903 h 1687140"/>
                <a:gd name="connsiteX77" fmla="*/ 1295904 w 1563103"/>
                <a:gd name="connsiteY77" fmla="*/ 838678 h 1687140"/>
                <a:gd name="connsiteX78" fmla="*/ 1295904 w 1563103"/>
                <a:gd name="connsiteY78" fmla="*/ 838678 h 1687140"/>
                <a:gd name="connsiteX79" fmla="*/ 1268842 w 1563103"/>
                <a:gd name="connsiteY79" fmla="*/ 823396 h 1687140"/>
                <a:gd name="connsiteX80" fmla="*/ 1198800 w 1563103"/>
                <a:gd name="connsiteY80" fmla="*/ 718970 h 1687140"/>
                <a:gd name="connsiteX81" fmla="*/ 1198800 w 1563103"/>
                <a:gd name="connsiteY81" fmla="*/ 718970 h 1687140"/>
                <a:gd name="connsiteX82" fmla="*/ 1205804 w 1563103"/>
                <a:gd name="connsiteY82" fmla="*/ 674398 h 1687140"/>
                <a:gd name="connsiteX83" fmla="*/ 1205804 w 1563103"/>
                <a:gd name="connsiteY83" fmla="*/ 674398 h 1687140"/>
                <a:gd name="connsiteX84" fmla="*/ 1250376 w 1563103"/>
                <a:gd name="connsiteY84" fmla="*/ 681402 h 1687140"/>
                <a:gd name="connsiteX85" fmla="*/ 1250376 w 1563103"/>
                <a:gd name="connsiteY85" fmla="*/ 681402 h 1687140"/>
                <a:gd name="connsiteX86" fmla="*/ 1243372 w 1563103"/>
                <a:gd name="connsiteY86" fmla="*/ 725974 h 1687140"/>
                <a:gd name="connsiteX87" fmla="*/ 1243372 w 1563103"/>
                <a:gd name="connsiteY87" fmla="*/ 725974 h 1687140"/>
                <a:gd name="connsiteX88" fmla="*/ 1224588 w 1563103"/>
                <a:gd name="connsiteY88" fmla="*/ 732023 h 1687140"/>
                <a:gd name="connsiteX89" fmla="*/ 1224588 w 1563103"/>
                <a:gd name="connsiteY89" fmla="*/ 732023 h 1687140"/>
                <a:gd name="connsiteX90" fmla="*/ 1198800 w 1563103"/>
                <a:gd name="connsiteY90" fmla="*/ 718970 h 1687140"/>
                <a:gd name="connsiteX91" fmla="*/ 1121117 w 1563103"/>
                <a:gd name="connsiteY91" fmla="*/ 620275 h 1687140"/>
                <a:gd name="connsiteX92" fmla="*/ 1121117 w 1563103"/>
                <a:gd name="connsiteY92" fmla="*/ 620275 h 1687140"/>
                <a:gd name="connsiteX93" fmla="*/ 1124620 w 1563103"/>
                <a:gd name="connsiteY93" fmla="*/ 575384 h 1687140"/>
                <a:gd name="connsiteX94" fmla="*/ 1124620 w 1563103"/>
                <a:gd name="connsiteY94" fmla="*/ 575384 h 1687140"/>
                <a:gd name="connsiteX95" fmla="*/ 1169510 w 1563103"/>
                <a:gd name="connsiteY95" fmla="*/ 578886 h 1687140"/>
                <a:gd name="connsiteX96" fmla="*/ 1169510 w 1563103"/>
                <a:gd name="connsiteY96" fmla="*/ 578886 h 1687140"/>
                <a:gd name="connsiteX97" fmla="*/ 1166008 w 1563103"/>
                <a:gd name="connsiteY97" fmla="*/ 623777 h 1687140"/>
                <a:gd name="connsiteX98" fmla="*/ 1166008 w 1563103"/>
                <a:gd name="connsiteY98" fmla="*/ 623777 h 1687140"/>
                <a:gd name="connsiteX99" fmla="*/ 1145314 w 1563103"/>
                <a:gd name="connsiteY99" fmla="*/ 631418 h 1687140"/>
                <a:gd name="connsiteX100" fmla="*/ 1145314 w 1563103"/>
                <a:gd name="connsiteY100" fmla="*/ 631418 h 1687140"/>
                <a:gd name="connsiteX101" fmla="*/ 1121117 w 1563103"/>
                <a:gd name="connsiteY101" fmla="*/ 620275 h 1687140"/>
                <a:gd name="connsiteX102" fmla="*/ 1035475 w 1563103"/>
                <a:gd name="connsiteY102" fmla="*/ 527947 h 1687140"/>
                <a:gd name="connsiteX103" fmla="*/ 1035475 w 1563103"/>
                <a:gd name="connsiteY103" fmla="*/ 482738 h 1687140"/>
                <a:gd name="connsiteX104" fmla="*/ 1035475 w 1563103"/>
                <a:gd name="connsiteY104" fmla="*/ 482738 h 1687140"/>
                <a:gd name="connsiteX105" fmla="*/ 1080684 w 1563103"/>
                <a:gd name="connsiteY105" fmla="*/ 482738 h 1687140"/>
                <a:gd name="connsiteX106" fmla="*/ 1080684 w 1563103"/>
                <a:gd name="connsiteY106" fmla="*/ 482738 h 1687140"/>
                <a:gd name="connsiteX107" fmla="*/ 1080684 w 1563103"/>
                <a:gd name="connsiteY107" fmla="*/ 527947 h 1687140"/>
                <a:gd name="connsiteX108" fmla="*/ 1080684 w 1563103"/>
                <a:gd name="connsiteY108" fmla="*/ 527947 h 1687140"/>
                <a:gd name="connsiteX109" fmla="*/ 1058080 w 1563103"/>
                <a:gd name="connsiteY109" fmla="*/ 537180 h 1687140"/>
                <a:gd name="connsiteX110" fmla="*/ 1058080 w 1563103"/>
                <a:gd name="connsiteY110" fmla="*/ 537180 h 1687140"/>
                <a:gd name="connsiteX111" fmla="*/ 1035475 w 1563103"/>
                <a:gd name="connsiteY111" fmla="*/ 527947 h 1687140"/>
                <a:gd name="connsiteX112" fmla="*/ 943147 w 1563103"/>
                <a:gd name="connsiteY112" fmla="*/ 442305 h 1687140"/>
                <a:gd name="connsiteX113" fmla="*/ 939645 w 1563103"/>
                <a:gd name="connsiteY113" fmla="*/ 397414 h 1687140"/>
                <a:gd name="connsiteX114" fmla="*/ 939645 w 1563103"/>
                <a:gd name="connsiteY114" fmla="*/ 397414 h 1687140"/>
                <a:gd name="connsiteX115" fmla="*/ 984536 w 1563103"/>
                <a:gd name="connsiteY115" fmla="*/ 393912 h 1687140"/>
                <a:gd name="connsiteX116" fmla="*/ 984536 w 1563103"/>
                <a:gd name="connsiteY116" fmla="*/ 393912 h 1687140"/>
                <a:gd name="connsiteX117" fmla="*/ 988038 w 1563103"/>
                <a:gd name="connsiteY117" fmla="*/ 438803 h 1687140"/>
                <a:gd name="connsiteX118" fmla="*/ 988038 w 1563103"/>
                <a:gd name="connsiteY118" fmla="*/ 438803 h 1687140"/>
                <a:gd name="connsiteX119" fmla="*/ 963841 w 1563103"/>
                <a:gd name="connsiteY119" fmla="*/ 449946 h 1687140"/>
                <a:gd name="connsiteX120" fmla="*/ 963841 w 1563103"/>
                <a:gd name="connsiteY120" fmla="*/ 449946 h 1687140"/>
                <a:gd name="connsiteX121" fmla="*/ 943147 w 1563103"/>
                <a:gd name="connsiteY121" fmla="*/ 442305 h 1687140"/>
                <a:gd name="connsiteX122" fmla="*/ 844452 w 1563103"/>
                <a:gd name="connsiteY122" fmla="*/ 364622 h 1687140"/>
                <a:gd name="connsiteX123" fmla="*/ 837766 w 1563103"/>
                <a:gd name="connsiteY123" fmla="*/ 320050 h 1687140"/>
                <a:gd name="connsiteX124" fmla="*/ 837766 w 1563103"/>
                <a:gd name="connsiteY124" fmla="*/ 320050 h 1687140"/>
                <a:gd name="connsiteX125" fmla="*/ 882020 w 1563103"/>
                <a:gd name="connsiteY125" fmla="*/ 313046 h 1687140"/>
                <a:gd name="connsiteX126" fmla="*/ 882020 w 1563103"/>
                <a:gd name="connsiteY126" fmla="*/ 313046 h 1687140"/>
                <a:gd name="connsiteX127" fmla="*/ 889024 w 1563103"/>
                <a:gd name="connsiteY127" fmla="*/ 357618 h 1687140"/>
                <a:gd name="connsiteX128" fmla="*/ 889024 w 1563103"/>
                <a:gd name="connsiteY128" fmla="*/ 357618 h 1687140"/>
                <a:gd name="connsiteX129" fmla="*/ 863236 w 1563103"/>
                <a:gd name="connsiteY129" fmla="*/ 370671 h 1687140"/>
                <a:gd name="connsiteX130" fmla="*/ 863236 w 1563103"/>
                <a:gd name="connsiteY130" fmla="*/ 370671 h 1687140"/>
                <a:gd name="connsiteX131" fmla="*/ 844452 w 1563103"/>
                <a:gd name="connsiteY131" fmla="*/ 364622 h 1687140"/>
                <a:gd name="connsiteX132" fmla="*/ 740026 w 1563103"/>
                <a:gd name="connsiteY132" fmla="*/ 294580 h 1687140"/>
                <a:gd name="connsiteX133" fmla="*/ 729519 w 1563103"/>
                <a:gd name="connsiteY133" fmla="*/ 250645 h 1687140"/>
                <a:gd name="connsiteX134" fmla="*/ 729519 w 1563103"/>
                <a:gd name="connsiteY134" fmla="*/ 250645 h 1687140"/>
                <a:gd name="connsiteX135" fmla="*/ 773455 w 1563103"/>
                <a:gd name="connsiteY135" fmla="*/ 240457 h 1687140"/>
                <a:gd name="connsiteX136" fmla="*/ 773455 w 1563103"/>
                <a:gd name="connsiteY136" fmla="*/ 240457 h 1687140"/>
                <a:gd name="connsiteX137" fmla="*/ 783961 w 1563103"/>
                <a:gd name="connsiteY137" fmla="*/ 284074 h 1687140"/>
                <a:gd name="connsiteX138" fmla="*/ 783961 w 1563103"/>
                <a:gd name="connsiteY138" fmla="*/ 284074 h 1687140"/>
                <a:gd name="connsiteX139" fmla="*/ 756899 w 1563103"/>
                <a:gd name="connsiteY139" fmla="*/ 299356 h 1687140"/>
                <a:gd name="connsiteX140" fmla="*/ 756899 w 1563103"/>
                <a:gd name="connsiteY140" fmla="*/ 299356 h 1687140"/>
                <a:gd name="connsiteX141" fmla="*/ 740026 w 1563103"/>
                <a:gd name="connsiteY141" fmla="*/ 294580 h 1687140"/>
                <a:gd name="connsiteX142" fmla="*/ 630506 w 1563103"/>
                <a:gd name="connsiteY142" fmla="*/ 233134 h 1687140"/>
                <a:gd name="connsiteX143" fmla="*/ 616497 w 1563103"/>
                <a:gd name="connsiteY143" fmla="*/ 190154 h 1687140"/>
                <a:gd name="connsiteX144" fmla="*/ 616497 w 1563103"/>
                <a:gd name="connsiteY144" fmla="*/ 190154 h 1687140"/>
                <a:gd name="connsiteX145" fmla="*/ 659478 w 1563103"/>
                <a:gd name="connsiteY145" fmla="*/ 176146 h 1687140"/>
                <a:gd name="connsiteX146" fmla="*/ 659478 w 1563103"/>
                <a:gd name="connsiteY146" fmla="*/ 176146 h 1687140"/>
                <a:gd name="connsiteX147" fmla="*/ 673486 w 1563103"/>
                <a:gd name="connsiteY147" fmla="*/ 219126 h 1687140"/>
                <a:gd name="connsiteX148" fmla="*/ 673486 w 1563103"/>
                <a:gd name="connsiteY148" fmla="*/ 219126 h 1687140"/>
                <a:gd name="connsiteX149" fmla="*/ 644833 w 1563103"/>
                <a:gd name="connsiteY149" fmla="*/ 236636 h 1687140"/>
                <a:gd name="connsiteX150" fmla="*/ 644833 w 1563103"/>
                <a:gd name="connsiteY150" fmla="*/ 236636 h 1687140"/>
                <a:gd name="connsiteX151" fmla="*/ 630506 w 1563103"/>
                <a:gd name="connsiteY151" fmla="*/ 233134 h 1687140"/>
                <a:gd name="connsiteX152" fmla="*/ 516529 w 1563103"/>
                <a:gd name="connsiteY152" fmla="*/ 180284 h 1687140"/>
                <a:gd name="connsiteX153" fmla="*/ 499336 w 1563103"/>
                <a:gd name="connsiteY153" fmla="*/ 138578 h 1687140"/>
                <a:gd name="connsiteX154" fmla="*/ 499336 w 1563103"/>
                <a:gd name="connsiteY154" fmla="*/ 138578 h 1687140"/>
                <a:gd name="connsiteX155" fmla="*/ 540725 w 1563103"/>
                <a:gd name="connsiteY155" fmla="*/ 121386 h 1687140"/>
                <a:gd name="connsiteX156" fmla="*/ 540725 w 1563103"/>
                <a:gd name="connsiteY156" fmla="*/ 121386 h 1687140"/>
                <a:gd name="connsiteX157" fmla="*/ 557917 w 1563103"/>
                <a:gd name="connsiteY157" fmla="*/ 163092 h 1687140"/>
                <a:gd name="connsiteX158" fmla="*/ 557917 w 1563103"/>
                <a:gd name="connsiteY158" fmla="*/ 163092 h 1687140"/>
                <a:gd name="connsiteX159" fmla="*/ 528627 w 1563103"/>
                <a:gd name="connsiteY159" fmla="*/ 182831 h 1687140"/>
                <a:gd name="connsiteX160" fmla="*/ 528627 w 1563103"/>
                <a:gd name="connsiteY160" fmla="*/ 182831 h 1687140"/>
                <a:gd name="connsiteX161" fmla="*/ 516529 w 1563103"/>
                <a:gd name="connsiteY161" fmla="*/ 180284 h 1687140"/>
                <a:gd name="connsiteX162" fmla="*/ 398412 w 1563103"/>
                <a:gd name="connsiteY162" fmla="*/ 136986 h 1687140"/>
                <a:gd name="connsiteX163" fmla="*/ 378036 w 1563103"/>
                <a:gd name="connsiteY163" fmla="*/ 96871 h 1687140"/>
                <a:gd name="connsiteX164" fmla="*/ 378036 w 1563103"/>
                <a:gd name="connsiteY164" fmla="*/ 96871 h 1687140"/>
                <a:gd name="connsiteX165" fmla="*/ 418151 w 1563103"/>
                <a:gd name="connsiteY165" fmla="*/ 76177 h 1687140"/>
                <a:gd name="connsiteX166" fmla="*/ 418151 w 1563103"/>
                <a:gd name="connsiteY166" fmla="*/ 76177 h 1687140"/>
                <a:gd name="connsiteX167" fmla="*/ 438527 w 1563103"/>
                <a:gd name="connsiteY167" fmla="*/ 116292 h 1687140"/>
                <a:gd name="connsiteX168" fmla="*/ 438527 w 1563103"/>
                <a:gd name="connsiteY168" fmla="*/ 116292 h 1687140"/>
                <a:gd name="connsiteX169" fmla="*/ 408282 w 1563103"/>
                <a:gd name="connsiteY169" fmla="*/ 138259 h 1687140"/>
                <a:gd name="connsiteX170" fmla="*/ 408282 w 1563103"/>
                <a:gd name="connsiteY170" fmla="*/ 138259 h 1687140"/>
                <a:gd name="connsiteX171" fmla="*/ 398412 w 1563103"/>
                <a:gd name="connsiteY171" fmla="*/ 136986 h 1687140"/>
                <a:gd name="connsiteX172" fmla="*/ 277431 w 1563103"/>
                <a:gd name="connsiteY172" fmla="*/ 102602 h 1687140"/>
                <a:gd name="connsiteX173" fmla="*/ 253871 w 1563103"/>
                <a:gd name="connsiteY173" fmla="*/ 64397 h 1687140"/>
                <a:gd name="connsiteX174" fmla="*/ 253871 w 1563103"/>
                <a:gd name="connsiteY174" fmla="*/ 64397 h 1687140"/>
                <a:gd name="connsiteX175" fmla="*/ 292395 w 1563103"/>
                <a:gd name="connsiteY175" fmla="*/ 40837 h 1687140"/>
                <a:gd name="connsiteX176" fmla="*/ 292395 w 1563103"/>
                <a:gd name="connsiteY176" fmla="*/ 40837 h 1687140"/>
                <a:gd name="connsiteX177" fmla="*/ 315954 w 1563103"/>
                <a:gd name="connsiteY177" fmla="*/ 79042 h 1687140"/>
                <a:gd name="connsiteX178" fmla="*/ 315954 w 1563103"/>
                <a:gd name="connsiteY178" fmla="*/ 79042 h 1687140"/>
                <a:gd name="connsiteX179" fmla="*/ 285072 w 1563103"/>
                <a:gd name="connsiteY179" fmla="*/ 103557 h 1687140"/>
                <a:gd name="connsiteX180" fmla="*/ 285072 w 1563103"/>
                <a:gd name="connsiteY180" fmla="*/ 103557 h 1687140"/>
                <a:gd name="connsiteX181" fmla="*/ 277431 w 1563103"/>
                <a:gd name="connsiteY181" fmla="*/ 102602 h 1687140"/>
                <a:gd name="connsiteX182" fmla="*/ 154221 w 1563103"/>
                <a:gd name="connsiteY182" fmla="*/ 78405 h 1687140"/>
                <a:gd name="connsiteX183" fmla="*/ 127796 w 1563103"/>
                <a:gd name="connsiteY183" fmla="*/ 41793 h 1687140"/>
                <a:gd name="connsiteX184" fmla="*/ 127796 w 1563103"/>
                <a:gd name="connsiteY184" fmla="*/ 41793 h 1687140"/>
                <a:gd name="connsiteX185" fmla="*/ 164090 w 1563103"/>
                <a:gd name="connsiteY185" fmla="*/ 15368 h 1687140"/>
                <a:gd name="connsiteX186" fmla="*/ 164090 w 1563103"/>
                <a:gd name="connsiteY186" fmla="*/ 15368 h 1687140"/>
                <a:gd name="connsiteX187" fmla="*/ 190515 w 1563103"/>
                <a:gd name="connsiteY187" fmla="*/ 51662 h 1687140"/>
                <a:gd name="connsiteX188" fmla="*/ 190515 w 1563103"/>
                <a:gd name="connsiteY188" fmla="*/ 51662 h 1687140"/>
                <a:gd name="connsiteX189" fmla="*/ 159315 w 1563103"/>
                <a:gd name="connsiteY189" fmla="*/ 78724 h 1687140"/>
                <a:gd name="connsiteX190" fmla="*/ 159315 w 1563103"/>
                <a:gd name="connsiteY190" fmla="*/ 78724 h 1687140"/>
                <a:gd name="connsiteX191" fmla="*/ 154221 w 1563103"/>
                <a:gd name="connsiteY191" fmla="*/ 78724 h 1687140"/>
                <a:gd name="connsiteX192" fmla="*/ 29419 w 1563103"/>
                <a:gd name="connsiteY192" fmla="*/ 63760 h 1687140"/>
                <a:gd name="connsiteX193" fmla="*/ 29419 w 1563103"/>
                <a:gd name="connsiteY193" fmla="*/ 63760 h 1687140"/>
                <a:gd name="connsiteX194" fmla="*/ 129 w 1563103"/>
                <a:gd name="connsiteY194" fmla="*/ 29376 h 1687140"/>
                <a:gd name="connsiteX195" fmla="*/ 129 w 1563103"/>
                <a:gd name="connsiteY195" fmla="*/ 29376 h 1687140"/>
                <a:gd name="connsiteX196" fmla="*/ 34195 w 1563103"/>
                <a:gd name="connsiteY196" fmla="*/ 86 h 1687140"/>
                <a:gd name="connsiteX197" fmla="*/ 34195 w 1563103"/>
                <a:gd name="connsiteY197" fmla="*/ 86 h 1687140"/>
                <a:gd name="connsiteX198" fmla="*/ 63485 w 1563103"/>
                <a:gd name="connsiteY198" fmla="*/ 34470 h 1687140"/>
                <a:gd name="connsiteX199" fmla="*/ 63485 w 1563103"/>
                <a:gd name="connsiteY199" fmla="*/ 34470 h 1687140"/>
                <a:gd name="connsiteX200" fmla="*/ 31648 w 1563103"/>
                <a:gd name="connsiteY200" fmla="*/ 63760 h 1687140"/>
                <a:gd name="connsiteX201" fmla="*/ 29419 w 1563103"/>
                <a:gd name="connsiteY201" fmla="*/ 63760 h 168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563103" h="1687140">
                  <a:moveTo>
                    <a:pt x="1499662" y="1534640"/>
                  </a:moveTo>
                  <a:lnTo>
                    <a:pt x="1499662" y="1534640"/>
                  </a:lnTo>
                  <a:cubicBezTo>
                    <a:pt x="1498070" y="1517129"/>
                    <a:pt x="1511123" y="1501847"/>
                    <a:pt x="1528634" y="1500256"/>
                  </a:cubicBezTo>
                  <a:lnTo>
                    <a:pt x="1528634" y="1500256"/>
                  </a:lnTo>
                  <a:cubicBezTo>
                    <a:pt x="1546144" y="1498982"/>
                    <a:pt x="1561426" y="1512035"/>
                    <a:pt x="1563018" y="1529546"/>
                  </a:cubicBezTo>
                  <a:lnTo>
                    <a:pt x="1563018" y="1529546"/>
                  </a:lnTo>
                  <a:cubicBezTo>
                    <a:pt x="1564291" y="1547056"/>
                    <a:pt x="1551238" y="1562338"/>
                    <a:pt x="1533728" y="1563930"/>
                  </a:cubicBezTo>
                  <a:lnTo>
                    <a:pt x="1531181" y="1563930"/>
                  </a:lnTo>
                  <a:cubicBezTo>
                    <a:pt x="1514625" y="1563930"/>
                    <a:pt x="1500617" y="1551195"/>
                    <a:pt x="1499343" y="1534640"/>
                  </a:cubicBezTo>
                  <a:close/>
                  <a:moveTo>
                    <a:pt x="1499662" y="1657850"/>
                  </a:moveTo>
                  <a:lnTo>
                    <a:pt x="1499662" y="1657850"/>
                  </a:lnTo>
                  <a:cubicBezTo>
                    <a:pt x="1498070" y="1640339"/>
                    <a:pt x="1511123" y="1625057"/>
                    <a:pt x="1528634" y="1623466"/>
                  </a:cubicBezTo>
                  <a:lnTo>
                    <a:pt x="1528634" y="1623466"/>
                  </a:lnTo>
                  <a:cubicBezTo>
                    <a:pt x="1546144" y="1622192"/>
                    <a:pt x="1561426" y="1635245"/>
                    <a:pt x="1563018" y="1652756"/>
                  </a:cubicBezTo>
                  <a:lnTo>
                    <a:pt x="1563018" y="1652756"/>
                  </a:lnTo>
                  <a:cubicBezTo>
                    <a:pt x="1564291" y="1670266"/>
                    <a:pt x="1551238" y="1685548"/>
                    <a:pt x="1533728" y="1687140"/>
                  </a:cubicBezTo>
                  <a:lnTo>
                    <a:pt x="1531181" y="1687140"/>
                  </a:lnTo>
                  <a:cubicBezTo>
                    <a:pt x="1514625" y="1687140"/>
                    <a:pt x="1500617" y="1674405"/>
                    <a:pt x="1499343" y="1657850"/>
                  </a:cubicBezTo>
                  <a:close/>
                  <a:moveTo>
                    <a:pt x="1485017" y="1409520"/>
                  </a:moveTo>
                  <a:lnTo>
                    <a:pt x="1485335" y="1409520"/>
                  </a:lnTo>
                  <a:cubicBezTo>
                    <a:pt x="1482470" y="1392327"/>
                    <a:pt x="1494250" y="1376090"/>
                    <a:pt x="1511760" y="1373225"/>
                  </a:cubicBezTo>
                  <a:lnTo>
                    <a:pt x="1511760" y="1373225"/>
                  </a:lnTo>
                  <a:cubicBezTo>
                    <a:pt x="1528952" y="1370360"/>
                    <a:pt x="1545189" y="1382458"/>
                    <a:pt x="1548054" y="1399650"/>
                  </a:cubicBezTo>
                  <a:lnTo>
                    <a:pt x="1548054" y="1399650"/>
                  </a:lnTo>
                  <a:cubicBezTo>
                    <a:pt x="1550920" y="1417160"/>
                    <a:pt x="1538822" y="1433397"/>
                    <a:pt x="1521630" y="1436263"/>
                  </a:cubicBezTo>
                  <a:lnTo>
                    <a:pt x="1521630" y="1436263"/>
                  </a:lnTo>
                  <a:cubicBezTo>
                    <a:pt x="1521630" y="1436263"/>
                    <a:pt x="1518446" y="1436581"/>
                    <a:pt x="1516536" y="1436581"/>
                  </a:cubicBezTo>
                  <a:lnTo>
                    <a:pt x="1516536" y="1436581"/>
                  </a:lnTo>
                  <a:cubicBezTo>
                    <a:pt x="1501254" y="1436581"/>
                    <a:pt x="1487564" y="1425438"/>
                    <a:pt x="1485017" y="1409520"/>
                  </a:cubicBezTo>
                  <a:close/>
                  <a:moveTo>
                    <a:pt x="1460820" y="1286309"/>
                  </a:moveTo>
                  <a:lnTo>
                    <a:pt x="1460820" y="1286309"/>
                  </a:lnTo>
                  <a:cubicBezTo>
                    <a:pt x="1456682" y="1269117"/>
                    <a:pt x="1467188" y="1252244"/>
                    <a:pt x="1484380" y="1248105"/>
                  </a:cubicBezTo>
                  <a:lnTo>
                    <a:pt x="1484380" y="1248105"/>
                  </a:lnTo>
                  <a:cubicBezTo>
                    <a:pt x="1501572" y="1243966"/>
                    <a:pt x="1518446" y="1254472"/>
                    <a:pt x="1522585" y="1271664"/>
                  </a:cubicBezTo>
                  <a:lnTo>
                    <a:pt x="1522585" y="1271664"/>
                  </a:lnTo>
                  <a:cubicBezTo>
                    <a:pt x="1526724" y="1288538"/>
                    <a:pt x="1516217" y="1305730"/>
                    <a:pt x="1499025" y="1309869"/>
                  </a:cubicBezTo>
                  <a:lnTo>
                    <a:pt x="1499025" y="1309869"/>
                  </a:lnTo>
                  <a:cubicBezTo>
                    <a:pt x="1496796" y="1310506"/>
                    <a:pt x="1494250" y="1310824"/>
                    <a:pt x="1491703" y="1310824"/>
                  </a:cubicBezTo>
                  <a:lnTo>
                    <a:pt x="1491703" y="1310824"/>
                  </a:lnTo>
                  <a:cubicBezTo>
                    <a:pt x="1477376" y="1310824"/>
                    <a:pt x="1464323" y="1300955"/>
                    <a:pt x="1460820" y="1286309"/>
                  </a:cubicBezTo>
                  <a:close/>
                  <a:moveTo>
                    <a:pt x="1426755" y="1165328"/>
                  </a:moveTo>
                  <a:cubicBezTo>
                    <a:pt x="1421342" y="1148773"/>
                    <a:pt x="1430575" y="1130626"/>
                    <a:pt x="1447130" y="1125213"/>
                  </a:cubicBezTo>
                  <a:lnTo>
                    <a:pt x="1447130" y="1125213"/>
                  </a:lnTo>
                  <a:cubicBezTo>
                    <a:pt x="1464004" y="1119801"/>
                    <a:pt x="1481833" y="1129034"/>
                    <a:pt x="1487245" y="1145589"/>
                  </a:cubicBezTo>
                  <a:lnTo>
                    <a:pt x="1487245" y="1145589"/>
                  </a:lnTo>
                  <a:cubicBezTo>
                    <a:pt x="1492658" y="1162463"/>
                    <a:pt x="1483425" y="1180292"/>
                    <a:pt x="1466870" y="1185704"/>
                  </a:cubicBezTo>
                  <a:lnTo>
                    <a:pt x="1466870" y="1185704"/>
                  </a:lnTo>
                  <a:cubicBezTo>
                    <a:pt x="1463686" y="1186977"/>
                    <a:pt x="1460184" y="1187296"/>
                    <a:pt x="1457000" y="1187296"/>
                  </a:cubicBezTo>
                  <a:lnTo>
                    <a:pt x="1457000" y="1187296"/>
                  </a:lnTo>
                  <a:cubicBezTo>
                    <a:pt x="1443628" y="1187296"/>
                    <a:pt x="1431212" y="1178700"/>
                    <a:pt x="1426755" y="1165328"/>
                  </a:cubicBezTo>
                  <a:close/>
                  <a:moveTo>
                    <a:pt x="1383138" y="1047212"/>
                  </a:moveTo>
                  <a:cubicBezTo>
                    <a:pt x="1376452" y="1030975"/>
                    <a:pt x="1384093" y="1012509"/>
                    <a:pt x="1400330" y="1005824"/>
                  </a:cubicBezTo>
                  <a:lnTo>
                    <a:pt x="1400330" y="1005824"/>
                  </a:lnTo>
                  <a:cubicBezTo>
                    <a:pt x="1416567" y="998819"/>
                    <a:pt x="1435351" y="1006779"/>
                    <a:pt x="1442037" y="1023016"/>
                  </a:cubicBezTo>
                  <a:lnTo>
                    <a:pt x="1442037" y="1023016"/>
                  </a:lnTo>
                  <a:cubicBezTo>
                    <a:pt x="1448722" y="1039253"/>
                    <a:pt x="1441081" y="1057718"/>
                    <a:pt x="1424845" y="1064722"/>
                  </a:cubicBezTo>
                  <a:lnTo>
                    <a:pt x="1424845" y="1064722"/>
                  </a:lnTo>
                  <a:cubicBezTo>
                    <a:pt x="1420706" y="1066314"/>
                    <a:pt x="1416567" y="1066951"/>
                    <a:pt x="1412746" y="1066951"/>
                  </a:cubicBezTo>
                  <a:lnTo>
                    <a:pt x="1412746" y="1066951"/>
                  </a:lnTo>
                  <a:cubicBezTo>
                    <a:pt x="1400012" y="1066951"/>
                    <a:pt x="1388232" y="1059629"/>
                    <a:pt x="1383138" y="1047212"/>
                  </a:cubicBezTo>
                  <a:close/>
                  <a:moveTo>
                    <a:pt x="1330606" y="933235"/>
                  </a:moveTo>
                  <a:cubicBezTo>
                    <a:pt x="1322329" y="917634"/>
                    <a:pt x="1328696" y="898214"/>
                    <a:pt x="1344296" y="890254"/>
                  </a:cubicBezTo>
                  <a:lnTo>
                    <a:pt x="1344296" y="890254"/>
                  </a:lnTo>
                  <a:cubicBezTo>
                    <a:pt x="1359897" y="882295"/>
                    <a:pt x="1379317" y="888344"/>
                    <a:pt x="1387277" y="904263"/>
                  </a:cubicBezTo>
                  <a:lnTo>
                    <a:pt x="1387277" y="904263"/>
                  </a:lnTo>
                  <a:cubicBezTo>
                    <a:pt x="1394917" y="919863"/>
                    <a:pt x="1388868" y="938965"/>
                    <a:pt x="1373268" y="946925"/>
                  </a:cubicBezTo>
                  <a:lnTo>
                    <a:pt x="1373268" y="946925"/>
                  </a:lnTo>
                  <a:cubicBezTo>
                    <a:pt x="1368492" y="949472"/>
                    <a:pt x="1363717" y="950427"/>
                    <a:pt x="1358941" y="950427"/>
                  </a:cubicBezTo>
                  <a:lnTo>
                    <a:pt x="1358941" y="950427"/>
                  </a:lnTo>
                  <a:cubicBezTo>
                    <a:pt x="1347162" y="950427"/>
                    <a:pt x="1336019" y="944059"/>
                    <a:pt x="1330606" y="933235"/>
                  </a:cubicBezTo>
                  <a:close/>
                  <a:moveTo>
                    <a:pt x="1268842" y="823396"/>
                  </a:moveTo>
                  <a:cubicBezTo>
                    <a:pt x="1259609" y="808433"/>
                    <a:pt x="1264385" y="789012"/>
                    <a:pt x="1279348" y="779779"/>
                  </a:cubicBezTo>
                  <a:lnTo>
                    <a:pt x="1279348" y="779779"/>
                  </a:lnTo>
                  <a:cubicBezTo>
                    <a:pt x="1294312" y="770546"/>
                    <a:pt x="1314051" y="775004"/>
                    <a:pt x="1323284" y="789967"/>
                  </a:cubicBezTo>
                  <a:lnTo>
                    <a:pt x="1323284" y="789967"/>
                  </a:lnTo>
                  <a:cubicBezTo>
                    <a:pt x="1332198" y="805249"/>
                    <a:pt x="1327741" y="824670"/>
                    <a:pt x="1312777" y="833903"/>
                  </a:cubicBezTo>
                  <a:lnTo>
                    <a:pt x="1312777" y="833903"/>
                  </a:lnTo>
                  <a:cubicBezTo>
                    <a:pt x="1307365" y="837086"/>
                    <a:pt x="1301634" y="838678"/>
                    <a:pt x="1295904" y="838678"/>
                  </a:cubicBezTo>
                  <a:lnTo>
                    <a:pt x="1295904" y="838678"/>
                  </a:lnTo>
                  <a:cubicBezTo>
                    <a:pt x="1285397" y="838678"/>
                    <a:pt x="1274891" y="833266"/>
                    <a:pt x="1268842" y="823396"/>
                  </a:cubicBezTo>
                  <a:close/>
                  <a:moveTo>
                    <a:pt x="1198800" y="718970"/>
                  </a:moveTo>
                  <a:lnTo>
                    <a:pt x="1198800" y="718970"/>
                  </a:lnTo>
                  <a:cubicBezTo>
                    <a:pt x="1188612" y="704643"/>
                    <a:pt x="1191796" y="684904"/>
                    <a:pt x="1205804" y="674398"/>
                  </a:cubicBezTo>
                  <a:lnTo>
                    <a:pt x="1205804" y="674398"/>
                  </a:lnTo>
                  <a:cubicBezTo>
                    <a:pt x="1220131" y="664210"/>
                    <a:pt x="1239870" y="667076"/>
                    <a:pt x="1250376" y="681402"/>
                  </a:cubicBezTo>
                  <a:lnTo>
                    <a:pt x="1250376" y="681402"/>
                  </a:lnTo>
                  <a:cubicBezTo>
                    <a:pt x="1260564" y="695729"/>
                    <a:pt x="1257381" y="715468"/>
                    <a:pt x="1243372" y="725974"/>
                  </a:cubicBezTo>
                  <a:lnTo>
                    <a:pt x="1243372" y="725974"/>
                  </a:lnTo>
                  <a:cubicBezTo>
                    <a:pt x="1237641" y="730113"/>
                    <a:pt x="1231274" y="732023"/>
                    <a:pt x="1224588" y="732023"/>
                  </a:cubicBezTo>
                  <a:lnTo>
                    <a:pt x="1224588" y="732023"/>
                  </a:lnTo>
                  <a:cubicBezTo>
                    <a:pt x="1214719" y="732023"/>
                    <a:pt x="1205168" y="727566"/>
                    <a:pt x="1198800" y="718970"/>
                  </a:cubicBezTo>
                  <a:close/>
                  <a:moveTo>
                    <a:pt x="1121117" y="620275"/>
                  </a:moveTo>
                  <a:lnTo>
                    <a:pt x="1121117" y="620275"/>
                  </a:lnTo>
                  <a:cubicBezTo>
                    <a:pt x="1109656" y="606903"/>
                    <a:pt x="1111248" y="586527"/>
                    <a:pt x="1124620" y="575384"/>
                  </a:cubicBezTo>
                  <a:lnTo>
                    <a:pt x="1124620" y="575384"/>
                  </a:lnTo>
                  <a:cubicBezTo>
                    <a:pt x="1137673" y="563923"/>
                    <a:pt x="1158048" y="565515"/>
                    <a:pt x="1169510" y="578886"/>
                  </a:cubicBezTo>
                  <a:lnTo>
                    <a:pt x="1169510" y="578886"/>
                  </a:lnTo>
                  <a:cubicBezTo>
                    <a:pt x="1180653" y="592258"/>
                    <a:pt x="1179061" y="612316"/>
                    <a:pt x="1166008" y="623777"/>
                  </a:cubicBezTo>
                  <a:lnTo>
                    <a:pt x="1166008" y="623777"/>
                  </a:lnTo>
                  <a:cubicBezTo>
                    <a:pt x="1159959" y="628871"/>
                    <a:pt x="1152636" y="631418"/>
                    <a:pt x="1145314" y="631418"/>
                  </a:cubicBezTo>
                  <a:lnTo>
                    <a:pt x="1145314" y="631418"/>
                  </a:lnTo>
                  <a:cubicBezTo>
                    <a:pt x="1136399" y="631418"/>
                    <a:pt x="1127166" y="627597"/>
                    <a:pt x="1121117" y="620275"/>
                  </a:cubicBezTo>
                  <a:close/>
                  <a:moveTo>
                    <a:pt x="1035475" y="527947"/>
                  </a:moveTo>
                  <a:cubicBezTo>
                    <a:pt x="1023059" y="515530"/>
                    <a:pt x="1023059" y="495155"/>
                    <a:pt x="1035475" y="482738"/>
                  </a:cubicBezTo>
                  <a:lnTo>
                    <a:pt x="1035475" y="482738"/>
                  </a:lnTo>
                  <a:cubicBezTo>
                    <a:pt x="1047892" y="470322"/>
                    <a:pt x="1068267" y="470322"/>
                    <a:pt x="1080684" y="482738"/>
                  </a:cubicBezTo>
                  <a:lnTo>
                    <a:pt x="1080684" y="482738"/>
                  </a:lnTo>
                  <a:cubicBezTo>
                    <a:pt x="1093100" y="495155"/>
                    <a:pt x="1093100" y="515530"/>
                    <a:pt x="1080684" y="527947"/>
                  </a:cubicBezTo>
                  <a:lnTo>
                    <a:pt x="1080684" y="527947"/>
                  </a:lnTo>
                  <a:cubicBezTo>
                    <a:pt x="1074317" y="533996"/>
                    <a:pt x="1066357" y="537180"/>
                    <a:pt x="1058080" y="537180"/>
                  </a:cubicBezTo>
                  <a:lnTo>
                    <a:pt x="1058080" y="537180"/>
                  </a:lnTo>
                  <a:cubicBezTo>
                    <a:pt x="1049802" y="537180"/>
                    <a:pt x="1041843" y="533996"/>
                    <a:pt x="1035475" y="527947"/>
                  </a:cubicBezTo>
                  <a:close/>
                  <a:moveTo>
                    <a:pt x="943147" y="442305"/>
                  </a:moveTo>
                  <a:cubicBezTo>
                    <a:pt x="929776" y="430843"/>
                    <a:pt x="928184" y="410786"/>
                    <a:pt x="939645" y="397414"/>
                  </a:cubicBezTo>
                  <a:lnTo>
                    <a:pt x="939645" y="397414"/>
                  </a:lnTo>
                  <a:cubicBezTo>
                    <a:pt x="951106" y="384361"/>
                    <a:pt x="971164" y="382769"/>
                    <a:pt x="984536" y="393912"/>
                  </a:cubicBezTo>
                  <a:lnTo>
                    <a:pt x="984536" y="393912"/>
                  </a:lnTo>
                  <a:cubicBezTo>
                    <a:pt x="997907" y="405374"/>
                    <a:pt x="999499" y="425431"/>
                    <a:pt x="988038" y="438803"/>
                  </a:cubicBezTo>
                  <a:lnTo>
                    <a:pt x="988038" y="438803"/>
                  </a:lnTo>
                  <a:cubicBezTo>
                    <a:pt x="981670" y="446125"/>
                    <a:pt x="972756" y="449946"/>
                    <a:pt x="963841" y="449946"/>
                  </a:cubicBezTo>
                  <a:lnTo>
                    <a:pt x="963841" y="449946"/>
                  </a:lnTo>
                  <a:cubicBezTo>
                    <a:pt x="956519" y="449946"/>
                    <a:pt x="949196" y="447399"/>
                    <a:pt x="943147" y="442305"/>
                  </a:cubicBezTo>
                  <a:close/>
                  <a:moveTo>
                    <a:pt x="844452" y="364622"/>
                  </a:moveTo>
                  <a:cubicBezTo>
                    <a:pt x="830443" y="354116"/>
                    <a:pt x="827260" y="334058"/>
                    <a:pt x="837766" y="320050"/>
                  </a:cubicBezTo>
                  <a:lnTo>
                    <a:pt x="837766" y="320050"/>
                  </a:lnTo>
                  <a:cubicBezTo>
                    <a:pt x="847954" y="306041"/>
                    <a:pt x="867693" y="302858"/>
                    <a:pt x="882020" y="313046"/>
                  </a:cubicBezTo>
                  <a:lnTo>
                    <a:pt x="882020" y="313046"/>
                  </a:lnTo>
                  <a:cubicBezTo>
                    <a:pt x="896346" y="323234"/>
                    <a:pt x="899212" y="343291"/>
                    <a:pt x="889024" y="357618"/>
                  </a:cubicBezTo>
                  <a:lnTo>
                    <a:pt x="889024" y="357618"/>
                  </a:lnTo>
                  <a:cubicBezTo>
                    <a:pt x="882657" y="366214"/>
                    <a:pt x="873105" y="370671"/>
                    <a:pt x="863236" y="370671"/>
                  </a:cubicBezTo>
                  <a:lnTo>
                    <a:pt x="863236" y="370671"/>
                  </a:lnTo>
                  <a:cubicBezTo>
                    <a:pt x="856868" y="370671"/>
                    <a:pt x="850183" y="368442"/>
                    <a:pt x="844452" y="364622"/>
                  </a:cubicBezTo>
                  <a:close/>
                  <a:moveTo>
                    <a:pt x="740026" y="294580"/>
                  </a:moveTo>
                  <a:cubicBezTo>
                    <a:pt x="725062" y="285347"/>
                    <a:pt x="720287" y="265608"/>
                    <a:pt x="729519" y="250645"/>
                  </a:cubicBezTo>
                  <a:lnTo>
                    <a:pt x="729519" y="250645"/>
                  </a:lnTo>
                  <a:cubicBezTo>
                    <a:pt x="738752" y="235681"/>
                    <a:pt x="758491" y="231224"/>
                    <a:pt x="773455" y="240457"/>
                  </a:cubicBezTo>
                  <a:lnTo>
                    <a:pt x="773455" y="240457"/>
                  </a:lnTo>
                  <a:cubicBezTo>
                    <a:pt x="788418" y="249371"/>
                    <a:pt x="793194" y="269110"/>
                    <a:pt x="783961" y="284074"/>
                  </a:cubicBezTo>
                  <a:lnTo>
                    <a:pt x="783961" y="284074"/>
                  </a:lnTo>
                  <a:cubicBezTo>
                    <a:pt x="777912" y="293943"/>
                    <a:pt x="767406" y="299356"/>
                    <a:pt x="756899" y="299356"/>
                  </a:cubicBezTo>
                  <a:lnTo>
                    <a:pt x="756899" y="299356"/>
                  </a:lnTo>
                  <a:cubicBezTo>
                    <a:pt x="751169" y="299356"/>
                    <a:pt x="745438" y="297764"/>
                    <a:pt x="740026" y="294580"/>
                  </a:cubicBezTo>
                  <a:close/>
                  <a:moveTo>
                    <a:pt x="630506" y="233134"/>
                  </a:moveTo>
                  <a:cubicBezTo>
                    <a:pt x="614905" y="224857"/>
                    <a:pt x="608538" y="205754"/>
                    <a:pt x="616497" y="190154"/>
                  </a:cubicBezTo>
                  <a:lnTo>
                    <a:pt x="616497" y="190154"/>
                  </a:lnTo>
                  <a:cubicBezTo>
                    <a:pt x="624457" y="174554"/>
                    <a:pt x="643877" y="168186"/>
                    <a:pt x="659478" y="176146"/>
                  </a:cubicBezTo>
                  <a:lnTo>
                    <a:pt x="659478" y="176146"/>
                  </a:lnTo>
                  <a:cubicBezTo>
                    <a:pt x="675078" y="184423"/>
                    <a:pt x="681445" y="203526"/>
                    <a:pt x="673486" y="219126"/>
                  </a:cubicBezTo>
                  <a:lnTo>
                    <a:pt x="673486" y="219126"/>
                  </a:lnTo>
                  <a:cubicBezTo>
                    <a:pt x="667755" y="230269"/>
                    <a:pt x="656612" y="236636"/>
                    <a:pt x="644833" y="236636"/>
                  </a:cubicBezTo>
                  <a:lnTo>
                    <a:pt x="644833" y="236636"/>
                  </a:lnTo>
                  <a:cubicBezTo>
                    <a:pt x="640057" y="236636"/>
                    <a:pt x="634963" y="235363"/>
                    <a:pt x="630506" y="233134"/>
                  </a:cubicBezTo>
                  <a:close/>
                  <a:moveTo>
                    <a:pt x="516529" y="180284"/>
                  </a:moveTo>
                  <a:cubicBezTo>
                    <a:pt x="499973" y="173599"/>
                    <a:pt x="492332" y="154815"/>
                    <a:pt x="499336" y="138578"/>
                  </a:cubicBezTo>
                  <a:lnTo>
                    <a:pt x="499336" y="138578"/>
                  </a:lnTo>
                  <a:cubicBezTo>
                    <a:pt x="506022" y="122341"/>
                    <a:pt x="524488" y="114700"/>
                    <a:pt x="540725" y="121386"/>
                  </a:cubicBezTo>
                  <a:lnTo>
                    <a:pt x="540725" y="121386"/>
                  </a:lnTo>
                  <a:cubicBezTo>
                    <a:pt x="556962" y="128071"/>
                    <a:pt x="564603" y="146855"/>
                    <a:pt x="557917" y="163092"/>
                  </a:cubicBezTo>
                  <a:lnTo>
                    <a:pt x="557917" y="163092"/>
                  </a:lnTo>
                  <a:cubicBezTo>
                    <a:pt x="552823" y="175509"/>
                    <a:pt x="541043" y="182831"/>
                    <a:pt x="528627" y="182831"/>
                  </a:cubicBezTo>
                  <a:lnTo>
                    <a:pt x="528627" y="182831"/>
                  </a:lnTo>
                  <a:cubicBezTo>
                    <a:pt x="524488" y="182831"/>
                    <a:pt x="520349" y="181876"/>
                    <a:pt x="516529" y="180284"/>
                  </a:cubicBezTo>
                  <a:close/>
                  <a:moveTo>
                    <a:pt x="398412" y="136986"/>
                  </a:moveTo>
                  <a:cubicBezTo>
                    <a:pt x="381857" y="131255"/>
                    <a:pt x="372624" y="113426"/>
                    <a:pt x="378036" y="96871"/>
                  </a:cubicBezTo>
                  <a:lnTo>
                    <a:pt x="378036" y="96871"/>
                  </a:lnTo>
                  <a:cubicBezTo>
                    <a:pt x="383449" y="79997"/>
                    <a:pt x="401596" y="70764"/>
                    <a:pt x="418151" y="76177"/>
                  </a:cubicBezTo>
                  <a:lnTo>
                    <a:pt x="418151" y="76177"/>
                  </a:lnTo>
                  <a:cubicBezTo>
                    <a:pt x="435025" y="81589"/>
                    <a:pt x="443940" y="99736"/>
                    <a:pt x="438527" y="116292"/>
                  </a:cubicBezTo>
                  <a:lnTo>
                    <a:pt x="438527" y="116292"/>
                  </a:lnTo>
                  <a:cubicBezTo>
                    <a:pt x="434388" y="129982"/>
                    <a:pt x="421654" y="138259"/>
                    <a:pt x="408282" y="138259"/>
                  </a:cubicBezTo>
                  <a:lnTo>
                    <a:pt x="408282" y="138259"/>
                  </a:lnTo>
                  <a:cubicBezTo>
                    <a:pt x="405098" y="138259"/>
                    <a:pt x="401914" y="138259"/>
                    <a:pt x="398412" y="136986"/>
                  </a:cubicBezTo>
                  <a:close/>
                  <a:moveTo>
                    <a:pt x="277431" y="102602"/>
                  </a:moveTo>
                  <a:cubicBezTo>
                    <a:pt x="260557" y="98781"/>
                    <a:pt x="249733" y="81589"/>
                    <a:pt x="253871" y="64397"/>
                  </a:cubicBezTo>
                  <a:lnTo>
                    <a:pt x="253871" y="64397"/>
                  </a:lnTo>
                  <a:cubicBezTo>
                    <a:pt x="258010" y="47205"/>
                    <a:pt x="275202" y="36699"/>
                    <a:pt x="292395" y="40837"/>
                  </a:cubicBezTo>
                  <a:lnTo>
                    <a:pt x="292395" y="40837"/>
                  </a:lnTo>
                  <a:cubicBezTo>
                    <a:pt x="309268" y="44976"/>
                    <a:pt x="320093" y="62168"/>
                    <a:pt x="315954" y="79042"/>
                  </a:cubicBezTo>
                  <a:lnTo>
                    <a:pt x="315954" y="79042"/>
                  </a:lnTo>
                  <a:cubicBezTo>
                    <a:pt x="312452" y="93687"/>
                    <a:pt x="299399" y="103557"/>
                    <a:pt x="285072" y="103557"/>
                  </a:cubicBezTo>
                  <a:lnTo>
                    <a:pt x="285072" y="103557"/>
                  </a:lnTo>
                  <a:cubicBezTo>
                    <a:pt x="282525" y="103557"/>
                    <a:pt x="279978" y="103238"/>
                    <a:pt x="277431" y="102602"/>
                  </a:cubicBezTo>
                  <a:close/>
                  <a:moveTo>
                    <a:pt x="154221" y="78405"/>
                  </a:moveTo>
                  <a:cubicBezTo>
                    <a:pt x="136710" y="75540"/>
                    <a:pt x="124931" y="59303"/>
                    <a:pt x="127796" y="41793"/>
                  </a:cubicBezTo>
                  <a:lnTo>
                    <a:pt x="127796" y="41793"/>
                  </a:lnTo>
                  <a:cubicBezTo>
                    <a:pt x="130343" y="24600"/>
                    <a:pt x="146580" y="12502"/>
                    <a:pt x="164090" y="15368"/>
                  </a:cubicBezTo>
                  <a:lnTo>
                    <a:pt x="164090" y="15368"/>
                  </a:lnTo>
                  <a:cubicBezTo>
                    <a:pt x="181601" y="18233"/>
                    <a:pt x="193381" y="34470"/>
                    <a:pt x="190515" y="51662"/>
                  </a:cubicBezTo>
                  <a:lnTo>
                    <a:pt x="190515" y="51662"/>
                  </a:lnTo>
                  <a:cubicBezTo>
                    <a:pt x="187968" y="67581"/>
                    <a:pt x="174597" y="78724"/>
                    <a:pt x="159315" y="78724"/>
                  </a:cubicBezTo>
                  <a:lnTo>
                    <a:pt x="159315" y="78724"/>
                  </a:lnTo>
                  <a:cubicBezTo>
                    <a:pt x="159315" y="78724"/>
                    <a:pt x="155813" y="78724"/>
                    <a:pt x="154221" y="78724"/>
                  </a:cubicBezTo>
                  <a:close/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6DE5E39-E8E3-FF1D-EA94-D938696CD2B6}"/>
                </a:ext>
              </a:extLst>
            </p:cNvPr>
            <p:cNvSpPr/>
            <p:nvPr/>
          </p:nvSpPr>
          <p:spPr>
            <a:xfrm>
              <a:off x="5600613" y="589252"/>
              <a:ext cx="1563743" cy="1673131"/>
            </a:xfrm>
            <a:custGeom>
              <a:avLst/>
              <a:gdLst>
                <a:gd name="connsiteX0" fmla="*/ 29376 w 1563743"/>
                <a:gd name="connsiteY0" fmla="*/ 1563293 h 1673131"/>
                <a:gd name="connsiteX1" fmla="*/ 86 w 1563743"/>
                <a:gd name="connsiteY1" fmla="*/ 1529228 h 1673131"/>
                <a:gd name="connsiteX2" fmla="*/ 86 w 1563743"/>
                <a:gd name="connsiteY2" fmla="*/ 1529228 h 1673131"/>
                <a:gd name="connsiteX3" fmla="*/ 34470 w 1563743"/>
                <a:gd name="connsiteY3" fmla="*/ 1499937 h 1673131"/>
                <a:gd name="connsiteX4" fmla="*/ 34470 w 1563743"/>
                <a:gd name="connsiteY4" fmla="*/ 1499937 h 1673131"/>
                <a:gd name="connsiteX5" fmla="*/ 63760 w 1563743"/>
                <a:gd name="connsiteY5" fmla="*/ 1534003 h 1673131"/>
                <a:gd name="connsiteX6" fmla="*/ 63760 w 1563743"/>
                <a:gd name="connsiteY6" fmla="*/ 1534003 h 1673131"/>
                <a:gd name="connsiteX7" fmla="*/ 31923 w 1563743"/>
                <a:gd name="connsiteY7" fmla="*/ 1563612 h 1673131"/>
                <a:gd name="connsiteX8" fmla="*/ 31923 w 1563743"/>
                <a:gd name="connsiteY8" fmla="*/ 1563612 h 1673131"/>
                <a:gd name="connsiteX9" fmla="*/ 29376 w 1563743"/>
                <a:gd name="connsiteY9" fmla="*/ 1563612 h 1673131"/>
                <a:gd name="connsiteX10" fmla="*/ 29376 w 1563743"/>
                <a:gd name="connsiteY10" fmla="*/ 1672813 h 1673131"/>
                <a:gd name="connsiteX11" fmla="*/ 86 w 1563743"/>
                <a:gd name="connsiteY11" fmla="*/ 1638748 h 1673131"/>
                <a:gd name="connsiteX12" fmla="*/ 86 w 1563743"/>
                <a:gd name="connsiteY12" fmla="*/ 1638748 h 1673131"/>
                <a:gd name="connsiteX13" fmla="*/ 34470 w 1563743"/>
                <a:gd name="connsiteY13" fmla="*/ 1609457 h 1673131"/>
                <a:gd name="connsiteX14" fmla="*/ 34470 w 1563743"/>
                <a:gd name="connsiteY14" fmla="*/ 1609457 h 1673131"/>
                <a:gd name="connsiteX15" fmla="*/ 63760 w 1563743"/>
                <a:gd name="connsiteY15" fmla="*/ 1643523 h 1673131"/>
                <a:gd name="connsiteX16" fmla="*/ 63760 w 1563743"/>
                <a:gd name="connsiteY16" fmla="*/ 1643523 h 1673131"/>
                <a:gd name="connsiteX17" fmla="*/ 31923 w 1563743"/>
                <a:gd name="connsiteY17" fmla="*/ 1673132 h 1673131"/>
                <a:gd name="connsiteX18" fmla="*/ 31923 w 1563743"/>
                <a:gd name="connsiteY18" fmla="*/ 1673132 h 1673131"/>
                <a:gd name="connsiteX19" fmla="*/ 29376 w 1563743"/>
                <a:gd name="connsiteY19" fmla="*/ 1673132 h 1673131"/>
                <a:gd name="connsiteX20" fmla="*/ 41793 w 1563743"/>
                <a:gd name="connsiteY20" fmla="*/ 1435626 h 1673131"/>
                <a:gd name="connsiteX21" fmla="*/ 15368 w 1563743"/>
                <a:gd name="connsiteY21" fmla="*/ 1399332 h 1673131"/>
                <a:gd name="connsiteX22" fmla="*/ 15368 w 1563743"/>
                <a:gd name="connsiteY22" fmla="*/ 1399332 h 1673131"/>
                <a:gd name="connsiteX23" fmla="*/ 51662 w 1563743"/>
                <a:gd name="connsiteY23" fmla="*/ 1372588 h 1673131"/>
                <a:gd name="connsiteX24" fmla="*/ 51662 w 1563743"/>
                <a:gd name="connsiteY24" fmla="*/ 1372588 h 1673131"/>
                <a:gd name="connsiteX25" fmla="*/ 78405 w 1563743"/>
                <a:gd name="connsiteY25" fmla="*/ 1409201 h 1673131"/>
                <a:gd name="connsiteX26" fmla="*/ 78405 w 1563743"/>
                <a:gd name="connsiteY26" fmla="*/ 1409201 h 1673131"/>
                <a:gd name="connsiteX27" fmla="*/ 46887 w 1563743"/>
                <a:gd name="connsiteY27" fmla="*/ 1435944 h 1673131"/>
                <a:gd name="connsiteX28" fmla="*/ 46887 w 1563743"/>
                <a:gd name="connsiteY28" fmla="*/ 1435944 h 1673131"/>
                <a:gd name="connsiteX29" fmla="*/ 41793 w 1563743"/>
                <a:gd name="connsiteY29" fmla="*/ 1435944 h 1673131"/>
                <a:gd name="connsiteX30" fmla="*/ 64397 w 1563743"/>
                <a:gd name="connsiteY30" fmla="*/ 1309232 h 1673131"/>
                <a:gd name="connsiteX31" fmla="*/ 40837 w 1563743"/>
                <a:gd name="connsiteY31" fmla="*/ 1271028 h 1673131"/>
                <a:gd name="connsiteX32" fmla="*/ 40837 w 1563743"/>
                <a:gd name="connsiteY32" fmla="*/ 1271028 h 1673131"/>
                <a:gd name="connsiteX33" fmla="*/ 79042 w 1563743"/>
                <a:gd name="connsiteY33" fmla="*/ 1247468 h 1673131"/>
                <a:gd name="connsiteX34" fmla="*/ 79042 w 1563743"/>
                <a:gd name="connsiteY34" fmla="*/ 1247468 h 1673131"/>
                <a:gd name="connsiteX35" fmla="*/ 102602 w 1563743"/>
                <a:gd name="connsiteY35" fmla="*/ 1285991 h 1673131"/>
                <a:gd name="connsiteX36" fmla="*/ 102602 w 1563743"/>
                <a:gd name="connsiteY36" fmla="*/ 1285991 h 1673131"/>
                <a:gd name="connsiteX37" fmla="*/ 71720 w 1563743"/>
                <a:gd name="connsiteY37" fmla="*/ 1310187 h 1673131"/>
                <a:gd name="connsiteX38" fmla="*/ 71720 w 1563743"/>
                <a:gd name="connsiteY38" fmla="*/ 1310187 h 1673131"/>
                <a:gd name="connsiteX39" fmla="*/ 64397 w 1563743"/>
                <a:gd name="connsiteY39" fmla="*/ 1309232 h 1673131"/>
                <a:gd name="connsiteX40" fmla="*/ 96553 w 1563743"/>
                <a:gd name="connsiteY40" fmla="*/ 1185386 h 1673131"/>
                <a:gd name="connsiteX41" fmla="*/ 76177 w 1563743"/>
                <a:gd name="connsiteY41" fmla="*/ 1145271 h 1673131"/>
                <a:gd name="connsiteX42" fmla="*/ 76177 w 1563743"/>
                <a:gd name="connsiteY42" fmla="*/ 1145271 h 1673131"/>
                <a:gd name="connsiteX43" fmla="*/ 116292 w 1563743"/>
                <a:gd name="connsiteY43" fmla="*/ 1124895 h 1673131"/>
                <a:gd name="connsiteX44" fmla="*/ 116292 w 1563743"/>
                <a:gd name="connsiteY44" fmla="*/ 1124895 h 1673131"/>
                <a:gd name="connsiteX45" fmla="*/ 136667 w 1563743"/>
                <a:gd name="connsiteY45" fmla="*/ 1164691 h 1673131"/>
                <a:gd name="connsiteX46" fmla="*/ 136667 w 1563743"/>
                <a:gd name="connsiteY46" fmla="*/ 1164691 h 1673131"/>
                <a:gd name="connsiteX47" fmla="*/ 106422 w 1563743"/>
                <a:gd name="connsiteY47" fmla="*/ 1186977 h 1673131"/>
                <a:gd name="connsiteX48" fmla="*/ 106422 w 1563743"/>
                <a:gd name="connsiteY48" fmla="*/ 1186977 h 1673131"/>
                <a:gd name="connsiteX49" fmla="*/ 96553 w 1563743"/>
                <a:gd name="connsiteY49" fmla="*/ 1185386 h 1673131"/>
                <a:gd name="connsiteX50" fmla="*/ 138578 w 1563743"/>
                <a:gd name="connsiteY50" fmla="*/ 1064086 h 1673131"/>
                <a:gd name="connsiteX51" fmla="*/ 121386 w 1563743"/>
                <a:gd name="connsiteY51" fmla="*/ 1022697 h 1673131"/>
                <a:gd name="connsiteX52" fmla="*/ 121386 w 1563743"/>
                <a:gd name="connsiteY52" fmla="*/ 1022697 h 1673131"/>
                <a:gd name="connsiteX53" fmla="*/ 163092 w 1563743"/>
                <a:gd name="connsiteY53" fmla="*/ 1005505 h 1673131"/>
                <a:gd name="connsiteX54" fmla="*/ 163092 w 1563743"/>
                <a:gd name="connsiteY54" fmla="*/ 1005505 h 1673131"/>
                <a:gd name="connsiteX55" fmla="*/ 180284 w 1563743"/>
                <a:gd name="connsiteY55" fmla="*/ 1046894 h 1673131"/>
                <a:gd name="connsiteX56" fmla="*/ 180284 w 1563743"/>
                <a:gd name="connsiteY56" fmla="*/ 1046894 h 1673131"/>
                <a:gd name="connsiteX57" fmla="*/ 150994 w 1563743"/>
                <a:gd name="connsiteY57" fmla="*/ 1066633 h 1673131"/>
                <a:gd name="connsiteX58" fmla="*/ 150994 w 1563743"/>
                <a:gd name="connsiteY58" fmla="*/ 1066633 h 1673131"/>
                <a:gd name="connsiteX59" fmla="*/ 138578 w 1563743"/>
                <a:gd name="connsiteY59" fmla="*/ 1064086 h 1673131"/>
                <a:gd name="connsiteX60" fmla="*/ 190154 w 1563743"/>
                <a:gd name="connsiteY60" fmla="*/ 946925 h 1673131"/>
                <a:gd name="connsiteX61" fmla="*/ 176146 w 1563743"/>
                <a:gd name="connsiteY61" fmla="*/ 903944 h 1673131"/>
                <a:gd name="connsiteX62" fmla="*/ 176146 w 1563743"/>
                <a:gd name="connsiteY62" fmla="*/ 903944 h 1673131"/>
                <a:gd name="connsiteX63" fmla="*/ 219126 w 1563743"/>
                <a:gd name="connsiteY63" fmla="*/ 890254 h 1673131"/>
                <a:gd name="connsiteX64" fmla="*/ 219126 w 1563743"/>
                <a:gd name="connsiteY64" fmla="*/ 890254 h 1673131"/>
                <a:gd name="connsiteX65" fmla="*/ 233134 w 1563743"/>
                <a:gd name="connsiteY65" fmla="*/ 932916 h 1673131"/>
                <a:gd name="connsiteX66" fmla="*/ 233134 w 1563743"/>
                <a:gd name="connsiteY66" fmla="*/ 932916 h 1673131"/>
                <a:gd name="connsiteX67" fmla="*/ 204481 w 1563743"/>
                <a:gd name="connsiteY67" fmla="*/ 950427 h 1673131"/>
                <a:gd name="connsiteX68" fmla="*/ 204481 w 1563743"/>
                <a:gd name="connsiteY68" fmla="*/ 950427 h 1673131"/>
                <a:gd name="connsiteX69" fmla="*/ 190154 w 1563743"/>
                <a:gd name="connsiteY69" fmla="*/ 946925 h 1673131"/>
                <a:gd name="connsiteX70" fmla="*/ 250645 w 1563743"/>
                <a:gd name="connsiteY70" fmla="*/ 833903 h 1673131"/>
                <a:gd name="connsiteX71" fmla="*/ 240138 w 1563743"/>
                <a:gd name="connsiteY71" fmla="*/ 789967 h 1673131"/>
                <a:gd name="connsiteX72" fmla="*/ 240138 w 1563743"/>
                <a:gd name="connsiteY72" fmla="*/ 789967 h 1673131"/>
                <a:gd name="connsiteX73" fmla="*/ 284074 w 1563743"/>
                <a:gd name="connsiteY73" fmla="*/ 779461 h 1673131"/>
                <a:gd name="connsiteX74" fmla="*/ 284074 w 1563743"/>
                <a:gd name="connsiteY74" fmla="*/ 779461 h 1673131"/>
                <a:gd name="connsiteX75" fmla="*/ 294580 w 1563743"/>
                <a:gd name="connsiteY75" fmla="*/ 823396 h 1673131"/>
                <a:gd name="connsiteX76" fmla="*/ 294580 w 1563743"/>
                <a:gd name="connsiteY76" fmla="*/ 823396 h 1673131"/>
                <a:gd name="connsiteX77" fmla="*/ 267200 w 1563743"/>
                <a:gd name="connsiteY77" fmla="*/ 838360 h 1673131"/>
                <a:gd name="connsiteX78" fmla="*/ 267200 w 1563743"/>
                <a:gd name="connsiteY78" fmla="*/ 838360 h 1673131"/>
                <a:gd name="connsiteX79" fmla="*/ 250645 w 1563743"/>
                <a:gd name="connsiteY79" fmla="*/ 833903 h 1673131"/>
                <a:gd name="connsiteX80" fmla="*/ 320050 w 1563743"/>
                <a:gd name="connsiteY80" fmla="*/ 725656 h 1673131"/>
                <a:gd name="connsiteX81" fmla="*/ 313046 w 1563743"/>
                <a:gd name="connsiteY81" fmla="*/ 681402 h 1673131"/>
                <a:gd name="connsiteX82" fmla="*/ 313046 w 1563743"/>
                <a:gd name="connsiteY82" fmla="*/ 681402 h 1673131"/>
                <a:gd name="connsiteX83" fmla="*/ 357299 w 1563743"/>
                <a:gd name="connsiteY83" fmla="*/ 674398 h 1673131"/>
                <a:gd name="connsiteX84" fmla="*/ 357299 w 1563743"/>
                <a:gd name="connsiteY84" fmla="*/ 674398 h 1673131"/>
                <a:gd name="connsiteX85" fmla="*/ 364622 w 1563743"/>
                <a:gd name="connsiteY85" fmla="*/ 718652 h 1673131"/>
                <a:gd name="connsiteX86" fmla="*/ 364622 w 1563743"/>
                <a:gd name="connsiteY86" fmla="*/ 718652 h 1673131"/>
                <a:gd name="connsiteX87" fmla="*/ 338834 w 1563743"/>
                <a:gd name="connsiteY87" fmla="*/ 732023 h 1673131"/>
                <a:gd name="connsiteX88" fmla="*/ 338834 w 1563743"/>
                <a:gd name="connsiteY88" fmla="*/ 732023 h 1673131"/>
                <a:gd name="connsiteX89" fmla="*/ 320050 w 1563743"/>
                <a:gd name="connsiteY89" fmla="*/ 725656 h 1673131"/>
                <a:gd name="connsiteX90" fmla="*/ 397414 w 1563743"/>
                <a:gd name="connsiteY90" fmla="*/ 623459 h 1673131"/>
                <a:gd name="connsiteX91" fmla="*/ 393912 w 1563743"/>
                <a:gd name="connsiteY91" fmla="*/ 578886 h 1673131"/>
                <a:gd name="connsiteX92" fmla="*/ 393912 w 1563743"/>
                <a:gd name="connsiteY92" fmla="*/ 578886 h 1673131"/>
                <a:gd name="connsiteX93" fmla="*/ 438803 w 1563743"/>
                <a:gd name="connsiteY93" fmla="*/ 575066 h 1673131"/>
                <a:gd name="connsiteX94" fmla="*/ 438803 w 1563743"/>
                <a:gd name="connsiteY94" fmla="*/ 575066 h 1673131"/>
                <a:gd name="connsiteX95" fmla="*/ 442305 w 1563743"/>
                <a:gd name="connsiteY95" fmla="*/ 619956 h 1673131"/>
                <a:gd name="connsiteX96" fmla="*/ 442305 w 1563743"/>
                <a:gd name="connsiteY96" fmla="*/ 619956 h 1673131"/>
                <a:gd name="connsiteX97" fmla="*/ 418109 w 1563743"/>
                <a:gd name="connsiteY97" fmla="*/ 631100 h 1673131"/>
                <a:gd name="connsiteX98" fmla="*/ 418109 w 1563743"/>
                <a:gd name="connsiteY98" fmla="*/ 631100 h 1673131"/>
                <a:gd name="connsiteX99" fmla="*/ 397414 w 1563743"/>
                <a:gd name="connsiteY99" fmla="*/ 623459 h 1673131"/>
                <a:gd name="connsiteX100" fmla="*/ 482738 w 1563743"/>
                <a:gd name="connsiteY100" fmla="*/ 527629 h 1673131"/>
                <a:gd name="connsiteX101" fmla="*/ 482738 w 1563743"/>
                <a:gd name="connsiteY101" fmla="*/ 482738 h 1673131"/>
                <a:gd name="connsiteX102" fmla="*/ 482738 w 1563743"/>
                <a:gd name="connsiteY102" fmla="*/ 482738 h 1673131"/>
                <a:gd name="connsiteX103" fmla="*/ 527629 w 1563743"/>
                <a:gd name="connsiteY103" fmla="*/ 482738 h 1673131"/>
                <a:gd name="connsiteX104" fmla="*/ 527629 w 1563743"/>
                <a:gd name="connsiteY104" fmla="*/ 482738 h 1673131"/>
                <a:gd name="connsiteX105" fmla="*/ 527629 w 1563743"/>
                <a:gd name="connsiteY105" fmla="*/ 527629 h 1673131"/>
                <a:gd name="connsiteX106" fmla="*/ 527629 w 1563743"/>
                <a:gd name="connsiteY106" fmla="*/ 527629 h 1673131"/>
                <a:gd name="connsiteX107" fmla="*/ 505342 w 1563743"/>
                <a:gd name="connsiteY107" fmla="*/ 537180 h 1673131"/>
                <a:gd name="connsiteX108" fmla="*/ 505342 w 1563743"/>
                <a:gd name="connsiteY108" fmla="*/ 537180 h 1673131"/>
                <a:gd name="connsiteX109" fmla="*/ 482738 w 1563743"/>
                <a:gd name="connsiteY109" fmla="*/ 527629 h 1673131"/>
                <a:gd name="connsiteX110" fmla="*/ 575066 w 1563743"/>
                <a:gd name="connsiteY110" fmla="*/ 438803 h 1673131"/>
                <a:gd name="connsiteX111" fmla="*/ 578568 w 1563743"/>
                <a:gd name="connsiteY111" fmla="*/ 393912 h 1673131"/>
                <a:gd name="connsiteX112" fmla="*/ 578568 w 1563743"/>
                <a:gd name="connsiteY112" fmla="*/ 393912 h 1673131"/>
                <a:gd name="connsiteX113" fmla="*/ 623459 w 1563743"/>
                <a:gd name="connsiteY113" fmla="*/ 397414 h 1673131"/>
                <a:gd name="connsiteX114" fmla="*/ 623459 w 1563743"/>
                <a:gd name="connsiteY114" fmla="*/ 397414 h 1673131"/>
                <a:gd name="connsiteX115" fmla="*/ 619956 w 1563743"/>
                <a:gd name="connsiteY115" fmla="*/ 442305 h 1673131"/>
                <a:gd name="connsiteX116" fmla="*/ 619956 w 1563743"/>
                <a:gd name="connsiteY116" fmla="*/ 442305 h 1673131"/>
                <a:gd name="connsiteX117" fmla="*/ 599262 w 1563743"/>
                <a:gd name="connsiteY117" fmla="*/ 449946 h 1673131"/>
                <a:gd name="connsiteX118" fmla="*/ 599262 w 1563743"/>
                <a:gd name="connsiteY118" fmla="*/ 449946 h 1673131"/>
                <a:gd name="connsiteX119" fmla="*/ 574748 w 1563743"/>
                <a:gd name="connsiteY119" fmla="*/ 438803 h 1673131"/>
                <a:gd name="connsiteX120" fmla="*/ 674398 w 1563743"/>
                <a:gd name="connsiteY120" fmla="*/ 357299 h 1673131"/>
                <a:gd name="connsiteX121" fmla="*/ 681402 w 1563743"/>
                <a:gd name="connsiteY121" fmla="*/ 313046 h 1673131"/>
                <a:gd name="connsiteX122" fmla="*/ 681402 w 1563743"/>
                <a:gd name="connsiteY122" fmla="*/ 313046 h 1673131"/>
                <a:gd name="connsiteX123" fmla="*/ 725656 w 1563743"/>
                <a:gd name="connsiteY123" fmla="*/ 320050 h 1673131"/>
                <a:gd name="connsiteX124" fmla="*/ 725656 w 1563743"/>
                <a:gd name="connsiteY124" fmla="*/ 320050 h 1673131"/>
                <a:gd name="connsiteX125" fmla="*/ 718652 w 1563743"/>
                <a:gd name="connsiteY125" fmla="*/ 364622 h 1673131"/>
                <a:gd name="connsiteX126" fmla="*/ 718652 w 1563743"/>
                <a:gd name="connsiteY126" fmla="*/ 364622 h 1673131"/>
                <a:gd name="connsiteX127" fmla="*/ 699868 w 1563743"/>
                <a:gd name="connsiteY127" fmla="*/ 370671 h 1673131"/>
                <a:gd name="connsiteX128" fmla="*/ 699868 w 1563743"/>
                <a:gd name="connsiteY128" fmla="*/ 370671 h 1673131"/>
                <a:gd name="connsiteX129" fmla="*/ 674080 w 1563743"/>
                <a:gd name="connsiteY129" fmla="*/ 357299 h 1673131"/>
                <a:gd name="connsiteX130" fmla="*/ 779461 w 1563743"/>
                <a:gd name="connsiteY130" fmla="*/ 284074 h 1673131"/>
                <a:gd name="connsiteX131" fmla="*/ 789967 w 1563743"/>
                <a:gd name="connsiteY131" fmla="*/ 240138 h 1673131"/>
                <a:gd name="connsiteX132" fmla="*/ 789967 w 1563743"/>
                <a:gd name="connsiteY132" fmla="*/ 240138 h 1673131"/>
                <a:gd name="connsiteX133" fmla="*/ 833903 w 1563743"/>
                <a:gd name="connsiteY133" fmla="*/ 250645 h 1673131"/>
                <a:gd name="connsiteX134" fmla="*/ 833903 w 1563743"/>
                <a:gd name="connsiteY134" fmla="*/ 250645 h 1673131"/>
                <a:gd name="connsiteX135" fmla="*/ 823396 w 1563743"/>
                <a:gd name="connsiteY135" fmla="*/ 294580 h 1673131"/>
                <a:gd name="connsiteX136" fmla="*/ 823396 w 1563743"/>
                <a:gd name="connsiteY136" fmla="*/ 294580 h 1673131"/>
                <a:gd name="connsiteX137" fmla="*/ 806841 w 1563743"/>
                <a:gd name="connsiteY137" fmla="*/ 299037 h 1673131"/>
                <a:gd name="connsiteX138" fmla="*/ 806841 w 1563743"/>
                <a:gd name="connsiteY138" fmla="*/ 299037 h 1673131"/>
                <a:gd name="connsiteX139" fmla="*/ 779461 w 1563743"/>
                <a:gd name="connsiteY139" fmla="*/ 284074 h 1673131"/>
                <a:gd name="connsiteX140" fmla="*/ 890254 w 1563743"/>
                <a:gd name="connsiteY140" fmla="*/ 219126 h 1673131"/>
                <a:gd name="connsiteX141" fmla="*/ 903945 w 1563743"/>
                <a:gd name="connsiteY141" fmla="*/ 176146 h 1673131"/>
                <a:gd name="connsiteX142" fmla="*/ 903945 w 1563743"/>
                <a:gd name="connsiteY142" fmla="*/ 176146 h 1673131"/>
                <a:gd name="connsiteX143" fmla="*/ 946925 w 1563743"/>
                <a:gd name="connsiteY143" fmla="*/ 190154 h 1673131"/>
                <a:gd name="connsiteX144" fmla="*/ 946925 w 1563743"/>
                <a:gd name="connsiteY144" fmla="*/ 190154 h 1673131"/>
                <a:gd name="connsiteX145" fmla="*/ 932916 w 1563743"/>
                <a:gd name="connsiteY145" fmla="*/ 232816 h 1673131"/>
                <a:gd name="connsiteX146" fmla="*/ 932916 w 1563743"/>
                <a:gd name="connsiteY146" fmla="*/ 232816 h 1673131"/>
                <a:gd name="connsiteX147" fmla="*/ 918271 w 1563743"/>
                <a:gd name="connsiteY147" fmla="*/ 236318 h 1673131"/>
                <a:gd name="connsiteX148" fmla="*/ 918271 w 1563743"/>
                <a:gd name="connsiteY148" fmla="*/ 236318 h 1673131"/>
                <a:gd name="connsiteX149" fmla="*/ 889936 w 1563743"/>
                <a:gd name="connsiteY149" fmla="*/ 219126 h 1673131"/>
                <a:gd name="connsiteX150" fmla="*/ 1005505 w 1563743"/>
                <a:gd name="connsiteY150" fmla="*/ 163092 h 1673131"/>
                <a:gd name="connsiteX151" fmla="*/ 1023016 w 1563743"/>
                <a:gd name="connsiteY151" fmla="*/ 121386 h 1673131"/>
                <a:gd name="connsiteX152" fmla="*/ 1023016 w 1563743"/>
                <a:gd name="connsiteY152" fmla="*/ 121386 h 1673131"/>
                <a:gd name="connsiteX153" fmla="*/ 1064404 w 1563743"/>
                <a:gd name="connsiteY153" fmla="*/ 138578 h 1673131"/>
                <a:gd name="connsiteX154" fmla="*/ 1064404 w 1563743"/>
                <a:gd name="connsiteY154" fmla="*/ 138578 h 1673131"/>
                <a:gd name="connsiteX155" fmla="*/ 1047212 w 1563743"/>
                <a:gd name="connsiteY155" fmla="*/ 180284 h 1673131"/>
                <a:gd name="connsiteX156" fmla="*/ 1047212 w 1563743"/>
                <a:gd name="connsiteY156" fmla="*/ 180284 h 1673131"/>
                <a:gd name="connsiteX157" fmla="*/ 1035114 w 1563743"/>
                <a:gd name="connsiteY157" fmla="*/ 182513 h 1673131"/>
                <a:gd name="connsiteX158" fmla="*/ 1035114 w 1563743"/>
                <a:gd name="connsiteY158" fmla="*/ 182513 h 1673131"/>
                <a:gd name="connsiteX159" fmla="*/ 1005505 w 1563743"/>
                <a:gd name="connsiteY159" fmla="*/ 163092 h 1673131"/>
                <a:gd name="connsiteX160" fmla="*/ 1125213 w 1563743"/>
                <a:gd name="connsiteY160" fmla="*/ 116292 h 1673131"/>
                <a:gd name="connsiteX161" fmla="*/ 1145589 w 1563743"/>
                <a:gd name="connsiteY161" fmla="*/ 76177 h 1673131"/>
                <a:gd name="connsiteX162" fmla="*/ 1145589 w 1563743"/>
                <a:gd name="connsiteY162" fmla="*/ 76177 h 1673131"/>
                <a:gd name="connsiteX163" fmla="*/ 1185704 w 1563743"/>
                <a:gd name="connsiteY163" fmla="*/ 96553 h 1673131"/>
                <a:gd name="connsiteX164" fmla="*/ 1185704 w 1563743"/>
                <a:gd name="connsiteY164" fmla="*/ 96553 h 1673131"/>
                <a:gd name="connsiteX165" fmla="*/ 1165328 w 1563743"/>
                <a:gd name="connsiteY165" fmla="*/ 136667 h 1673131"/>
                <a:gd name="connsiteX166" fmla="*/ 1165328 w 1563743"/>
                <a:gd name="connsiteY166" fmla="*/ 136667 h 1673131"/>
                <a:gd name="connsiteX167" fmla="*/ 1155459 w 1563743"/>
                <a:gd name="connsiteY167" fmla="*/ 138259 h 1673131"/>
                <a:gd name="connsiteX168" fmla="*/ 1155459 w 1563743"/>
                <a:gd name="connsiteY168" fmla="*/ 138259 h 1673131"/>
                <a:gd name="connsiteX169" fmla="*/ 1125213 w 1563743"/>
                <a:gd name="connsiteY169" fmla="*/ 116292 h 1673131"/>
                <a:gd name="connsiteX170" fmla="*/ 1248105 w 1563743"/>
                <a:gd name="connsiteY170" fmla="*/ 79042 h 1673131"/>
                <a:gd name="connsiteX171" fmla="*/ 1271664 w 1563743"/>
                <a:gd name="connsiteY171" fmla="*/ 40837 h 1673131"/>
                <a:gd name="connsiteX172" fmla="*/ 1271664 w 1563743"/>
                <a:gd name="connsiteY172" fmla="*/ 40837 h 1673131"/>
                <a:gd name="connsiteX173" fmla="*/ 1310188 w 1563743"/>
                <a:gd name="connsiteY173" fmla="*/ 64079 h 1673131"/>
                <a:gd name="connsiteX174" fmla="*/ 1310188 w 1563743"/>
                <a:gd name="connsiteY174" fmla="*/ 64079 h 1673131"/>
                <a:gd name="connsiteX175" fmla="*/ 1286628 w 1563743"/>
                <a:gd name="connsiteY175" fmla="*/ 102602 h 1673131"/>
                <a:gd name="connsiteX176" fmla="*/ 1286628 w 1563743"/>
                <a:gd name="connsiteY176" fmla="*/ 102602 h 1673131"/>
                <a:gd name="connsiteX177" fmla="*/ 1279305 w 1563743"/>
                <a:gd name="connsiteY177" fmla="*/ 103557 h 1673131"/>
                <a:gd name="connsiteX178" fmla="*/ 1279305 w 1563743"/>
                <a:gd name="connsiteY178" fmla="*/ 103557 h 1673131"/>
                <a:gd name="connsiteX179" fmla="*/ 1248423 w 1563743"/>
                <a:gd name="connsiteY179" fmla="*/ 79042 h 1673131"/>
                <a:gd name="connsiteX180" fmla="*/ 1373225 w 1563743"/>
                <a:gd name="connsiteY180" fmla="*/ 51662 h 1673131"/>
                <a:gd name="connsiteX181" fmla="*/ 1399650 w 1563743"/>
                <a:gd name="connsiteY181" fmla="*/ 15368 h 1673131"/>
                <a:gd name="connsiteX182" fmla="*/ 1399650 w 1563743"/>
                <a:gd name="connsiteY182" fmla="*/ 15368 h 1673131"/>
                <a:gd name="connsiteX183" fmla="*/ 1436263 w 1563743"/>
                <a:gd name="connsiteY183" fmla="*/ 41793 h 1673131"/>
                <a:gd name="connsiteX184" fmla="*/ 1436263 w 1563743"/>
                <a:gd name="connsiteY184" fmla="*/ 41793 h 1673131"/>
                <a:gd name="connsiteX185" fmla="*/ 1409520 w 1563743"/>
                <a:gd name="connsiteY185" fmla="*/ 78405 h 1673131"/>
                <a:gd name="connsiteX186" fmla="*/ 1404744 w 1563743"/>
                <a:gd name="connsiteY186" fmla="*/ 78405 h 1673131"/>
                <a:gd name="connsiteX187" fmla="*/ 1373225 w 1563743"/>
                <a:gd name="connsiteY187" fmla="*/ 51662 h 1673131"/>
                <a:gd name="connsiteX188" fmla="*/ 1500256 w 1563743"/>
                <a:gd name="connsiteY188" fmla="*/ 34470 h 1673131"/>
                <a:gd name="connsiteX189" fmla="*/ 1529546 w 1563743"/>
                <a:gd name="connsiteY189" fmla="*/ 86 h 1673131"/>
                <a:gd name="connsiteX190" fmla="*/ 1529546 w 1563743"/>
                <a:gd name="connsiteY190" fmla="*/ 86 h 1673131"/>
                <a:gd name="connsiteX191" fmla="*/ 1563612 w 1563743"/>
                <a:gd name="connsiteY191" fmla="*/ 29376 h 1673131"/>
                <a:gd name="connsiteX192" fmla="*/ 1563612 w 1563743"/>
                <a:gd name="connsiteY192" fmla="*/ 29376 h 1673131"/>
                <a:gd name="connsiteX193" fmla="*/ 1534640 w 1563743"/>
                <a:gd name="connsiteY193" fmla="*/ 63442 h 1673131"/>
                <a:gd name="connsiteX194" fmla="*/ 1534640 w 1563743"/>
                <a:gd name="connsiteY194" fmla="*/ 63442 h 1673131"/>
                <a:gd name="connsiteX195" fmla="*/ 1532093 w 1563743"/>
                <a:gd name="connsiteY195" fmla="*/ 63760 h 1673131"/>
                <a:gd name="connsiteX196" fmla="*/ 1532093 w 1563743"/>
                <a:gd name="connsiteY196" fmla="*/ 63760 h 1673131"/>
                <a:gd name="connsiteX197" fmla="*/ 1500256 w 1563743"/>
                <a:gd name="connsiteY197" fmla="*/ 34470 h 167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563743" h="1673131">
                  <a:moveTo>
                    <a:pt x="29376" y="1563293"/>
                  </a:moveTo>
                  <a:cubicBezTo>
                    <a:pt x="11866" y="1562020"/>
                    <a:pt x="-1188" y="1546738"/>
                    <a:pt x="86" y="1529228"/>
                  </a:cubicBezTo>
                  <a:lnTo>
                    <a:pt x="86" y="1529228"/>
                  </a:lnTo>
                  <a:cubicBezTo>
                    <a:pt x="1359" y="1511717"/>
                    <a:pt x="16960" y="1498345"/>
                    <a:pt x="34470" y="1499937"/>
                  </a:cubicBezTo>
                  <a:lnTo>
                    <a:pt x="34470" y="1499937"/>
                  </a:lnTo>
                  <a:cubicBezTo>
                    <a:pt x="51980" y="1501211"/>
                    <a:pt x="65034" y="1516493"/>
                    <a:pt x="63760" y="1534003"/>
                  </a:cubicBezTo>
                  <a:lnTo>
                    <a:pt x="63760" y="1534003"/>
                  </a:lnTo>
                  <a:cubicBezTo>
                    <a:pt x="62168" y="1550877"/>
                    <a:pt x="48160" y="1563612"/>
                    <a:pt x="31923" y="1563612"/>
                  </a:cubicBezTo>
                  <a:lnTo>
                    <a:pt x="31923" y="1563612"/>
                  </a:lnTo>
                  <a:cubicBezTo>
                    <a:pt x="31923" y="1563612"/>
                    <a:pt x="30331" y="1563612"/>
                    <a:pt x="29376" y="1563612"/>
                  </a:cubicBezTo>
                  <a:close/>
                  <a:moveTo>
                    <a:pt x="29376" y="1672813"/>
                  </a:moveTo>
                  <a:cubicBezTo>
                    <a:pt x="11866" y="1671540"/>
                    <a:pt x="-1188" y="1656258"/>
                    <a:pt x="86" y="1638748"/>
                  </a:cubicBezTo>
                  <a:lnTo>
                    <a:pt x="86" y="1638748"/>
                  </a:lnTo>
                  <a:cubicBezTo>
                    <a:pt x="1359" y="1621237"/>
                    <a:pt x="16960" y="1607865"/>
                    <a:pt x="34470" y="1609457"/>
                  </a:cubicBezTo>
                  <a:lnTo>
                    <a:pt x="34470" y="1609457"/>
                  </a:lnTo>
                  <a:cubicBezTo>
                    <a:pt x="51980" y="1610731"/>
                    <a:pt x="65034" y="1626013"/>
                    <a:pt x="63760" y="1643523"/>
                  </a:cubicBezTo>
                  <a:lnTo>
                    <a:pt x="63760" y="1643523"/>
                  </a:lnTo>
                  <a:cubicBezTo>
                    <a:pt x="62168" y="1660397"/>
                    <a:pt x="48160" y="1673132"/>
                    <a:pt x="31923" y="1673132"/>
                  </a:cubicBezTo>
                  <a:lnTo>
                    <a:pt x="31923" y="1673132"/>
                  </a:lnTo>
                  <a:cubicBezTo>
                    <a:pt x="31923" y="1673132"/>
                    <a:pt x="30331" y="1673132"/>
                    <a:pt x="29376" y="1673132"/>
                  </a:cubicBezTo>
                  <a:close/>
                  <a:moveTo>
                    <a:pt x="41793" y="1435626"/>
                  </a:moveTo>
                  <a:cubicBezTo>
                    <a:pt x="24600" y="1432761"/>
                    <a:pt x="12502" y="1416524"/>
                    <a:pt x="15368" y="1399332"/>
                  </a:cubicBezTo>
                  <a:lnTo>
                    <a:pt x="15368" y="1399332"/>
                  </a:lnTo>
                  <a:cubicBezTo>
                    <a:pt x="17915" y="1381821"/>
                    <a:pt x="34470" y="1370041"/>
                    <a:pt x="51662" y="1372588"/>
                  </a:cubicBezTo>
                  <a:lnTo>
                    <a:pt x="51662" y="1372588"/>
                  </a:lnTo>
                  <a:cubicBezTo>
                    <a:pt x="69173" y="1375454"/>
                    <a:pt x="80952" y="1391691"/>
                    <a:pt x="78405" y="1409201"/>
                  </a:cubicBezTo>
                  <a:lnTo>
                    <a:pt x="78405" y="1409201"/>
                  </a:lnTo>
                  <a:cubicBezTo>
                    <a:pt x="75858" y="1424801"/>
                    <a:pt x="62168" y="1435944"/>
                    <a:pt x="46887" y="1435944"/>
                  </a:cubicBezTo>
                  <a:lnTo>
                    <a:pt x="46887" y="1435944"/>
                  </a:lnTo>
                  <a:cubicBezTo>
                    <a:pt x="46887" y="1435944"/>
                    <a:pt x="43384" y="1435944"/>
                    <a:pt x="41793" y="1435944"/>
                  </a:cubicBezTo>
                  <a:close/>
                  <a:moveTo>
                    <a:pt x="64397" y="1309232"/>
                  </a:moveTo>
                  <a:cubicBezTo>
                    <a:pt x="47205" y="1305412"/>
                    <a:pt x="36699" y="1288220"/>
                    <a:pt x="40837" y="1271028"/>
                  </a:cubicBezTo>
                  <a:lnTo>
                    <a:pt x="40837" y="1271028"/>
                  </a:lnTo>
                  <a:cubicBezTo>
                    <a:pt x="44976" y="1253836"/>
                    <a:pt x="62168" y="1243329"/>
                    <a:pt x="79042" y="1247468"/>
                  </a:cubicBezTo>
                  <a:lnTo>
                    <a:pt x="79042" y="1247468"/>
                  </a:lnTo>
                  <a:cubicBezTo>
                    <a:pt x="96234" y="1251607"/>
                    <a:pt x="106740" y="1268799"/>
                    <a:pt x="102602" y="1285991"/>
                  </a:cubicBezTo>
                  <a:lnTo>
                    <a:pt x="102602" y="1285991"/>
                  </a:lnTo>
                  <a:cubicBezTo>
                    <a:pt x="99100" y="1300636"/>
                    <a:pt x="86046" y="1310187"/>
                    <a:pt x="71720" y="1310187"/>
                  </a:cubicBezTo>
                  <a:lnTo>
                    <a:pt x="71720" y="1310187"/>
                  </a:lnTo>
                  <a:cubicBezTo>
                    <a:pt x="69173" y="1310187"/>
                    <a:pt x="66626" y="1310187"/>
                    <a:pt x="64397" y="1309232"/>
                  </a:cubicBezTo>
                  <a:close/>
                  <a:moveTo>
                    <a:pt x="96553" y="1185386"/>
                  </a:moveTo>
                  <a:cubicBezTo>
                    <a:pt x="79997" y="1179973"/>
                    <a:pt x="70764" y="1161826"/>
                    <a:pt x="76177" y="1145271"/>
                  </a:cubicBezTo>
                  <a:lnTo>
                    <a:pt x="76177" y="1145271"/>
                  </a:lnTo>
                  <a:cubicBezTo>
                    <a:pt x="81589" y="1128397"/>
                    <a:pt x="99736" y="1119164"/>
                    <a:pt x="116292" y="1124895"/>
                  </a:cubicBezTo>
                  <a:lnTo>
                    <a:pt x="116292" y="1124895"/>
                  </a:lnTo>
                  <a:cubicBezTo>
                    <a:pt x="133165" y="1129989"/>
                    <a:pt x="142080" y="1148136"/>
                    <a:pt x="136667" y="1164691"/>
                  </a:cubicBezTo>
                  <a:lnTo>
                    <a:pt x="136667" y="1164691"/>
                  </a:lnTo>
                  <a:cubicBezTo>
                    <a:pt x="132210" y="1178381"/>
                    <a:pt x="119794" y="1186977"/>
                    <a:pt x="106422" y="1186977"/>
                  </a:cubicBezTo>
                  <a:lnTo>
                    <a:pt x="106422" y="1186977"/>
                  </a:lnTo>
                  <a:cubicBezTo>
                    <a:pt x="103238" y="1186977"/>
                    <a:pt x="99736" y="1186341"/>
                    <a:pt x="96553" y="1185386"/>
                  </a:cubicBezTo>
                  <a:close/>
                  <a:moveTo>
                    <a:pt x="138578" y="1064086"/>
                  </a:moveTo>
                  <a:cubicBezTo>
                    <a:pt x="122341" y="1057400"/>
                    <a:pt x="114700" y="1038934"/>
                    <a:pt x="121386" y="1022697"/>
                  </a:cubicBezTo>
                  <a:lnTo>
                    <a:pt x="121386" y="1022697"/>
                  </a:lnTo>
                  <a:cubicBezTo>
                    <a:pt x="128071" y="1006460"/>
                    <a:pt x="146855" y="998819"/>
                    <a:pt x="163092" y="1005505"/>
                  </a:cubicBezTo>
                  <a:lnTo>
                    <a:pt x="163092" y="1005505"/>
                  </a:lnTo>
                  <a:cubicBezTo>
                    <a:pt x="179329" y="1012191"/>
                    <a:pt x="186970" y="1030657"/>
                    <a:pt x="180284" y="1046894"/>
                  </a:cubicBezTo>
                  <a:lnTo>
                    <a:pt x="180284" y="1046894"/>
                  </a:lnTo>
                  <a:cubicBezTo>
                    <a:pt x="175191" y="1059310"/>
                    <a:pt x="163411" y="1066633"/>
                    <a:pt x="150994" y="1066633"/>
                  </a:cubicBezTo>
                  <a:lnTo>
                    <a:pt x="150994" y="1066633"/>
                  </a:lnTo>
                  <a:cubicBezTo>
                    <a:pt x="146855" y="1066633"/>
                    <a:pt x="142717" y="1065996"/>
                    <a:pt x="138578" y="1064086"/>
                  </a:cubicBezTo>
                  <a:close/>
                  <a:moveTo>
                    <a:pt x="190154" y="946925"/>
                  </a:moveTo>
                  <a:cubicBezTo>
                    <a:pt x="174554" y="938647"/>
                    <a:pt x="168186" y="919545"/>
                    <a:pt x="176146" y="903944"/>
                  </a:cubicBezTo>
                  <a:lnTo>
                    <a:pt x="176146" y="903944"/>
                  </a:lnTo>
                  <a:cubicBezTo>
                    <a:pt x="184423" y="888344"/>
                    <a:pt x="203526" y="881977"/>
                    <a:pt x="219126" y="890254"/>
                  </a:cubicBezTo>
                  <a:lnTo>
                    <a:pt x="219126" y="890254"/>
                  </a:lnTo>
                  <a:cubicBezTo>
                    <a:pt x="234726" y="897895"/>
                    <a:pt x="241094" y="917316"/>
                    <a:pt x="233134" y="932916"/>
                  </a:cubicBezTo>
                  <a:lnTo>
                    <a:pt x="233134" y="932916"/>
                  </a:lnTo>
                  <a:cubicBezTo>
                    <a:pt x="227404" y="944059"/>
                    <a:pt x="216261" y="950427"/>
                    <a:pt x="204481" y="950427"/>
                  </a:cubicBezTo>
                  <a:lnTo>
                    <a:pt x="204481" y="950427"/>
                  </a:lnTo>
                  <a:cubicBezTo>
                    <a:pt x="199705" y="950427"/>
                    <a:pt x="194930" y="949153"/>
                    <a:pt x="190154" y="946925"/>
                  </a:cubicBezTo>
                  <a:close/>
                  <a:moveTo>
                    <a:pt x="250645" y="833903"/>
                  </a:moveTo>
                  <a:cubicBezTo>
                    <a:pt x="235681" y="824670"/>
                    <a:pt x="230906" y="804931"/>
                    <a:pt x="240138" y="789967"/>
                  </a:cubicBezTo>
                  <a:lnTo>
                    <a:pt x="240138" y="789967"/>
                  </a:lnTo>
                  <a:cubicBezTo>
                    <a:pt x="249371" y="775004"/>
                    <a:pt x="269110" y="770228"/>
                    <a:pt x="284074" y="779461"/>
                  </a:cubicBezTo>
                  <a:lnTo>
                    <a:pt x="284074" y="779461"/>
                  </a:lnTo>
                  <a:cubicBezTo>
                    <a:pt x="299037" y="788694"/>
                    <a:pt x="303813" y="808433"/>
                    <a:pt x="294580" y="823396"/>
                  </a:cubicBezTo>
                  <a:lnTo>
                    <a:pt x="294580" y="823396"/>
                  </a:lnTo>
                  <a:cubicBezTo>
                    <a:pt x="288531" y="832947"/>
                    <a:pt x="278025" y="838360"/>
                    <a:pt x="267200" y="838360"/>
                  </a:cubicBezTo>
                  <a:lnTo>
                    <a:pt x="267200" y="838360"/>
                  </a:lnTo>
                  <a:cubicBezTo>
                    <a:pt x="261788" y="838360"/>
                    <a:pt x="256057" y="837086"/>
                    <a:pt x="250645" y="833903"/>
                  </a:cubicBezTo>
                  <a:close/>
                  <a:moveTo>
                    <a:pt x="320050" y="725656"/>
                  </a:moveTo>
                  <a:cubicBezTo>
                    <a:pt x="305723" y="715468"/>
                    <a:pt x="302539" y="695729"/>
                    <a:pt x="313046" y="681402"/>
                  </a:cubicBezTo>
                  <a:lnTo>
                    <a:pt x="313046" y="681402"/>
                  </a:lnTo>
                  <a:cubicBezTo>
                    <a:pt x="323234" y="667076"/>
                    <a:pt x="343291" y="663892"/>
                    <a:pt x="357299" y="674398"/>
                  </a:cubicBezTo>
                  <a:lnTo>
                    <a:pt x="357299" y="674398"/>
                  </a:lnTo>
                  <a:cubicBezTo>
                    <a:pt x="371626" y="684586"/>
                    <a:pt x="374810" y="704643"/>
                    <a:pt x="364622" y="718652"/>
                  </a:cubicBezTo>
                  <a:lnTo>
                    <a:pt x="364622" y="718652"/>
                  </a:lnTo>
                  <a:cubicBezTo>
                    <a:pt x="358255" y="727248"/>
                    <a:pt x="348703" y="732023"/>
                    <a:pt x="338834" y="732023"/>
                  </a:cubicBezTo>
                  <a:lnTo>
                    <a:pt x="338834" y="732023"/>
                  </a:lnTo>
                  <a:cubicBezTo>
                    <a:pt x="332148" y="732023"/>
                    <a:pt x="325781" y="729795"/>
                    <a:pt x="320050" y="725656"/>
                  </a:cubicBezTo>
                  <a:close/>
                  <a:moveTo>
                    <a:pt x="397414" y="623459"/>
                  </a:moveTo>
                  <a:cubicBezTo>
                    <a:pt x="384043" y="612316"/>
                    <a:pt x="382451" y="592258"/>
                    <a:pt x="393912" y="578886"/>
                  </a:cubicBezTo>
                  <a:lnTo>
                    <a:pt x="393912" y="578886"/>
                  </a:lnTo>
                  <a:cubicBezTo>
                    <a:pt x="405374" y="565196"/>
                    <a:pt x="425431" y="563605"/>
                    <a:pt x="438803" y="575066"/>
                  </a:cubicBezTo>
                  <a:lnTo>
                    <a:pt x="438803" y="575066"/>
                  </a:lnTo>
                  <a:cubicBezTo>
                    <a:pt x="452174" y="586527"/>
                    <a:pt x="453766" y="606585"/>
                    <a:pt x="442305" y="619956"/>
                  </a:cubicBezTo>
                  <a:lnTo>
                    <a:pt x="442305" y="619956"/>
                  </a:lnTo>
                  <a:cubicBezTo>
                    <a:pt x="436256" y="627279"/>
                    <a:pt x="427023" y="631100"/>
                    <a:pt x="418109" y="631100"/>
                  </a:cubicBezTo>
                  <a:lnTo>
                    <a:pt x="418109" y="631100"/>
                  </a:lnTo>
                  <a:cubicBezTo>
                    <a:pt x="410786" y="631100"/>
                    <a:pt x="403463" y="628871"/>
                    <a:pt x="397414" y="623459"/>
                  </a:cubicBezTo>
                  <a:close/>
                  <a:moveTo>
                    <a:pt x="482738" y="527629"/>
                  </a:moveTo>
                  <a:cubicBezTo>
                    <a:pt x="470322" y="515530"/>
                    <a:pt x="470322" y="495155"/>
                    <a:pt x="482738" y="482738"/>
                  </a:cubicBezTo>
                  <a:lnTo>
                    <a:pt x="482738" y="482738"/>
                  </a:lnTo>
                  <a:cubicBezTo>
                    <a:pt x="495155" y="470322"/>
                    <a:pt x="515212" y="470322"/>
                    <a:pt x="527629" y="482738"/>
                  </a:cubicBezTo>
                  <a:lnTo>
                    <a:pt x="527629" y="482738"/>
                  </a:lnTo>
                  <a:cubicBezTo>
                    <a:pt x="540045" y="495155"/>
                    <a:pt x="540045" y="515530"/>
                    <a:pt x="527629" y="527629"/>
                  </a:cubicBezTo>
                  <a:lnTo>
                    <a:pt x="527629" y="527629"/>
                  </a:lnTo>
                  <a:cubicBezTo>
                    <a:pt x="521579" y="533996"/>
                    <a:pt x="513302" y="537180"/>
                    <a:pt x="505342" y="537180"/>
                  </a:cubicBezTo>
                  <a:lnTo>
                    <a:pt x="505342" y="537180"/>
                  </a:lnTo>
                  <a:cubicBezTo>
                    <a:pt x="497065" y="537180"/>
                    <a:pt x="489106" y="533996"/>
                    <a:pt x="482738" y="527629"/>
                  </a:cubicBezTo>
                  <a:close/>
                  <a:moveTo>
                    <a:pt x="575066" y="438803"/>
                  </a:moveTo>
                  <a:cubicBezTo>
                    <a:pt x="563605" y="425431"/>
                    <a:pt x="565196" y="405374"/>
                    <a:pt x="578568" y="393912"/>
                  </a:cubicBezTo>
                  <a:lnTo>
                    <a:pt x="578568" y="393912"/>
                  </a:lnTo>
                  <a:cubicBezTo>
                    <a:pt x="591621" y="382451"/>
                    <a:pt x="611679" y="384043"/>
                    <a:pt x="623459" y="397414"/>
                  </a:cubicBezTo>
                  <a:lnTo>
                    <a:pt x="623459" y="397414"/>
                  </a:lnTo>
                  <a:cubicBezTo>
                    <a:pt x="634602" y="410786"/>
                    <a:pt x="633010" y="430843"/>
                    <a:pt x="619956" y="442305"/>
                  </a:cubicBezTo>
                  <a:lnTo>
                    <a:pt x="619956" y="442305"/>
                  </a:lnTo>
                  <a:cubicBezTo>
                    <a:pt x="613907" y="447399"/>
                    <a:pt x="606585" y="449946"/>
                    <a:pt x="599262" y="449946"/>
                  </a:cubicBezTo>
                  <a:lnTo>
                    <a:pt x="599262" y="449946"/>
                  </a:lnTo>
                  <a:cubicBezTo>
                    <a:pt x="590030" y="449946"/>
                    <a:pt x="581115" y="446125"/>
                    <a:pt x="574748" y="438803"/>
                  </a:cubicBezTo>
                  <a:close/>
                  <a:moveTo>
                    <a:pt x="674398" y="357299"/>
                  </a:moveTo>
                  <a:cubicBezTo>
                    <a:pt x="663892" y="343291"/>
                    <a:pt x="667076" y="323234"/>
                    <a:pt x="681402" y="313046"/>
                  </a:cubicBezTo>
                  <a:lnTo>
                    <a:pt x="681402" y="313046"/>
                  </a:lnTo>
                  <a:cubicBezTo>
                    <a:pt x="695411" y="302539"/>
                    <a:pt x="715468" y="305723"/>
                    <a:pt x="725656" y="320050"/>
                  </a:cubicBezTo>
                  <a:lnTo>
                    <a:pt x="725656" y="320050"/>
                  </a:lnTo>
                  <a:cubicBezTo>
                    <a:pt x="736162" y="334058"/>
                    <a:pt x="732979" y="354116"/>
                    <a:pt x="718652" y="364622"/>
                  </a:cubicBezTo>
                  <a:lnTo>
                    <a:pt x="718652" y="364622"/>
                  </a:lnTo>
                  <a:cubicBezTo>
                    <a:pt x="712921" y="368442"/>
                    <a:pt x="706235" y="370671"/>
                    <a:pt x="699868" y="370671"/>
                  </a:cubicBezTo>
                  <a:lnTo>
                    <a:pt x="699868" y="370671"/>
                  </a:lnTo>
                  <a:cubicBezTo>
                    <a:pt x="689998" y="370671"/>
                    <a:pt x="680447" y="365895"/>
                    <a:pt x="674080" y="357299"/>
                  </a:cubicBezTo>
                  <a:close/>
                  <a:moveTo>
                    <a:pt x="779461" y="284074"/>
                  </a:moveTo>
                  <a:cubicBezTo>
                    <a:pt x="770228" y="269110"/>
                    <a:pt x="775004" y="249371"/>
                    <a:pt x="789967" y="240138"/>
                  </a:cubicBezTo>
                  <a:lnTo>
                    <a:pt x="789967" y="240138"/>
                  </a:lnTo>
                  <a:cubicBezTo>
                    <a:pt x="804931" y="230906"/>
                    <a:pt x="824670" y="235681"/>
                    <a:pt x="833903" y="250645"/>
                  </a:cubicBezTo>
                  <a:lnTo>
                    <a:pt x="833903" y="250645"/>
                  </a:lnTo>
                  <a:cubicBezTo>
                    <a:pt x="843135" y="265608"/>
                    <a:pt x="838360" y="285347"/>
                    <a:pt x="823396" y="294580"/>
                  </a:cubicBezTo>
                  <a:lnTo>
                    <a:pt x="823396" y="294580"/>
                  </a:lnTo>
                  <a:cubicBezTo>
                    <a:pt x="818302" y="297764"/>
                    <a:pt x="812572" y="299037"/>
                    <a:pt x="806841" y="299037"/>
                  </a:cubicBezTo>
                  <a:lnTo>
                    <a:pt x="806841" y="299037"/>
                  </a:lnTo>
                  <a:cubicBezTo>
                    <a:pt x="796016" y="299037"/>
                    <a:pt x="785510" y="293625"/>
                    <a:pt x="779461" y="284074"/>
                  </a:cubicBezTo>
                  <a:close/>
                  <a:moveTo>
                    <a:pt x="890254" y="219126"/>
                  </a:moveTo>
                  <a:cubicBezTo>
                    <a:pt x="882295" y="203526"/>
                    <a:pt x="888344" y="184105"/>
                    <a:pt x="903945" y="176146"/>
                  </a:cubicBezTo>
                  <a:lnTo>
                    <a:pt x="903945" y="176146"/>
                  </a:lnTo>
                  <a:cubicBezTo>
                    <a:pt x="919863" y="168186"/>
                    <a:pt x="938965" y="174554"/>
                    <a:pt x="946925" y="190154"/>
                  </a:cubicBezTo>
                  <a:lnTo>
                    <a:pt x="946925" y="190154"/>
                  </a:lnTo>
                  <a:cubicBezTo>
                    <a:pt x="954884" y="205754"/>
                    <a:pt x="948835" y="224857"/>
                    <a:pt x="932916" y="232816"/>
                  </a:cubicBezTo>
                  <a:lnTo>
                    <a:pt x="932916" y="232816"/>
                  </a:lnTo>
                  <a:cubicBezTo>
                    <a:pt x="928141" y="235363"/>
                    <a:pt x="923047" y="236318"/>
                    <a:pt x="918271" y="236318"/>
                  </a:cubicBezTo>
                  <a:lnTo>
                    <a:pt x="918271" y="236318"/>
                  </a:lnTo>
                  <a:cubicBezTo>
                    <a:pt x="906810" y="236318"/>
                    <a:pt x="895667" y="229951"/>
                    <a:pt x="889936" y="219126"/>
                  </a:cubicBezTo>
                  <a:close/>
                  <a:moveTo>
                    <a:pt x="1005505" y="163092"/>
                  </a:moveTo>
                  <a:cubicBezTo>
                    <a:pt x="998819" y="146855"/>
                    <a:pt x="1006460" y="128071"/>
                    <a:pt x="1023016" y="121386"/>
                  </a:cubicBezTo>
                  <a:lnTo>
                    <a:pt x="1023016" y="121386"/>
                  </a:lnTo>
                  <a:cubicBezTo>
                    <a:pt x="1038934" y="114700"/>
                    <a:pt x="1057718" y="122341"/>
                    <a:pt x="1064404" y="138578"/>
                  </a:cubicBezTo>
                  <a:lnTo>
                    <a:pt x="1064404" y="138578"/>
                  </a:lnTo>
                  <a:cubicBezTo>
                    <a:pt x="1071090" y="154815"/>
                    <a:pt x="1063449" y="173599"/>
                    <a:pt x="1047212" y="180284"/>
                  </a:cubicBezTo>
                  <a:lnTo>
                    <a:pt x="1047212" y="180284"/>
                  </a:lnTo>
                  <a:cubicBezTo>
                    <a:pt x="1043073" y="181876"/>
                    <a:pt x="1038934" y="182513"/>
                    <a:pt x="1035114" y="182513"/>
                  </a:cubicBezTo>
                  <a:lnTo>
                    <a:pt x="1035114" y="182513"/>
                  </a:lnTo>
                  <a:cubicBezTo>
                    <a:pt x="1022697" y="182513"/>
                    <a:pt x="1010599" y="175190"/>
                    <a:pt x="1005505" y="163092"/>
                  </a:cubicBezTo>
                  <a:close/>
                  <a:moveTo>
                    <a:pt x="1125213" y="116292"/>
                  </a:moveTo>
                  <a:cubicBezTo>
                    <a:pt x="1119801" y="99418"/>
                    <a:pt x="1129034" y="81589"/>
                    <a:pt x="1145589" y="76177"/>
                  </a:cubicBezTo>
                  <a:lnTo>
                    <a:pt x="1145589" y="76177"/>
                  </a:lnTo>
                  <a:cubicBezTo>
                    <a:pt x="1162463" y="70764"/>
                    <a:pt x="1180292" y="79679"/>
                    <a:pt x="1185704" y="96553"/>
                  </a:cubicBezTo>
                  <a:lnTo>
                    <a:pt x="1185704" y="96553"/>
                  </a:lnTo>
                  <a:cubicBezTo>
                    <a:pt x="1191116" y="113426"/>
                    <a:pt x="1181883" y="131255"/>
                    <a:pt x="1165328" y="136667"/>
                  </a:cubicBezTo>
                  <a:lnTo>
                    <a:pt x="1165328" y="136667"/>
                  </a:lnTo>
                  <a:cubicBezTo>
                    <a:pt x="1162144" y="137623"/>
                    <a:pt x="1158642" y="138259"/>
                    <a:pt x="1155459" y="138259"/>
                  </a:cubicBezTo>
                  <a:lnTo>
                    <a:pt x="1155459" y="138259"/>
                  </a:lnTo>
                  <a:cubicBezTo>
                    <a:pt x="1142087" y="138259"/>
                    <a:pt x="1129670" y="129663"/>
                    <a:pt x="1125213" y="116292"/>
                  </a:cubicBezTo>
                  <a:close/>
                  <a:moveTo>
                    <a:pt x="1248105" y="79042"/>
                  </a:moveTo>
                  <a:cubicBezTo>
                    <a:pt x="1243966" y="61850"/>
                    <a:pt x="1254472" y="44658"/>
                    <a:pt x="1271664" y="40837"/>
                  </a:cubicBezTo>
                  <a:lnTo>
                    <a:pt x="1271664" y="40837"/>
                  </a:lnTo>
                  <a:cubicBezTo>
                    <a:pt x="1288857" y="36699"/>
                    <a:pt x="1306049" y="46887"/>
                    <a:pt x="1310188" y="64079"/>
                  </a:cubicBezTo>
                  <a:lnTo>
                    <a:pt x="1310188" y="64079"/>
                  </a:lnTo>
                  <a:cubicBezTo>
                    <a:pt x="1314326" y="81271"/>
                    <a:pt x="1303820" y="98463"/>
                    <a:pt x="1286628" y="102602"/>
                  </a:cubicBezTo>
                  <a:lnTo>
                    <a:pt x="1286628" y="102602"/>
                  </a:lnTo>
                  <a:cubicBezTo>
                    <a:pt x="1284081" y="103238"/>
                    <a:pt x="1281534" y="103557"/>
                    <a:pt x="1279305" y="103557"/>
                  </a:cubicBezTo>
                  <a:lnTo>
                    <a:pt x="1279305" y="103557"/>
                  </a:lnTo>
                  <a:cubicBezTo>
                    <a:pt x="1264979" y="103557"/>
                    <a:pt x="1251607" y="93687"/>
                    <a:pt x="1248423" y="79042"/>
                  </a:cubicBezTo>
                  <a:close/>
                  <a:moveTo>
                    <a:pt x="1373225" y="51662"/>
                  </a:moveTo>
                  <a:cubicBezTo>
                    <a:pt x="1370360" y="34470"/>
                    <a:pt x="1382458" y="18233"/>
                    <a:pt x="1399650" y="15368"/>
                  </a:cubicBezTo>
                  <a:lnTo>
                    <a:pt x="1399650" y="15368"/>
                  </a:lnTo>
                  <a:cubicBezTo>
                    <a:pt x="1417161" y="12502"/>
                    <a:pt x="1433398" y="24282"/>
                    <a:pt x="1436263" y="41793"/>
                  </a:cubicBezTo>
                  <a:lnTo>
                    <a:pt x="1436263" y="41793"/>
                  </a:lnTo>
                  <a:cubicBezTo>
                    <a:pt x="1438810" y="59303"/>
                    <a:pt x="1427030" y="75540"/>
                    <a:pt x="1409520" y="78405"/>
                  </a:cubicBezTo>
                  <a:lnTo>
                    <a:pt x="1404744" y="78405"/>
                  </a:lnTo>
                  <a:cubicBezTo>
                    <a:pt x="1389144" y="78405"/>
                    <a:pt x="1375772" y="67262"/>
                    <a:pt x="1373225" y="51662"/>
                  </a:cubicBezTo>
                  <a:close/>
                  <a:moveTo>
                    <a:pt x="1500256" y="34470"/>
                  </a:moveTo>
                  <a:cubicBezTo>
                    <a:pt x="1498982" y="16960"/>
                    <a:pt x="1512036" y="1678"/>
                    <a:pt x="1529546" y="86"/>
                  </a:cubicBezTo>
                  <a:lnTo>
                    <a:pt x="1529546" y="86"/>
                  </a:lnTo>
                  <a:cubicBezTo>
                    <a:pt x="1547056" y="-1188"/>
                    <a:pt x="1562338" y="11866"/>
                    <a:pt x="1563612" y="29376"/>
                  </a:cubicBezTo>
                  <a:lnTo>
                    <a:pt x="1563612" y="29376"/>
                  </a:lnTo>
                  <a:cubicBezTo>
                    <a:pt x="1565204" y="46887"/>
                    <a:pt x="1552150" y="62168"/>
                    <a:pt x="1534640" y="63442"/>
                  </a:cubicBezTo>
                  <a:lnTo>
                    <a:pt x="1534640" y="63442"/>
                  </a:lnTo>
                  <a:cubicBezTo>
                    <a:pt x="1534640" y="63442"/>
                    <a:pt x="1533048" y="63760"/>
                    <a:pt x="1532093" y="63760"/>
                  </a:cubicBezTo>
                  <a:lnTo>
                    <a:pt x="1532093" y="63760"/>
                  </a:lnTo>
                  <a:cubicBezTo>
                    <a:pt x="1515538" y="63760"/>
                    <a:pt x="1501529" y="51025"/>
                    <a:pt x="1500256" y="3447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C46FE9-D52E-1F9D-1CB3-5BF319D58F6C}"/>
                </a:ext>
              </a:extLst>
            </p:cNvPr>
            <p:cNvSpPr/>
            <p:nvPr/>
          </p:nvSpPr>
          <p:spPr>
            <a:xfrm>
              <a:off x="5600613" y="2345984"/>
              <a:ext cx="1563060" cy="1563657"/>
            </a:xfrm>
            <a:custGeom>
              <a:avLst/>
              <a:gdLst>
                <a:gd name="connsiteX0" fmla="*/ 1528909 w 1563060"/>
                <a:gd name="connsiteY0" fmla="*/ 1563657 h 1563657"/>
                <a:gd name="connsiteX1" fmla="*/ 1528909 w 1563060"/>
                <a:gd name="connsiteY1" fmla="*/ 1563657 h 1563657"/>
                <a:gd name="connsiteX2" fmla="*/ 1499619 w 1563060"/>
                <a:gd name="connsiteY2" fmla="*/ 1529273 h 1563657"/>
                <a:gd name="connsiteX3" fmla="*/ 1499619 w 1563060"/>
                <a:gd name="connsiteY3" fmla="*/ 1529273 h 1563657"/>
                <a:gd name="connsiteX4" fmla="*/ 1533685 w 1563060"/>
                <a:gd name="connsiteY4" fmla="*/ 1500301 h 1563657"/>
                <a:gd name="connsiteX5" fmla="*/ 1533685 w 1563060"/>
                <a:gd name="connsiteY5" fmla="*/ 1500301 h 1563657"/>
                <a:gd name="connsiteX6" fmla="*/ 1562975 w 1563060"/>
                <a:gd name="connsiteY6" fmla="*/ 1534367 h 1563657"/>
                <a:gd name="connsiteX7" fmla="*/ 1562975 w 1563060"/>
                <a:gd name="connsiteY7" fmla="*/ 1534367 h 1563657"/>
                <a:gd name="connsiteX8" fmla="*/ 1531138 w 1563060"/>
                <a:gd name="connsiteY8" fmla="*/ 1563657 h 1563657"/>
                <a:gd name="connsiteX9" fmla="*/ 1528591 w 1563060"/>
                <a:gd name="connsiteY9" fmla="*/ 1563657 h 1563657"/>
                <a:gd name="connsiteX10" fmla="*/ 1399332 w 1563060"/>
                <a:gd name="connsiteY10" fmla="*/ 1548376 h 1563657"/>
                <a:gd name="connsiteX11" fmla="*/ 1372907 w 1563060"/>
                <a:gd name="connsiteY11" fmla="*/ 1512081 h 1563657"/>
                <a:gd name="connsiteX12" fmla="*/ 1372907 w 1563060"/>
                <a:gd name="connsiteY12" fmla="*/ 1512081 h 1563657"/>
                <a:gd name="connsiteX13" fmla="*/ 1409201 w 1563060"/>
                <a:gd name="connsiteY13" fmla="*/ 1485338 h 1563657"/>
                <a:gd name="connsiteX14" fmla="*/ 1409201 w 1563060"/>
                <a:gd name="connsiteY14" fmla="*/ 1485338 h 1563657"/>
                <a:gd name="connsiteX15" fmla="*/ 1435626 w 1563060"/>
                <a:gd name="connsiteY15" fmla="*/ 1521951 h 1563657"/>
                <a:gd name="connsiteX16" fmla="*/ 1435626 w 1563060"/>
                <a:gd name="connsiteY16" fmla="*/ 1521951 h 1563657"/>
                <a:gd name="connsiteX17" fmla="*/ 1404107 w 1563060"/>
                <a:gd name="connsiteY17" fmla="*/ 1548694 h 1563657"/>
                <a:gd name="connsiteX18" fmla="*/ 1404107 w 1563060"/>
                <a:gd name="connsiteY18" fmla="*/ 1548694 h 1563657"/>
                <a:gd name="connsiteX19" fmla="*/ 1399332 w 1563060"/>
                <a:gd name="connsiteY19" fmla="*/ 1548694 h 1563657"/>
                <a:gd name="connsiteX20" fmla="*/ 1271028 w 1563060"/>
                <a:gd name="connsiteY20" fmla="*/ 1522906 h 1563657"/>
                <a:gd name="connsiteX21" fmla="*/ 1247468 w 1563060"/>
                <a:gd name="connsiteY21" fmla="*/ 1484383 h 1563657"/>
                <a:gd name="connsiteX22" fmla="*/ 1247468 w 1563060"/>
                <a:gd name="connsiteY22" fmla="*/ 1484383 h 1563657"/>
                <a:gd name="connsiteX23" fmla="*/ 1285991 w 1563060"/>
                <a:gd name="connsiteY23" fmla="*/ 1461141 h 1563657"/>
                <a:gd name="connsiteX24" fmla="*/ 1285991 w 1563060"/>
                <a:gd name="connsiteY24" fmla="*/ 1461141 h 1563657"/>
                <a:gd name="connsiteX25" fmla="*/ 1309551 w 1563060"/>
                <a:gd name="connsiteY25" fmla="*/ 1499346 h 1563657"/>
                <a:gd name="connsiteX26" fmla="*/ 1309551 w 1563060"/>
                <a:gd name="connsiteY26" fmla="*/ 1499346 h 1563657"/>
                <a:gd name="connsiteX27" fmla="*/ 1278350 w 1563060"/>
                <a:gd name="connsiteY27" fmla="*/ 1523861 h 1563657"/>
                <a:gd name="connsiteX28" fmla="*/ 1278350 w 1563060"/>
                <a:gd name="connsiteY28" fmla="*/ 1523861 h 1563657"/>
                <a:gd name="connsiteX29" fmla="*/ 1271028 w 1563060"/>
                <a:gd name="connsiteY29" fmla="*/ 1522906 h 1563657"/>
                <a:gd name="connsiteX30" fmla="*/ 1145271 w 1563060"/>
                <a:gd name="connsiteY30" fmla="*/ 1487566 h 1563657"/>
                <a:gd name="connsiteX31" fmla="*/ 1124895 w 1563060"/>
                <a:gd name="connsiteY31" fmla="*/ 1447451 h 1563657"/>
                <a:gd name="connsiteX32" fmla="*/ 1124895 w 1563060"/>
                <a:gd name="connsiteY32" fmla="*/ 1447451 h 1563657"/>
                <a:gd name="connsiteX33" fmla="*/ 1165010 w 1563060"/>
                <a:gd name="connsiteY33" fmla="*/ 1427076 h 1563657"/>
                <a:gd name="connsiteX34" fmla="*/ 1165010 w 1563060"/>
                <a:gd name="connsiteY34" fmla="*/ 1427076 h 1563657"/>
                <a:gd name="connsiteX35" fmla="*/ 1185386 w 1563060"/>
                <a:gd name="connsiteY35" fmla="*/ 1466872 h 1563657"/>
                <a:gd name="connsiteX36" fmla="*/ 1185386 w 1563060"/>
                <a:gd name="connsiteY36" fmla="*/ 1466872 h 1563657"/>
                <a:gd name="connsiteX37" fmla="*/ 1154822 w 1563060"/>
                <a:gd name="connsiteY37" fmla="*/ 1489158 h 1563657"/>
                <a:gd name="connsiteX38" fmla="*/ 1154822 w 1563060"/>
                <a:gd name="connsiteY38" fmla="*/ 1489158 h 1563657"/>
                <a:gd name="connsiteX39" fmla="*/ 1145271 w 1563060"/>
                <a:gd name="connsiteY39" fmla="*/ 1487566 h 1563657"/>
                <a:gd name="connsiteX40" fmla="*/ 1022697 w 1563060"/>
                <a:gd name="connsiteY40" fmla="*/ 1442039 h 1563657"/>
                <a:gd name="connsiteX41" fmla="*/ 1022697 w 1563060"/>
                <a:gd name="connsiteY41" fmla="*/ 1442039 h 1563657"/>
                <a:gd name="connsiteX42" fmla="*/ 1005505 w 1563060"/>
                <a:gd name="connsiteY42" fmla="*/ 1400651 h 1563657"/>
                <a:gd name="connsiteX43" fmla="*/ 1005505 w 1563060"/>
                <a:gd name="connsiteY43" fmla="*/ 1400651 h 1563657"/>
                <a:gd name="connsiteX44" fmla="*/ 1047212 w 1563060"/>
                <a:gd name="connsiteY44" fmla="*/ 1383459 h 1563657"/>
                <a:gd name="connsiteX45" fmla="*/ 1047212 w 1563060"/>
                <a:gd name="connsiteY45" fmla="*/ 1383459 h 1563657"/>
                <a:gd name="connsiteX46" fmla="*/ 1064404 w 1563060"/>
                <a:gd name="connsiteY46" fmla="*/ 1425166 h 1563657"/>
                <a:gd name="connsiteX47" fmla="*/ 1064404 w 1563060"/>
                <a:gd name="connsiteY47" fmla="*/ 1425166 h 1563657"/>
                <a:gd name="connsiteX48" fmla="*/ 1035114 w 1563060"/>
                <a:gd name="connsiteY48" fmla="*/ 1444586 h 1563657"/>
                <a:gd name="connsiteX49" fmla="*/ 1035114 w 1563060"/>
                <a:gd name="connsiteY49" fmla="*/ 1444586 h 1563657"/>
                <a:gd name="connsiteX50" fmla="*/ 1023016 w 1563060"/>
                <a:gd name="connsiteY50" fmla="*/ 1442039 h 1563657"/>
                <a:gd name="connsiteX51" fmla="*/ 903945 w 1563060"/>
                <a:gd name="connsiteY51" fmla="*/ 1387598 h 1563657"/>
                <a:gd name="connsiteX52" fmla="*/ 889936 w 1563060"/>
                <a:gd name="connsiteY52" fmla="*/ 1344617 h 1563657"/>
                <a:gd name="connsiteX53" fmla="*/ 889936 w 1563060"/>
                <a:gd name="connsiteY53" fmla="*/ 1344617 h 1563657"/>
                <a:gd name="connsiteX54" fmla="*/ 932916 w 1563060"/>
                <a:gd name="connsiteY54" fmla="*/ 1330609 h 1563657"/>
                <a:gd name="connsiteX55" fmla="*/ 932916 w 1563060"/>
                <a:gd name="connsiteY55" fmla="*/ 1330609 h 1563657"/>
                <a:gd name="connsiteX56" fmla="*/ 946606 w 1563060"/>
                <a:gd name="connsiteY56" fmla="*/ 1373589 h 1563657"/>
                <a:gd name="connsiteX57" fmla="*/ 946606 w 1563060"/>
                <a:gd name="connsiteY57" fmla="*/ 1373589 h 1563657"/>
                <a:gd name="connsiteX58" fmla="*/ 918271 w 1563060"/>
                <a:gd name="connsiteY58" fmla="*/ 1390781 h 1563657"/>
                <a:gd name="connsiteX59" fmla="*/ 918271 w 1563060"/>
                <a:gd name="connsiteY59" fmla="*/ 1390781 h 1563657"/>
                <a:gd name="connsiteX60" fmla="*/ 903945 w 1563060"/>
                <a:gd name="connsiteY60" fmla="*/ 1387598 h 1563657"/>
                <a:gd name="connsiteX61" fmla="*/ 789967 w 1563060"/>
                <a:gd name="connsiteY61" fmla="*/ 1323605 h 1563657"/>
                <a:gd name="connsiteX62" fmla="*/ 779461 w 1563060"/>
                <a:gd name="connsiteY62" fmla="*/ 1279669 h 1563657"/>
                <a:gd name="connsiteX63" fmla="*/ 779461 w 1563060"/>
                <a:gd name="connsiteY63" fmla="*/ 1279669 h 1563657"/>
                <a:gd name="connsiteX64" fmla="*/ 823396 w 1563060"/>
                <a:gd name="connsiteY64" fmla="*/ 1269163 h 1563657"/>
                <a:gd name="connsiteX65" fmla="*/ 823396 w 1563060"/>
                <a:gd name="connsiteY65" fmla="*/ 1269163 h 1563657"/>
                <a:gd name="connsiteX66" fmla="*/ 833903 w 1563060"/>
                <a:gd name="connsiteY66" fmla="*/ 1312780 h 1563657"/>
                <a:gd name="connsiteX67" fmla="*/ 833903 w 1563060"/>
                <a:gd name="connsiteY67" fmla="*/ 1312780 h 1563657"/>
                <a:gd name="connsiteX68" fmla="*/ 806523 w 1563060"/>
                <a:gd name="connsiteY68" fmla="*/ 1328062 h 1563657"/>
                <a:gd name="connsiteX69" fmla="*/ 806523 w 1563060"/>
                <a:gd name="connsiteY69" fmla="*/ 1328062 h 1563657"/>
                <a:gd name="connsiteX70" fmla="*/ 789967 w 1563060"/>
                <a:gd name="connsiteY70" fmla="*/ 1323605 h 1563657"/>
                <a:gd name="connsiteX71" fmla="*/ 681402 w 1563060"/>
                <a:gd name="connsiteY71" fmla="*/ 1250697 h 1563657"/>
                <a:gd name="connsiteX72" fmla="*/ 674398 w 1563060"/>
                <a:gd name="connsiteY72" fmla="*/ 1206444 h 1563657"/>
                <a:gd name="connsiteX73" fmla="*/ 674398 w 1563060"/>
                <a:gd name="connsiteY73" fmla="*/ 1206444 h 1563657"/>
                <a:gd name="connsiteX74" fmla="*/ 718652 w 1563060"/>
                <a:gd name="connsiteY74" fmla="*/ 1199121 h 1563657"/>
                <a:gd name="connsiteX75" fmla="*/ 718652 w 1563060"/>
                <a:gd name="connsiteY75" fmla="*/ 1199121 h 1563657"/>
                <a:gd name="connsiteX76" fmla="*/ 725656 w 1563060"/>
                <a:gd name="connsiteY76" fmla="*/ 1243693 h 1563657"/>
                <a:gd name="connsiteX77" fmla="*/ 725656 w 1563060"/>
                <a:gd name="connsiteY77" fmla="*/ 1243693 h 1563657"/>
                <a:gd name="connsiteX78" fmla="*/ 700186 w 1563060"/>
                <a:gd name="connsiteY78" fmla="*/ 1256747 h 1563657"/>
                <a:gd name="connsiteX79" fmla="*/ 700186 w 1563060"/>
                <a:gd name="connsiteY79" fmla="*/ 1256747 h 1563657"/>
                <a:gd name="connsiteX80" fmla="*/ 681402 w 1563060"/>
                <a:gd name="connsiteY80" fmla="*/ 1250697 h 1563657"/>
                <a:gd name="connsiteX81" fmla="*/ 578568 w 1563060"/>
                <a:gd name="connsiteY81" fmla="*/ 1169831 h 1563657"/>
                <a:gd name="connsiteX82" fmla="*/ 575066 w 1563060"/>
                <a:gd name="connsiteY82" fmla="*/ 1124941 h 1563657"/>
                <a:gd name="connsiteX83" fmla="*/ 575066 w 1563060"/>
                <a:gd name="connsiteY83" fmla="*/ 1124941 h 1563657"/>
                <a:gd name="connsiteX84" fmla="*/ 620275 w 1563060"/>
                <a:gd name="connsiteY84" fmla="*/ 1121438 h 1563657"/>
                <a:gd name="connsiteX85" fmla="*/ 620275 w 1563060"/>
                <a:gd name="connsiteY85" fmla="*/ 1121438 h 1563657"/>
                <a:gd name="connsiteX86" fmla="*/ 623777 w 1563060"/>
                <a:gd name="connsiteY86" fmla="*/ 1166011 h 1563657"/>
                <a:gd name="connsiteX87" fmla="*/ 623777 w 1563060"/>
                <a:gd name="connsiteY87" fmla="*/ 1166011 h 1563657"/>
                <a:gd name="connsiteX88" fmla="*/ 599581 w 1563060"/>
                <a:gd name="connsiteY88" fmla="*/ 1177154 h 1563657"/>
                <a:gd name="connsiteX89" fmla="*/ 599581 w 1563060"/>
                <a:gd name="connsiteY89" fmla="*/ 1177154 h 1563657"/>
                <a:gd name="connsiteX90" fmla="*/ 578887 w 1563060"/>
                <a:gd name="connsiteY90" fmla="*/ 1169831 h 1563657"/>
                <a:gd name="connsiteX91" fmla="*/ 482738 w 1563060"/>
                <a:gd name="connsiteY91" fmla="*/ 1081005 h 1563657"/>
                <a:gd name="connsiteX92" fmla="*/ 482738 w 1563060"/>
                <a:gd name="connsiteY92" fmla="*/ 1035796 h 1563657"/>
                <a:gd name="connsiteX93" fmla="*/ 482738 w 1563060"/>
                <a:gd name="connsiteY93" fmla="*/ 1035796 h 1563657"/>
                <a:gd name="connsiteX94" fmla="*/ 527629 w 1563060"/>
                <a:gd name="connsiteY94" fmla="*/ 1035796 h 1563657"/>
                <a:gd name="connsiteX95" fmla="*/ 527629 w 1563060"/>
                <a:gd name="connsiteY95" fmla="*/ 1035796 h 1563657"/>
                <a:gd name="connsiteX96" fmla="*/ 527629 w 1563060"/>
                <a:gd name="connsiteY96" fmla="*/ 1081005 h 1563657"/>
                <a:gd name="connsiteX97" fmla="*/ 527629 w 1563060"/>
                <a:gd name="connsiteY97" fmla="*/ 1081005 h 1563657"/>
                <a:gd name="connsiteX98" fmla="*/ 505342 w 1563060"/>
                <a:gd name="connsiteY98" fmla="*/ 1090238 h 1563657"/>
                <a:gd name="connsiteX99" fmla="*/ 505342 w 1563060"/>
                <a:gd name="connsiteY99" fmla="*/ 1090238 h 1563657"/>
                <a:gd name="connsiteX100" fmla="*/ 482738 w 1563060"/>
                <a:gd name="connsiteY100" fmla="*/ 1081005 h 1563657"/>
                <a:gd name="connsiteX101" fmla="*/ 393912 w 1563060"/>
                <a:gd name="connsiteY101" fmla="*/ 984857 h 1563657"/>
                <a:gd name="connsiteX102" fmla="*/ 397414 w 1563060"/>
                <a:gd name="connsiteY102" fmla="*/ 939966 h 1563657"/>
                <a:gd name="connsiteX103" fmla="*/ 397414 w 1563060"/>
                <a:gd name="connsiteY103" fmla="*/ 939966 h 1563657"/>
                <a:gd name="connsiteX104" fmla="*/ 442305 w 1563060"/>
                <a:gd name="connsiteY104" fmla="*/ 943468 h 1563657"/>
                <a:gd name="connsiteX105" fmla="*/ 442305 w 1563060"/>
                <a:gd name="connsiteY105" fmla="*/ 943468 h 1563657"/>
                <a:gd name="connsiteX106" fmla="*/ 438803 w 1563060"/>
                <a:gd name="connsiteY106" fmla="*/ 988359 h 1563657"/>
                <a:gd name="connsiteX107" fmla="*/ 438803 w 1563060"/>
                <a:gd name="connsiteY107" fmla="*/ 988359 h 1563657"/>
                <a:gd name="connsiteX108" fmla="*/ 418109 w 1563060"/>
                <a:gd name="connsiteY108" fmla="*/ 996000 h 1563657"/>
                <a:gd name="connsiteX109" fmla="*/ 418109 w 1563060"/>
                <a:gd name="connsiteY109" fmla="*/ 996000 h 1563657"/>
                <a:gd name="connsiteX110" fmla="*/ 393912 w 1563060"/>
                <a:gd name="connsiteY110" fmla="*/ 984857 h 1563657"/>
                <a:gd name="connsiteX111" fmla="*/ 313046 w 1563060"/>
                <a:gd name="connsiteY111" fmla="*/ 882341 h 1563657"/>
                <a:gd name="connsiteX112" fmla="*/ 313046 w 1563060"/>
                <a:gd name="connsiteY112" fmla="*/ 882341 h 1563657"/>
                <a:gd name="connsiteX113" fmla="*/ 320050 w 1563060"/>
                <a:gd name="connsiteY113" fmla="*/ 837769 h 1563657"/>
                <a:gd name="connsiteX114" fmla="*/ 320050 w 1563060"/>
                <a:gd name="connsiteY114" fmla="*/ 837769 h 1563657"/>
                <a:gd name="connsiteX115" fmla="*/ 364304 w 1563060"/>
                <a:gd name="connsiteY115" fmla="*/ 844773 h 1563657"/>
                <a:gd name="connsiteX116" fmla="*/ 364304 w 1563060"/>
                <a:gd name="connsiteY116" fmla="*/ 844773 h 1563657"/>
                <a:gd name="connsiteX117" fmla="*/ 357299 w 1563060"/>
                <a:gd name="connsiteY117" fmla="*/ 889345 h 1563657"/>
                <a:gd name="connsiteX118" fmla="*/ 357299 w 1563060"/>
                <a:gd name="connsiteY118" fmla="*/ 889345 h 1563657"/>
                <a:gd name="connsiteX119" fmla="*/ 338515 w 1563060"/>
                <a:gd name="connsiteY119" fmla="*/ 895394 h 1563657"/>
                <a:gd name="connsiteX120" fmla="*/ 338515 w 1563060"/>
                <a:gd name="connsiteY120" fmla="*/ 895394 h 1563657"/>
                <a:gd name="connsiteX121" fmla="*/ 313046 w 1563060"/>
                <a:gd name="connsiteY121" fmla="*/ 882341 h 1563657"/>
                <a:gd name="connsiteX122" fmla="*/ 240138 w 1563060"/>
                <a:gd name="connsiteY122" fmla="*/ 773776 h 1563657"/>
                <a:gd name="connsiteX123" fmla="*/ 250645 w 1563060"/>
                <a:gd name="connsiteY123" fmla="*/ 729840 h 1563657"/>
                <a:gd name="connsiteX124" fmla="*/ 250645 w 1563060"/>
                <a:gd name="connsiteY124" fmla="*/ 729840 h 1563657"/>
                <a:gd name="connsiteX125" fmla="*/ 294262 w 1563060"/>
                <a:gd name="connsiteY125" fmla="*/ 740347 h 1563657"/>
                <a:gd name="connsiteX126" fmla="*/ 294580 w 1563060"/>
                <a:gd name="connsiteY126" fmla="*/ 740347 h 1563657"/>
                <a:gd name="connsiteX127" fmla="*/ 284074 w 1563060"/>
                <a:gd name="connsiteY127" fmla="*/ 784282 h 1563657"/>
                <a:gd name="connsiteX128" fmla="*/ 284074 w 1563060"/>
                <a:gd name="connsiteY128" fmla="*/ 784282 h 1563657"/>
                <a:gd name="connsiteX129" fmla="*/ 267200 w 1563060"/>
                <a:gd name="connsiteY129" fmla="*/ 788740 h 1563657"/>
                <a:gd name="connsiteX130" fmla="*/ 267200 w 1563060"/>
                <a:gd name="connsiteY130" fmla="*/ 788740 h 1563657"/>
                <a:gd name="connsiteX131" fmla="*/ 240138 w 1563060"/>
                <a:gd name="connsiteY131" fmla="*/ 773776 h 1563657"/>
                <a:gd name="connsiteX132" fmla="*/ 176146 w 1563060"/>
                <a:gd name="connsiteY132" fmla="*/ 659480 h 1563657"/>
                <a:gd name="connsiteX133" fmla="*/ 190154 w 1563060"/>
                <a:gd name="connsiteY133" fmla="*/ 616819 h 1563657"/>
                <a:gd name="connsiteX134" fmla="*/ 190154 w 1563060"/>
                <a:gd name="connsiteY134" fmla="*/ 616819 h 1563657"/>
                <a:gd name="connsiteX135" fmla="*/ 232816 w 1563060"/>
                <a:gd name="connsiteY135" fmla="*/ 630827 h 1563657"/>
                <a:gd name="connsiteX136" fmla="*/ 232816 w 1563060"/>
                <a:gd name="connsiteY136" fmla="*/ 630827 h 1563657"/>
                <a:gd name="connsiteX137" fmla="*/ 218807 w 1563060"/>
                <a:gd name="connsiteY137" fmla="*/ 673489 h 1563657"/>
                <a:gd name="connsiteX138" fmla="*/ 218807 w 1563060"/>
                <a:gd name="connsiteY138" fmla="*/ 673489 h 1563657"/>
                <a:gd name="connsiteX139" fmla="*/ 204162 w 1563060"/>
                <a:gd name="connsiteY139" fmla="*/ 676991 h 1563657"/>
                <a:gd name="connsiteX140" fmla="*/ 204162 w 1563060"/>
                <a:gd name="connsiteY140" fmla="*/ 676991 h 1563657"/>
                <a:gd name="connsiteX141" fmla="*/ 175827 w 1563060"/>
                <a:gd name="connsiteY141" fmla="*/ 659480 h 1563657"/>
                <a:gd name="connsiteX142" fmla="*/ 121386 w 1563060"/>
                <a:gd name="connsiteY142" fmla="*/ 540728 h 1563657"/>
                <a:gd name="connsiteX143" fmla="*/ 138578 w 1563060"/>
                <a:gd name="connsiteY143" fmla="*/ 499339 h 1563657"/>
                <a:gd name="connsiteX144" fmla="*/ 138578 w 1563060"/>
                <a:gd name="connsiteY144" fmla="*/ 499339 h 1563657"/>
                <a:gd name="connsiteX145" fmla="*/ 180284 w 1563060"/>
                <a:gd name="connsiteY145" fmla="*/ 516531 h 1563657"/>
                <a:gd name="connsiteX146" fmla="*/ 180284 w 1563060"/>
                <a:gd name="connsiteY146" fmla="*/ 516531 h 1563657"/>
                <a:gd name="connsiteX147" fmla="*/ 163092 w 1563060"/>
                <a:gd name="connsiteY147" fmla="*/ 557920 h 1563657"/>
                <a:gd name="connsiteX148" fmla="*/ 163092 w 1563060"/>
                <a:gd name="connsiteY148" fmla="*/ 557920 h 1563657"/>
                <a:gd name="connsiteX149" fmla="*/ 150676 w 1563060"/>
                <a:gd name="connsiteY149" fmla="*/ 560466 h 1563657"/>
                <a:gd name="connsiteX150" fmla="*/ 150676 w 1563060"/>
                <a:gd name="connsiteY150" fmla="*/ 560466 h 1563657"/>
                <a:gd name="connsiteX151" fmla="*/ 121386 w 1563060"/>
                <a:gd name="connsiteY151" fmla="*/ 540728 h 1563657"/>
                <a:gd name="connsiteX152" fmla="*/ 75858 w 1563060"/>
                <a:gd name="connsiteY152" fmla="*/ 418154 h 1563657"/>
                <a:gd name="connsiteX153" fmla="*/ 96553 w 1563060"/>
                <a:gd name="connsiteY153" fmla="*/ 378039 h 1563657"/>
                <a:gd name="connsiteX154" fmla="*/ 96553 w 1563060"/>
                <a:gd name="connsiteY154" fmla="*/ 378039 h 1563657"/>
                <a:gd name="connsiteX155" fmla="*/ 136667 w 1563060"/>
                <a:gd name="connsiteY155" fmla="*/ 398415 h 1563657"/>
                <a:gd name="connsiteX156" fmla="*/ 136667 w 1563060"/>
                <a:gd name="connsiteY156" fmla="*/ 398415 h 1563657"/>
                <a:gd name="connsiteX157" fmla="*/ 116292 w 1563060"/>
                <a:gd name="connsiteY157" fmla="*/ 438530 h 1563657"/>
                <a:gd name="connsiteX158" fmla="*/ 116292 w 1563060"/>
                <a:gd name="connsiteY158" fmla="*/ 438530 h 1563657"/>
                <a:gd name="connsiteX159" fmla="*/ 106422 w 1563060"/>
                <a:gd name="connsiteY159" fmla="*/ 440122 h 1563657"/>
                <a:gd name="connsiteX160" fmla="*/ 106422 w 1563060"/>
                <a:gd name="connsiteY160" fmla="*/ 440122 h 1563657"/>
                <a:gd name="connsiteX161" fmla="*/ 75858 w 1563060"/>
                <a:gd name="connsiteY161" fmla="*/ 418154 h 1563657"/>
                <a:gd name="connsiteX162" fmla="*/ 40519 w 1563060"/>
                <a:gd name="connsiteY162" fmla="*/ 292397 h 1563657"/>
                <a:gd name="connsiteX163" fmla="*/ 64079 w 1563060"/>
                <a:gd name="connsiteY163" fmla="*/ 253874 h 1563657"/>
                <a:gd name="connsiteX164" fmla="*/ 64079 w 1563060"/>
                <a:gd name="connsiteY164" fmla="*/ 253874 h 1563657"/>
                <a:gd name="connsiteX165" fmla="*/ 102602 w 1563060"/>
                <a:gd name="connsiteY165" fmla="*/ 277434 h 1563657"/>
                <a:gd name="connsiteX166" fmla="*/ 102602 w 1563060"/>
                <a:gd name="connsiteY166" fmla="*/ 277434 h 1563657"/>
                <a:gd name="connsiteX167" fmla="*/ 79042 w 1563060"/>
                <a:gd name="connsiteY167" fmla="*/ 315638 h 1563657"/>
                <a:gd name="connsiteX168" fmla="*/ 79042 w 1563060"/>
                <a:gd name="connsiteY168" fmla="*/ 315638 h 1563657"/>
                <a:gd name="connsiteX169" fmla="*/ 71720 w 1563060"/>
                <a:gd name="connsiteY169" fmla="*/ 316594 h 1563657"/>
                <a:gd name="connsiteX170" fmla="*/ 71720 w 1563060"/>
                <a:gd name="connsiteY170" fmla="*/ 316594 h 1563657"/>
                <a:gd name="connsiteX171" fmla="*/ 40519 w 1563060"/>
                <a:gd name="connsiteY171" fmla="*/ 292397 h 1563657"/>
                <a:gd name="connsiteX172" fmla="*/ 15368 w 1563060"/>
                <a:gd name="connsiteY172" fmla="*/ 164093 h 1563657"/>
                <a:gd name="connsiteX173" fmla="*/ 41793 w 1563060"/>
                <a:gd name="connsiteY173" fmla="*/ 127480 h 1563657"/>
                <a:gd name="connsiteX174" fmla="*/ 41793 w 1563060"/>
                <a:gd name="connsiteY174" fmla="*/ 127480 h 1563657"/>
                <a:gd name="connsiteX175" fmla="*/ 78087 w 1563060"/>
                <a:gd name="connsiteY175" fmla="*/ 153905 h 1563657"/>
                <a:gd name="connsiteX176" fmla="*/ 78087 w 1563060"/>
                <a:gd name="connsiteY176" fmla="*/ 153905 h 1563657"/>
                <a:gd name="connsiteX177" fmla="*/ 51662 w 1563060"/>
                <a:gd name="connsiteY177" fmla="*/ 190518 h 1563657"/>
                <a:gd name="connsiteX178" fmla="*/ 51662 w 1563060"/>
                <a:gd name="connsiteY178" fmla="*/ 190518 h 1563657"/>
                <a:gd name="connsiteX179" fmla="*/ 46887 w 1563060"/>
                <a:gd name="connsiteY179" fmla="*/ 190836 h 1563657"/>
                <a:gd name="connsiteX180" fmla="*/ 46887 w 1563060"/>
                <a:gd name="connsiteY180" fmla="*/ 190836 h 1563657"/>
                <a:gd name="connsiteX181" fmla="*/ 15368 w 1563060"/>
                <a:gd name="connsiteY181" fmla="*/ 164093 h 1563657"/>
                <a:gd name="connsiteX182" fmla="*/ 86 w 1563060"/>
                <a:gd name="connsiteY182" fmla="*/ 34197 h 1563657"/>
                <a:gd name="connsiteX183" fmla="*/ 86 w 1563060"/>
                <a:gd name="connsiteY183" fmla="*/ 34197 h 1563657"/>
                <a:gd name="connsiteX184" fmla="*/ 29376 w 1563060"/>
                <a:gd name="connsiteY184" fmla="*/ 131 h 1563657"/>
                <a:gd name="connsiteX185" fmla="*/ 29376 w 1563060"/>
                <a:gd name="connsiteY185" fmla="*/ 131 h 1563657"/>
                <a:gd name="connsiteX186" fmla="*/ 63442 w 1563060"/>
                <a:gd name="connsiteY186" fmla="*/ 29103 h 1563657"/>
                <a:gd name="connsiteX187" fmla="*/ 63760 w 1563060"/>
                <a:gd name="connsiteY187" fmla="*/ 29103 h 1563657"/>
                <a:gd name="connsiteX188" fmla="*/ 34470 w 1563060"/>
                <a:gd name="connsiteY188" fmla="*/ 63488 h 1563657"/>
                <a:gd name="connsiteX189" fmla="*/ 31923 w 1563060"/>
                <a:gd name="connsiteY189" fmla="*/ 63488 h 1563657"/>
                <a:gd name="connsiteX190" fmla="*/ 86 w 1563060"/>
                <a:gd name="connsiteY190" fmla="*/ 34197 h 156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1563060" h="1563657">
                  <a:moveTo>
                    <a:pt x="1528909" y="1563657"/>
                  </a:moveTo>
                  <a:lnTo>
                    <a:pt x="1528909" y="1563657"/>
                  </a:lnTo>
                  <a:cubicBezTo>
                    <a:pt x="1511080" y="1562065"/>
                    <a:pt x="1498027" y="1546784"/>
                    <a:pt x="1499619" y="1529273"/>
                  </a:cubicBezTo>
                  <a:lnTo>
                    <a:pt x="1499619" y="1529273"/>
                  </a:lnTo>
                  <a:cubicBezTo>
                    <a:pt x="1500892" y="1511763"/>
                    <a:pt x="1516174" y="1498709"/>
                    <a:pt x="1533685" y="1500301"/>
                  </a:cubicBezTo>
                  <a:lnTo>
                    <a:pt x="1533685" y="1500301"/>
                  </a:lnTo>
                  <a:cubicBezTo>
                    <a:pt x="1551195" y="1501575"/>
                    <a:pt x="1564249" y="1516857"/>
                    <a:pt x="1562975" y="1534367"/>
                  </a:cubicBezTo>
                  <a:lnTo>
                    <a:pt x="1562975" y="1534367"/>
                  </a:lnTo>
                  <a:cubicBezTo>
                    <a:pt x="1561702" y="1550922"/>
                    <a:pt x="1547693" y="1563657"/>
                    <a:pt x="1531138" y="1563657"/>
                  </a:cubicBezTo>
                  <a:lnTo>
                    <a:pt x="1528591" y="1563657"/>
                  </a:lnTo>
                  <a:close/>
                  <a:moveTo>
                    <a:pt x="1399332" y="1548376"/>
                  </a:moveTo>
                  <a:cubicBezTo>
                    <a:pt x="1381821" y="1545510"/>
                    <a:pt x="1370041" y="1529273"/>
                    <a:pt x="1372907" y="1512081"/>
                  </a:cubicBezTo>
                  <a:lnTo>
                    <a:pt x="1372907" y="1512081"/>
                  </a:lnTo>
                  <a:cubicBezTo>
                    <a:pt x="1375454" y="1494571"/>
                    <a:pt x="1391691" y="1482791"/>
                    <a:pt x="1409201" y="1485338"/>
                  </a:cubicBezTo>
                  <a:lnTo>
                    <a:pt x="1409201" y="1485338"/>
                  </a:lnTo>
                  <a:cubicBezTo>
                    <a:pt x="1426393" y="1488203"/>
                    <a:pt x="1438173" y="1504440"/>
                    <a:pt x="1435626" y="1521951"/>
                  </a:cubicBezTo>
                  <a:lnTo>
                    <a:pt x="1435626" y="1521951"/>
                  </a:lnTo>
                  <a:cubicBezTo>
                    <a:pt x="1433079" y="1537551"/>
                    <a:pt x="1419708" y="1548694"/>
                    <a:pt x="1404107" y="1548694"/>
                  </a:cubicBezTo>
                  <a:lnTo>
                    <a:pt x="1404107" y="1548694"/>
                  </a:lnTo>
                  <a:cubicBezTo>
                    <a:pt x="1404107" y="1548694"/>
                    <a:pt x="1400924" y="1548694"/>
                    <a:pt x="1399332" y="1548694"/>
                  </a:cubicBezTo>
                  <a:close/>
                  <a:moveTo>
                    <a:pt x="1271028" y="1522906"/>
                  </a:moveTo>
                  <a:cubicBezTo>
                    <a:pt x="1253836" y="1518767"/>
                    <a:pt x="1243329" y="1501575"/>
                    <a:pt x="1247468" y="1484383"/>
                  </a:cubicBezTo>
                  <a:lnTo>
                    <a:pt x="1247468" y="1484383"/>
                  </a:lnTo>
                  <a:cubicBezTo>
                    <a:pt x="1251607" y="1467509"/>
                    <a:pt x="1268799" y="1457003"/>
                    <a:pt x="1285991" y="1461141"/>
                  </a:cubicBezTo>
                  <a:lnTo>
                    <a:pt x="1285991" y="1461141"/>
                  </a:lnTo>
                  <a:cubicBezTo>
                    <a:pt x="1302865" y="1464962"/>
                    <a:pt x="1313371" y="1482154"/>
                    <a:pt x="1309551" y="1499346"/>
                  </a:cubicBezTo>
                  <a:lnTo>
                    <a:pt x="1309551" y="1499346"/>
                  </a:lnTo>
                  <a:cubicBezTo>
                    <a:pt x="1306049" y="1513991"/>
                    <a:pt x="1292995" y="1523861"/>
                    <a:pt x="1278350" y="1523861"/>
                  </a:cubicBezTo>
                  <a:lnTo>
                    <a:pt x="1278350" y="1523861"/>
                  </a:lnTo>
                  <a:cubicBezTo>
                    <a:pt x="1276122" y="1523861"/>
                    <a:pt x="1273575" y="1523542"/>
                    <a:pt x="1271028" y="1522906"/>
                  </a:cubicBezTo>
                  <a:close/>
                  <a:moveTo>
                    <a:pt x="1145271" y="1487566"/>
                  </a:moveTo>
                  <a:cubicBezTo>
                    <a:pt x="1128397" y="1482154"/>
                    <a:pt x="1119164" y="1464007"/>
                    <a:pt x="1124895" y="1447451"/>
                  </a:cubicBezTo>
                  <a:lnTo>
                    <a:pt x="1124895" y="1447451"/>
                  </a:lnTo>
                  <a:cubicBezTo>
                    <a:pt x="1129989" y="1430578"/>
                    <a:pt x="1148136" y="1421345"/>
                    <a:pt x="1165010" y="1427076"/>
                  </a:cubicBezTo>
                  <a:lnTo>
                    <a:pt x="1165010" y="1427076"/>
                  </a:lnTo>
                  <a:cubicBezTo>
                    <a:pt x="1181565" y="1432170"/>
                    <a:pt x="1190798" y="1450317"/>
                    <a:pt x="1185386" y="1466872"/>
                  </a:cubicBezTo>
                  <a:lnTo>
                    <a:pt x="1185386" y="1466872"/>
                  </a:lnTo>
                  <a:cubicBezTo>
                    <a:pt x="1180928" y="1480562"/>
                    <a:pt x="1168193" y="1489158"/>
                    <a:pt x="1154822" y="1489158"/>
                  </a:cubicBezTo>
                  <a:lnTo>
                    <a:pt x="1154822" y="1489158"/>
                  </a:lnTo>
                  <a:cubicBezTo>
                    <a:pt x="1151638" y="1489158"/>
                    <a:pt x="1148454" y="1488522"/>
                    <a:pt x="1145271" y="1487566"/>
                  </a:cubicBezTo>
                  <a:close/>
                  <a:moveTo>
                    <a:pt x="1022697" y="1442039"/>
                  </a:moveTo>
                  <a:lnTo>
                    <a:pt x="1022697" y="1442039"/>
                  </a:lnTo>
                  <a:cubicBezTo>
                    <a:pt x="1006779" y="1435353"/>
                    <a:pt x="998819" y="1416888"/>
                    <a:pt x="1005505" y="1400651"/>
                  </a:cubicBezTo>
                  <a:lnTo>
                    <a:pt x="1005505" y="1400651"/>
                  </a:lnTo>
                  <a:cubicBezTo>
                    <a:pt x="1012509" y="1384414"/>
                    <a:pt x="1030975" y="1376773"/>
                    <a:pt x="1047212" y="1383459"/>
                  </a:cubicBezTo>
                  <a:lnTo>
                    <a:pt x="1047212" y="1383459"/>
                  </a:lnTo>
                  <a:cubicBezTo>
                    <a:pt x="1063449" y="1390145"/>
                    <a:pt x="1071090" y="1408610"/>
                    <a:pt x="1064404" y="1425166"/>
                  </a:cubicBezTo>
                  <a:lnTo>
                    <a:pt x="1064404" y="1425166"/>
                  </a:lnTo>
                  <a:cubicBezTo>
                    <a:pt x="1059310" y="1437264"/>
                    <a:pt x="1047530" y="1444586"/>
                    <a:pt x="1035114" y="1444586"/>
                  </a:cubicBezTo>
                  <a:lnTo>
                    <a:pt x="1035114" y="1444586"/>
                  </a:lnTo>
                  <a:cubicBezTo>
                    <a:pt x="1030975" y="1444586"/>
                    <a:pt x="1026836" y="1443949"/>
                    <a:pt x="1023016" y="1442039"/>
                  </a:cubicBezTo>
                  <a:close/>
                  <a:moveTo>
                    <a:pt x="903945" y="1387598"/>
                  </a:moveTo>
                  <a:cubicBezTo>
                    <a:pt x="888344" y="1379320"/>
                    <a:pt x="881977" y="1360218"/>
                    <a:pt x="889936" y="1344617"/>
                  </a:cubicBezTo>
                  <a:lnTo>
                    <a:pt x="889936" y="1344617"/>
                  </a:lnTo>
                  <a:cubicBezTo>
                    <a:pt x="897895" y="1329017"/>
                    <a:pt x="917316" y="1322650"/>
                    <a:pt x="932916" y="1330609"/>
                  </a:cubicBezTo>
                  <a:lnTo>
                    <a:pt x="932916" y="1330609"/>
                  </a:lnTo>
                  <a:cubicBezTo>
                    <a:pt x="948517" y="1338568"/>
                    <a:pt x="954884" y="1357989"/>
                    <a:pt x="946606" y="1373589"/>
                  </a:cubicBezTo>
                  <a:lnTo>
                    <a:pt x="946606" y="1373589"/>
                  </a:lnTo>
                  <a:cubicBezTo>
                    <a:pt x="941194" y="1384414"/>
                    <a:pt x="930051" y="1390781"/>
                    <a:pt x="918271" y="1390781"/>
                  </a:cubicBezTo>
                  <a:lnTo>
                    <a:pt x="918271" y="1390781"/>
                  </a:lnTo>
                  <a:cubicBezTo>
                    <a:pt x="913496" y="1390781"/>
                    <a:pt x="908720" y="1389826"/>
                    <a:pt x="903945" y="1387598"/>
                  </a:cubicBezTo>
                  <a:close/>
                  <a:moveTo>
                    <a:pt x="789967" y="1323605"/>
                  </a:moveTo>
                  <a:cubicBezTo>
                    <a:pt x="775004" y="1314372"/>
                    <a:pt x="770228" y="1294633"/>
                    <a:pt x="779461" y="1279669"/>
                  </a:cubicBezTo>
                  <a:lnTo>
                    <a:pt x="779461" y="1279669"/>
                  </a:lnTo>
                  <a:cubicBezTo>
                    <a:pt x="788694" y="1264706"/>
                    <a:pt x="808114" y="1259930"/>
                    <a:pt x="823396" y="1269163"/>
                  </a:cubicBezTo>
                  <a:lnTo>
                    <a:pt x="823396" y="1269163"/>
                  </a:lnTo>
                  <a:cubicBezTo>
                    <a:pt x="838360" y="1278396"/>
                    <a:pt x="842817" y="1298135"/>
                    <a:pt x="833903" y="1312780"/>
                  </a:cubicBezTo>
                  <a:lnTo>
                    <a:pt x="833903" y="1312780"/>
                  </a:lnTo>
                  <a:cubicBezTo>
                    <a:pt x="827854" y="1322650"/>
                    <a:pt x="817347" y="1328062"/>
                    <a:pt x="806523" y="1328062"/>
                  </a:cubicBezTo>
                  <a:lnTo>
                    <a:pt x="806523" y="1328062"/>
                  </a:lnTo>
                  <a:cubicBezTo>
                    <a:pt x="800792" y="1328062"/>
                    <a:pt x="795061" y="1326788"/>
                    <a:pt x="789967" y="1323605"/>
                  </a:cubicBezTo>
                  <a:close/>
                  <a:moveTo>
                    <a:pt x="681402" y="1250697"/>
                  </a:moveTo>
                  <a:cubicBezTo>
                    <a:pt x="667076" y="1240191"/>
                    <a:pt x="663892" y="1220452"/>
                    <a:pt x="674398" y="1206444"/>
                  </a:cubicBezTo>
                  <a:lnTo>
                    <a:pt x="674398" y="1206444"/>
                  </a:lnTo>
                  <a:cubicBezTo>
                    <a:pt x="684586" y="1192117"/>
                    <a:pt x="704643" y="1188933"/>
                    <a:pt x="718652" y="1199121"/>
                  </a:cubicBezTo>
                  <a:lnTo>
                    <a:pt x="718652" y="1199121"/>
                  </a:lnTo>
                  <a:cubicBezTo>
                    <a:pt x="732979" y="1209627"/>
                    <a:pt x="736162" y="1229367"/>
                    <a:pt x="725656" y="1243693"/>
                  </a:cubicBezTo>
                  <a:lnTo>
                    <a:pt x="725656" y="1243693"/>
                  </a:lnTo>
                  <a:cubicBezTo>
                    <a:pt x="719607" y="1252289"/>
                    <a:pt x="710056" y="1256747"/>
                    <a:pt x="700186" y="1256747"/>
                  </a:cubicBezTo>
                  <a:lnTo>
                    <a:pt x="700186" y="1256747"/>
                  </a:lnTo>
                  <a:cubicBezTo>
                    <a:pt x="693501" y="1256747"/>
                    <a:pt x="687133" y="1254836"/>
                    <a:pt x="681402" y="1250697"/>
                  </a:cubicBezTo>
                  <a:close/>
                  <a:moveTo>
                    <a:pt x="578568" y="1169831"/>
                  </a:moveTo>
                  <a:cubicBezTo>
                    <a:pt x="565196" y="1158370"/>
                    <a:pt x="563605" y="1138312"/>
                    <a:pt x="575066" y="1124941"/>
                  </a:cubicBezTo>
                  <a:lnTo>
                    <a:pt x="575066" y="1124941"/>
                  </a:lnTo>
                  <a:cubicBezTo>
                    <a:pt x="586527" y="1111569"/>
                    <a:pt x="606585" y="1109977"/>
                    <a:pt x="620275" y="1121438"/>
                  </a:cubicBezTo>
                  <a:lnTo>
                    <a:pt x="620275" y="1121438"/>
                  </a:lnTo>
                  <a:cubicBezTo>
                    <a:pt x="633647" y="1132581"/>
                    <a:pt x="635238" y="1152639"/>
                    <a:pt x="623777" y="1166011"/>
                  </a:cubicBezTo>
                  <a:lnTo>
                    <a:pt x="623777" y="1166011"/>
                  </a:lnTo>
                  <a:cubicBezTo>
                    <a:pt x="617410" y="1173651"/>
                    <a:pt x="608495" y="1177154"/>
                    <a:pt x="599581" y="1177154"/>
                  </a:cubicBezTo>
                  <a:lnTo>
                    <a:pt x="599581" y="1177154"/>
                  </a:lnTo>
                  <a:cubicBezTo>
                    <a:pt x="592258" y="1177154"/>
                    <a:pt x="584936" y="1174925"/>
                    <a:pt x="578887" y="1169831"/>
                  </a:cubicBezTo>
                  <a:close/>
                  <a:moveTo>
                    <a:pt x="482738" y="1081005"/>
                  </a:moveTo>
                  <a:cubicBezTo>
                    <a:pt x="470322" y="1068589"/>
                    <a:pt x="470322" y="1048213"/>
                    <a:pt x="482738" y="1035796"/>
                  </a:cubicBezTo>
                  <a:lnTo>
                    <a:pt x="482738" y="1035796"/>
                  </a:lnTo>
                  <a:cubicBezTo>
                    <a:pt x="495155" y="1023380"/>
                    <a:pt x="515212" y="1023380"/>
                    <a:pt x="527629" y="1035796"/>
                  </a:cubicBezTo>
                  <a:lnTo>
                    <a:pt x="527629" y="1035796"/>
                  </a:lnTo>
                  <a:cubicBezTo>
                    <a:pt x="540045" y="1048213"/>
                    <a:pt x="540045" y="1068589"/>
                    <a:pt x="527629" y="1081005"/>
                  </a:cubicBezTo>
                  <a:lnTo>
                    <a:pt x="527629" y="1081005"/>
                  </a:lnTo>
                  <a:cubicBezTo>
                    <a:pt x="521579" y="1087054"/>
                    <a:pt x="513302" y="1090238"/>
                    <a:pt x="505342" y="1090238"/>
                  </a:cubicBezTo>
                  <a:lnTo>
                    <a:pt x="505342" y="1090238"/>
                  </a:lnTo>
                  <a:cubicBezTo>
                    <a:pt x="497065" y="1090238"/>
                    <a:pt x="488787" y="1087054"/>
                    <a:pt x="482738" y="1081005"/>
                  </a:cubicBezTo>
                  <a:close/>
                  <a:moveTo>
                    <a:pt x="393912" y="984857"/>
                  </a:moveTo>
                  <a:cubicBezTo>
                    <a:pt x="382451" y="971485"/>
                    <a:pt x="384043" y="951428"/>
                    <a:pt x="397414" y="939966"/>
                  </a:cubicBezTo>
                  <a:lnTo>
                    <a:pt x="397414" y="939966"/>
                  </a:lnTo>
                  <a:cubicBezTo>
                    <a:pt x="410786" y="928505"/>
                    <a:pt x="430843" y="930097"/>
                    <a:pt x="442305" y="943468"/>
                  </a:cubicBezTo>
                  <a:lnTo>
                    <a:pt x="442305" y="943468"/>
                  </a:lnTo>
                  <a:cubicBezTo>
                    <a:pt x="453766" y="956840"/>
                    <a:pt x="452174" y="976897"/>
                    <a:pt x="438803" y="988359"/>
                  </a:cubicBezTo>
                  <a:lnTo>
                    <a:pt x="438803" y="988359"/>
                  </a:lnTo>
                  <a:cubicBezTo>
                    <a:pt x="432754" y="993453"/>
                    <a:pt x="425431" y="996000"/>
                    <a:pt x="418109" y="996000"/>
                  </a:cubicBezTo>
                  <a:lnTo>
                    <a:pt x="418109" y="996000"/>
                  </a:lnTo>
                  <a:cubicBezTo>
                    <a:pt x="409194" y="996000"/>
                    <a:pt x="400280" y="992179"/>
                    <a:pt x="393912" y="984857"/>
                  </a:cubicBezTo>
                  <a:close/>
                  <a:moveTo>
                    <a:pt x="313046" y="882341"/>
                  </a:moveTo>
                  <a:lnTo>
                    <a:pt x="313046" y="882341"/>
                  </a:lnTo>
                  <a:cubicBezTo>
                    <a:pt x="302539" y="868014"/>
                    <a:pt x="305723" y="848275"/>
                    <a:pt x="320050" y="837769"/>
                  </a:cubicBezTo>
                  <a:lnTo>
                    <a:pt x="320050" y="837769"/>
                  </a:lnTo>
                  <a:cubicBezTo>
                    <a:pt x="334058" y="827581"/>
                    <a:pt x="354116" y="830446"/>
                    <a:pt x="364304" y="844773"/>
                  </a:cubicBezTo>
                  <a:lnTo>
                    <a:pt x="364304" y="844773"/>
                  </a:lnTo>
                  <a:cubicBezTo>
                    <a:pt x="374810" y="859100"/>
                    <a:pt x="371626" y="878839"/>
                    <a:pt x="357299" y="889345"/>
                  </a:cubicBezTo>
                  <a:lnTo>
                    <a:pt x="357299" y="889345"/>
                  </a:lnTo>
                  <a:cubicBezTo>
                    <a:pt x="351569" y="893484"/>
                    <a:pt x="345201" y="895394"/>
                    <a:pt x="338515" y="895394"/>
                  </a:cubicBezTo>
                  <a:lnTo>
                    <a:pt x="338515" y="895394"/>
                  </a:lnTo>
                  <a:cubicBezTo>
                    <a:pt x="328964" y="895394"/>
                    <a:pt x="319095" y="890937"/>
                    <a:pt x="313046" y="882341"/>
                  </a:cubicBezTo>
                  <a:close/>
                  <a:moveTo>
                    <a:pt x="240138" y="773776"/>
                  </a:moveTo>
                  <a:cubicBezTo>
                    <a:pt x="230906" y="758812"/>
                    <a:pt x="235681" y="739073"/>
                    <a:pt x="250645" y="729840"/>
                  </a:cubicBezTo>
                  <a:lnTo>
                    <a:pt x="250645" y="729840"/>
                  </a:lnTo>
                  <a:cubicBezTo>
                    <a:pt x="265608" y="720608"/>
                    <a:pt x="285029" y="725383"/>
                    <a:pt x="294262" y="740347"/>
                  </a:cubicBezTo>
                  <a:lnTo>
                    <a:pt x="294580" y="740347"/>
                  </a:lnTo>
                  <a:cubicBezTo>
                    <a:pt x="303495" y="755310"/>
                    <a:pt x="299037" y="775050"/>
                    <a:pt x="284074" y="784282"/>
                  </a:cubicBezTo>
                  <a:lnTo>
                    <a:pt x="284074" y="784282"/>
                  </a:lnTo>
                  <a:cubicBezTo>
                    <a:pt x="278661" y="787466"/>
                    <a:pt x="272931" y="788740"/>
                    <a:pt x="267200" y="788740"/>
                  </a:cubicBezTo>
                  <a:lnTo>
                    <a:pt x="267200" y="788740"/>
                  </a:lnTo>
                  <a:cubicBezTo>
                    <a:pt x="256694" y="788740"/>
                    <a:pt x="246188" y="783327"/>
                    <a:pt x="240138" y="773776"/>
                  </a:cubicBezTo>
                  <a:close/>
                  <a:moveTo>
                    <a:pt x="176146" y="659480"/>
                  </a:moveTo>
                  <a:cubicBezTo>
                    <a:pt x="168186" y="643880"/>
                    <a:pt x="174235" y="624778"/>
                    <a:pt x="190154" y="616819"/>
                  </a:cubicBezTo>
                  <a:lnTo>
                    <a:pt x="190154" y="616819"/>
                  </a:lnTo>
                  <a:cubicBezTo>
                    <a:pt x="205754" y="608859"/>
                    <a:pt x="224857" y="614908"/>
                    <a:pt x="232816" y="630827"/>
                  </a:cubicBezTo>
                  <a:lnTo>
                    <a:pt x="232816" y="630827"/>
                  </a:lnTo>
                  <a:cubicBezTo>
                    <a:pt x="240457" y="646109"/>
                    <a:pt x="234408" y="665529"/>
                    <a:pt x="218807" y="673489"/>
                  </a:cubicBezTo>
                  <a:lnTo>
                    <a:pt x="218807" y="673489"/>
                  </a:lnTo>
                  <a:cubicBezTo>
                    <a:pt x="214032" y="675717"/>
                    <a:pt x="208938" y="676991"/>
                    <a:pt x="204162" y="676991"/>
                  </a:cubicBezTo>
                  <a:lnTo>
                    <a:pt x="204162" y="676991"/>
                  </a:lnTo>
                  <a:cubicBezTo>
                    <a:pt x="192701" y="676991"/>
                    <a:pt x="181558" y="670623"/>
                    <a:pt x="175827" y="659480"/>
                  </a:cubicBezTo>
                  <a:close/>
                  <a:moveTo>
                    <a:pt x="121386" y="540728"/>
                  </a:moveTo>
                  <a:cubicBezTo>
                    <a:pt x="114700" y="524491"/>
                    <a:pt x="122341" y="506025"/>
                    <a:pt x="138578" y="499339"/>
                  </a:cubicBezTo>
                  <a:lnTo>
                    <a:pt x="138578" y="499339"/>
                  </a:lnTo>
                  <a:cubicBezTo>
                    <a:pt x="154815" y="492335"/>
                    <a:pt x="173280" y="500294"/>
                    <a:pt x="180284" y="516531"/>
                  </a:cubicBezTo>
                  <a:lnTo>
                    <a:pt x="180284" y="516531"/>
                  </a:lnTo>
                  <a:cubicBezTo>
                    <a:pt x="186970" y="532768"/>
                    <a:pt x="179329" y="551234"/>
                    <a:pt x="163092" y="557920"/>
                  </a:cubicBezTo>
                  <a:lnTo>
                    <a:pt x="163092" y="557920"/>
                  </a:lnTo>
                  <a:cubicBezTo>
                    <a:pt x="158954" y="559830"/>
                    <a:pt x="154815" y="560466"/>
                    <a:pt x="150676" y="560466"/>
                  </a:cubicBezTo>
                  <a:lnTo>
                    <a:pt x="150676" y="560466"/>
                  </a:lnTo>
                  <a:cubicBezTo>
                    <a:pt x="138259" y="560466"/>
                    <a:pt x="126480" y="553144"/>
                    <a:pt x="121386" y="540728"/>
                  </a:cubicBezTo>
                  <a:close/>
                  <a:moveTo>
                    <a:pt x="75858" y="418154"/>
                  </a:moveTo>
                  <a:cubicBezTo>
                    <a:pt x="70764" y="401280"/>
                    <a:pt x="79679" y="383452"/>
                    <a:pt x="96553" y="378039"/>
                  </a:cubicBezTo>
                  <a:lnTo>
                    <a:pt x="96553" y="378039"/>
                  </a:lnTo>
                  <a:cubicBezTo>
                    <a:pt x="113108" y="372627"/>
                    <a:pt x="131255" y="381541"/>
                    <a:pt x="136667" y="398415"/>
                  </a:cubicBezTo>
                  <a:lnTo>
                    <a:pt x="136667" y="398415"/>
                  </a:lnTo>
                  <a:cubicBezTo>
                    <a:pt x="142080" y="414970"/>
                    <a:pt x="132847" y="433118"/>
                    <a:pt x="116292" y="438530"/>
                  </a:cubicBezTo>
                  <a:lnTo>
                    <a:pt x="116292" y="438530"/>
                  </a:lnTo>
                  <a:cubicBezTo>
                    <a:pt x="112790" y="439485"/>
                    <a:pt x="109606" y="440122"/>
                    <a:pt x="106422" y="440122"/>
                  </a:cubicBezTo>
                  <a:lnTo>
                    <a:pt x="106422" y="440122"/>
                  </a:lnTo>
                  <a:cubicBezTo>
                    <a:pt x="93050" y="440122"/>
                    <a:pt x="80316" y="431526"/>
                    <a:pt x="75858" y="418154"/>
                  </a:cubicBezTo>
                  <a:close/>
                  <a:moveTo>
                    <a:pt x="40519" y="292397"/>
                  </a:moveTo>
                  <a:cubicBezTo>
                    <a:pt x="36380" y="275205"/>
                    <a:pt x="47205" y="258013"/>
                    <a:pt x="64079" y="253874"/>
                  </a:cubicBezTo>
                  <a:lnTo>
                    <a:pt x="64079" y="253874"/>
                  </a:lnTo>
                  <a:cubicBezTo>
                    <a:pt x="81271" y="249735"/>
                    <a:pt x="98463" y="260242"/>
                    <a:pt x="102602" y="277434"/>
                  </a:cubicBezTo>
                  <a:lnTo>
                    <a:pt x="102602" y="277434"/>
                  </a:lnTo>
                  <a:cubicBezTo>
                    <a:pt x="106740" y="294626"/>
                    <a:pt x="95916" y="311818"/>
                    <a:pt x="79042" y="315638"/>
                  </a:cubicBezTo>
                  <a:lnTo>
                    <a:pt x="79042" y="315638"/>
                  </a:lnTo>
                  <a:cubicBezTo>
                    <a:pt x="76495" y="316275"/>
                    <a:pt x="73948" y="316594"/>
                    <a:pt x="71720" y="316594"/>
                  </a:cubicBezTo>
                  <a:lnTo>
                    <a:pt x="71720" y="316594"/>
                  </a:lnTo>
                  <a:cubicBezTo>
                    <a:pt x="57074" y="316594"/>
                    <a:pt x="44021" y="306724"/>
                    <a:pt x="40519" y="292397"/>
                  </a:cubicBezTo>
                  <a:close/>
                  <a:moveTo>
                    <a:pt x="15368" y="164093"/>
                  </a:moveTo>
                  <a:cubicBezTo>
                    <a:pt x="12502" y="146583"/>
                    <a:pt x="24282" y="130346"/>
                    <a:pt x="41793" y="127480"/>
                  </a:cubicBezTo>
                  <a:lnTo>
                    <a:pt x="41793" y="127480"/>
                  </a:lnTo>
                  <a:cubicBezTo>
                    <a:pt x="58985" y="124933"/>
                    <a:pt x="75540" y="136713"/>
                    <a:pt x="78087" y="153905"/>
                  </a:cubicBezTo>
                  <a:lnTo>
                    <a:pt x="78087" y="153905"/>
                  </a:lnTo>
                  <a:cubicBezTo>
                    <a:pt x="80952" y="171416"/>
                    <a:pt x="68854" y="187653"/>
                    <a:pt x="51662" y="190518"/>
                  </a:cubicBezTo>
                  <a:lnTo>
                    <a:pt x="51662" y="190518"/>
                  </a:lnTo>
                  <a:cubicBezTo>
                    <a:pt x="51662" y="190518"/>
                    <a:pt x="48478" y="190836"/>
                    <a:pt x="46887" y="190836"/>
                  </a:cubicBezTo>
                  <a:lnTo>
                    <a:pt x="46887" y="190836"/>
                  </a:lnTo>
                  <a:cubicBezTo>
                    <a:pt x="31286" y="190836"/>
                    <a:pt x="17596" y="179693"/>
                    <a:pt x="15368" y="164093"/>
                  </a:cubicBezTo>
                  <a:close/>
                  <a:moveTo>
                    <a:pt x="86" y="34197"/>
                  </a:moveTo>
                  <a:lnTo>
                    <a:pt x="86" y="34197"/>
                  </a:lnTo>
                  <a:cubicBezTo>
                    <a:pt x="-1188" y="16687"/>
                    <a:pt x="11866" y="1405"/>
                    <a:pt x="29376" y="131"/>
                  </a:cubicBezTo>
                  <a:lnTo>
                    <a:pt x="29376" y="131"/>
                  </a:lnTo>
                  <a:cubicBezTo>
                    <a:pt x="46887" y="-1460"/>
                    <a:pt x="62168" y="11593"/>
                    <a:pt x="63442" y="29103"/>
                  </a:cubicBezTo>
                  <a:lnTo>
                    <a:pt x="63760" y="29103"/>
                  </a:lnTo>
                  <a:cubicBezTo>
                    <a:pt x="65034" y="46614"/>
                    <a:pt x="51980" y="62214"/>
                    <a:pt x="34470" y="63488"/>
                  </a:cubicBezTo>
                  <a:lnTo>
                    <a:pt x="31923" y="63488"/>
                  </a:lnTo>
                  <a:cubicBezTo>
                    <a:pt x="15368" y="63488"/>
                    <a:pt x="1359" y="50753"/>
                    <a:pt x="86" y="341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38238D2-3B7B-020B-D9FC-13C6DED884E6}"/>
                </a:ext>
              </a:extLst>
            </p:cNvPr>
            <p:cNvSpPr/>
            <p:nvPr/>
          </p:nvSpPr>
          <p:spPr>
            <a:xfrm>
              <a:off x="7232546" y="586069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8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9" y="62168"/>
                    <a:pt x="-1463" y="46887"/>
                    <a:pt x="129" y="29376"/>
                  </a:cubicBezTo>
                  <a:lnTo>
                    <a:pt x="129" y="29376"/>
                  </a:lnTo>
                  <a:cubicBezTo>
                    <a:pt x="1402" y="11866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60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8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C05017C-A792-C534-3B91-E79F4A76B7E9}"/>
                </a:ext>
              </a:extLst>
            </p:cNvPr>
            <p:cNvSpPr/>
            <p:nvPr/>
          </p:nvSpPr>
          <p:spPr>
            <a:xfrm>
              <a:off x="7228407" y="3853204"/>
              <a:ext cx="63570" cy="63760"/>
            </a:xfrm>
            <a:custGeom>
              <a:avLst/>
              <a:gdLst>
                <a:gd name="connsiteX0" fmla="*/ 29419 w 63570"/>
                <a:gd name="connsiteY0" fmla="*/ 63760 h 63760"/>
                <a:gd name="connsiteX1" fmla="*/ 29419 w 63570"/>
                <a:gd name="connsiteY1" fmla="*/ 63760 h 63760"/>
                <a:gd name="connsiteX2" fmla="*/ 129 w 63570"/>
                <a:gd name="connsiteY2" fmla="*/ 29376 h 63760"/>
                <a:gd name="connsiteX3" fmla="*/ 129 w 63570"/>
                <a:gd name="connsiteY3" fmla="*/ 29376 h 63760"/>
                <a:gd name="connsiteX4" fmla="*/ 34195 w 63570"/>
                <a:gd name="connsiteY4" fmla="*/ 86 h 63760"/>
                <a:gd name="connsiteX5" fmla="*/ 34195 w 63570"/>
                <a:gd name="connsiteY5" fmla="*/ 86 h 63760"/>
                <a:gd name="connsiteX6" fmla="*/ 63485 w 63570"/>
                <a:gd name="connsiteY6" fmla="*/ 34470 h 63760"/>
                <a:gd name="connsiteX7" fmla="*/ 63485 w 63570"/>
                <a:gd name="connsiteY7" fmla="*/ 34470 h 63760"/>
                <a:gd name="connsiteX8" fmla="*/ 31647 w 63570"/>
                <a:gd name="connsiteY8" fmla="*/ 63760 h 63760"/>
                <a:gd name="connsiteX9" fmla="*/ 29419 w 63570"/>
                <a:gd name="connsiteY9" fmla="*/ 63760 h 6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0" h="63760">
                  <a:moveTo>
                    <a:pt x="29419" y="63760"/>
                  </a:moveTo>
                  <a:lnTo>
                    <a:pt x="29419" y="63760"/>
                  </a:lnTo>
                  <a:cubicBezTo>
                    <a:pt x="11908" y="62168"/>
                    <a:pt x="-1463" y="46886"/>
                    <a:pt x="129" y="29376"/>
                  </a:cubicBezTo>
                  <a:lnTo>
                    <a:pt x="129" y="29376"/>
                  </a:lnTo>
                  <a:cubicBezTo>
                    <a:pt x="1402" y="11865"/>
                    <a:pt x="16684" y="-1188"/>
                    <a:pt x="34195" y="86"/>
                  </a:cubicBezTo>
                  <a:lnTo>
                    <a:pt x="34195" y="86"/>
                  </a:lnTo>
                  <a:cubicBezTo>
                    <a:pt x="51705" y="1678"/>
                    <a:pt x="64758" y="16959"/>
                    <a:pt x="63485" y="34470"/>
                  </a:cubicBezTo>
                  <a:lnTo>
                    <a:pt x="63485" y="34470"/>
                  </a:lnTo>
                  <a:cubicBezTo>
                    <a:pt x="62211" y="51025"/>
                    <a:pt x="48203" y="63760"/>
                    <a:pt x="31647" y="63760"/>
                  </a:cubicBezTo>
                  <a:lnTo>
                    <a:pt x="29419" y="6376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5" name="Graphic 43">
            <a:extLst>
              <a:ext uri="{FF2B5EF4-FFF2-40B4-BE49-F238E27FC236}">
                <a16:creationId xmlns:a16="http://schemas.microsoft.com/office/drawing/2014/main" id="{F65EBB34-E933-9ABA-8B11-5161AE463645}"/>
              </a:ext>
            </a:extLst>
          </p:cNvPr>
          <p:cNvSpPr/>
          <p:nvPr userDrawn="1"/>
        </p:nvSpPr>
        <p:spPr>
          <a:xfrm>
            <a:off x="7200844" y="6266276"/>
            <a:ext cx="1352691" cy="1352691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6" name="Graphic 40">
            <a:extLst>
              <a:ext uri="{FF2B5EF4-FFF2-40B4-BE49-F238E27FC236}">
                <a16:creationId xmlns:a16="http://schemas.microsoft.com/office/drawing/2014/main" id="{23FCA719-4038-CF9C-9E14-F924EFCE8345}"/>
              </a:ext>
            </a:extLst>
          </p:cNvPr>
          <p:cNvSpPr/>
          <p:nvPr userDrawn="1"/>
        </p:nvSpPr>
        <p:spPr>
          <a:xfrm rot="20340354">
            <a:off x="11070810" y="5812682"/>
            <a:ext cx="678064" cy="753701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7" name="Graphic 2">
            <a:extLst>
              <a:ext uri="{FF2B5EF4-FFF2-40B4-BE49-F238E27FC236}">
                <a16:creationId xmlns:a16="http://schemas.microsoft.com/office/drawing/2014/main" id="{AC6811FA-FCB4-0CE5-71E1-E2BD8D38FC4E}"/>
              </a:ext>
            </a:extLst>
          </p:cNvPr>
          <p:cNvSpPr/>
          <p:nvPr userDrawn="1"/>
        </p:nvSpPr>
        <p:spPr>
          <a:xfrm rot="1335378">
            <a:off x="415290" y="6376196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8" name="Graphic 66">
            <a:extLst>
              <a:ext uri="{FF2B5EF4-FFF2-40B4-BE49-F238E27FC236}">
                <a16:creationId xmlns:a16="http://schemas.microsoft.com/office/drawing/2014/main" id="{E68BBEE7-B69E-C5A7-2863-ED8558288A9F}"/>
              </a:ext>
            </a:extLst>
          </p:cNvPr>
          <p:cNvSpPr/>
          <p:nvPr userDrawn="1"/>
        </p:nvSpPr>
        <p:spPr>
          <a:xfrm rot="494884">
            <a:off x="-145076" y="6351643"/>
            <a:ext cx="739908" cy="660966"/>
          </a:xfrm>
          <a:custGeom>
            <a:avLst/>
            <a:gdLst>
              <a:gd name="connsiteX0" fmla="*/ 501937 w 1004286"/>
              <a:gd name="connsiteY0" fmla="*/ 897138 h 897137"/>
              <a:gd name="connsiteX1" fmla="*/ 95791 w 1004286"/>
              <a:gd name="connsiteY1" fmla="*/ 897138 h 897137"/>
              <a:gd name="connsiteX2" fmla="*/ 29497 w 1004286"/>
              <a:gd name="connsiteY2" fmla="*/ 873802 h 897137"/>
              <a:gd name="connsiteX3" fmla="*/ 13971 w 1004286"/>
              <a:gd name="connsiteY3" fmla="*/ 757216 h 897137"/>
              <a:gd name="connsiteX4" fmla="*/ 127509 w 1004286"/>
              <a:gd name="connsiteY4" fmla="*/ 560143 h 897137"/>
              <a:gd name="connsiteX5" fmla="*/ 422594 w 1004286"/>
              <a:gd name="connsiteY5" fmla="*/ 46936 h 897137"/>
              <a:gd name="connsiteX6" fmla="*/ 582233 w 1004286"/>
              <a:gd name="connsiteY6" fmla="*/ 46746 h 897137"/>
              <a:gd name="connsiteX7" fmla="*/ 719107 w 1004286"/>
              <a:gd name="connsiteY7" fmla="*/ 285538 h 897137"/>
              <a:gd name="connsiteX8" fmla="*/ 990855 w 1004286"/>
              <a:gd name="connsiteY8" fmla="*/ 758168 h 897137"/>
              <a:gd name="connsiteX9" fmla="*/ 968852 w 1004286"/>
              <a:gd name="connsiteY9" fmla="*/ 879326 h 897137"/>
              <a:gd name="connsiteX10" fmla="*/ 909035 w 1004286"/>
              <a:gd name="connsiteY10" fmla="*/ 897138 h 897137"/>
              <a:gd name="connsiteX11" fmla="*/ 501842 w 1004286"/>
              <a:gd name="connsiteY11" fmla="*/ 897138 h 89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4286" h="897137">
                <a:moveTo>
                  <a:pt x="501937" y="897138"/>
                </a:moveTo>
                <a:cubicBezTo>
                  <a:pt x="366587" y="897138"/>
                  <a:pt x="231236" y="897138"/>
                  <a:pt x="95791" y="897138"/>
                </a:cubicBezTo>
                <a:cubicBezTo>
                  <a:pt x="70835" y="897138"/>
                  <a:pt x="48356" y="890756"/>
                  <a:pt x="29497" y="873802"/>
                </a:cubicBezTo>
                <a:cubicBezTo>
                  <a:pt x="-2983" y="844465"/>
                  <a:pt x="-9365" y="797887"/>
                  <a:pt x="13971" y="757216"/>
                </a:cubicBezTo>
                <a:cubicBezTo>
                  <a:pt x="51690" y="691398"/>
                  <a:pt x="89695" y="625866"/>
                  <a:pt x="127509" y="560143"/>
                </a:cubicBezTo>
                <a:cubicBezTo>
                  <a:pt x="226093" y="389170"/>
                  <a:pt x="325820" y="218958"/>
                  <a:pt x="422594" y="46936"/>
                </a:cubicBezTo>
                <a:cubicBezTo>
                  <a:pt x="456598" y="-13547"/>
                  <a:pt x="546038" y="-17643"/>
                  <a:pt x="582233" y="46746"/>
                </a:cubicBezTo>
                <a:cubicBezTo>
                  <a:pt x="627191" y="126661"/>
                  <a:pt x="673387" y="206004"/>
                  <a:pt x="719107" y="285538"/>
                </a:cubicBezTo>
                <a:cubicBezTo>
                  <a:pt x="809594" y="443176"/>
                  <a:pt x="899701" y="601006"/>
                  <a:pt x="990855" y="758168"/>
                </a:cubicBezTo>
                <a:cubicBezTo>
                  <a:pt x="1017049" y="803412"/>
                  <a:pt x="1002380" y="853228"/>
                  <a:pt x="968852" y="879326"/>
                </a:cubicBezTo>
                <a:cubicBezTo>
                  <a:pt x="951326" y="893042"/>
                  <a:pt x="930848" y="897138"/>
                  <a:pt x="909035" y="897138"/>
                </a:cubicBezTo>
                <a:cubicBezTo>
                  <a:pt x="773304" y="897138"/>
                  <a:pt x="637573" y="897138"/>
                  <a:pt x="501842" y="897138"/>
                </a:cubicBezTo>
                <a:close/>
              </a:path>
            </a:pathLst>
          </a:custGeom>
          <a:noFill/>
          <a:ln w="28575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Graphic 40">
            <a:extLst>
              <a:ext uri="{FF2B5EF4-FFF2-40B4-BE49-F238E27FC236}">
                <a16:creationId xmlns:a16="http://schemas.microsoft.com/office/drawing/2014/main" id="{CB165C1D-3A57-F8DC-4A64-90100F77632C}"/>
              </a:ext>
            </a:extLst>
          </p:cNvPr>
          <p:cNvSpPr/>
          <p:nvPr userDrawn="1"/>
        </p:nvSpPr>
        <p:spPr>
          <a:xfrm rot="1000622">
            <a:off x="-561912" y="2162096"/>
            <a:ext cx="1123823" cy="1249184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3CAB68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53090B-0AC8-DDF4-D6F6-E3B885D5E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388" y="179456"/>
            <a:ext cx="7021456" cy="513825"/>
          </a:xfrm>
          <a:prstGeom prst="rect">
            <a:avLst/>
          </a:prstGeom>
        </p:spPr>
        <p:txBody>
          <a:bodyPr/>
          <a:lstStyle>
            <a:lvl1pPr>
              <a:defRPr lang="en-US" sz="3200" smtClean="0"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32307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735CE47-64F9-B5F5-A8B6-DA523A68370D}"/>
              </a:ext>
            </a:extLst>
          </p:cNvPr>
          <p:cNvSpPr txBox="1">
            <a:spLocks/>
          </p:cNvSpPr>
          <p:nvPr userDrawn="1"/>
        </p:nvSpPr>
        <p:spPr>
          <a:xfrm>
            <a:off x="865122" y="3311306"/>
            <a:ext cx="677779" cy="230789"/>
          </a:xfrm>
          <a:prstGeom prst="rect">
            <a:avLst/>
          </a:prstGeom>
        </p:spPr>
        <p:txBody>
          <a:bodyPr/>
          <a:lstStyle>
            <a:lvl1pPr algn="ctr" defTabSz="896386" rtl="0" eaLnBrk="1" latinLnBrk="0" hangingPunct="1">
              <a:spcBef>
                <a:spcPct val="0"/>
              </a:spcBef>
              <a:buNone/>
              <a:defRPr sz="431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spc="30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01.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C789E8-D8B1-EA7B-CAD4-E4536B29E481}"/>
              </a:ext>
            </a:extLst>
          </p:cNvPr>
          <p:cNvSpPr txBox="1">
            <a:spLocks/>
          </p:cNvSpPr>
          <p:nvPr userDrawn="1"/>
        </p:nvSpPr>
        <p:spPr>
          <a:xfrm>
            <a:off x="3565994" y="3303632"/>
            <a:ext cx="677779" cy="230789"/>
          </a:xfrm>
          <a:prstGeom prst="rect">
            <a:avLst/>
          </a:prstGeom>
        </p:spPr>
        <p:txBody>
          <a:bodyPr/>
          <a:lstStyle>
            <a:lvl1pPr algn="ctr" defTabSz="896386" rtl="0" eaLnBrk="1" latinLnBrk="0" hangingPunct="1">
              <a:spcBef>
                <a:spcPct val="0"/>
              </a:spcBef>
              <a:buNone/>
              <a:defRPr sz="431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spc="30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02.</a:t>
            </a:r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F8C00DF8-06BF-131E-EB0F-C0A42E9F9817}"/>
              </a:ext>
            </a:extLst>
          </p:cNvPr>
          <p:cNvSpPr txBox="1">
            <a:spLocks/>
          </p:cNvSpPr>
          <p:nvPr userDrawn="1"/>
        </p:nvSpPr>
        <p:spPr>
          <a:xfrm>
            <a:off x="6389914" y="3317660"/>
            <a:ext cx="677779" cy="230789"/>
          </a:xfrm>
          <a:prstGeom prst="rect">
            <a:avLst/>
          </a:prstGeom>
        </p:spPr>
        <p:txBody>
          <a:bodyPr/>
          <a:lstStyle>
            <a:lvl1pPr algn="ctr" defTabSz="896386" rtl="0" eaLnBrk="1" latinLnBrk="0" hangingPunct="1">
              <a:spcBef>
                <a:spcPct val="0"/>
              </a:spcBef>
              <a:buNone/>
              <a:defRPr sz="431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spc="300">
                <a:solidFill>
                  <a:schemeClr val="bg1"/>
                </a:solidFill>
                <a:latin typeface="DM Sans 14pt Black" pitchFamily="2" charset="77"/>
                <a:ea typeface="+mn-ea"/>
                <a:cs typeface="+mn-cs"/>
              </a:rPr>
              <a:t>03.</a:t>
            </a:r>
          </a:p>
        </p:txBody>
      </p:sp>
      <p:sp>
        <p:nvSpPr>
          <p:cNvPr id="20" name="Graphic 2">
            <a:extLst>
              <a:ext uri="{FF2B5EF4-FFF2-40B4-BE49-F238E27FC236}">
                <a16:creationId xmlns:a16="http://schemas.microsoft.com/office/drawing/2014/main" id="{4C774B68-B060-5AFA-443F-92959F1F947C}"/>
              </a:ext>
            </a:extLst>
          </p:cNvPr>
          <p:cNvSpPr/>
          <p:nvPr userDrawn="1"/>
        </p:nvSpPr>
        <p:spPr>
          <a:xfrm rot="5024770">
            <a:off x="2555329" y="6082502"/>
            <a:ext cx="641331" cy="573270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1" name="Graphic 43">
            <a:extLst>
              <a:ext uri="{FF2B5EF4-FFF2-40B4-BE49-F238E27FC236}">
                <a16:creationId xmlns:a16="http://schemas.microsoft.com/office/drawing/2014/main" id="{14ED2725-F6B4-2B08-01EF-A073A791222B}"/>
              </a:ext>
            </a:extLst>
          </p:cNvPr>
          <p:cNvSpPr/>
          <p:nvPr userDrawn="1"/>
        </p:nvSpPr>
        <p:spPr>
          <a:xfrm>
            <a:off x="2925373" y="6105216"/>
            <a:ext cx="501220" cy="501220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noFill/>
          <a:ln w="19050" cap="flat">
            <a:solidFill>
              <a:srgbClr val="4A69F6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17A20E6-1C96-5FC9-B9E9-158F7A077ECE}"/>
              </a:ext>
            </a:extLst>
          </p:cNvPr>
          <p:cNvGrpSpPr/>
          <p:nvPr userDrawn="1"/>
        </p:nvGrpSpPr>
        <p:grpSpPr>
          <a:xfrm rot="5400000">
            <a:off x="-711243" y="1346728"/>
            <a:ext cx="1576228" cy="1744249"/>
            <a:chOff x="5638800" y="2919409"/>
            <a:chExt cx="918591" cy="1016510"/>
          </a:xfrm>
          <a:solidFill>
            <a:srgbClr val="AA2924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DC97AA1-12CC-29FF-90F8-634198D08607}"/>
                </a:ext>
              </a:extLst>
            </p:cNvPr>
            <p:cNvSpPr/>
            <p:nvPr/>
          </p:nvSpPr>
          <p:spPr>
            <a:xfrm>
              <a:off x="6537674" y="3456241"/>
              <a:ext cx="19050" cy="136302"/>
            </a:xfrm>
            <a:custGeom>
              <a:avLst/>
              <a:gdLst>
                <a:gd name="connsiteX0" fmla="*/ 0 w 19050"/>
                <a:gd name="connsiteY0" fmla="*/ 126778 h 136302"/>
                <a:gd name="connsiteX1" fmla="*/ 9430 w 19050"/>
                <a:gd name="connsiteY1" fmla="*/ 117253 h 136302"/>
                <a:gd name="connsiteX2" fmla="*/ 9430 w 19050"/>
                <a:gd name="connsiteY2" fmla="*/ 117253 h 136302"/>
                <a:gd name="connsiteX3" fmla="*/ 19050 w 19050"/>
                <a:gd name="connsiteY3" fmla="*/ 126778 h 136302"/>
                <a:gd name="connsiteX4" fmla="*/ 19050 w 19050"/>
                <a:gd name="connsiteY4" fmla="*/ 126778 h 136302"/>
                <a:gd name="connsiteX5" fmla="*/ 9525 w 19050"/>
                <a:gd name="connsiteY5" fmla="*/ 136303 h 136302"/>
                <a:gd name="connsiteX6" fmla="*/ 9525 w 19050"/>
                <a:gd name="connsiteY6" fmla="*/ 136303 h 136302"/>
                <a:gd name="connsiteX7" fmla="*/ 95 w 19050"/>
                <a:gd name="connsiteY7" fmla="*/ 126778 h 136302"/>
                <a:gd name="connsiteX8" fmla="*/ 0 w 19050"/>
                <a:gd name="connsiteY8" fmla="*/ 87725 h 136302"/>
                <a:gd name="connsiteX9" fmla="*/ 9525 w 19050"/>
                <a:gd name="connsiteY9" fmla="*/ 78200 h 136302"/>
                <a:gd name="connsiteX10" fmla="*/ 9525 w 19050"/>
                <a:gd name="connsiteY10" fmla="*/ 78200 h 136302"/>
                <a:gd name="connsiteX11" fmla="*/ 19050 w 19050"/>
                <a:gd name="connsiteY11" fmla="*/ 87725 h 136302"/>
                <a:gd name="connsiteX12" fmla="*/ 19050 w 19050"/>
                <a:gd name="connsiteY12" fmla="*/ 87725 h 136302"/>
                <a:gd name="connsiteX13" fmla="*/ 9525 w 19050"/>
                <a:gd name="connsiteY13" fmla="*/ 97250 h 136302"/>
                <a:gd name="connsiteX14" fmla="*/ 9525 w 19050"/>
                <a:gd name="connsiteY14" fmla="*/ 97250 h 136302"/>
                <a:gd name="connsiteX15" fmla="*/ 0 w 19050"/>
                <a:gd name="connsiteY15" fmla="*/ 87725 h 136302"/>
                <a:gd name="connsiteX16" fmla="*/ 0 w 19050"/>
                <a:gd name="connsiteY16" fmla="*/ 48577 h 136302"/>
                <a:gd name="connsiteX17" fmla="*/ 9525 w 19050"/>
                <a:gd name="connsiteY17" fmla="*/ 39052 h 136302"/>
                <a:gd name="connsiteX18" fmla="*/ 9525 w 19050"/>
                <a:gd name="connsiteY18" fmla="*/ 39052 h 136302"/>
                <a:gd name="connsiteX19" fmla="*/ 19050 w 19050"/>
                <a:gd name="connsiteY19" fmla="*/ 48673 h 136302"/>
                <a:gd name="connsiteX20" fmla="*/ 19050 w 19050"/>
                <a:gd name="connsiteY20" fmla="*/ 48673 h 136302"/>
                <a:gd name="connsiteX21" fmla="*/ 9525 w 19050"/>
                <a:gd name="connsiteY21" fmla="*/ 58102 h 136302"/>
                <a:gd name="connsiteX22" fmla="*/ 9525 w 19050"/>
                <a:gd name="connsiteY22" fmla="*/ 58102 h 136302"/>
                <a:gd name="connsiteX23" fmla="*/ 0 w 19050"/>
                <a:gd name="connsiteY23" fmla="*/ 48577 h 136302"/>
                <a:gd name="connsiteX24" fmla="*/ 0 w 19050"/>
                <a:gd name="connsiteY24" fmla="*/ 9525 h 136302"/>
                <a:gd name="connsiteX25" fmla="*/ 0 w 19050"/>
                <a:gd name="connsiteY25" fmla="*/ 9525 h 136302"/>
                <a:gd name="connsiteX26" fmla="*/ 9525 w 19050"/>
                <a:gd name="connsiteY26" fmla="*/ 0 h 136302"/>
                <a:gd name="connsiteX27" fmla="*/ 9525 w 19050"/>
                <a:gd name="connsiteY27" fmla="*/ 0 h 136302"/>
                <a:gd name="connsiteX28" fmla="*/ 19050 w 19050"/>
                <a:gd name="connsiteY28" fmla="*/ 9525 h 136302"/>
                <a:gd name="connsiteX29" fmla="*/ 19050 w 19050"/>
                <a:gd name="connsiteY29" fmla="*/ 9525 h 136302"/>
                <a:gd name="connsiteX30" fmla="*/ 9525 w 19050"/>
                <a:gd name="connsiteY30" fmla="*/ 19050 h 136302"/>
                <a:gd name="connsiteX31" fmla="*/ 9525 w 19050"/>
                <a:gd name="connsiteY31" fmla="*/ 19050 h 136302"/>
                <a:gd name="connsiteX32" fmla="*/ 0 w 19050"/>
                <a:gd name="connsiteY32" fmla="*/ 9525 h 1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9050" h="136302">
                  <a:moveTo>
                    <a:pt x="0" y="126778"/>
                  </a:moveTo>
                  <a:cubicBezTo>
                    <a:pt x="0" y="121539"/>
                    <a:pt x="4191" y="117253"/>
                    <a:pt x="9430" y="117253"/>
                  </a:cubicBezTo>
                  <a:lnTo>
                    <a:pt x="9430" y="117253"/>
                  </a:lnTo>
                  <a:cubicBezTo>
                    <a:pt x="14669" y="117253"/>
                    <a:pt x="18955" y="121444"/>
                    <a:pt x="19050" y="126778"/>
                  </a:cubicBezTo>
                  <a:lnTo>
                    <a:pt x="19050" y="126778"/>
                  </a:lnTo>
                  <a:cubicBezTo>
                    <a:pt x="19050" y="132017"/>
                    <a:pt x="14764" y="136303"/>
                    <a:pt x="9525" y="136303"/>
                  </a:cubicBezTo>
                  <a:lnTo>
                    <a:pt x="9525" y="136303"/>
                  </a:lnTo>
                  <a:cubicBezTo>
                    <a:pt x="4286" y="136303"/>
                    <a:pt x="95" y="132017"/>
                    <a:pt x="95" y="126778"/>
                  </a:cubicBezTo>
                  <a:close/>
                  <a:moveTo>
                    <a:pt x="0" y="87725"/>
                  </a:moveTo>
                  <a:cubicBezTo>
                    <a:pt x="0" y="82391"/>
                    <a:pt x="4286" y="78200"/>
                    <a:pt x="9525" y="78200"/>
                  </a:cubicBezTo>
                  <a:lnTo>
                    <a:pt x="9525" y="78200"/>
                  </a:lnTo>
                  <a:cubicBezTo>
                    <a:pt x="14764" y="78200"/>
                    <a:pt x="19050" y="82391"/>
                    <a:pt x="19050" y="87725"/>
                  </a:cubicBezTo>
                  <a:lnTo>
                    <a:pt x="19050" y="87725"/>
                  </a:lnTo>
                  <a:cubicBezTo>
                    <a:pt x="19050" y="92964"/>
                    <a:pt x="14764" y="97250"/>
                    <a:pt x="9525" y="97250"/>
                  </a:cubicBezTo>
                  <a:lnTo>
                    <a:pt x="9525" y="97250"/>
                  </a:lnTo>
                  <a:cubicBezTo>
                    <a:pt x="4286" y="97250"/>
                    <a:pt x="0" y="92964"/>
                    <a:pt x="0" y="87725"/>
                  </a:cubicBezTo>
                  <a:close/>
                  <a:moveTo>
                    <a:pt x="0" y="48577"/>
                  </a:moveTo>
                  <a:cubicBezTo>
                    <a:pt x="0" y="43339"/>
                    <a:pt x="4286" y="39052"/>
                    <a:pt x="9525" y="39052"/>
                  </a:cubicBezTo>
                  <a:lnTo>
                    <a:pt x="9525" y="39052"/>
                  </a:lnTo>
                  <a:cubicBezTo>
                    <a:pt x="14859" y="39052"/>
                    <a:pt x="19050" y="43339"/>
                    <a:pt x="19050" y="48673"/>
                  </a:cubicBezTo>
                  <a:lnTo>
                    <a:pt x="19050" y="48673"/>
                  </a:lnTo>
                  <a:cubicBezTo>
                    <a:pt x="19050" y="53912"/>
                    <a:pt x="14764" y="58102"/>
                    <a:pt x="9525" y="58102"/>
                  </a:cubicBezTo>
                  <a:lnTo>
                    <a:pt x="9525" y="58102"/>
                  </a:lnTo>
                  <a:cubicBezTo>
                    <a:pt x="4286" y="58102"/>
                    <a:pt x="0" y="53816"/>
                    <a:pt x="0" y="48577"/>
                  </a:cubicBezTo>
                  <a:close/>
                  <a:moveTo>
                    <a:pt x="0" y="9525"/>
                  </a:moveTo>
                  <a:lnTo>
                    <a:pt x="0" y="9525"/>
                  </a:ln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7EBEE59-25A9-CC0E-AA92-0AF394EB48E7}"/>
                </a:ext>
              </a:extLst>
            </p:cNvPr>
            <p:cNvSpPr/>
            <p:nvPr/>
          </p:nvSpPr>
          <p:spPr>
            <a:xfrm>
              <a:off x="6513778" y="3649374"/>
              <a:ext cx="37702" cy="51087"/>
            </a:xfrm>
            <a:custGeom>
              <a:avLst/>
              <a:gdLst>
                <a:gd name="connsiteX0" fmla="*/ 3131 w 37702"/>
                <a:gd name="connsiteY0" fmla="*/ 48706 h 51087"/>
                <a:gd name="connsiteX1" fmla="*/ 2464 w 37702"/>
                <a:gd name="connsiteY1" fmla="*/ 35181 h 51087"/>
                <a:gd name="connsiteX2" fmla="*/ 2464 w 37702"/>
                <a:gd name="connsiteY2" fmla="*/ 35181 h 51087"/>
                <a:gd name="connsiteX3" fmla="*/ 15894 w 37702"/>
                <a:gd name="connsiteY3" fmla="*/ 34514 h 51087"/>
                <a:gd name="connsiteX4" fmla="*/ 15894 w 37702"/>
                <a:gd name="connsiteY4" fmla="*/ 34514 h 51087"/>
                <a:gd name="connsiteX5" fmla="*/ 16656 w 37702"/>
                <a:gd name="connsiteY5" fmla="*/ 47944 h 51087"/>
                <a:gd name="connsiteX6" fmla="*/ 16656 w 37702"/>
                <a:gd name="connsiteY6" fmla="*/ 47944 h 51087"/>
                <a:gd name="connsiteX7" fmla="*/ 9513 w 37702"/>
                <a:gd name="connsiteY7" fmla="*/ 51088 h 51087"/>
                <a:gd name="connsiteX8" fmla="*/ 9513 w 37702"/>
                <a:gd name="connsiteY8" fmla="*/ 51088 h 51087"/>
                <a:gd name="connsiteX9" fmla="*/ 3131 w 37702"/>
                <a:gd name="connsiteY9" fmla="*/ 48706 h 51087"/>
                <a:gd name="connsiteX10" fmla="*/ 25134 w 37702"/>
                <a:gd name="connsiteY10" fmla="*/ 18512 h 51087"/>
                <a:gd name="connsiteX11" fmla="*/ 19133 w 37702"/>
                <a:gd name="connsiteY11" fmla="*/ 6511 h 51087"/>
                <a:gd name="connsiteX12" fmla="*/ 19133 w 37702"/>
                <a:gd name="connsiteY12" fmla="*/ 6511 h 51087"/>
                <a:gd name="connsiteX13" fmla="*/ 31134 w 37702"/>
                <a:gd name="connsiteY13" fmla="*/ 510 h 51087"/>
                <a:gd name="connsiteX14" fmla="*/ 31134 w 37702"/>
                <a:gd name="connsiteY14" fmla="*/ 510 h 51087"/>
                <a:gd name="connsiteX15" fmla="*/ 37230 w 37702"/>
                <a:gd name="connsiteY15" fmla="*/ 12511 h 51087"/>
                <a:gd name="connsiteX16" fmla="*/ 37230 w 37702"/>
                <a:gd name="connsiteY16" fmla="*/ 12511 h 51087"/>
                <a:gd name="connsiteX17" fmla="*/ 28182 w 37702"/>
                <a:gd name="connsiteY17" fmla="*/ 19084 h 51087"/>
                <a:gd name="connsiteX18" fmla="*/ 28182 w 37702"/>
                <a:gd name="connsiteY18" fmla="*/ 19084 h 51087"/>
                <a:gd name="connsiteX19" fmla="*/ 25134 w 37702"/>
                <a:gd name="connsiteY19" fmla="*/ 18512 h 51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702" h="51087">
                  <a:moveTo>
                    <a:pt x="3131" y="48706"/>
                  </a:moveTo>
                  <a:cubicBezTo>
                    <a:pt x="-774" y="45182"/>
                    <a:pt x="-1060" y="39181"/>
                    <a:pt x="2464" y="35181"/>
                  </a:cubicBezTo>
                  <a:lnTo>
                    <a:pt x="2464" y="35181"/>
                  </a:lnTo>
                  <a:cubicBezTo>
                    <a:pt x="5988" y="31276"/>
                    <a:pt x="11989" y="30990"/>
                    <a:pt x="15894" y="34514"/>
                  </a:cubicBezTo>
                  <a:lnTo>
                    <a:pt x="15894" y="34514"/>
                  </a:lnTo>
                  <a:cubicBezTo>
                    <a:pt x="19800" y="37943"/>
                    <a:pt x="20181" y="44039"/>
                    <a:pt x="16656" y="47944"/>
                  </a:cubicBezTo>
                  <a:lnTo>
                    <a:pt x="16656" y="47944"/>
                  </a:lnTo>
                  <a:cubicBezTo>
                    <a:pt x="14751" y="50040"/>
                    <a:pt x="12180" y="51088"/>
                    <a:pt x="9513" y="51088"/>
                  </a:cubicBezTo>
                  <a:lnTo>
                    <a:pt x="9513" y="51088"/>
                  </a:lnTo>
                  <a:cubicBezTo>
                    <a:pt x="7227" y="51088"/>
                    <a:pt x="4941" y="50326"/>
                    <a:pt x="3131" y="48706"/>
                  </a:cubicBezTo>
                  <a:close/>
                  <a:moveTo>
                    <a:pt x="25134" y="18512"/>
                  </a:moveTo>
                  <a:cubicBezTo>
                    <a:pt x="20181" y="16893"/>
                    <a:pt x="17514" y="11464"/>
                    <a:pt x="19133" y="6511"/>
                  </a:cubicBezTo>
                  <a:lnTo>
                    <a:pt x="19133" y="6511"/>
                  </a:lnTo>
                  <a:cubicBezTo>
                    <a:pt x="20847" y="1558"/>
                    <a:pt x="26181" y="-1205"/>
                    <a:pt x="31134" y="510"/>
                  </a:cubicBezTo>
                  <a:lnTo>
                    <a:pt x="31134" y="510"/>
                  </a:lnTo>
                  <a:cubicBezTo>
                    <a:pt x="36183" y="2129"/>
                    <a:pt x="38850" y="7558"/>
                    <a:pt x="37230" y="12511"/>
                  </a:cubicBezTo>
                  <a:lnTo>
                    <a:pt x="37230" y="12511"/>
                  </a:lnTo>
                  <a:cubicBezTo>
                    <a:pt x="35897" y="16512"/>
                    <a:pt x="32182" y="19084"/>
                    <a:pt x="28182" y="19084"/>
                  </a:cubicBezTo>
                  <a:lnTo>
                    <a:pt x="28182" y="19084"/>
                  </a:lnTo>
                  <a:cubicBezTo>
                    <a:pt x="27134" y="19084"/>
                    <a:pt x="26181" y="18893"/>
                    <a:pt x="25134" y="185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0EC7E9A-B248-E644-D7C4-90BCEAEAA2C2}"/>
                </a:ext>
              </a:extLst>
            </p:cNvPr>
            <p:cNvSpPr/>
            <p:nvPr/>
          </p:nvSpPr>
          <p:spPr>
            <a:xfrm>
              <a:off x="6177576" y="3724034"/>
              <a:ext cx="291906" cy="176071"/>
            </a:xfrm>
            <a:custGeom>
              <a:avLst/>
              <a:gdLst>
                <a:gd name="connsiteX0" fmla="*/ 1291 w 291906"/>
                <a:gd name="connsiteY0" fmla="*/ 171309 h 176071"/>
                <a:gd name="connsiteX1" fmla="*/ 4720 w 291906"/>
                <a:gd name="connsiteY1" fmla="*/ 158260 h 176071"/>
                <a:gd name="connsiteX2" fmla="*/ 4720 w 291906"/>
                <a:gd name="connsiteY2" fmla="*/ 158260 h 176071"/>
                <a:gd name="connsiteX3" fmla="*/ 17770 w 291906"/>
                <a:gd name="connsiteY3" fmla="*/ 161784 h 176071"/>
                <a:gd name="connsiteX4" fmla="*/ 17770 w 291906"/>
                <a:gd name="connsiteY4" fmla="*/ 161784 h 176071"/>
                <a:gd name="connsiteX5" fmla="*/ 14245 w 291906"/>
                <a:gd name="connsiteY5" fmla="*/ 174738 h 176071"/>
                <a:gd name="connsiteX6" fmla="*/ 14245 w 291906"/>
                <a:gd name="connsiteY6" fmla="*/ 174738 h 176071"/>
                <a:gd name="connsiteX7" fmla="*/ 9483 w 291906"/>
                <a:gd name="connsiteY7" fmla="*/ 176072 h 176071"/>
                <a:gd name="connsiteX8" fmla="*/ 9483 w 291906"/>
                <a:gd name="connsiteY8" fmla="*/ 176072 h 176071"/>
                <a:gd name="connsiteX9" fmla="*/ 1291 w 291906"/>
                <a:gd name="connsiteY9" fmla="*/ 171309 h 176071"/>
                <a:gd name="connsiteX10" fmla="*/ 35391 w 291906"/>
                <a:gd name="connsiteY10" fmla="*/ 151592 h 176071"/>
                <a:gd name="connsiteX11" fmla="*/ 38820 w 291906"/>
                <a:gd name="connsiteY11" fmla="*/ 138638 h 176071"/>
                <a:gd name="connsiteX12" fmla="*/ 38820 w 291906"/>
                <a:gd name="connsiteY12" fmla="*/ 138638 h 176071"/>
                <a:gd name="connsiteX13" fmla="*/ 51869 w 291906"/>
                <a:gd name="connsiteY13" fmla="*/ 142067 h 176071"/>
                <a:gd name="connsiteX14" fmla="*/ 51869 w 291906"/>
                <a:gd name="connsiteY14" fmla="*/ 142067 h 176071"/>
                <a:gd name="connsiteX15" fmla="*/ 48345 w 291906"/>
                <a:gd name="connsiteY15" fmla="*/ 155117 h 176071"/>
                <a:gd name="connsiteX16" fmla="*/ 48345 w 291906"/>
                <a:gd name="connsiteY16" fmla="*/ 155117 h 176071"/>
                <a:gd name="connsiteX17" fmla="*/ 43582 w 291906"/>
                <a:gd name="connsiteY17" fmla="*/ 156355 h 176071"/>
                <a:gd name="connsiteX18" fmla="*/ 43582 w 291906"/>
                <a:gd name="connsiteY18" fmla="*/ 156355 h 176071"/>
                <a:gd name="connsiteX19" fmla="*/ 35391 w 291906"/>
                <a:gd name="connsiteY19" fmla="*/ 151592 h 176071"/>
                <a:gd name="connsiteX20" fmla="*/ 69395 w 291906"/>
                <a:gd name="connsiteY20" fmla="*/ 131971 h 176071"/>
                <a:gd name="connsiteX21" fmla="*/ 72919 w 291906"/>
                <a:gd name="connsiteY21" fmla="*/ 118922 h 176071"/>
                <a:gd name="connsiteX22" fmla="*/ 72919 w 291906"/>
                <a:gd name="connsiteY22" fmla="*/ 118922 h 176071"/>
                <a:gd name="connsiteX23" fmla="*/ 85969 w 291906"/>
                <a:gd name="connsiteY23" fmla="*/ 122446 h 176071"/>
                <a:gd name="connsiteX24" fmla="*/ 85969 w 291906"/>
                <a:gd name="connsiteY24" fmla="*/ 122446 h 176071"/>
                <a:gd name="connsiteX25" fmla="*/ 82444 w 291906"/>
                <a:gd name="connsiteY25" fmla="*/ 135400 h 176071"/>
                <a:gd name="connsiteX26" fmla="*/ 82444 w 291906"/>
                <a:gd name="connsiteY26" fmla="*/ 135400 h 176071"/>
                <a:gd name="connsiteX27" fmla="*/ 77682 w 291906"/>
                <a:gd name="connsiteY27" fmla="*/ 136734 h 176071"/>
                <a:gd name="connsiteX28" fmla="*/ 77682 w 291906"/>
                <a:gd name="connsiteY28" fmla="*/ 136734 h 176071"/>
                <a:gd name="connsiteX29" fmla="*/ 69395 w 291906"/>
                <a:gd name="connsiteY29" fmla="*/ 131971 h 176071"/>
                <a:gd name="connsiteX30" fmla="*/ 103495 w 291906"/>
                <a:gd name="connsiteY30" fmla="*/ 112254 h 176071"/>
                <a:gd name="connsiteX31" fmla="*/ 107019 w 291906"/>
                <a:gd name="connsiteY31" fmla="*/ 99300 h 176071"/>
                <a:gd name="connsiteX32" fmla="*/ 107019 w 291906"/>
                <a:gd name="connsiteY32" fmla="*/ 99300 h 176071"/>
                <a:gd name="connsiteX33" fmla="*/ 120068 w 291906"/>
                <a:gd name="connsiteY33" fmla="*/ 102824 h 176071"/>
                <a:gd name="connsiteX34" fmla="*/ 120068 w 291906"/>
                <a:gd name="connsiteY34" fmla="*/ 102824 h 176071"/>
                <a:gd name="connsiteX35" fmla="*/ 116544 w 291906"/>
                <a:gd name="connsiteY35" fmla="*/ 115778 h 176071"/>
                <a:gd name="connsiteX36" fmla="*/ 116544 w 291906"/>
                <a:gd name="connsiteY36" fmla="*/ 115778 h 176071"/>
                <a:gd name="connsiteX37" fmla="*/ 111781 w 291906"/>
                <a:gd name="connsiteY37" fmla="*/ 117112 h 176071"/>
                <a:gd name="connsiteX38" fmla="*/ 111781 w 291906"/>
                <a:gd name="connsiteY38" fmla="*/ 117112 h 176071"/>
                <a:gd name="connsiteX39" fmla="*/ 103495 w 291906"/>
                <a:gd name="connsiteY39" fmla="*/ 112254 h 176071"/>
                <a:gd name="connsiteX40" fmla="*/ 137594 w 291906"/>
                <a:gd name="connsiteY40" fmla="*/ 92633 h 176071"/>
                <a:gd name="connsiteX41" fmla="*/ 141118 w 291906"/>
                <a:gd name="connsiteY41" fmla="*/ 79679 h 176071"/>
                <a:gd name="connsiteX42" fmla="*/ 141118 w 291906"/>
                <a:gd name="connsiteY42" fmla="*/ 79679 h 176071"/>
                <a:gd name="connsiteX43" fmla="*/ 154168 w 291906"/>
                <a:gd name="connsiteY43" fmla="*/ 83203 h 176071"/>
                <a:gd name="connsiteX44" fmla="*/ 154168 w 291906"/>
                <a:gd name="connsiteY44" fmla="*/ 83203 h 176071"/>
                <a:gd name="connsiteX45" fmla="*/ 150643 w 291906"/>
                <a:gd name="connsiteY45" fmla="*/ 96157 h 176071"/>
                <a:gd name="connsiteX46" fmla="*/ 150643 w 291906"/>
                <a:gd name="connsiteY46" fmla="*/ 96157 h 176071"/>
                <a:gd name="connsiteX47" fmla="*/ 145881 w 291906"/>
                <a:gd name="connsiteY47" fmla="*/ 97395 h 176071"/>
                <a:gd name="connsiteX48" fmla="*/ 145881 w 291906"/>
                <a:gd name="connsiteY48" fmla="*/ 97395 h 176071"/>
                <a:gd name="connsiteX49" fmla="*/ 137594 w 291906"/>
                <a:gd name="connsiteY49" fmla="*/ 92633 h 176071"/>
                <a:gd name="connsiteX50" fmla="*/ 171694 w 291906"/>
                <a:gd name="connsiteY50" fmla="*/ 73011 h 176071"/>
                <a:gd name="connsiteX51" fmla="*/ 175218 w 291906"/>
                <a:gd name="connsiteY51" fmla="*/ 60057 h 176071"/>
                <a:gd name="connsiteX52" fmla="*/ 175218 w 291906"/>
                <a:gd name="connsiteY52" fmla="*/ 60057 h 176071"/>
                <a:gd name="connsiteX53" fmla="*/ 188267 w 291906"/>
                <a:gd name="connsiteY53" fmla="*/ 63581 h 176071"/>
                <a:gd name="connsiteX54" fmla="*/ 188267 w 291906"/>
                <a:gd name="connsiteY54" fmla="*/ 63581 h 176071"/>
                <a:gd name="connsiteX55" fmla="*/ 184743 w 291906"/>
                <a:gd name="connsiteY55" fmla="*/ 76536 h 176071"/>
                <a:gd name="connsiteX56" fmla="*/ 184743 w 291906"/>
                <a:gd name="connsiteY56" fmla="*/ 76536 h 176071"/>
                <a:gd name="connsiteX57" fmla="*/ 179980 w 291906"/>
                <a:gd name="connsiteY57" fmla="*/ 77869 h 176071"/>
                <a:gd name="connsiteX58" fmla="*/ 179980 w 291906"/>
                <a:gd name="connsiteY58" fmla="*/ 77869 h 176071"/>
                <a:gd name="connsiteX59" fmla="*/ 171694 w 291906"/>
                <a:gd name="connsiteY59" fmla="*/ 73011 h 176071"/>
                <a:gd name="connsiteX60" fmla="*/ 205888 w 291906"/>
                <a:gd name="connsiteY60" fmla="*/ 53485 h 176071"/>
                <a:gd name="connsiteX61" fmla="*/ 209317 w 291906"/>
                <a:gd name="connsiteY61" fmla="*/ 40436 h 176071"/>
                <a:gd name="connsiteX62" fmla="*/ 209317 w 291906"/>
                <a:gd name="connsiteY62" fmla="*/ 40436 h 176071"/>
                <a:gd name="connsiteX63" fmla="*/ 222367 w 291906"/>
                <a:gd name="connsiteY63" fmla="*/ 43960 h 176071"/>
                <a:gd name="connsiteX64" fmla="*/ 222367 w 291906"/>
                <a:gd name="connsiteY64" fmla="*/ 43960 h 176071"/>
                <a:gd name="connsiteX65" fmla="*/ 218842 w 291906"/>
                <a:gd name="connsiteY65" fmla="*/ 56914 h 176071"/>
                <a:gd name="connsiteX66" fmla="*/ 218842 w 291906"/>
                <a:gd name="connsiteY66" fmla="*/ 56914 h 176071"/>
                <a:gd name="connsiteX67" fmla="*/ 214080 w 291906"/>
                <a:gd name="connsiteY67" fmla="*/ 58247 h 176071"/>
                <a:gd name="connsiteX68" fmla="*/ 214080 w 291906"/>
                <a:gd name="connsiteY68" fmla="*/ 58247 h 176071"/>
                <a:gd name="connsiteX69" fmla="*/ 205888 w 291906"/>
                <a:gd name="connsiteY69" fmla="*/ 53485 h 176071"/>
                <a:gd name="connsiteX70" fmla="*/ 239988 w 291906"/>
                <a:gd name="connsiteY70" fmla="*/ 33863 h 176071"/>
                <a:gd name="connsiteX71" fmla="*/ 243512 w 291906"/>
                <a:gd name="connsiteY71" fmla="*/ 20814 h 176071"/>
                <a:gd name="connsiteX72" fmla="*/ 243512 w 291906"/>
                <a:gd name="connsiteY72" fmla="*/ 20814 h 176071"/>
                <a:gd name="connsiteX73" fmla="*/ 256466 w 291906"/>
                <a:gd name="connsiteY73" fmla="*/ 24338 h 176071"/>
                <a:gd name="connsiteX74" fmla="*/ 256466 w 291906"/>
                <a:gd name="connsiteY74" fmla="*/ 24338 h 176071"/>
                <a:gd name="connsiteX75" fmla="*/ 252942 w 291906"/>
                <a:gd name="connsiteY75" fmla="*/ 37388 h 176071"/>
                <a:gd name="connsiteX76" fmla="*/ 252942 w 291906"/>
                <a:gd name="connsiteY76" fmla="*/ 37388 h 176071"/>
                <a:gd name="connsiteX77" fmla="*/ 248275 w 291906"/>
                <a:gd name="connsiteY77" fmla="*/ 38626 h 176071"/>
                <a:gd name="connsiteX78" fmla="*/ 248275 w 291906"/>
                <a:gd name="connsiteY78" fmla="*/ 38626 h 176071"/>
                <a:gd name="connsiteX79" fmla="*/ 239988 w 291906"/>
                <a:gd name="connsiteY79" fmla="*/ 33863 h 176071"/>
                <a:gd name="connsiteX80" fmla="*/ 274087 w 291906"/>
                <a:gd name="connsiteY80" fmla="*/ 14242 h 176071"/>
                <a:gd name="connsiteX81" fmla="*/ 277612 w 291906"/>
                <a:gd name="connsiteY81" fmla="*/ 1288 h 176071"/>
                <a:gd name="connsiteX82" fmla="*/ 277612 w 291906"/>
                <a:gd name="connsiteY82" fmla="*/ 1288 h 176071"/>
                <a:gd name="connsiteX83" fmla="*/ 290661 w 291906"/>
                <a:gd name="connsiteY83" fmla="*/ 4812 h 176071"/>
                <a:gd name="connsiteX84" fmla="*/ 290661 w 291906"/>
                <a:gd name="connsiteY84" fmla="*/ 4812 h 176071"/>
                <a:gd name="connsiteX85" fmla="*/ 287137 w 291906"/>
                <a:gd name="connsiteY85" fmla="*/ 17766 h 176071"/>
                <a:gd name="connsiteX86" fmla="*/ 287137 w 291906"/>
                <a:gd name="connsiteY86" fmla="*/ 17766 h 176071"/>
                <a:gd name="connsiteX87" fmla="*/ 282374 w 291906"/>
                <a:gd name="connsiteY87" fmla="*/ 19100 h 176071"/>
                <a:gd name="connsiteX88" fmla="*/ 282374 w 291906"/>
                <a:gd name="connsiteY88" fmla="*/ 19100 h 176071"/>
                <a:gd name="connsiteX89" fmla="*/ 274087 w 291906"/>
                <a:gd name="connsiteY89" fmla="*/ 14242 h 17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906" h="176071">
                  <a:moveTo>
                    <a:pt x="1291" y="171309"/>
                  </a:moveTo>
                  <a:cubicBezTo>
                    <a:pt x="-1376" y="166737"/>
                    <a:pt x="244" y="160927"/>
                    <a:pt x="4720" y="158260"/>
                  </a:cubicBezTo>
                  <a:lnTo>
                    <a:pt x="4720" y="158260"/>
                  </a:lnTo>
                  <a:cubicBezTo>
                    <a:pt x="9292" y="155593"/>
                    <a:pt x="15198" y="157212"/>
                    <a:pt x="17770" y="161784"/>
                  </a:cubicBezTo>
                  <a:lnTo>
                    <a:pt x="17770" y="161784"/>
                  </a:lnTo>
                  <a:cubicBezTo>
                    <a:pt x="20437" y="166261"/>
                    <a:pt x="18817" y="172167"/>
                    <a:pt x="14245" y="174738"/>
                  </a:cubicBezTo>
                  <a:lnTo>
                    <a:pt x="14245" y="174738"/>
                  </a:lnTo>
                  <a:cubicBezTo>
                    <a:pt x="12817" y="175596"/>
                    <a:pt x="11102" y="176072"/>
                    <a:pt x="9483" y="176072"/>
                  </a:cubicBezTo>
                  <a:lnTo>
                    <a:pt x="9483" y="176072"/>
                  </a:lnTo>
                  <a:cubicBezTo>
                    <a:pt x="6244" y="176072"/>
                    <a:pt x="3006" y="174357"/>
                    <a:pt x="1291" y="171309"/>
                  </a:cubicBezTo>
                  <a:close/>
                  <a:moveTo>
                    <a:pt x="35391" y="151592"/>
                  </a:moveTo>
                  <a:cubicBezTo>
                    <a:pt x="32724" y="147021"/>
                    <a:pt x="34343" y="141210"/>
                    <a:pt x="38820" y="138638"/>
                  </a:cubicBezTo>
                  <a:lnTo>
                    <a:pt x="38820" y="138638"/>
                  </a:lnTo>
                  <a:cubicBezTo>
                    <a:pt x="43392" y="135971"/>
                    <a:pt x="49202" y="137496"/>
                    <a:pt x="51869" y="142067"/>
                  </a:cubicBezTo>
                  <a:lnTo>
                    <a:pt x="51869" y="142067"/>
                  </a:lnTo>
                  <a:cubicBezTo>
                    <a:pt x="54441" y="146640"/>
                    <a:pt x="52917" y="152450"/>
                    <a:pt x="48345" y="155117"/>
                  </a:cubicBezTo>
                  <a:lnTo>
                    <a:pt x="48345" y="155117"/>
                  </a:lnTo>
                  <a:cubicBezTo>
                    <a:pt x="46916" y="155974"/>
                    <a:pt x="45202" y="156355"/>
                    <a:pt x="43582" y="156355"/>
                  </a:cubicBezTo>
                  <a:lnTo>
                    <a:pt x="43582" y="156355"/>
                  </a:lnTo>
                  <a:cubicBezTo>
                    <a:pt x="40344" y="156355"/>
                    <a:pt x="37105" y="154640"/>
                    <a:pt x="35391" y="151592"/>
                  </a:cubicBezTo>
                  <a:close/>
                  <a:moveTo>
                    <a:pt x="69395" y="131971"/>
                  </a:moveTo>
                  <a:cubicBezTo>
                    <a:pt x="66823" y="127399"/>
                    <a:pt x="68347" y="121589"/>
                    <a:pt x="72919" y="118922"/>
                  </a:cubicBezTo>
                  <a:lnTo>
                    <a:pt x="72919" y="118922"/>
                  </a:lnTo>
                  <a:cubicBezTo>
                    <a:pt x="77491" y="116350"/>
                    <a:pt x="83302" y="117874"/>
                    <a:pt x="85969" y="122446"/>
                  </a:cubicBezTo>
                  <a:lnTo>
                    <a:pt x="85969" y="122446"/>
                  </a:lnTo>
                  <a:cubicBezTo>
                    <a:pt x="88540" y="127018"/>
                    <a:pt x="87016" y="132828"/>
                    <a:pt x="82444" y="135400"/>
                  </a:cubicBezTo>
                  <a:lnTo>
                    <a:pt x="82444" y="135400"/>
                  </a:lnTo>
                  <a:cubicBezTo>
                    <a:pt x="80920" y="136257"/>
                    <a:pt x="79301" y="136734"/>
                    <a:pt x="77682" y="136734"/>
                  </a:cubicBezTo>
                  <a:lnTo>
                    <a:pt x="77682" y="136734"/>
                  </a:lnTo>
                  <a:cubicBezTo>
                    <a:pt x="74443" y="136734"/>
                    <a:pt x="71205" y="135019"/>
                    <a:pt x="69395" y="131971"/>
                  </a:cubicBezTo>
                  <a:close/>
                  <a:moveTo>
                    <a:pt x="103495" y="112254"/>
                  </a:moveTo>
                  <a:cubicBezTo>
                    <a:pt x="100923" y="107682"/>
                    <a:pt x="102447" y="101967"/>
                    <a:pt x="107019" y="99300"/>
                  </a:cubicBezTo>
                  <a:lnTo>
                    <a:pt x="107019" y="99300"/>
                  </a:lnTo>
                  <a:cubicBezTo>
                    <a:pt x="111591" y="96633"/>
                    <a:pt x="117401" y="98252"/>
                    <a:pt x="120068" y="102824"/>
                  </a:cubicBezTo>
                  <a:lnTo>
                    <a:pt x="120068" y="102824"/>
                  </a:lnTo>
                  <a:cubicBezTo>
                    <a:pt x="122640" y="107301"/>
                    <a:pt x="121116" y="113111"/>
                    <a:pt x="116544" y="115778"/>
                  </a:cubicBezTo>
                  <a:lnTo>
                    <a:pt x="116544" y="115778"/>
                  </a:lnTo>
                  <a:cubicBezTo>
                    <a:pt x="115020" y="116636"/>
                    <a:pt x="113401" y="117112"/>
                    <a:pt x="111781" y="117112"/>
                  </a:cubicBezTo>
                  <a:lnTo>
                    <a:pt x="111781" y="117112"/>
                  </a:lnTo>
                  <a:cubicBezTo>
                    <a:pt x="108543" y="117112"/>
                    <a:pt x="105304" y="115397"/>
                    <a:pt x="103495" y="112254"/>
                  </a:cubicBezTo>
                  <a:close/>
                  <a:moveTo>
                    <a:pt x="137594" y="92633"/>
                  </a:moveTo>
                  <a:cubicBezTo>
                    <a:pt x="135022" y="88156"/>
                    <a:pt x="136546" y="82250"/>
                    <a:pt x="141118" y="79679"/>
                  </a:cubicBezTo>
                  <a:lnTo>
                    <a:pt x="141118" y="79679"/>
                  </a:lnTo>
                  <a:cubicBezTo>
                    <a:pt x="145690" y="77012"/>
                    <a:pt x="151501" y="78631"/>
                    <a:pt x="154168" y="83203"/>
                  </a:cubicBezTo>
                  <a:lnTo>
                    <a:pt x="154168" y="83203"/>
                  </a:lnTo>
                  <a:cubicBezTo>
                    <a:pt x="156739" y="87680"/>
                    <a:pt x="155215" y="93585"/>
                    <a:pt x="150643" y="96157"/>
                  </a:cubicBezTo>
                  <a:lnTo>
                    <a:pt x="150643" y="96157"/>
                  </a:lnTo>
                  <a:cubicBezTo>
                    <a:pt x="149119" y="97014"/>
                    <a:pt x="147500" y="97395"/>
                    <a:pt x="145881" y="97395"/>
                  </a:cubicBezTo>
                  <a:lnTo>
                    <a:pt x="145881" y="97395"/>
                  </a:lnTo>
                  <a:cubicBezTo>
                    <a:pt x="142642" y="97395"/>
                    <a:pt x="139404" y="95681"/>
                    <a:pt x="137594" y="92633"/>
                  </a:cubicBezTo>
                  <a:close/>
                  <a:moveTo>
                    <a:pt x="171694" y="73011"/>
                  </a:moveTo>
                  <a:cubicBezTo>
                    <a:pt x="169122" y="68439"/>
                    <a:pt x="170646" y="62629"/>
                    <a:pt x="175218" y="60057"/>
                  </a:cubicBezTo>
                  <a:lnTo>
                    <a:pt x="175218" y="60057"/>
                  </a:lnTo>
                  <a:cubicBezTo>
                    <a:pt x="179790" y="57390"/>
                    <a:pt x="185600" y="59009"/>
                    <a:pt x="188267" y="63581"/>
                  </a:cubicBezTo>
                  <a:lnTo>
                    <a:pt x="188267" y="63581"/>
                  </a:lnTo>
                  <a:cubicBezTo>
                    <a:pt x="190839" y="68153"/>
                    <a:pt x="189315" y="73869"/>
                    <a:pt x="184743" y="76536"/>
                  </a:cubicBezTo>
                  <a:lnTo>
                    <a:pt x="184743" y="76536"/>
                  </a:lnTo>
                  <a:cubicBezTo>
                    <a:pt x="183219" y="77393"/>
                    <a:pt x="181600" y="77869"/>
                    <a:pt x="179980" y="77869"/>
                  </a:cubicBezTo>
                  <a:lnTo>
                    <a:pt x="179980" y="77869"/>
                  </a:lnTo>
                  <a:cubicBezTo>
                    <a:pt x="176647" y="77869"/>
                    <a:pt x="173503" y="76154"/>
                    <a:pt x="171694" y="73011"/>
                  </a:cubicBezTo>
                  <a:close/>
                  <a:moveTo>
                    <a:pt x="205888" y="53485"/>
                  </a:moveTo>
                  <a:cubicBezTo>
                    <a:pt x="203221" y="48818"/>
                    <a:pt x="204841" y="43007"/>
                    <a:pt x="209317" y="40436"/>
                  </a:cubicBezTo>
                  <a:lnTo>
                    <a:pt x="209317" y="40436"/>
                  </a:lnTo>
                  <a:cubicBezTo>
                    <a:pt x="213889" y="37769"/>
                    <a:pt x="219700" y="39388"/>
                    <a:pt x="222367" y="43960"/>
                  </a:cubicBezTo>
                  <a:lnTo>
                    <a:pt x="222367" y="43960"/>
                  </a:lnTo>
                  <a:cubicBezTo>
                    <a:pt x="224938" y="48532"/>
                    <a:pt x="223414" y="54342"/>
                    <a:pt x="218842" y="56914"/>
                  </a:cubicBezTo>
                  <a:lnTo>
                    <a:pt x="218842" y="56914"/>
                  </a:lnTo>
                  <a:cubicBezTo>
                    <a:pt x="217318" y="57771"/>
                    <a:pt x="215699" y="58247"/>
                    <a:pt x="214080" y="58247"/>
                  </a:cubicBezTo>
                  <a:lnTo>
                    <a:pt x="214080" y="58247"/>
                  </a:lnTo>
                  <a:cubicBezTo>
                    <a:pt x="210841" y="58247"/>
                    <a:pt x="207603" y="56533"/>
                    <a:pt x="205888" y="53485"/>
                  </a:cubicBezTo>
                  <a:close/>
                  <a:moveTo>
                    <a:pt x="239988" y="33863"/>
                  </a:moveTo>
                  <a:cubicBezTo>
                    <a:pt x="237321" y="29292"/>
                    <a:pt x="238940" y="23481"/>
                    <a:pt x="243512" y="20814"/>
                  </a:cubicBezTo>
                  <a:lnTo>
                    <a:pt x="243512" y="20814"/>
                  </a:lnTo>
                  <a:cubicBezTo>
                    <a:pt x="248084" y="18242"/>
                    <a:pt x="253894" y="19767"/>
                    <a:pt x="256466" y="24338"/>
                  </a:cubicBezTo>
                  <a:lnTo>
                    <a:pt x="256466" y="24338"/>
                  </a:lnTo>
                  <a:cubicBezTo>
                    <a:pt x="259133" y="28910"/>
                    <a:pt x="257514" y="34721"/>
                    <a:pt x="252942" y="37388"/>
                  </a:cubicBezTo>
                  <a:lnTo>
                    <a:pt x="252942" y="37388"/>
                  </a:lnTo>
                  <a:cubicBezTo>
                    <a:pt x="251513" y="38245"/>
                    <a:pt x="249894" y="38626"/>
                    <a:pt x="248275" y="38626"/>
                  </a:cubicBezTo>
                  <a:lnTo>
                    <a:pt x="248275" y="38626"/>
                  </a:lnTo>
                  <a:cubicBezTo>
                    <a:pt x="244941" y="38626"/>
                    <a:pt x="241702" y="36911"/>
                    <a:pt x="239988" y="33863"/>
                  </a:cubicBezTo>
                  <a:close/>
                  <a:moveTo>
                    <a:pt x="274087" y="14242"/>
                  </a:moveTo>
                  <a:cubicBezTo>
                    <a:pt x="271420" y="9670"/>
                    <a:pt x="273040" y="3860"/>
                    <a:pt x="277612" y="1288"/>
                  </a:cubicBezTo>
                  <a:lnTo>
                    <a:pt x="277612" y="1288"/>
                  </a:lnTo>
                  <a:cubicBezTo>
                    <a:pt x="282184" y="-1379"/>
                    <a:pt x="287994" y="240"/>
                    <a:pt x="290661" y="4812"/>
                  </a:cubicBezTo>
                  <a:lnTo>
                    <a:pt x="290661" y="4812"/>
                  </a:lnTo>
                  <a:cubicBezTo>
                    <a:pt x="293233" y="9384"/>
                    <a:pt x="291709" y="15194"/>
                    <a:pt x="287137" y="17766"/>
                  </a:cubicBezTo>
                  <a:lnTo>
                    <a:pt x="287137" y="17766"/>
                  </a:lnTo>
                  <a:cubicBezTo>
                    <a:pt x="285613" y="18623"/>
                    <a:pt x="283993" y="19100"/>
                    <a:pt x="282374" y="19100"/>
                  </a:cubicBezTo>
                  <a:lnTo>
                    <a:pt x="282374" y="19100"/>
                  </a:lnTo>
                  <a:cubicBezTo>
                    <a:pt x="279040" y="19100"/>
                    <a:pt x="275897" y="17385"/>
                    <a:pt x="274087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1DDBF60-C455-3DE3-F251-24980125A2BA}"/>
                </a:ext>
              </a:extLst>
            </p:cNvPr>
            <p:cNvSpPr/>
            <p:nvPr/>
          </p:nvSpPr>
          <p:spPr>
            <a:xfrm>
              <a:off x="5722326" y="3721748"/>
              <a:ext cx="295903" cy="178453"/>
            </a:xfrm>
            <a:custGeom>
              <a:avLst/>
              <a:gdLst>
                <a:gd name="connsiteX0" fmla="*/ 281662 w 295903"/>
                <a:gd name="connsiteY0" fmla="*/ 177120 h 178453"/>
                <a:gd name="connsiteX1" fmla="*/ 281662 w 295903"/>
                <a:gd name="connsiteY1" fmla="*/ 177120 h 178453"/>
                <a:gd name="connsiteX2" fmla="*/ 278137 w 295903"/>
                <a:gd name="connsiteY2" fmla="*/ 164166 h 178453"/>
                <a:gd name="connsiteX3" fmla="*/ 278137 w 295903"/>
                <a:gd name="connsiteY3" fmla="*/ 164166 h 178453"/>
                <a:gd name="connsiteX4" fmla="*/ 291091 w 295903"/>
                <a:gd name="connsiteY4" fmla="*/ 160641 h 178453"/>
                <a:gd name="connsiteX5" fmla="*/ 291091 w 295903"/>
                <a:gd name="connsiteY5" fmla="*/ 160641 h 178453"/>
                <a:gd name="connsiteX6" fmla="*/ 294616 w 295903"/>
                <a:gd name="connsiteY6" fmla="*/ 173691 h 178453"/>
                <a:gd name="connsiteX7" fmla="*/ 294616 w 295903"/>
                <a:gd name="connsiteY7" fmla="*/ 173691 h 178453"/>
                <a:gd name="connsiteX8" fmla="*/ 286329 w 295903"/>
                <a:gd name="connsiteY8" fmla="*/ 178453 h 178453"/>
                <a:gd name="connsiteX9" fmla="*/ 286329 w 295903"/>
                <a:gd name="connsiteY9" fmla="*/ 178453 h 178453"/>
                <a:gd name="connsiteX10" fmla="*/ 281566 w 295903"/>
                <a:gd name="connsiteY10" fmla="*/ 177120 h 178453"/>
                <a:gd name="connsiteX11" fmla="*/ 247086 w 295903"/>
                <a:gd name="connsiteY11" fmla="*/ 157212 h 178453"/>
                <a:gd name="connsiteX12" fmla="*/ 243562 w 295903"/>
                <a:gd name="connsiteY12" fmla="*/ 144163 h 178453"/>
                <a:gd name="connsiteX13" fmla="*/ 243562 w 295903"/>
                <a:gd name="connsiteY13" fmla="*/ 144163 h 178453"/>
                <a:gd name="connsiteX14" fmla="*/ 256611 w 295903"/>
                <a:gd name="connsiteY14" fmla="*/ 140734 h 178453"/>
                <a:gd name="connsiteX15" fmla="*/ 256611 w 295903"/>
                <a:gd name="connsiteY15" fmla="*/ 140734 h 178453"/>
                <a:gd name="connsiteX16" fmla="*/ 260135 w 295903"/>
                <a:gd name="connsiteY16" fmla="*/ 153688 h 178453"/>
                <a:gd name="connsiteX17" fmla="*/ 260135 w 295903"/>
                <a:gd name="connsiteY17" fmla="*/ 153688 h 178453"/>
                <a:gd name="connsiteX18" fmla="*/ 251848 w 295903"/>
                <a:gd name="connsiteY18" fmla="*/ 158451 h 178453"/>
                <a:gd name="connsiteX19" fmla="*/ 251848 w 295903"/>
                <a:gd name="connsiteY19" fmla="*/ 158451 h 178453"/>
                <a:gd name="connsiteX20" fmla="*/ 247086 w 295903"/>
                <a:gd name="connsiteY20" fmla="*/ 157212 h 178453"/>
                <a:gd name="connsiteX21" fmla="*/ 212510 w 295903"/>
                <a:gd name="connsiteY21" fmla="*/ 137305 h 178453"/>
                <a:gd name="connsiteX22" fmla="*/ 208986 w 295903"/>
                <a:gd name="connsiteY22" fmla="*/ 124256 h 178453"/>
                <a:gd name="connsiteX23" fmla="*/ 208986 w 295903"/>
                <a:gd name="connsiteY23" fmla="*/ 124256 h 178453"/>
                <a:gd name="connsiteX24" fmla="*/ 221940 w 295903"/>
                <a:gd name="connsiteY24" fmla="*/ 120732 h 178453"/>
                <a:gd name="connsiteX25" fmla="*/ 221940 w 295903"/>
                <a:gd name="connsiteY25" fmla="*/ 120732 h 178453"/>
                <a:gd name="connsiteX26" fmla="*/ 225464 w 295903"/>
                <a:gd name="connsiteY26" fmla="*/ 133781 h 178453"/>
                <a:gd name="connsiteX27" fmla="*/ 225464 w 295903"/>
                <a:gd name="connsiteY27" fmla="*/ 133781 h 178453"/>
                <a:gd name="connsiteX28" fmla="*/ 217177 w 295903"/>
                <a:gd name="connsiteY28" fmla="*/ 138543 h 178453"/>
                <a:gd name="connsiteX29" fmla="*/ 217177 w 295903"/>
                <a:gd name="connsiteY29" fmla="*/ 138543 h 178453"/>
                <a:gd name="connsiteX30" fmla="*/ 212510 w 295903"/>
                <a:gd name="connsiteY30" fmla="*/ 137305 h 178453"/>
                <a:gd name="connsiteX31" fmla="*/ 177839 w 295903"/>
                <a:gd name="connsiteY31" fmla="*/ 117398 h 178453"/>
                <a:gd name="connsiteX32" fmla="*/ 177839 w 295903"/>
                <a:gd name="connsiteY32" fmla="*/ 117398 h 178453"/>
                <a:gd name="connsiteX33" fmla="*/ 174220 w 295903"/>
                <a:gd name="connsiteY33" fmla="*/ 104349 h 178453"/>
                <a:gd name="connsiteX34" fmla="*/ 174220 w 295903"/>
                <a:gd name="connsiteY34" fmla="*/ 104349 h 178453"/>
                <a:gd name="connsiteX35" fmla="*/ 187269 w 295903"/>
                <a:gd name="connsiteY35" fmla="*/ 100824 h 178453"/>
                <a:gd name="connsiteX36" fmla="*/ 187269 w 295903"/>
                <a:gd name="connsiteY36" fmla="*/ 100824 h 178453"/>
                <a:gd name="connsiteX37" fmla="*/ 190793 w 295903"/>
                <a:gd name="connsiteY37" fmla="*/ 113874 h 178453"/>
                <a:gd name="connsiteX38" fmla="*/ 190793 w 295903"/>
                <a:gd name="connsiteY38" fmla="*/ 113874 h 178453"/>
                <a:gd name="connsiteX39" fmla="*/ 182506 w 295903"/>
                <a:gd name="connsiteY39" fmla="*/ 118636 h 178453"/>
                <a:gd name="connsiteX40" fmla="*/ 182506 w 295903"/>
                <a:gd name="connsiteY40" fmla="*/ 118636 h 178453"/>
                <a:gd name="connsiteX41" fmla="*/ 177744 w 295903"/>
                <a:gd name="connsiteY41" fmla="*/ 117398 h 178453"/>
                <a:gd name="connsiteX42" fmla="*/ 143263 w 295903"/>
                <a:gd name="connsiteY42" fmla="*/ 97491 h 178453"/>
                <a:gd name="connsiteX43" fmla="*/ 139739 w 295903"/>
                <a:gd name="connsiteY43" fmla="*/ 84441 h 178453"/>
                <a:gd name="connsiteX44" fmla="*/ 139739 w 295903"/>
                <a:gd name="connsiteY44" fmla="*/ 84441 h 178453"/>
                <a:gd name="connsiteX45" fmla="*/ 152788 w 295903"/>
                <a:gd name="connsiteY45" fmla="*/ 80917 h 178453"/>
                <a:gd name="connsiteX46" fmla="*/ 152788 w 295903"/>
                <a:gd name="connsiteY46" fmla="*/ 80917 h 178453"/>
                <a:gd name="connsiteX47" fmla="*/ 156217 w 295903"/>
                <a:gd name="connsiteY47" fmla="*/ 93966 h 178453"/>
                <a:gd name="connsiteX48" fmla="*/ 156217 w 295903"/>
                <a:gd name="connsiteY48" fmla="*/ 93966 h 178453"/>
                <a:gd name="connsiteX49" fmla="*/ 147931 w 295903"/>
                <a:gd name="connsiteY49" fmla="*/ 98729 h 178453"/>
                <a:gd name="connsiteX50" fmla="*/ 147931 w 295903"/>
                <a:gd name="connsiteY50" fmla="*/ 98729 h 178453"/>
                <a:gd name="connsiteX51" fmla="*/ 143263 w 295903"/>
                <a:gd name="connsiteY51" fmla="*/ 97491 h 178453"/>
                <a:gd name="connsiteX52" fmla="*/ 108592 w 295903"/>
                <a:gd name="connsiteY52" fmla="*/ 77583 h 178453"/>
                <a:gd name="connsiteX53" fmla="*/ 105068 w 295903"/>
                <a:gd name="connsiteY53" fmla="*/ 64534 h 178453"/>
                <a:gd name="connsiteX54" fmla="*/ 105068 w 295903"/>
                <a:gd name="connsiteY54" fmla="*/ 64534 h 178453"/>
                <a:gd name="connsiteX55" fmla="*/ 118117 w 295903"/>
                <a:gd name="connsiteY55" fmla="*/ 61010 h 178453"/>
                <a:gd name="connsiteX56" fmla="*/ 118117 w 295903"/>
                <a:gd name="connsiteY56" fmla="*/ 61010 h 178453"/>
                <a:gd name="connsiteX57" fmla="*/ 121642 w 295903"/>
                <a:gd name="connsiteY57" fmla="*/ 74059 h 178453"/>
                <a:gd name="connsiteX58" fmla="*/ 121642 w 295903"/>
                <a:gd name="connsiteY58" fmla="*/ 74059 h 178453"/>
                <a:gd name="connsiteX59" fmla="*/ 113355 w 295903"/>
                <a:gd name="connsiteY59" fmla="*/ 78822 h 178453"/>
                <a:gd name="connsiteX60" fmla="*/ 113355 w 295903"/>
                <a:gd name="connsiteY60" fmla="*/ 78822 h 178453"/>
                <a:gd name="connsiteX61" fmla="*/ 108592 w 295903"/>
                <a:gd name="connsiteY61" fmla="*/ 77583 h 178453"/>
                <a:gd name="connsiteX62" fmla="*/ 74017 w 295903"/>
                <a:gd name="connsiteY62" fmla="*/ 57581 h 178453"/>
                <a:gd name="connsiteX63" fmla="*/ 70492 w 295903"/>
                <a:gd name="connsiteY63" fmla="*/ 44627 h 178453"/>
                <a:gd name="connsiteX64" fmla="*/ 70492 w 295903"/>
                <a:gd name="connsiteY64" fmla="*/ 44627 h 178453"/>
                <a:gd name="connsiteX65" fmla="*/ 83542 w 295903"/>
                <a:gd name="connsiteY65" fmla="*/ 41103 h 178453"/>
                <a:gd name="connsiteX66" fmla="*/ 83542 w 295903"/>
                <a:gd name="connsiteY66" fmla="*/ 41103 h 178453"/>
                <a:gd name="connsiteX67" fmla="*/ 86971 w 295903"/>
                <a:gd name="connsiteY67" fmla="*/ 54152 h 178453"/>
                <a:gd name="connsiteX68" fmla="*/ 86971 w 295903"/>
                <a:gd name="connsiteY68" fmla="*/ 54152 h 178453"/>
                <a:gd name="connsiteX69" fmla="*/ 78779 w 295903"/>
                <a:gd name="connsiteY69" fmla="*/ 58914 h 178453"/>
                <a:gd name="connsiteX70" fmla="*/ 78779 w 295903"/>
                <a:gd name="connsiteY70" fmla="*/ 58914 h 178453"/>
                <a:gd name="connsiteX71" fmla="*/ 74017 w 295903"/>
                <a:gd name="connsiteY71" fmla="*/ 57581 h 178453"/>
                <a:gd name="connsiteX72" fmla="*/ 39346 w 295903"/>
                <a:gd name="connsiteY72" fmla="*/ 37674 h 178453"/>
                <a:gd name="connsiteX73" fmla="*/ 35917 w 295903"/>
                <a:gd name="connsiteY73" fmla="*/ 24720 h 178453"/>
                <a:gd name="connsiteX74" fmla="*/ 35917 w 295903"/>
                <a:gd name="connsiteY74" fmla="*/ 24720 h 178453"/>
                <a:gd name="connsiteX75" fmla="*/ 48871 w 295903"/>
                <a:gd name="connsiteY75" fmla="*/ 21195 h 178453"/>
                <a:gd name="connsiteX76" fmla="*/ 48871 w 295903"/>
                <a:gd name="connsiteY76" fmla="*/ 21195 h 178453"/>
                <a:gd name="connsiteX77" fmla="*/ 52395 w 295903"/>
                <a:gd name="connsiteY77" fmla="*/ 34245 h 178453"/>
                <a:gd name="connsiteX78" fmla="*/ 52395 w 295903"/>
                <a:gd name="connsiteY78" fmla="*/ 34245 h 178453"/>
                <a:gd name="connsiteX79" fmla="*/ 44108 w 295903"/>
                <a:gd name="connsiteY79" fmla="*/ 39007 h 178453"/>
                <a:gd name="connsiteX80" fmla="*/ 44108 w 295903"/>
                <a:gd name="connsiteY80" fmla="*/ 39007 h 178453"/>
                <a:gd name="connsiteX81" fmla="*/ 39346 w 295903"/>
                <a:gd name="connsiteY81" fmla="*/ 37674 h 178453"/>
                <a:gd name="connsiteX82" fmla="*/ 4770 w 295903"/>
                <a:gd name="connsiteY82" fmla="*/ 17766 h 178453"/>
                <a:gd name="connsiteX83" fmla="*/ 1246 w 295903"/>
                <a:gd name="connsiteY83" fmla="*/ 4812 h 178453"/>
                <a:gd name="connsiteX84" fmla="*/ 1246 w 295903"/>
                <a:gd name="connsiteY84" fmla="*/ 4812 h 178453"/>
                <a:gd name="connsiteX85" fmla="*/ 14295 w 295903"/>
                <a:gd name="connsiteY85" fmla="*/ 1288 h 178453"/>
                <a:gd name="connsiteX86" fmla="*/ 14295 w 295903"/>
                <a:gd name="connsiteY86" fmla="*/ 1288 h 178453"/>
                <a:gd name="connsiteX87" fmla="*/ 17819 w 295903"/>
                <a:gd name="connsiteY87" fmla="*/ 14242 h 178453"/>
                <a:gd name="connsiteX88" fmla="*/ 17819 w 295903"/>
                <a:gd name="connsiteY88" fmla="*/ 14242 h 178453"/>
                <a:gd name="connsiteX89" fmla="*/ 9532 w 295903"/>
                <a:gd name="connsiteY89" fmla="*/ 19100 h 178453"/>
                <a:gd name="connsiteX90" fmla="*/ 9532 w 295903"/>
                <a:gd name="connsiteY90" fmla="*/ 19100 h 178453"/>
                <a:gd name="connsiteX91" fmla="*/ 4770 w 295903"/>
                <a:gd name="connsiteY91" fmla="*/ 17766 h 178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295903" h="178453">
                  <a:moveTo>
                    <a:pt x="281662" y="177120"/>
                  </a:moveTo>
                  <a:lnTo>
                    <a:pt x="281662" y="177120"/>
                  </a:lnTo>
                  <a:cubicBezTo>
                    <a:pt x="277090" y="174548"/>
                    <a:pt x="275470" y="168642"/>
                    <a:pt x="278137" y="164166"/>
                  </a:cubicBezTo>
                  <a:lnTo>
                    <a:pt x="278137" y="164166"/>
                  </a:lnTo>
                  <a:cubicBezTo>
                    <a:pt x="280709" y="159593"/>
                    <a:pt x="286519" y="157974"/>
                    <a:pt x="291091" y="160641"/>
                  </a:cubicBezTo>
                  <a:lnTo>
                    <a:pt x="291091" y="160641"/>
                  </a:lnTo>
                  <a:cubicBezTo>
                    <a:pt x="295663" y="163308"/>
                    <a:pt x="297283" y="169118"/>
                    <a:pt x="294616" y="173691"/>
                  </a:cubicBezTo>
                  <a:lnTo>
                    <a:pt x="294616" y="173691"/>
                  </a:lnTo>
                  <a:cubicBezTo>
                    <a:pt x="292806" y="176739"/>
                    <a:pt x="289663" y="178453"/>
                    <a:pt x="286329" y="178453"/>
                  </a:cubicBezTo>
                  <a:lnTo>
                    <a:pt x="286329" y="178453"/>
                  </a:lnTo>
                  <a:cubicBezTo>
                    <a:pt x="284710" y="178453"/>
                    <a:pt x="283090" y="177977"/>
                    <a:pt x="281566" y="177120"/>
                  </a:cubicBezTo>
                  <a:close/>
                  <a:moveTo>
                    <a:pt x="247086" y="157212"/>
                  </a:moveTo>
                  <a:cubicBezTo>
                    <a:pt x="242514" y="154545"/>
                    <a:pt x="240990" y="148735"/>
                    <a:pt x="243562" y="144163"/>
                  </a:cubicBezTo>
                  <a:lnTo>
                    <a:pt x="243562" y="144163"/>
                  </a:lnTo>
                  <a:cubicBezTo>
                    <a:pt x="246229" y="139591"/>
                    <a:pt x="252039" y="138067"/>
                    <a:pt x="256611" y="140734"/>
                  </a:cubicBezTo>
                  <a:lnTo>
                    <a:pt x="256611" y="140734"/>
                  </a:lnTo>
                  <a:cubicBezTo>
                    <a:pt x="261183" y="143306"/>
                    <a:pt x="262707" y="149116"/>
                    <a:pt x="260135" y="153688"/>
                  </a:cubicBezTo>
                  <a:lnTo>
                    <a:pt x="260135" y="153688"/>
                  </a:lnTo>
                  <a:cubicBezTo>
                    <a:pt x="258325" y="156736"/>
                    <a:pt x="255087" y="158451"/>
                    <a:pt x="251848" y="158451"/>
                  </a:cubicBezTo>
                  <a:lnTo>
                    <a:pt x="251848" y="158451"/>
                  </a:lnTo>
                  <a:cubicBezTo>
                    <a:pt x="250229" y="158451"/>
                    <a:pt x="248610" y="158070"/>
                    <a:pt x="247086" y="157212"/>
                  </a:cubicBezTo>
                  <a:close/>
                  <a:moveTo>
                    <a:pt x="212510" y="137305"/>
                  </a:moveTo>
                  <a:cubicBezTo>
                    <a:pt x="207938" y="134638"/>
                    <a:pt x="206319" y="128828"/>
                    <a:pt x="208986" y="124256"/>
                  </a:cubicBezTo>
                  <a:lnTo>
                    <a:pt x="208986" y="124256"/>
                  </a:lnTo>
                  <a:cubicBezTo>
                    <a:pt x="211653" y="119684"/>
                    <a:pt x="217463" y="118160"/>
                    <a:pt x="221940" y="120732"/>
                  </a:cubicBezTo>
                  <a:lnTo>
                    <a:pt x="221940" y="120732"/>
                  </a:lnTo>
                  <a:cubicBezTo>
                    <a:pt x="226512" y="123399"/>
                    <a:pt x="228131" y="129209"/>
                    <a:pt x="225464" y="133781"/>
                  </a:cubicBezTo>
                  <a:lnTo>
                    <a:pt x="225464" y="133781"/>
                  </a:lnTo>
                  <a:cubicBezTo>
                    <a:pt x="223750" y="136829"/>
                    <a:pt x="220511" y="138543"/>
                    <a:pt x="217177" y="138543"/>
                  </a:cubicBezTo>
                  <a:lnTo>
                    <a:pt x="217177" y="138543"/>
                  </a:lnTo>
                  <a:cubicBezTo>
                    <a:pt x="215653" y="138543"/>
                    <a:pt x="213939" y="138162"/>
                    <a:pt x="212510" y="137305"/>
                  </a:cubicBezTo>
                  <a:close/>
                  <a:moveTo>
                    <a:pt x="177839" y="117398"/>
                  </a:moveTo>
                  <a:lnTo>
                    <a:pt x="177839" y="117398"/>
                  </a:lnTo>
                  <a:cubicBezTo>
                    <a:pt x="173172" y="114731"/>
                    <a:pt x="171648" y="108920"/>
                    <a:pt x="174220" y="104349"/>
                  </a:cubicBezTo>
                  <a:lnTo>
                    <a:pt x="174220" y="104349"/>
                  </a:lnTo>
                  <a:cubicBezTo>
                    <a:pt x="176887" y="99776"/>
                    <a:pt x="182697" y="98253"/>
                    <a:pt x="187269" y="100824"/>
                  </a:cubicBezTo>
                  <a:lnTo>
                    <a:pt x="187269" y="100824"/>
                  </a:lnTo>
                  <a:cubicBezTo>
                    <a:pt x="191841" y="103491"/>
                    <a:pt x="193365" y="109301"/>
                    <a:pt x="190793" y="113874"/>
                  </a:cubicBezTo>
                  <a:lnTo>
                    <a:pt x="190793" y="113874"/>
                  </a:lnTo>
                  <a:cubicBezTo>
                    <a:pt x="188983" y="116922"/>
                    <a:pt x="185840" y="118636"/>
                    <a:pt x="182506" y="118636"/>
                  </a:cubicBezTo>
                  <a:lnTo>
                    <a:pt x="182506" y="118636"/>
                  </a:lnTo>
                  <a:cubicBezTo>
                    <a:pt x="180887" y="118636"/>
                    <a:pt x="179268" y="118255"/>
                    <a:pt x="177744" y="117398"/>
                  </a:cubicBezTo>
                  <a:close/>
                  <a:moveTo>
                    <a:pt x="143263" y="97491"/>
                  </a:moveTo>
                  <a:cubicBezTo>
                    <a:pt x="138691" y="94824"/>
                    <a:pt x="137072" y="89013"/>
                    <a:pt x="139739" y="84441"/>
                  </a:cubicBezTo>
                  <a:lnTo>
                    <a:pt x="139739" y="84441"/>
                  </a:lnTo>
                  <a:cubicBezTo>
                    <a:pt x="142311" y="79869"/>
                    <a:pt x="148216" y="78345"/>
                    <a:pt x="152788" y="80917"/>
                  </a:cubicBezTo>
                  <a:lnTo>
                    <a:pt x="152788" y="80917"/>
                  </a:lnTo>
                  <a:cubicBezTo>
                    <a:pt x="157360" y="83584"/>
                    <a:pt x="158884" y="89394"/>
                    <a:pt x="156217" y="93966"/>
                  </a:cubicBezTo>
                  <a:lnTo>
                    <a:pt x="156217" y="93966"/>
                  </a:lnTo>
                  <a:cubicBezTo>
                    <a:pt x="154503" y="97014"/>
                    <a:pt x="151264" y="98729"/>
                    <a:pt x="147931" y="98729"/>
                  </a:cubicBezTo>
                  <a:lnTo>
                    <a:pt x="147931" y="98729"/>
                  </a:lnTo>
                  <a:cubicBezTo>
                    <a:pt x="146407" y="98729"/>
                    <a:pt x="144692" y="98348"/>
                    <a:pt x="143263" y="97491"/>
                  </a:cubicBezTo>
                  <a:close/>
                  <a:moveTo>
                    <a:pt x="108592" y="77583"/>
                  </a:moveTo>
                  <a:cubicBezTo>
                    <a:pt x="104020" y="74916"/>
                    <a:pt x="102496" y="69106"/>
                    <a:pt x="105068" y="64534"/>
                  </a:cubicBezTo>
                  <a:lnTo>
                    <a:pt x="105068" y="64534"/>
                  </a:lnTo>
                  <a:cubicBezTo>
                    <a:pt x="107735" y="59962"/>
                    <a:pt x="113545" y="58438"/>
                    <a:pt x="118117" y="61010"/>
                  </a:cubicBezTo>
                  <a:lnTo>
                    <a:pt x="118117" y="61010"/>
                  </a:lnTo>
                  <a:cubicBezTo>
                    <a:pt x="122689" y="63677"/>
                    <a:pt x="124309" y="69487"/>
                    <a:pt x="121642" y="74059"/>
                  </a:cubicBezTo>
                  <a:lnTo>
                    <a:pt x="121642" y="74059"/>
                  </a:lnTo>
                  <a:cubicBezTo>
                    <a:pt x="119832" y="77107"/>
                    <a:pt x="116689" y="78822"/>
                    <a:pt x="113355" y="78822"/>
                  </a:cubicBezTo>
                  <a:lnTo>
                    <a:pt x="113355" y="78822"/>
                  </a:lnTo>
                  <a:cubicBezTo>
                    <a:pt x="111736" y="78822"/>
                    <a:pt x="110116" y="78441"/>
                    <a:pt x="108592" y="77583"/>
                  </a:cubicBezTo>
                  <a:close/>
                  <a:moveTo>
                    <a:pt x="74017" y="57581"/>
                  </a:moveTo>
                  <a:cubicBezTo>
                    <a:pt x="69445" y="55009"/>
                    <a:pt x="67921" y="49199"/>
                    <a:pt x="70492" y="44627"/>
                  </a:cubicBezTo>
                  <a:lnTo>
                    <a:pt x="70492" y="44627"/>
                  </a:lnTo>
                  <a:cubicBezTo>
                    <a:pt x="73159" y="40055"/>
                    <a:pt x="78970" y="38531"/>
                    <a:pt x="83542" y="41103"/>
                  </a:cubicBezTo>
                  <a:lnTo>
                    <a:pt x="83542" y="41103"/>
                  </a:lnTo>
                  <a:cubicBezTo>
                    <a:pt x="88018" y="43770"/>
                    <a:pt x="89638" y="49580"/>
                    <a:pt x="86971" y="54152"/>
                  </a:cubicBezTo>
                  <a:lnTo>
                    <a:pt x="86971" y="54152"/>
                  </a:lnTo>
                  <a:cubicBezTo>
                    <a:pt x="85256" y="57200"/>
                    <a:pt x="82018" y="58914"/>
                    <a:pt x="78779" y="58914"/>
                  </a:cubicBezTo>
                  <a:lnTo>
                    <a:pt x="78779" y="58914"/>
                  </a:lnTo>
                  <a:cubicBezTo>
                    <a:pt x="77160" y="58914"/>
                    <a:pt x="75541" y="58438"/>
                    <a:pt x="74017" y="57581"/>
                  </a:cubicBezTo>
                  <a:close/>
                  <a:moveTo>
                    <a:pt x="39346" y="37674"/>
                  </a:moveTo>
                  <a:cubicBezTo>
                    <a:pt x="34869" y="35102"/>
                    <a:pt x="33250" y="29291"/>
                    <a:pt x="35917" y="24720"/>
                  </a:cubicBezTo>
                  <a:lnTo>
                    <a:pt x="35917" y="24720"/>
                  </a:lnTo>
                  <a:cubicBezTo>
                    <a:pt x="38488" y="20147"/>
                    <a:pt x="44299" y="18528"/>
                    <a:pt x="48871" y="21195"/>
                  </a:cubicBezTo>
                  <a:lnTo>
                    <a:pt x="48871" y="21195"/>
                  </a:lnTo>
                  <a:cubicBezTo>
                    <a:pt x="53443" y="23862"/>
                    <a:pt x="54967" y="29672"/>
                    <a:pt x="52395" y="34245"/>
                  </a:cubicBezTo>
                  <a:lnTo>
                    <a:pt x="52395" y="34245"/>
                  </a:lnTo>
                  <a:cubicBezTo>
                    <a:pt x="50585" y="37293"/>
                    <a:pt x="47442" y="39007"/>
                    <a:pt x="44108" y="39007"/>
                  </a:cubicBezTo>
                  <a:lnTo>
                    <a:pt x="44108" y="39007"/>
                  </a:lnTo>
                  <a:cubicBezTo>
                    <a:pt x="42489" y="39007"/>
                    <a:pt x="40870" y="38626"/>
                    <a:pt x="39346" y="37674"/>
                  </a:cubicBezTo>
                  <a:close/>
                  <a:moveTo>
                    <a:pt x="4770" y="17766"/>
                  </a:moveTo>
                  <a:cubicBezTo>
                    <a:pt x="198" y="15099"/>
                    <a:pt x="-1326" y="9289"/>
                    <a:pt x="1246" y="4812"/>
                  </a:cubicBezTo>
                  <a:lnTo>
                    <a:pt x="1246" y="4812"/>
                  </a:lnTo>
                  <a:cubicBezTo>
                    <a:pt x="3913" y="240"/>
                    <a:pt x="9723" y="-1379"/>
                    <a:pt x="14295" y="1288"/>
                  </a:cubicBezTo>
                  <a:lnTo>
                    <a:pt x="14295" y="1288"/>
                  </a:lnTo>
                  <a:cubicBezTo>
                    <a:pt x="18867" y="3955"/>
                    <a:pt x="20391" y="9765"/>
                    <a:pt x="17819" y="14242"/>
                  </a:cubicBezTo>
                  <a:lnTo>
                    <a:pt x="17819" y="14242"/>
                  </a:lnTo>
                  <a:cubicBezTo>
                    <a:pt x="16009" y="17385"/>
                    <a:pt x="12771" y="19100"/>
                    <a:pt x="9532" y="19100"/>
                  </a:cubicBezTo>
                  <a:lnTo>
                    <a:pt x="9532" y="19100"/>
                  </a:lnTo>
                  <a:cubicBezTo>
                    <a:pt x="7913" y="19100"/>
                    <a:pt x="6294" y="18624"/>
                    <a:pt x="4770" y="1776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53EE16A-A504-10CF-21C4-C253A5D9E7CC}"/>
                </a:ext>
              </a:extLst>
            </p:cNvPr>
            <p:cNvSpPr/>
            <p:nvPr/>
          </p:nvSpPr>
          <p:spPr>
            <a:xfrm>
              <a:off x="5645396" y="3655039"/>
              <a:ext cx="36116" cy="46089"/>
            </a:xfrm>
            <a:custGeom>
              <a:avLst/>
              <a:gdLst>
                <a:gd name="connsiteX0" fmla="*/ 19597 w 36116"/>
                <a:gd name="connsiteY0" fmla="*/ 43041 h 46089"/>
                <a:gd name="connsiteX1" fmla="*/ 20073 w 36116"/>
                <a:gd name="connsiteY1" fmla="*/ 29611 h 46089"/>
                <a:gd name="connsiteX2" fmla="*/ 20073 w 36116"/>
                <a:gd name="connsiteY2" fmla="*/ 29611 h 46089"/>
                <a:gd name="connsiteX3" fmla="*/ 33599 w 36116"/>
                <a:gd name="connsiteY3" fmla="*/ 30087 h 46089"/>
                <a:gd name="connsiteX4" fmla="*/ 33599 w 36116"/>
                <a:gd name="connsiteY4" fmla="*/ 30087 h 46089"/>
                <a:gd name="connsiteX5" fmla="*/ 33123 w 36116"/>
                <a:gd name="connsiteY5" fmla="*/ 43518 h 46089"/>
                <a:gd name="connsiteX6" fmla="*/ 33123 w 36116"/>
                <a:gd name="connsiteY6" fmla="*/ 43518 h 46089"/>
                <a:gd name="connsiteX7" fmla="*/ 26646 w 36116"/>
                <a:gd name="connsiteY7" fmla="*/ 46089 h 46089"/>
                <a:gd name="connsiteX8" fmla="*/ 26646 w 36116"/>
                <a:gd name="connsiteY8" fmla="*/ 46089 h 46089"/>
                <a:gd name="connsiteX9" fmla="*/ 19597 w 36116"/>
                <a:gd name="connsiteY9" fmla="*/ 43041 h 46089"/>
                <a:gd name="connsiteX10" fmla="*/ 642 w 36116"/>
                <a:gd name="connsiteY10" fmla="*/ 12942 h 46089"/>
                <a:gd name="connsiteX11" fmla="*/ 6167 w 36116"/>
                <a:gd name="connsiteY11" fmla="*/ 655 h 46089"/>
                <a:gd name="connsiteX12" fmla="*/ 6167 w 36116"/>
                <a:gd name="connsiteY12" fmla="*/ 655 h 46089"/>
                <a:gd name="connsiteX13" fmla="*/ 18454 w 36116"/>
                <a:gd name="connsiteY13" fmla="*/ 6084 h 46089"/>
                <a:gd name="connsiteX14" fmla="*/ 18454 w 36116"/>
                <a:gd name="connsiteY14" fmla="*/ 6084 h 46089"/>
                <a:gd name="connsiteX15" fmla="*/ 12930 w 36116"/>
                <a:gd name="connsiteY15" fmla="*/ 18372 h 46089"/>
                <a:gd name="connsiteX16" fmla="*/ 12930 w 36116"/>
                <a:gd name="connsiteY16" fmla="*/ 18372 h 46089"/>
                <a:gd name="connsiteX17" fmla="*/ 9596 w 36116"/>
                <a:gd name="connsiteY17" fmla="*/ 19038 h 46089"/>
                <a:gd name="connsiteX18" fmla="*/ 9596 w 36116"/>
                <a:gd name="connsiteY18" fmla="*/ 19038 h 46089"/>
                <a:gd name="connsiteX19" fmla="*/ 642 w 36116"/>
                <a:gd name="connsiteY19" fmla="*/ 12942 h 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116" h="46089">
                  <a:moveTo>
                    <a:pt x="19597" y="43041"/>
                  </a:moveTo>
                  <a:cubicBezTo>
                    <a:pt x="16073" y="39231"/>
                    <a:pt x="16263" y="33135"/>
                    <a:pt x="20073" y="29611"/>
                  </a:cubicBezTo>
                  <a:lnTo>
                    <a:pt x="20073" y="29611"/>
                  </a:lnTo>
                  <a:cubicBezTo>
                    <a:pt x="23979" y="25992"/>
                    <a:pt x="29979" y="26182"/>
                    <a:pt x="33599" y="30087"/>
                  </a:cubicBezTo>
                  <a:lnTo>
                    <a:pt x="33599" y="30087"/>
                  </a:lnTo>
                  <a:cubicBezTo>
                    <a:pt x="37123" y="33993"/>
                    <a:pt x="36933" y="39993"/>
                    <a:pt x="33123" y="43518"/>
                  </a:cubicBezTo>
                  <a:lnTo>
                    <a:pt x="33123" y="43518"/>
                  </a:lnTo>
                  <a:cubicBezTo>
                    <a:pt x="31218" y="45232"/>
                    <a:pt x="28932" y="46089"/>
                    <a:pt x="26646" y="46089"/>
                  </a:cubicBezTo>
                  <a:lnTo>
                    <a:pt x="26646" y="46089"/>
                  </a:lnTo>
                  <a:cubicBezTo>
                    <a:pt x="24074" y="46089"/>
                    <a:pt x="21502" y="45042"/>
                    <a:pt x="19597" y="43041"/>
                  </a:cubicBezTo>
                  <a:close/>
                  <a:moveTo>
                    <a:pt x="642" y="12942"/>
                  </a:moveTo>
                  <a:cubicBezTo>
                    <a:pt x="-1263" y="7989"/>
                    <a:pt x="1214" y="2465"/>
                    <a:pt x="6167" y="655"/>
                  </a:cubicBezTo>
                  <a:lnTo>
                    <a:pt x="6167" y="655"/>
                  </a:lnTo>
                  <a:cubicBezTo>
                    <a:pt x="11025" y="-1250"/>
                    <a:pt x="16549" y="1131"/>
                    <a:pt x="18454" y="6084"/>
                  </a:cubicBezTo>
                  <a:lnTo>
                    <a:pt x="18454" y="6084"/>
                  </a:lnTo>
                  <a:cubicBezTo>
                    <a:pt x="20359" y="10942"/>
                    <a:pt x="17883" y="16467"/>
                    <a:pt x="12930" y="18372"/>
                  </a:cubicBezTo>
                  <a:lnTo>
                    <a:pt x="12930" y="18372"/>
                  </a:lnTo>
                  <a:cubicBezTo>
                    <a:pt x="11882" y="18848"/>
                    <a:pt x="10739" y="19038"/>
                    <a:pt x="9596" y="19038"/>
                  </a:cubicBezTo>
                  <a:lnTo>
                    <a:pt x="9596" y="19038"/>
                  </a:lnTo>
                  <a:cubicBezTo>
                    <a:pt x="5691" y="19038"/>
                    <a:pt x="2166" y="16752"/>
                    <a:pt x="642" y="129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B71B4E9-9420-6717-A4DF-D238286C04C5}"/>
                </a:ext>
              </a:extLst>
            </p:cNvPr>
            <p:cNvSpPr/>
            <p:nvPr/>
          </p:nvSpPr>
          <p:spPr>
            <a:xfrm>
              <a:off x="5638800" y="3496722"/>
              <a:ext cx="19240" cy="103631"/>
            </a:xfrm>
            <a:custGeom>
              <a:avLst/>
              <a:gdLst>
                <a:gd name="connsiteX0" fmla="*/ 191 w 19240"/>
                <a:gd name="connsiteY0" fmla="*/ 94107 h 103631"/>
                <a:gd name="connsiteX1" fmla="*/ 9620 w 19240"/>
                <a:gd name="connsiteY1" fmla="*/ 84582 h 103631"/>
                <a:gd name="connsiteX2" fmla="*/ 9620 w 19240"/>
                <a:gd name="connsiteY2" fmla="*/ 84582 h 103631"/>
                <a:gd name="connsiteX3" fmla="*/ 19241 w 19240"/>
                <a:gd name="connsiteY3" fmla="*/ 94012 h 103631"/>
                <a:gd name="connsiteX4" fmla="*/ 19241 w 19240"/>
                <a:gd name="connsiteY4" fmla="*/ 94012 h 103631"/>
                <a:gd name="connsiteX5" fmla="*/ 9811 w 19240"/>
                <a:gd name="connsiteY5" fmla="*/ 103632 h 103631"/>
                <a:gd name="connsiteX6" fmla="*/ 9811 w 19240"/>
                <a:gd name="connsiteY6" fmla="*/ 103632 h 103631"/>
                <a:gd name="connsiteX7" fmla="*/ 286 w 19240"/>
                <a:gd name="connsiteY7" fmla="*/ 94107 h 103631"/>
                <a:gd name="connsiteX8" fmla="*/ 0 w 19240"/>
                <a:gd name="connsiteY8" fmla="*/ 51816 h 103631"/>
                <a:gd name="connsiteX9" fmla="*/ 9525 w 19240"/>
                <a:gd name="connsiteY9" fmla="*/ 42291 h 103631"/>
                <a:gd name="connsiteX10" fmla="*/ 9525 w 19240"/>
                <a:gd name="connsiteY10" fmla="*/ 42291 h 103631"/>
                <a:gd name="connsiteX11" fmla="*/ 19050 w 19240"/>
                <a:gd name="connsiteY11" fmla="*/ 51816 h 103631"/>
                <a:gd name="connsiteX12" fmla="*/ 19050 w 19240"/>
                <a:gd name="connsiteY12" fmla="*/ 51816 h 103631"/>
                <a:gd name="connsiteX13" fmla="*/ 9525 w 19240"/>
                <a:gd name="connsiteY13" fmla="*/ 61341 h 103631"/>
                <a:gd name="connsiteX14" fmla="*/ 9525 w 19240"/>
                <a:gd name="connsiteY14" fmla="*/ 61341 h 103631"/>
                <a:gd name="connsiteX15" fmla="*/ 0 w 19240"/>
                <a:gd name="connsiteY15" fmla="*/ 51816 h 103631"/>
                <a:gd name="connsiteX16" fmla="*/ 0 w 19240"/>
                <a:gd name="connsiteY16" fmla="*/ 9525 h 103631"/>
                <a:gd name="connsiteX17" fmla="*/ 9620 w 19240"/>
                <a:gd name="connsiteY17" fmla="*/ 0 h 103631"/>
                <a:gd name="connsiteX18" fmla="*/ 9620 w 19240"/>
                <a:gd name="connsiteY18" fmla="*/ 0 h 103631"/>
                <a:gd name="connsiteX19" fmla="*/ 19050 w 19240"/>
                <a:gd name="connsiteY19" fmla="*/ 9525 h 103631"/>
                <a:gd name="connsiteX20" fmla="*/ 19050 w 19240"/>
                <a:gd name="connsiteY20" fmla="*/ 9525 h 103631"/>
                <a:gd name="connsiteX21" fmla="*/ 9525 w 19240"/>
                <a:gd name="connsiteY21" fmla="*/ 19050 h 103631"/>
                <a:gd name="connsiteX22" fmla="*/ 9525 w 19240"/>
                <a:gd name="connsiteY22" fmla="*/ 19050 h 103631"/>
                <a:gd name="connsiteX23" fmla="*/ 0 w 19240"/>
                <a:gd name="connsiteY23" fmla="*/ 9525 h 103631"/>
                <a:gd name="connsiteX24" fmla="*/ 19050 w 19240"/>
                <a:gd name="connsiteY24" fmla="*/ 9525 h 103631"/>
                <a:gd name="connsiteX25" fmla="*/ 19050 w 19240"/>
                <a:gd name="connsiteY25" fmla="*/ 9525 h 103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40" h="103631">
                  <a:moveTo>
                    <a:pt x="191" y="94107"/>
                  </a:moveTo>
                  <a:cubicBezTo>
                    <a:pt x="191" y="88868"/>
                    <a:pt x="4382" y="84582"/>
                    <a:pt x="9620" y="84582"/>
                  </a:cubicBezTo>
                  <a:lnTo>
                    <a:pt x="9620" y="84582"/>
                  </a:lnTo>
                  <a:cubicBezTo>
                    <a:pt x="14954" y="84487"/>
                    <a:pt x="19145" y="88773"/>
                    <a:pt x="19241" y="94012"/>
                  </a:cubicBezTo>
                  <a:lnTo>
                    <a:pt x="19241" y="94012"/>
                  </a:lnTo>
                  <a:cubicBezTo>
                    <a:pt x="19241" y="99250"/>
                    <a:pt x="15050" y="103537"/>
                    <a:pt x="9811" y="103632"/>
                  </a:cubicBezTo>
                  <a:lnTo>
                    <a:pt x="9811" y="103632"/>
                  </a:lnTo>
                  <a:cubicBezTo>
                    <a:pt x="4572" y="103632"/>
                    <a:pt x="381" y="99346"/>
                    <a:pt x="286" y="94107"/>
                  </a:cubicBezTo>
                  <a:close/>
                  <a:moveTo>
                    <a:pt x="0" y="51816"/>
                  </a:moveTo>
                  <a:cubicBezTo>
                    <a:pt x="0" y="46482"/>
                    <a:pt x="4286" y="42291"/>
                    <a:pt x="9525" y="42291"/>
                  </a:cubicBezTo>
                  <a:lnTo>
                    <a:pt x="9525" y="42291"/>
                  </a:lnTo>
                  <a:cubicBezTo>
                    <a:pt x="14764" y="42291"/>
                    <a:pt x="19050" y="46482"/>
                    <a:pt x="19050" y="51816"/>
                  </a:cubicBezTo>
                  <a:lnTo>
                    <a:pt x="19050" y="51816"/>
                  </a:lnTo>
                  <a:cubicBezTo>
                    <a:pt x="19050" y="57055"/>
                    <a:pt x="14859" y="61341"/>
                    <a:pt x="9525" y="61341"/>
                  </a:cubicBezTo>
                  <a:lnTo>
                    <a:pt x="9525" y="61341"/>
                  </a:lnTo>
                  <a:cubicBezTo>
                    <a:pt x="4286" y="61341"/>
                    <a:pt x="0" y="57055"/>
                    <a:pt x="0" y="51816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145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  <a:moveTo>
                    <a:pt x="19050" y="9525"/>
                  </a:moveTo>
                  <a:lnTo>
                    <a:pt x="19050" y="952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559383F-D9E4-1AE1-EA5A-83AF86FE5390}"/>
                </a:ext>
              </a:extLst>
            </p:cNvPr>
            <p:cNvSpPr/>
            <p:nvPr/>
          </p:nvSpPr>
          <p:spPr>
            <a:xfrm>
              <a:off x="5638800" y="3261264"/>
              <a:ext cx="19240" cy="173545"/>
            </a:xfrm>
            <a:custGeom>
              <a:avLst/>
              <a:gdLst>
                <a:gd name="connsiteX0" fmla="*/ 0 w 19240"/>
                <a:gd name="connsiteY0" fmla="*/ 164021 h 173545"/>
                <a:gd name="connsiteX1" fmla="*/ 9525 w 19240"/>
                <a:gd name="connsiteY1" fmla="*/ 154496 h 173545"/>
                <a:gd name="connsiteX2" fmla="*/ 9525 w 19240"/>
                <a:gd name="connsiteY2" fmla="*/ 154496 h 173545"/>
                <a:gd name="connsiteX3" fmla="*/ 19050 w 19240"/>
                <a:gd name="connsiteY3" fmla="*/ 164021 h 173545"/>
                <a:gd name="connsiteX4" fmla="*/ 19050 w 19240"/>
                <a:gd name="connsiteY4" fmla="*/ 164021 h 173545"/>
                <a:gd name="connsiteX5" fmla="*/ 9525 w 19240"/>
                <a:gd name="connsiteY5" fmla="*/ 173546 h 173545"/>
                <a:gd name="connsiteX6" fmla="*/ 9525 w 19240"/>
                <a:gd name="connsiteY6" fmla="*/ 173546 h 173545"/>
                <a:gd name="connsiteX7" fmla="*/ 0 w 19240"/>
                <a:gd name="connsiteY7" fmla="*/ 164021 h 173545"/>
                <a:gd name="connsiteX8" fmla="*/ 0 w 19240"/>
                <a:gd name="connsiteY8" fmla="*/ 125444 h 173545"/>
                <a:gd name="connsiteX9" fmla="*/ 0 w 19240"/>
                <a:gd name="connsiteY9" fmla="*/ 125444 h 173545"/>
                <a:gd name="connsiteX10" fmla="*/ 9620 w 19240"/>
                <a:gd name="connsiteY10" fmla="*/ 115919 h 173545"/>
                <a:gd name="connsiteX11" fmla="*/ 9620 w 19240"/>
                <a:gd name="connsiteY11" fmla="*/ 115919 h 173545"/>
                <a:gd name="connsiteX12" fmla="*/ 19050 w 19240"/>
                <a:gd name="connsiteY12" fmla="*/ 125444 h 173545"/>
                <a:gd name="connsiteX13" fmla="*/ 19050 w 19240"/>
                <a:gd name="connsiteY13" fmla="*/ 125444 h 173545"/>
                <a:gd name="connsiteX14" fmla="*/ 9525 w 19240"/>
                <a:gd name="connsiteY14" fmla="*/ 134969 h 173545"/>
                <a:gd name="connsiteX15" fmla="*/ 9525 w 19240"/>
                <a:gd name="connsiteY15" fmla="*/ 134969 h 173545"/>
                <a:gd name="connsiteX16" fmla="*/ 0 w 19240"/>
                <a:gd name="connsiteY16" fmla="*/ 125444 h 173545"/>
                <a:gd name="connsiteX17" fmla="*/ 0 w 19240"/>
                <a:gd name="connsiteY17" fmla="*/ 86773 h 173545"/>
                <a:gd name="connsiteX18" fmla="*/ 9525 w 19240"/>
                <a:gd name="connsiteY18" fmla="*/ 77248 h 173545"/>
                <a:gd name="connsiteX19" fmla="*/ 9525 w 19240"/>
                <a:gd name="connsiteY19" fmla="*/ 77248 h 173545"/>
                <a:gd name="connsiteX20" fmla="*/ 19050 w 19240"/>
                <a:gd name="connsiteY20" fmla="*/ 86773 h 173545"/>
                <a:gd name="connsiteX21" fmla="*/ 19050 w 19240"/>
                <a:gd name="connsiteY21" fmla="*/ 86773 h 173545"/>
                <a:gd name="connsiteX22" fmla="*/ 9525 w 19240"/>
                <a:gd name="connsiteY22" fmla="*/ 96298 h 173545"/>
                <a:gd name="connsiteX23" fmla="*/ 9525 w 19240"/>
                <a:gd name="connsiteY23" fmla="*/ 96298 h 173545"/>
                <a:gd name="connsiteX24" fmla="*/ 0 w 19240"/>
                <a:gd name="connsiteY24" fmla="*/ 86773 h 173545"/>
                <a:gd name="connsiteX25" fmla="*/ 191 w 19240"/>
                <a:gd name="connsiteY25" fmla="*/ 48101 h 173545"/>
                <a:gd name="connsiteX26" fmla="*/ 9716 w 19240"/>
                <a:gd name="connsiteY26" fmla="*/ 38576 h 173545"/>
                <a:gd name="connsiteX27" fmla="*/ 9716 w 19240"/>
                <a:gd name="connsiteY27" fmla="*/ 38576 h 173545"/>
                <a:gd name="connsiteX28" fmla="*/ 19241 w 19240"/>
                <a:gd name="connsiteY28" fmla="*/ 48101 h 173545"/>
                <a:gd name="connsiteX29" fmla="*/ 19241 w 19240"/>
                <a:gd name="connsiteY29" fmla="*/ 48101 h 173545"/>
                <a:gd name="connsiteX30" fmla="*/ 9716 w 19240"/>
                <a:gd name="connsiteY30" fmla="*/ 57626 h 173545"/>
                <a:gd name="connsiteX31" fmla="*/ 9716 w 19240"/>
                <a:gd name="connsiteY31" fmla="*/ 57626 h 173545"/>
                <a:gd name="connsiteX32" fmla="*/ 191 w 19240"/>
                <a:gd name="connsiteY32" fmla="*/ 48101 h 173545"/>
                <a:gd name="connsiteX33" fmla="*/ 19241 w 19240"/>
                <a:gd name="connsiteY33" fmla="*/ 48101 h 173545"/>
                <a:gd name="connsiteX34" fmla="*/ 19241 w 19240"/>
                <a:gd name="connsiteY34" fmla="*/ 48101 h 173545"/>
                <a:gd name="connsiteX35" fmla="*/ 0 w 19240"/>
                <a:gd name="connsiteY35" fmla="*/ 9525 h 173545"/>
                <a:gd name="connsiteX36" fmla="*/ 9525 w 19240"/>
                <a:gd name="connsiteY36" fmla="*/ 0 h 173545"/>
                <a:gd name="connsiteX37" fmla="*/ 9525 w 19240"/>
                <a:gd name="connsiteY37" fmla="*/ 0 h 173545"/>
                <a:gd name="connsiteX38" fmla="*/ 19050 w 19240"/>
                <a:gd name="connsiteY38" fmla="*/ 9430 h 173545"/>
                <a:gd name="connsiteX39" fmla="*/ 19050 w 19240"/>
                <a:gd name="connsiteY39" fmla="*/ 9430 h 173545"/>
                <a:gd name="connsiteX40" fmla="*/ 9525 w 19240"/>
                <a:gd name="connsiteY40" fmla="*/ 19050 h 173545"/>
                <a:gd name="connsiteX41" fmla="*/ 9525 w 19240"/>
                <a:gd name="connsiteY41" fmla="*/ 19050 h 173545"/>
                <a:gd name="connsiteX42" fmla="*/ 0 w 19240"/>
                <a:gd name="connsiteY42" fmla="*/ 9525 h 173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240" h="173545">
                  <a:moveTo>
                    <a:pt x="0" y="164021"/>
                  </a:moveTo>
                  <a:cubicBezTo>
                    <a:pt x="0" y="158782"/>
                    <a:pt x="4286" y="154496"/>
                    <a:pt x="9525" y="154496"/>
                  </a:cubicBezTo>
                  <a:lnTo>
                    <a:pt x="9525" y="154496"/>
                  </a:lnTo>
                  <a:cubicBezTo>
                    <a:pt x="14764" y="154496"/>
                    <a:pt x="19050" y="158782"/>
                    <a:pt x="19050" y="164021"/>
                  </a:cubicBezTo>
                  <a:lnTo>
                    <a:pt x="19050" y="164021"/>
                  </a:lnTo>
                  <a:cubicBezTo>
                    <a:pt x="19050" y="169259"/>
                    <a:pt x="14764" y="173546"/>
                    <a:pt x="9525" y="173546"/>
                  </a:cubicBezTo>
                  <a:lnTo>
                    <a:pt x="9525" y="173546"/>
                  </a:lnTo>
                  <a:cubicBezTo>
                    <a:pt x="4191" y="173546"/>
                    <a:pt x="0" y="169259"/>
                    <a:pt x="0" y="164021"/>
                  </a:cubicBezTo>
                  <a:close/>
                  <a:moveTo>
                    <a:pt x="0" y="125444"/>
                  </a:moveTo>
                  <a:lnTo>
                    <a:pt x="0" y="125444"/>
                  </a:lnTo>
                  <a:cubicBezTo>
                    <a:pt x="0" y="120110"/>
                    <a:pt x="4286" y="115824"/>
                    <a:pt x="9620" y="115919"/>
                  </a:cubicBezTo>
                  <a:lnTo>
                    <a:pt x="9620" y="115919"/>
                  </a:lnTo>
                  <a:cubicBezTo>
                    <a:pt x="14859" y="115919"/>
                    <a:pt x="19050" y="120205"/>
                    <a:pt x="19050" y="125444"/>
                  </a:cubicBezTo>
                  <a:lnTo>
                    <a:pt x="19050" y="125444"/>
                  </a:lnTo>
                  <a:cubicBezTo>
                    <a:pt x="19050" y="130683"/>
                    <a:pt x="14764" y="134969"/>
                    <a:pt x="9525" y="134969"/>
                  </a:cubicBezTo>
                  <a:lnTo>
                    <a:pt x="9525" y="134969"/>
                  </a:lnTo>
                  <a:cubicBezTo>
                    <a:pt x="4286" y="134969"/>
                    <a:pt x="0" y="130683"/>
                    <a:pt x="0" y="125444"/>
                  </a:cubicBezTo>
                  <a:close/>
                  <a:moveTo>
                    <a:pt x="0" y="86773"/>
                  </a:moveTo>
                  <a:cubicBezTo>
                    <a:pt x="0" y="81534"/>
                    <a:pt x="4286" y="77248"/>
                    <a:pt x="9525" y="77248"/>
                  </a:cubicBezTo>
                  <a:lnTo>
                    <a:pt x="9525" y="77248"/>
                  </a:lnTo>
                  <a:cubicBezTo>
                    <a:pt x="14764" y="77248"/>
                    <a:pt x="19050" y="81534"/>
                    <a:pt x="19050" y="86773"/>
                  </a:cubicBezTo>
                  <a:lnTo>
                    <a:pt x="19050" y="86773"/>
                  </a:lnTo>
                  <a:cubicBezTo>
                    <a:pt x="19050" y="92012"/>
                    <a:pt x="14764" y="96298"/>
                    <a:pt x="9525" y="96298"/>
                  </a:cubicBezTo>
                  <a:lnTo>
                    <a:pt x="9525" y="96298"/>
                  </a:lnTo>
                  <a:cubicBezTo>
                    <a:pt x="4286" y="96298"/>
                    <a:pt x="0" y="92012"/>
                    <a:pt x="0" y="86773"/>
                  </a:cubicBezTo>
                  <a:close/>
                  <a:moveTo>
                    <a:pt x="191" y="48101"/>
                  </a:moveTo>
                  <a:cubicBezTo>
                    <a:pt x="191" y="42863"/>
                    <a:pt x="4477" y="38576"/>
                    <a:pt x="9716" y="38576"/>
                  </a:cubicBezTo>
                  <a:lnTo>
                    <a:pt x="9716" y="38576"/>
                  </a:lnTo>
                  <a:cubicBezTo>
                    <a:pt x="14954" y="38576"/>
                    <a:pt x="19241" y="42863"/>
                    <a:pt x="19241" y="48101"/>
                  </a:cubicBezTo>
                  <a:lnTo>
                    <a:pt x="19241" y="48101"/>
                  </a:lnTo>
                  <a:cubicBezTo>
                    <a:pt x="19241" y="53340"/>
                    <a:pt x="14954" y="57626"/>
                    <a:pt x="9716" y="57626"/>
                  </a:cubicBezTo>
                  <a:lnTo>
                    <a:pt x="9716" y="57626"/>
                  </a:lnTo>
                  <a:cubicBezTo>
                    <a:pt x="4477" y="57626"/>
                    <a:pt x="191" y="53340"/>
                    <a:pt x="191" y="48101"/>
                  </a:cubicBezTo>
                  <a:close/>
                  <a:moveTo>
                    <a:pt x="19241" y="48101"/>
                  </a:moveTo>
                  <a:lnTo>
                    <a:pt x="19241" y="48101"/>
                  </a:lnTo>
                  <a:close/>
                  <a:moveTo>
                    <a:pt x="0" y="9525"/>
                  </a:moveTo>
                  <a:cubicBezTo>
                    <a:pt x="0" y="4191"/>
                    <a:pt x="4191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430"/>
                  </a:cubicBezTo>
                  <a:lnTo>
                    <a:pt x="19050" y="9430"/>
                  </a:lnTo>
                  <a:cubicBezTo>
                    <a:pt x="19050" y="14669"/>
                    <a:pt x="14764" y="18955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6719E86-97B6-C3DC-0A54-C2A02C719127}"/>
                </a:ext>
              </a:extLst>
            </p:cNvPr>
            <p:cNvSpPr/>
            <p:nvPr/>
          </p:nvSpPr>
          <p:spPr>
            <a:xfrm>
              <a:off x="5644232" y="3151072"/>
              <a:ext cx="38464" cy="52375"/>
            </a:xfrm>
            <a:custGeom>
              <a:avLst/>
              <a:gdLst>
                <a:gd name="connsiteX0" fmla="*/ 6569 w 38464"/>
                <a:gd name="connsiteY0" fmla="*/ 51899 h 52375"/>
                <a:gd name="connsiteX1" fmla="*/ 473 w 38464"/>
                <a:gd name="connsiteY1" fmla="*/ 39802 h 52375"/>
                <a:gd name="connsiteX2" fmla="*/ 473 w 38464"/>
                <a:gd name="connsiteY2" fmla="*/ 39802 h 52375"/>
                <a:gd name="connsiteX3" fmla="*/ 12569 w 38464"/>
                <a:gd name="connsiteY3" fmla="*/ 33801 h 52375"/>
                <a:gd name="connsiteX4" fmla="*/ 12569 w 38464"/>
                <a:gd name="connsiteY4" fmla="*/ 33801 h 52375"/>
                <a:gd name="connsiteX5" fmla="*/ 18570 w 38464"/>
                <a:gd name="connsiteY5" fmla="*/ 45803 h 52375"/>
                <a:gd name="connsiteX6" fmla="*/ 18570 w 38464"/>
                <a:gd name="connsiteY6" fmla="*/ 45803 h 52375"/>
                <a:gd name="connsiteX7" fmla="*/ 9521 w 38464"/>
                <a:gd name="connsiteY7" fmla="*/ 52375 h 52375"/>
                <a:gd name="connsiteX8" fmla="*/ 9521 w 38464"/>
                <a:gd name="connsiteY8" fmla="*/ 52375 h 52375"/>
                <a:gd name="connsiteX9" fmla="*/ 6569 w 38464"/>
                <a:gd name="connsiteY9" fmla="*/ 51899 h 52375"/>
                <a:gd name="connsiteX10" fmla="*/ 22571 w 38464"/>
                <a:gd name="connsiteY10" fmla="*/ 16561 h 52375"/>
                <a:gd name="connsiteX11" fmla="*/ 21904 w 38464"/>
                <a:gd name="connsiteY11" fmla="*/ 3131 h 52375"/>
                <a:gd name="connsiteX12" fmla="*/ 21904 w 38464"/>
                <a:gd name="connsiteY12" fmla="*/ 3131 h 52375"/>
                <a:gd name="connsiteX13" fmla="*/ 35334 w 38464"/>
                <a:gd name="connsiteY13" fmla="*/ 2464 h 52375"/>
                <a:gd name="connsiteX14" fmla="*/ 35334 w 38464"/>
                <a:gd name="connsiteY14" fmla="*/ 2464 h 52375"/>
                <a:gd name="connsiteX15" fmla="*/ 36001 w 38464"/>
                <a:gd name="connsiteY15" fmla="*/ 15894 h 52375"/>
                <a:gd name="connsiteX16" fmla="*/ 36001 w 38464"/>
                <a:gd name="connsiteY16" fmla="*/ 15894 h 52375"/>
                <a:gd name="connsiteX17" fmla="*/ 28952 w 38464"/>
                <a:gd name="connsiteY17" fmla="*/ 19038 h 52375"/>
                <a:gd name="connsiteX18" fmla="*/ 28952 w 38464"/>
                <a:gd name="connsiteY18" fmla="*/ 19038 h 52375"/>
                <a:gd name="connsiteX19" fmla="*/ 22571 w 38464"/>
                <a:gd name="connsiteY19" fmla="*/ 16561 h 52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464" h="52375">
                  <a:moveTo>
                    <a:pt x="6569" y="51899"/>
                  </a:moveTo>
                  <a:cubicBezTo>
                    <a:pt x="1520" y="50184"/>
                    <a:pt x="-1147" y="44755"/>
                    <a:pt x="473" y="39802"/>
                  </a:cubicBezTo>
                  <a:lnTo>
                    <a:pt x="473" y="39802"/>
                  </a:lnTo>
                  <a:cubicBezTo>
                    <a:pt x="2187" y="34849"/>
                    <a:pt x="7521" y="32087"/>
                    <a:pt x="12569" y="33801"/>
                  </a:cubicBezTo>
                  <a:lnTo>
                    <a:pt x="12569" y="33801"/>
                  </a:lnTo>
                  <a:cubicBezTo>
                    <a:pt x="17522" y="35421"/>
                    <a:pt x="20189" y="40755"/>
                    <a:pt x="18570" y="45803"/>
                  </a:cubicBezTo>
                  <a:lnTo>
                    <a:pt x="18570" y="45803"/>
                  </a:lnTo>
                  <a:cubicBezTo>
                    <a:pt x="17237" y="49803"/>
                    <a:pt x="13522" y="52375"/>
                    <a:pt x="9521" y="52375"/>
                  </a:cubicBezTo>
                  <a:lnTo>
                    <a:pt x="9521" y="52375"/>
                  </a:lnTo>
                  <a:cubicBezTo>
                    <a:pt x="8569" y="52375"/>
                    <a:pt x="7521" y="52185"/>
                    <a:pt x="6569" y="51899"/>
                  </a:cubicBezTo>
                  <a:close/>
                  <a:moveTo>
                    <a:pt x="22571" y="16561"/>
                  </a:moveTo>
                  <a:cubicBezTo>
                    <a:pt x="18665" y="13037"/>
                    <a:pt x="18380" y="7036"/>
                    <a:pt x="21904" y="3131"/>
                  </a:cubicBezTo>
                  <a:lnTo>
                    <a:pt x="21904" y="3131"/>
                  </a:lnTo>
                  <a:cubicBezTo>
                    <a:pt x="25428" y="-774"/>
                    <a:pt x="31429" y="-1060"/>
                    <a:pt x="35334" y="2464"/>
                  </a:cubicBezTo>
                  <a:lnTo>
                    <a:pt x="35334" y="2464"/>
                  </a:lnTo>
                  <a:cubicBezTo>
                    <a:pt x="39239" y="5988"/>
                    <a:pt x="39525" y="11989"/>
                    <a:pt x="36001" y="15894"/>
                  </a:cubicBezTo>
                  <a:lnTo>
                    <a:pt x="36001" y="15894"/>
                  </a:lnTo>
                  <a:cubicBezTo>
                    <a:pt x="34096" y="17990"/>
                    <a:pt x="31524" y="19038"/>
                    <a:pt x="28952" y="19038"/>
                  </a:cubicBezTo>
                  <a:lnTo>
                    <a:pt x="28952" y="19038"/>
                  </a:lnTo>
                  <a:cubicBezTo>
                    <a:pt x="26666" y="19038"/>
                    <a:pt x="24380" y="18180"/>
                    <a:pt x="22571" y="1656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2C65172-9AD4-5EC6-BB9E-09D78A369016}"/>
                </a:ext>
              </a:extLst>
            </p:cNvPr>
            <p:cNvSpPr/>
            <p:nvPr/>
          </p:nvSpPr>
          <p:spPr>
            <a:xfrm>
              <a:off x="5728235" y="2952795"/>
              <a:ext cx="291614" cy="174166"/>
            </a:xfrm>
            <a:custGeom>
              <a:avLst/>
              <a:gdLst>
                <a:gd name="connsiteX0" fmla="*/ 1242 w 291614"/>
                <a:gd name="connsiteY0" fmla="*/ 169404 h 174166"/>
                <a:gd name="connsiteX1" fmla="*/ 4862 w 291614"/>
                <a:gd name="connsiteY1" fmla="*/ 156355 h 174166"/>
                <a:gd name="connsiteX2" fmla="*/ 4862 w 291614"/>
                <a:gd name="connsiteY2" fmla="*/ 156355 h 174166"/>
                <a:gd name="connsiteX3" fmla="*/ 17816 w 291614"/>
                <a:gd name="connsiteY3" fmla="*/ 159974 h 174166"/>
                <a:gd name="connsiteX4" fmla="*/ 17816 w 291614"/>
                <a:gd name="connsiteY4" fmla="*/ 159974 h 174166"/>
                <a:gd name="connsiteX5" fmla="*/ 14196 w 291614"/>
                <a:gd name="connsiteY5" fmla="*/ 173024 h 174166"/>
                <a:gd name="connsiteX6" fmla="*/ 14196 w 291614"/>
                <a:gd name="connsiteY6" fmla="*/ 173024 h 174166"/>
                <a:gd name="connsiteX7" fmla="*/ 9529 w 291614"/>
                <a:gd name="connsiteY7" fmla="*/ 174167 h 174166"/>
                <a:gd name="connsiteX8" fmla="*/ 9529 w 291614"/>
                <a:gd name="connsiteY8" fmla="*/ 174167 h 174166"/>
                <a:gd name="connsiteX9" fmla="*/ 1242 w 291614"/>
                <a:gd name="connsiteY9" fmla="*/ 169404 h 174166"/>
                <a:gd name="connsiteX10" fmla="*/ 35342 w 291614"/>
                <a:gd name="connsiteY10" fmla="*/ 150068 h 174166"/>
                <a:gd name="connsiteX11" fmla="*/ 38866 w 291614"/>
                <a:gd name="connsiteY11" fmla="*/ 137019 h 174166"/>
                <a:gd name="connsiteX12" fmla="*/ 38866 w 291614"/>
                <a:gd name="connsiteY12" fmla="*/ 137019 h 174166"/>
                <a:gd name="connsiteX13" fmla="*/ 51915 w 291614"/>
                <a:gd name="connsiteY13" fmla="*/ 140639 h 174166"/>
                <a:gd name="connsiteX14" fmla="*/ 51915 w 291614"/>
                <a:gd name="connsiteY14" fmla="*/ 140639 h 174166"/>
                <a:gd name="connsiteX15" fmla="*/ 48296 w 291614"/>
                <a:gd name="connsiteY15" fmla="*/ 153593 h 174166"/>
                <a:gd name="connsiteX16" fmla="*/ 48296 w 291614"/>
                <a:gd name="connsiteY16" fmla="*/ 153593 h 174166"/>
                <a:gd name="connsiteX17" fmla="*/ 43629 w 291614"/>
                <a:gd name="connsiteY17" fmla="*/ 154831 h 174166"/>
                <a:gd name="connsiteX18" fmla="*/ 43629 w 291614"/>
                <a:gd name="connsiteY18" fmla="*/ 154831 h 174166"/>
                <a:gd name="connsiteX19" fmla="*/ 35342 w 291614"/>
                <a:gd name="connsiteY19" fmla="*/ 150068 h 174166"/>
                <a:gd name="connsiteX20" fmla="*/ 69441 w 291614"/>
                <a:gd name="connsiteY20" fmla="*/ 130733 h 174166"/>
                <a:gd name="connsiteX21" fmla="*/ 72966 w 291614"/>
                <a:gd name="connsiteY21" fmla="*/ 117683 h 174166"/>
                <a:gd name="connsiteX22" fmla="*/ 72966 w 291614"/>
                <a:gd name="connsiteY22" fmla="*/ 117683 h 174166"/>
                <a:gd name="connsiteX23" fmla="*/ 85920 w 291614"/>
                <a:gd name="connsiteY23" fmla="*/ 121303 h 174166"/>
                <a:gd name="connsiteX24" fmla="*/ 85920 w 291614"/>
                <a:gd name="connsiteY24" fmla="*/ 121303 h 174166"/>
                <a:gd name="connsiteX25" fmla="*/ 82300 w 291614"/>
                <a:gd name="connsiteY25" fmla="*/ 134257 h 174166"/>
                <a:gd name="connsiteX26" fmla="*/ 82300 w 291614"/>
                <a:gd name="connsiteY26" fmla="*/ 134257 h 174166"/>
                <a:gd name="connsiteX27" fmla="*/ 77633 w 291614"/>
                <a:gd name="connsiteY27" fmla="*/ 135495 h 174166"/>
                <a:gd name="connsiteX28" fmla="*/ 77633 w 291614"/>
                <a:gd name="connsiteY28" fmla="*/ 135495 h 174166"/>
                <a:gd name="connsiteX29" fmla="*/ 69346 w 291614"/>
                <a:gd name="connsiteY29" fmla="*/ 130733 h 174166"/>
                <a:gd name="connsiteX30" fmla="*/ 103541 w 291614"/>
                <a:gd name="connsiteY30" fmla="*/ 111302 h 174166"/>
                <a:gd name="connsiteX31" fmla="*/ 107065 w 291614"/>
                <a:gd name="connsiteY31" fmla="*/ 98348 h 174166"/>
                <a:gd name="connsiteX32" fmla="*/ 107065 w 291614"/>
                <a:gd name="connsiteY32" fmla="*/ 98348 h 174166"/>
                <a:gd name="connsiteX33" fmla="*/ 120114 w 291614"/>
                <a:gd name="connsiteY33" fmla="*/ 101872 h 174166"/>
                <a:gd name="connsiteX34" fmla="*/ 120114 w 291614"/>
                <a:gd name="connsiteY34" fmla="*/ 101872 h 174166"/>
                <a:gd name="connsiteX35" fmla="*/ 116495 w 291614"/>
                <a:gd name="connsiteY35" fmla="*/ 114921 h 174166"/>
                <a:gd name="connsiteX36" fmla="*/ 116495 w 291614"/>
                <a:gd name="connsiteY36" fmla="*/ 114921 h 174166"/>
                <a:gd name="connsiteX37" fmla="*/ 111828 w 291614"/>
                <a:gd name="connsiteY37" fmla="*/ 116159 h 174166"/>
                <a:gd name="connsiteX38" fmla="*/ 111828 w 291614"/>
                <a:gd name="connsiteY38" fmla="*/ 116159 h 174166"/>
                <a:gd name="connsiteX39" fmla="*/ 103541 w 291614"/>
                <a:gd name="connsiteY39" fmla="*/ 111302 h 174166"/>
                <a:gd name="connsiteX40" fmla="*/ 137545 w 291614"/>
                <a:gd name="connsiteY40" fmla="*/ 91966 h 174166"/>
                <a:gd name="connsiteX41" fmla="*/ 141165 w 291614"/>
                <a:gd name="connsiteY41" fmla="*/ 79012 h 174166"/>
                <a:gd name="connsiteX42" fmla="*/ 141165 w 291614"/>
                <a:gd name="connsiteY42" fmla="*/ 79012 h 174166"/>
                <a:gd name="connsiteX43" fmla="*/ 154119 w 291614"/>
                <a:gd name="connsiteY43" fmla="*/ 82536 h 174166"/>
                <a:gd name="connsiteX44" fmla="*/ 154119 w 291614"/>
                <a:gd name="connsiteY44" fmla="*/ 82536 h 174166"/>
                <a:gd name="connsiteX45" fmla="*/ 150594 w 291614"/>
                <a:gd name="connsiteY45" fmla="*/ 95490 h 174166"/>
                <a:gd name="connsiteX46" fmla="*/ 150594 w 291614"/>
                <a:gd name="connsiteY46" fmla="*/ 95490 h 174166"/>
                <a:gd name="connsiteX47" fmla="*/ 145927 w 291614"/>
                <a:gd name="connsiteY47" fmla="*/ 96728 h 174166"/>
                <a:gd name="connsiteX48" fmla="*/ 145927 w 291614"/>
                <a:gd name="connsiteY48" fmla="*/ 96728 h 174166"/>
                <a:gd name="connsiteX49" fmla="*/ 137545 w 291614"/>
                <a:gd name="connsiteY49" fmla="*/ 91966 h 174166"/>
                <a:gd name="connsiteX50" fmla="*/ 171645 w 291614"/>
                <a:gd name="connsiteY50" fmla="*/ 72535 h 174166"/>
                <a:gd name="connsiteX51" fmla="*/ 175264 w 291614"/>
                <a:gd name="connsiteY51" fmla="*/ 59581 h 174166"/>
                <a:gd name="connsiteX52" fmla="*/ 175264 w 291614"/>
                <a:gd name="connsiteY52" fmla="*/ 59581 h 174166"/>
                <a:gd name="connsiteX53" fmla="*/ 188218 w 291614"/>
                <a:gd name="connsiteY53" fmla="*/ 63105 h 174166"/>
                <a:gd name="connsiteX54" fmla="*/ 188218 w 291614"/>
                <a:gd name="connsiteY54" fmla="*/ 63105 h 174166"/>
                <a:gd name="connsiteX55" fmla="*/ 184694 w 291614"/>
                <a:gd name="connsiteY55" fmla="*/ 76059 h 174166"/>
                <a:gd name="connsiteX56" fmla="*/ 184694 w 291614"/>
                <a:gd name="connsiteY56" fmla="*/ 76059 h 174166"/>
                <a:gd name="connsiteX57" fmla="*/ 179931 w 291614"/>
                <a:gd name="connsiteY57" fmla="*/ 77393 h 174166"/>
                <a:gd name="connsiteX58" fmla="*/ 179931 w 291614"/>
                <a:gd name="connsiteY58" fmla="*/ 77393 h 174166"/>
                <a:gd name="connsiteX59" fmla="*/ 171645 w 291614"/>
                <a:gd name="connsiteY59" fmla="*/ 72535 h 174166"/>
                <a:gd name="connsiteX60" fmla="*/ 205744 w 291614"/>
                <a:gd name="connsiteY60" fmla="*/ 53104 h 174166"/>
                <a:gd name="connsiteX61" fmla="*/ 209268 w 291614"/>
                <a:gd name="connsiteY61" fmla="*/ 40150 h 174166"/>
                <a:gd name="connsiteX62" fmla="*/ 209268 w 291614"/>
                <a:gd name="connsiteY62" fmla="*/ 40150 h 174166"/>
                <a:gd name="connsiteX63" fmla="*/ 222222 w 291614"/>
                <a:gd name="connsiteY63" fmla="*/ 43674 h 174166"/>
                <a:gd name="connsiteX64" fmla="*/ 222222 w 291614"/>
                <a:gd name="connsiteY64" fmla="*/ 43674 h 174166"/>
                <a:gd name="connsiteX65" fmla="*/ 218698 w 291614"/>
                <a:gd name="connsiteY65" fmla="*/ 56628 h 174166"/>
                <a:gd name="connsiteX66" fmla="*/ 218698 w 291614"/>
                <a:gd name="connsiteY66" fmla="*/ 56628 h 174166"/>
                <a:gd name="connsiteX67" fmla="*/ 214031 w 291614"/>
                <a:gd name="connsiteY67" fmla="*/ 57962 h 174166"/>
                <a:gd name="connsiteX68" fmla="*/ 214031 w 291614"/>
                <a:gd name="connsiteY68" fmla="*/ 57962 h 174166"/>
                <a:gd name="connsiteX69" fmla="*/ 205744 w 291614"/>
                <a:gd name="connsiteY69" fmla="*/ 53104 h 174166"/>
                <a:gd name="connsiteX70" fmla="*/ 239748 w 291614"/>
                <a:gd name="connsiteY70" fmla="*/ 33673 h 174166"/>
                <a:gd name="connsiteX71" fmla="*/ 243273 w 291614"/>
                <a:gd name="connsiteY71" fmla="*/ 20719 h 174166"/>
                <a:gd name="connsiteX72" fmla="*/ 243273 w 291614"/>
                <a:gd name="connsiteY72" fmla="*/ 20719 h 174166"/>
                <a:gd name="connsiteX73" fmla="*/ 256322 w 291614"/>
                <a:gd name="connsiteY73" fmla="*/ 24243 h 174166"/>
                <a:gd name="connsiteX74" fmla="*/ 256322 w 291614"/>
                <a:gd name="connsiteY74" fmla="*/ 24243 h 174166"/>
                <a:gd name="connsiteX75" fmla="*/ 252798 w 291614"/>
                <a:gd name="connsiteY75" fmla="*/ 37197 h 174166"/>
                <a:gd name="connsiteX76" fmla="*/ 252798 w 291614"/>
                <a:gd name="connsiteY76" fmla="*/ 37197 h 174166"/>
                <a:gd name="connsiteX77" fmla="*/ 248035 w 291614"/>
                <a:gd name="connsiteY77" fmla="*/ 38435 h 174166"/>
                <a:gd name="connsiteX78" fmla="*/ 248035 w 291614"/>
                <a:gd name="connsiteY78" fmla="*/ 38435 h 174166"/>
                <a:gd name="connsiteX79" fmla="*/ 239748 w 291614"/>
                <a:gd name="connsiteY79" fmla="*/ 33673 h 174166"/>
                <a:gd name="connsiteX80" fmla="*/ 273753 w 291614"/>
                <a:gd name="connsiteY80" fmla="*/ 14242 h 174166"/>
                <a:gd name="connsiteX81" fmla="*/ 277372 w 291614"/>
                <a:gd name="connsiteY81" fmla="*/ 1288 h 174166"/>
                <a:gd name="connsiteX82" fmla="*/ 277372 w 291614"/>
                <a:gd name="connsiteY82" fmla="*/ 1288 h 174166"/>
                <a:gd name="connsiteX83" fmla="*/ 290326 w 291614"/>
                <a:gd name="connsiteY83" fmla="*/ 4812 h 174166"/>
                <a:gd name="connsiteX84" fmla="*/ 290326 w 291614"/>
                <a:gd name="connsiteY84" fmla="*/ 4812 h 174166"/>
                <a:gd name="connsiteX85" fmla="*/ 286802 w 291614"/>
                <a:gd name="connsiteY85" fmla="*/ 17766 h 174166"/>
                <a:gd name="connsiteX86" fmla="*/ 286802 w 291614"/>
                <a:gd name="connsiteY86" fmla="*/ 17766 h 174166"/>
                <a:gd name="connsiteX87" fmla="*/ 282039 w 291614"/>
                <a:gd name="connsiteY87" fmla="*/ 19004 h 174166"/>
                <a:gd name="connsiteX88" fmla="*/ 282039 w 291614"/>
                <a:gd name="connsiteY88" fmla="*/ 19004 h 174166"/>
                <a:gd name="connsiteX89" fmla="*/ 273753 w 291614"/>
                <a:gd name="connsiteY89" fmla="*/ 14242 h 174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614" h="174166">
                  <a:moveTo>
                    <a:pt x="1242" y="169404"/>
                  </a:moveTo>
                  <a:cubicBezTo>
                    <a:pt x="-1329" y="164832"/>
                    <a:pt x="195" y="158927"/>
                    <a:pt x="4862" y="156355"/>
                  </a:cubicBezTo>
                  <a:lnTo>
                    <a:pt x="4862" y="156355"/>
                  </a:lnTo>
                  <a:cubicBezTo>
                    <a:pt x="9434" y="153783"/>
                    <a:pt x="15244" y="155402"/>
                    <a:pt x="17816" y="159974"/>
                  </a:cubicBezTo>
                  <a:lnTo>
                    <a:pt x="17816" y="159974"/>
                  </a:lnTo>
                  <a:cubicBezTo>
                    <a:pt x="20388" y="164547"/>
                    <a:pt x="18768" y="170357"/>
                    <a:pt x="14196" y="173024"/>
                  </a:cubicBezTo>
                  <a:lnTo>
                    <a:pt x="14196" y="173024"/>
                  </a:lnTo>
                  <a:cubicBezTo>
                    <a:pt x="12768" y="173786"/>
                    <a:pt x="11148" y="174167"/>
                    <a:pt x="9529" y="174167"/>
                  </a:cubicBezTo>
                  <a:lnTo>
                    <a:pt x="9529" y="174167"/>
                  </a:lnTo>
                  <a:cubicBezTo>
                    <a:pt x="6195" y="174167"/>
                    <a:pt x="2957" y="172452"/>
                    <a:pt x="1242" y="169404"/>
                  </a:cubicBezTo>
                  <a:close/>
                  <a:moveTo>
                    <a:pt x="35342" y="150068"/>
                  </a:moveTo>
                  <a:cubicBezTo>
                    <a:pt x="32770" y="145497"/>
                    <a:pt x="34389" y="139686"/>
                    <a:pt x="38866" y="137019"/>
                  </a:cubicBezTo>
                  <a:lnTo>
                    <a:pt x="38866" y="137019"/>
                  </a:lnTo>
                  <a:cubicBezTo>
                    <a:pt x="43533" y="134448"/>
                    <a:pt x="49344" y="136067"/>
                    <a:pt x="51915" y="140639"/>
                  </a:cubicBezTo>
                  <a:lnTo>
                    <a:pt x="51915" y="140639"/>
                  </a:lnTo>
                  <a:cubicBezTo>
                    <a:pt x="54487" y="145211"/>
                    <a:pt x="52868" y="151021"/>
                    <a:pt x="48296" y="153593"/>
                  </a:cubicBezTo>
                  <a:lnTo>
                    <a:pt x="48296" y="153593"/>
                  </a:lnTo>
                  <a:cubicBezTo>
                    <a:pt x="46867" y="154450"/>
                    <a:pt x="45248" y="154831"/>
                    <a:pt x="43629" y="154831"/>
                  </a:cubicBezTo>
                  <a:lnTo>
                    <a:pt x="43629" y="154831"/>
                  </a:lnTo>
                  <a:cubicBezTo>
                    <a:pt x="40295" y="154831"/>
                    <a:pt x="37056" y="153116"/>
                    <a:pt x="35342" y="150068"/>
                  </a:cubicBezTo>
                  <a:close/>
                  <a:moveTo>
                    <a:pt x="69441" y="130733"/>
                  </a:moveTo>
                  <a:cubicBezTo>
                    <a:pt x="66870" y="126065"/>
                    <a:pt x="68394" y="120350"/>
                    <a:pt x="72966" y="117683"/>
                  </a:cubicBezTo>
                  <a:lnTo>
                    <a:pt x="72966" y="117683"/>
                  </a:lnTo>
                  <a:cubicBezTo>
                    <a:pt x="77538" y="115112"/>
                    <a:pt x="83348" y="116731"/>
                    <a:pt x="85920" y="121303"/>
                  </a:cubicBezTo>
                  <a:lnTo>
                    <a:pt x="85920" y="121303"/>
                  </a:lnTo>
                  <a:cubicBezTo>
                    <a:pt x="88491" y="125875"/>
                    <a:pt x="86872" y="131685"/>
                    <a:pt x="82300" y="134257"/>
                  </a:cubicBezTo>
                  <a:lnTo>
                    <a:pt x="82300" y="134257"/>
                  </a:lnTo>
                  <a:cubicBezTo>
                    <a:pt x="80871" y="135114"/>
                    <a:pt x="79252" y="135495"/>
                    <a:pt x="77633" y="135495"/>
                  </a:cubicBezTo>
                  <a:lnTo>
                    <a:pt x="77633" y="135495"/>
                  </a:lnTo>
                  <a:cubicBezTo>
                    <a:pt x="74299" y="135495"/>
                    <a:pt x="71061" y="133781"/>
                    <a:pt x="69346" y="130733"/>
                  </a:cubicBezTo>
                  <a:close/>
                  <a:moveTo>
                    <a:pt x="103541" y="111302"/>
                  </a:moveTo>
                  <a:cubicBezTo>
                    <a:pt x="100969" y="106730"/>
                    <a:pt x="102493" y="100919"/>
                    <a:pt x="107065" y="98348"/>
                  </a:cubicBezTo>
                  <a:lnTo>
                    <a:pt x="107065" y="98348"/>
                  </a:lnTo>
                  <a:cubicBezTo>
                    <a:pt x="111637" y="95776"/>
                    <a:pt x="117447" y="97395"/>
                    <a:pt x="120114" y="101872"/>
                  </a:cubicBezTo>
                  <a:lnTo>
                    <a:pt x="120114" y="101872"/>
                  </a:lnTo>
                  <a:cubicBezTo>
                    <a:pt x="122686" y="106444"/>
                    <a:pt x="121067" y="112349"/>
                    <a:pt x="116495" y="114921"/>
                  </a:cubicBezTo>
                  <a:lnTo>
                    <a:pt x="116495" y="114921"/>
                  </a:lnTo>
                  <a:cubicBezTo>
                    <a:pt x="115066" y="115778"/>
                    <a:pt x="113447" y="116159"/>
                    <a:pt x="111828" y="116159"/>
                  </a:cubicBezTo>
                  <a:lnTo>
                    <a:pt x="111828" y="116159"/>
                  </a:lnTo>
                  <a:cubicBezTo>
                    <a:pt x="108494" y="116159"/>
                    <a:pt x="105255" y="114445"/>
                    <a:pt x="103541" y="111302"/>
                  </a:cubicBezTo>
                  <a:close/>
                  <a:moveTo>
                    <a:pt x="137545" y="91966"/>
                  </a:moveTo>
                  <a:cubicBezTo>
                    <a:pt x="134973" y="87394"/>
                    <a:pt x="136593" y="81584"/>
                    <a:pt x="141165" y="79012"/>
                  </a:cubicBezTo>
                  <a:lnTo>
                    <a:pt x="141165" y="79012"/>
                  </a:lnTo>
                  <a:cubicBezTo>
                    <a:pt x="145737" y="76345"/>
                    <a:pt x="151547" y="77964"/>
                    <a:pt x="154119" y="82536"/>
                  </a:cubicBezTo>
                  <a:lnTo>
                    <a:pt x="154119" y="82536"/>
                  </a:lnTo>
                  <a:cubicBezTo>
                    <a:pt x="156786" y="87108"/>
                    <a:pt x="155166" y="92918"/>
                    <a:pt x="150594" y="95490"/>
                  </a:cubicBezTo>
                  <a:lnTo>
                    <a:pt x="150594" y="95490"/>
                  </a:lnTo>
                  <a:cubicBezTo>
                    <a:pt x="149070" y="96347"/>
                    <a:pt x="147451" y="96728"/>
                    <a:pt x="145927" y="96728"/>
                  </a:cubicBezTo>
                  <a:lnTo>
                    <a:pt x="145927" y="96728"/>
                  </a:lnTo>
                  <a:cubicBezTo>
                    <a:pt x="142593" y="96728"/>
                    <a:pt x="139355" y="95014"/>
                    <a:pt x="137545" y="91966"/>
                  </a:cubicBezTo>
                  <a:close/>
                  <a:moveTo>
                    <a:pt x="171645" y="72535"/>
                  </a:moveTo>
                  <a:cubicBezTo>
                    <a:pt x="169073" y="67963"/>
                    <a:pt x="170692" y="62153"/>
                    <a:pt x="175264" y="59581"/>
                  </a:cubicBezTo>
                  <a:lnTo>
                    <a:pt x="175264" y="59581"/>
                  </a:lnTo>
                  <a:cubicBezTo>
                    <a:pt x="179836" y="56914"/>
                    <a:pt x="185551" y="58533"/>
                    <a:pt x="188218" y="63105"/>
                  </a:cubicBezTo>
                  <a:lnTo>
                    <a:pt x="188218" y="63105"/>
                  </a:lnTo>
                  <a:cubicBezTo>
                    <a:pt x="190790" y="67677"/>
                    <a:pt x="189171" y="73487"/>
                    <a:pt x="184694" y="76059"/>
                  </a:cubicBezTo>
                  <a:lnTo>
                    <a:pt x="184694" y="76059"/>
                  </a:lnTo>
                  <a:cubicBezTo>
                    <a:pt x="183170" y="76916"/>
                    <a:pt x="181551" y="77393"/>
                    <a:pt x="179931" y="77393"/>
                  </a:cubicBezTo>
                  <a:lnTo>
                    <a:pt x="179931" y="77393"/>
                  </a:lnTo>
                  <a:cubicBezTo>
                    <a:pt x="176598" y="77393"/>
                    <a:pt x="173454" y="75583"/>
                    <a:pt x="171645" y="72535"/>
                  </a:cubicBezTo>
                  <a:close/>
                  <a:moveTo>
                    <a:pt x="205744" y="53104"/>
                  </a:moveTo>
                  <a:cubicBezTo>
                    <a:pt x="203077" y="48532"/>
                    <a:pt x="204696" y="42722"/>
                    <a:pt x="209268" y="40150"/>
                  </a:cubicBezTo>
                  <a:lnTo>
                    <a:pt x="209268" y="40150"/>
                  </a:lnTo>
                  <a:cubicBezTo>
                    <a:pt x="213840" y="37483"/>
                    <a:pt x="219651" y="39102"/>
                    <a:pt x="222222" y="43674"/>
                  </a:cubicBezTo>
                  <a:lnTo>
                    <a:pt x="222222" y="43674"/>
                  </a:lnTo>
                  <a:cubicBezTo>
                    <a:pt x="224889" y="48246"/>
                    <a:pt x="223270" y="54056"/>
                    <a:pt x="218698" y="56628"/>
                  </a:cubicBezTo>
                  <a:lnTo>
                    <a:pt x="218698" y="56628"/>
                  </a:lnTo>
                  <a:cubicBezTo>
                    <a:pt x="217269" y="57485"/>
                    <a:pt x="215650" y="57962"/>
                    <a:pt x="214031" y="57962"/>
                  </a:cubicBezTo>
                  <a:lnTo>
                    <a:pt x="214031" y="57962"/>
                  </a:lnTo>
                  <a:cubicBezTo>
                    <a:pt x="210697" y="57962"/>
                    <a:pt x="207459" y="56152"/>
                    <a:pt x="205744" y="53104"/>
                  </a:cubicBezTo>
                  <a:close/>
                  <a:moveTo>
                    <a:pt x="239748" y="33673"/>
                  </a:moveTo>
                  <a:cubicBezTo>
                    <a:pt x="237177" y="29101"/>
                    <a:pt x="238701" y="23291"/>
                    <a:pt x="243273" y="20719"/>
                  </a:cubicBezTo>
                  <a:lnTo>
                    <a:pt x="243273" y="20719"/>
                  </a:lnTo>
                  <a:cubicBezTo>
                    <a:pt x="247845" y="18052"/>
                    <a:pt x="253655" y="19671"/>
                    <a:pt x="256322" y="24243"/>
                  </a:cubicBezTo>
                  <a:lnTo>
                    <a:pt x="256322" y="24243"/>
                  </a:lnTo>
                  <a:cubicBezTo>
                    <a:pt x="258894" y="28815"/>
                    <a:pt x="257370" y="34625"/>
                    <a:pt x="252798" y="37197"/>
                  </a:cubicBezTo>
                  <a:lnTo>
                    <a:pt x="252798" y="37197"/>
                  </a:lnTo>
                  <a:cubicBezTo>
                    <a:pt x="251274" y="38054"/>
                    <a:pt x="249654" y="38435"/>
                    <a:pt x="248035" y="38435"/>
                  </a:cubicBezTo>
                  <a:lnTo>
                    <a:pt x="248035" y="38435"/>
                  </a:lnTo>
                  <a:cubicBezTo>
                    <a:pt x="244797" y="38435"/>
                    <a:pt x="241558" y="36721"/>
                    <a:pt x="239748" y="33673"/>
                  </a:cubicBezTo>
                  <a:close/>
                  <a:moveTo>
                    <a:pt x="273753" y="14242"/>
                  </a:moveTo>
                  <a:cubicBezTo>
                    <a:pt x="271181" y="9670"/>
                    <a:pt x="272800" y="3860"/>
                    <a:pt x="277372" y="1288"/>
                  </a:cubicBezTo>
                  <a:lnTo>
                    <a:pt x="277372" y="1288"/>
                  </a:lnTo>
                  <a:cubicBezTo>
                    <a:pt x="281944" y="-1379"/>
                    <a:pt x="287754" y="240"/>
                    <a:pt x="290326" y="4812"/>
                  </a:cubicBezTo>
                  <a:lnTo>
                    <a:pt x="290326" y="4812"/>
                  </a:lnTo>
                  <a:cubicBezTo>
                    <a:pt x="292993" y="9289"/>
                    <a:pt x="291374" y="15194"/>
                    <a:pt x="286802" y="17766"/>
                  </a:cubicBezTo>
                  <a:lnTo>
                    <a:pt x="286802" y="17766"/>
                  </a:lnTo>
                  <a:cubicBezTo>
                    <a:pt x="285278" y="18623"/>
                    <a:pt x="283659" y="19004"/>
                    <a:pt x="282039" y="19004"/>
                  </a:cubicBezTo>
                  <a:lnTo>
                    <a:pt x="282039" y="19004"/>
                  </a:lnTo>
                  <a:cubicBezTo>
                    <a:pt x="278801" y="19004"/>
                    <a:pt x="275562" y="17290"/>
                    <a:pt x="273753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9DA52D1-BEEC-826E-FB1F-F5D5E55EB3C3}"/>
                </a:ext>
              </a:extLst>
            </p:cNvPr>
            <p:cNvSpPr/>
            <p:nvPr/>
          </p:nvSpPr>
          <p:spPr>
            <a:xfrm>
              <a:off x="6070562" y="2919409"/>
              <a:ext cx="57253" cy="19052"/>
            </a:xfrm>
            <a:custGeom>
              <a:avLst/>
              <a:gdLst>
                <a:gd name="connsiteX0" fmla="*/ 196 w 57253"/>
                <a:gd name="connsiteY0" fmla="*/ 11432 h 19052"/>
                <a:gd name="connsiteX1" fmla="*/ 7626 w 57253"/>
                <a:gd name="connsiteY1" fmla="*/ 193 h 19052"/>
                <a:gd name="connsiteX2" fmla="*/ 7626 w 57253"/>
                <a:gd name="connsiteY2" fmla="*/ 193 h 19052"/>
                <a:gd name="connsiteX3" fmla="*/ 18770 w 57253"/>
                <a:gd name="connsiteY3" fmla="*/ 7622 h 19052"/>
                <a:gd name="connsiteX4" fmla="*/ 18770 w 57253"/>
                <a:gd name="connsiteY4" fmla="*/ 7622 h 19052"/>
                <a:gd name="connsiteX5" fmla="*/ 11436 w 57253"/>
                <a:gd name="connsiteY5" fmla="*/ 18862 h 19052"/>
                <a:gd name="connsiteX6" fmla="*/ 11436 w 57253"/>
                <a:gd name="connsiteY6" fmla="*/ 18862 h 19052"/>
                <a:gd name="connsiteX7" fmla="*/ 9531 w 57253"/>
                <a:gd name="connsiteY7" fmla="*/ 19052 h 19052"/>
                <a:gd name="connsiteX8" fmla="*/ 9531 w 57253"/>
                <a:gd name="connsiteY8" fmla="*/ 19052 h 19052"/>
                <a:gd name="connsiteX9" fmla="*/ 196 w 57253"/>
                <a:gd name="connsiteY9" fmla="*/ 11432 h 19052"/>
                <a:gd name="connsiteX10" fmla="*/ 45821 w 57253"/>
                <a:gd name="connsiteY10" fmla="*/ 18862 h 19052"/>
                <a:gd name="connsiteX11" fmla="*/ 38392 w 57253"/>
                <a:gd name="connsiteY11" fmla="*/ 7622 h 19052"/>
                <a:gd name="connsiteX12" fmla="*/ 38392 w 57253"/>
                <a:gd name="connsiteY12" fmla="*/ 7622 h 19052"/>
                <a:gd name="connsiteX13" fmla="*/ 49631 w 57253"/>
                <a:gd name="connsiteY13" fmla="*/ 193 h 19052"/>
                <a:gd name="connsiteX14" fmla="*/ 49631 w 57253"/>
                <a:gd name="connsiteY14" fmla="*/ 193 h 19052"/>
                <a:gd name="connsiteX15" fmla="*/ 57061 w 57253"/>
                <a:gd name="connsiteY15" fmla="*/ 11337 h 19052"/>
                <a:gd name="connsiteX16" fmla="*/ 57061 w 57253"/>
                <a:gd name="connsiteY16" fmla="*/ 11337 h 19052"/>
                <a:gd name="connsiteX17" fmla="*/ 47726 w 57253"/>
                <a:gd name="connsiteY17" fmla="*/ 19052 h 19052"/>
                <a:gd name="connsiteX18" fmla="*/ 47726 w 57253"/>
                <a:gd name="connsiteY18" fmla="*/ 19052 h 19052"/>
                <a:gd name="connsiteX19" fmla="*/ 45821 w 57253"/>
                <a:gd name="connsiteY19" fmla="*/ 18862 h 1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253" h="19052">
                  <a:moveTo>
                    <a:pt x="196" y="11432"/>
                  </a:moveTo>
                  <a:cubicBezTo>
                    <a:pt x="-851" y="6289"/>
                    <a:pt x="2387" y="1240"/>
                    <a:pt x="7626" y="193"/>
                  </a:cubicBezTo>
                  <a:lnTo>
                    <a:pt x="7626" y="193"/>
                  </a:lnTo>
                  <a:cubicBezTo>
                    <a:pt x="12769" y="-855"/>
                    <a:pt x="17818" y="2479"/>
                    <a:pt x="18770" y="7622"/>
                  </a:cubicBezTo>
                  <a:lnTo>
                    <a:pt x="18770" y="7622"/>
                  </a:lnTo>
                  <a:cubicBezTo>
                    <a:pt x="19818" y="12766"/>
                    <a:pt x="16579" y="17814"/>
                    <a:pt x="11436" y="18862"/>
                  </a:cubicBezTo>
                  <a:lnTo>
                    <a:pt x="11436" y="18862"/>
                  </a:lnTo>
                  <a:cubicBezTo>
                    <a:pt x="10769" y="19052"/>
                    <a:pt x="10102" y="19052"/>
                    <a:pt x="9531" y="19052"/>
                  </a:cubicBezTo>
                  <a:lnTo>
                    <a:pt x="9531" y="19052"/>
                  </a:lnTo>
                  <a:cubicBezTo>
                    <a:pt x="5054" y="19052"/>
                    <a:pt x="1054" y="16004"/>
                    <a:pt x="196" y="11432"/>
                  </a:cubicBezTo>
                  <a:close/>
                  <a:moveTo>
                    <a:pt x="45821" y="18862"/>
                  </a:moveTo>
                  <a:cubicBezTo>
                    <a:pt x="40678" y="17814"/>
                    <a:pt x="37344" y="12766"/>
                    <a:pt x="38392" y="7622"/>
                  </a:cubicBezTo>
                  <a:lnTo>
                    <a:pt x="38392" y="7622"/>
                  </a:lnTo>
                  <a:cubicBezTo>
                    <a:pt x="39439" y="2479"/>
                    <a:pt x="44488" y="-855"/>
                    <a:pt x="49631" y="193"/>
                  </a:cubicBezTo>
                  <a:lnTo>
                    <a:pt x="49631" y="193"/>
                  </a:lnTo>
                  <a:cubicBezTo>
                    <a:pt x="54775" y="1240"/>
                    <a:pt x="58108" y="6193"/>
                    <a:pt x="57061" y="11337"/>
                  </a:cubicBezTo>
                  <a:lnTo>
                    <a:pt x="57061" y="11337"/>
                  </a:lnTo>
                  <a:cubicBezTo>
                    <a:pt x="56108" y="15909"/>
                    <a:pt x="52203" y="19052"/>
                    <a:pt x="47726" y="19052"/>
                  </a:cubicBezTo>
                  <a:lnTo>
                    <a:pt x="47726" y="19052"/>
                  </a:lnTo>
                  <a:cubicBezTo>
                    <a:pt x="47059" y="19052"/>
                    <a:pt x="46488" y="19052"/>
                    <a:pt x="45821" y="1886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F4BA5B-B5FE-8AAB-87D5-1C42C290E3FB}"/>
                </a:ext>
              </a:extLst>
            </p:cNvPr>
            <p:cNvSpPr/>
            <p:nvPr/>
          </p:nvSpPr>
          <p:spPr>
            <a:xfrm>
              <a:off x="6178669" y="2953027"/>
              <a:ext cx="293170" cy="176315"/>
            </a:xfrm>
            <a:custGeom>
              <a:avLst/>
              <a:gdLst>
                <a:gd name="connsiteX0" fmla="*/ 278899 w 293170"/>
                <a:gd name="connsiteY0" fmla="*/ 175077 h 176315"/>
                <a:gd name="connsiteX1" fmla="*/ 275375 w 293170"/>
                <a:gd name="connsiteY1" fmla="*/ 162028 h 176315"/>
                <a:gd name="connsiteX2" fmla="*/ 275375 w 293170"/>
                <a:gd name="connsiteY2" fmla="*/ 162028 h 176315"/>
                <a:gd name="connsiteX3" fmla="*/ 288329 w 293170"/>
                <a:gd name="connsiteY3" fmla="*/ 158503 h 176315"/>
                <a:gd name="connsiteX4" fmla="*/ 288329 w 293170"/>
                <a:gd name="connsiteY4" fmla="*/ 158503 h 176315"/>
                <a:gd name="connsiteX5" fmla="*/ 291949 w 293170"/>
                <a:gd name="connsiteY5" fmla="*/ 171553 h 176315"/>
                <a:gd name="connsiteX6" fmla="*/ 291949 w 293170"/>
                <a:gd name="connsiteY6" fmla="*/ 171553 h 176315"/>
                <a:gd name="connsiteX7" fmla="*/ 283662 w 293170"/>
                <a:gd name="connsiteY7" fmla="*/ 176315 h 176315"/>
                <a:gd name="connsiteX8" fmla="*/ 283662 w 293170"/>
                <a:gd name="connsiteY8" fmla="*/ 176315 h 176315"/>
                <a:gd name="connsiteX9" fmla="*/ 278899 w 293170"/>
                <a:gd name="connsiteY9" fmla="*/ 175077 h 176315"/>
                <a:gd name="connsiteX10" fmla="*/ 244609 w 293170"/>
                <a:gd name="connsiteY10" fmla="*/ 155455 h 176315"/>
                <a:gd name="connsiteX11" fmla="*/ 241085 w 293170"/>
                <a:gd name="connsiteY11" fmla="*/ 142406 h 176315"/>
                <a:gd name="connsiteX12" fmla="*/ 241085 w 293170"/>
                <a:gd name="connsiteY12" fmla="*/ 142406 h 176315"/>
                <a:gd name="connsiteX13" fmla="*/ 254039 w 293170"/>
                <a:gd name="connsiteY13" fmla="*/ 138882 h 176315"/>
                <a:gd name="connsiteX14" fmla="*/ 254039 w 293170"/>
                <a:gd name="connsiteY14" fmla="*/ 138882 h 176315"/>
                <a:gd name="connsiteX15" fmla="*/ 257659 w 293170"/>
                <a:gd name="connsiteY15" fmla="*/ 151931 h 176315"/>
                <a:gd name="connsiteX16" fmla="*/ 257659 w 293170"/>
                <a:gd name="connsiteY16" fmla="*/ 151931 h 176315"/>
                <a:gd name="connsiteX17" fmla="*/ 249372 w 293170"/>
                <a:gd name="connsiteY17" fmla="*/ 156694 h 176315"/>
                <a:gd name="connsiteX18" fmla="*/ 249372 w 293170"/>
                <a:gd name="connsiteY18" fmla="*/ 156694 h 176315"/>
                <a:gd name="connsiteX19" fmla="*/ 244609 w 293170"/>
                <a:gd name="connsiteY19" fmla="*/ 155455 h 176315"/>
                <a:gd name="connsiteX20" fmla="*/ 210319 w 293170"/>
                <a:gd name="connsiteY20" fmla="*/ 135739 h 176315"/>
                <a:gd name="connsiteX21" fmla="*/ 210319 w 293170"/>
                <a:gd name="connsiteY21" fmla="*/ 135739 h 176315"/>
                <a:gd name="connsiteX22" fmla="*/ 206795 w 293170"/>
                <a:gd name="connsiteY22" fmla="*/ 122785 h 176315"/>
                <a:gd name="connsiteX23" fmla="*/ 206795 w 293170"/>
                <a:gd name="connsiteY23" fmla="*/ 122785 h 176315"/>
                <a:gd name="connsiteX24" fmla="*/ 219844 w 293170"/>
                <a:gd name="connsiteY24" fmla="*/ 119260 h 176315"/>
                <a:gd name="connsiteX25" fmla="*/ 219844 w 293170"/>
                <a:gd name="connsiteY25" fmla="*/ 119260 h 176315"/>
                <a:gd name="connsiteX26" fmla="*/ 223369 w 293170"/>
                <a:gd name="connsiteY26" fmla="*/ 132214 h 176315"/>
                <a:gd name="connsiteX27" fmla="*/ 223369 w 293170"/>
                <a:gd name="connsiteY27" fmla="*/ 132214 h 176315"/>
                <a:gd name="connsiteX28" fmla="*/ 215082 w 293170"/>
                <a:gd name="connsiteY28" fmla="*/ 137072 h 176315"/>
                <a:gd name="connsiteX29" fmla="*/ 215082 w 293170"/>
                <a:gd name="connsiteY29" fmla="*/ 137072 h 176315"/>
                <a:gd name="connsiteX30" fmla="*/ 210319 w 293170"/>
                <a:gd name="connsiteY30" fmla="*/ 135739 h 176315"/>
                <a:gd name="connsiteX31" fmla="*/ 176125 w 293170"/>
                <a:gd name="connsiteY31" fmla="*/ 116117 h 176315"/>
                <a:gd name="connsiteX32" fmla="*/ 176029 w 293170"/>
                <a:gd name="connsiteY32" fmla="*/ 116117 h 176315"/>
                <a:gd name="connsiteX33" fmla="*/ 172505 w 293170"/>
                <a:gd name="connsiteY33" fmla="*/ 103163 h 176315"/>
                <a:gd name="connsiteX34" fmla="*/ 172505 w 293170"/>
                <a:gd name="connsiteY34" fmla="*/ 103163 h 176315"/>
                <a:gd name="connsiteX35" fmla="*/ 185554 w 293170"/>
                <a:gd name="connsiteY35" fmla="*/ 99544 h 176315"/>
                <a:gd name="connsiteX36" fmla="*/ 185554 w 293170"/>
                <a:gd name="connsiteY36" fmla="*/ 99544 h 176315"/>
                <a:gd name="connsiteX37" fmla="*/ 189079 w 293170"/>
                <a:gd name="connsiteY37" fmla="*/ 112593 h 176315"/>
                <a:gd name="connsiteX38" fmla="*/ 189079 w 293170"/>
                <a:gd name="connsiteY38" fmla="*/ 112593 h 176315"/>
                <a:gd name="connsiteX39" fmla="*/ 180792 w 293170"/>
                <a:gd name="connsiteY39" fmla="*/ 117355 h 176315"/>
                <a:gd name="connsiteX40" fmla="*/ 180792 w 293170"/>
                <a:gd name="connsiteY40" fmla="*/ 117355 h 176315"/>
                <a:gd name="connsiteX41" fmla="*/ 176125 w 293170"/>
                <a:gd name="connsiteY41" fmla="*/ 116117 h 176315"/>
                <a:gd name="connsiteX42" fmla="*/ 141835 w 293170"/>
                <a:gd name="connsiteY42" fmla="*/ 96496 h 176315"/>
                <a:gd name="connsiteX43" fmla="*/ 138310 w 293170"/>
                <a:gd name="connsiteY43" fmla="*/ 83446 h 176315"/>
                <a:gd name="connsiteX44" fmla="*/ 138310 w 293170"/>
                <a:gd name="connsiteY44" fmla="*/ 83446 h 176315"/>
                <a:gd name="connsiteX45" fmla="*/ 151264 w 293170"/>
                <a:gd name="connsiteY45" fmla="*/ 79922 h 176315"/>
                <a:gd name="connsiteX46" fmla="*/ 151264 w 293170"/>
                <a:gd name="connsiteY46" fmla="*/ 79922 h 176315"/>
                <a:gd name="connsiteX47" fmla="*/ 154789 w 293170"/>
                <a:gd name="connsiteY47" fmla="*/ 92971 h 176315"/>
                <a:gd name="connsiteX48" fmla="*/ 154789 w 293170"/>
                <a:gd name="connsiteY48" fmla="*/ 92971 h 176315"/>
                <a:gd name="connsiteX49" fmla="*/ 146502 w 293170"/>
                <a:gd name="connsiteY49" fmla="*/ 97734 h 176315"/>
                <a:gd name="connsiteX50" fmla="*/ 146502 w 293170"/>
                <a:gd name="connsiteY50" fmla="*/ 97734 h 176315"/>
                <a:gd name="connsiteX51" fmla="*/ 141835 w 293170"/>
                <a:gd name="connsiteY51" fmla="*/ 96496 h 176315"/>
                <a:gd name="connsiteX52" fmla="*/ 107545 w 293170"/>
                <a:gd name="connsiteY52" fmla="*/ 76779 h 176315"/>
                <a:gd name="connsiteX53" fmla="*/ 104020 w 293170"/>
                <a:gd name="connsiteY53" fmla="*/ 63825 h 176315"/>
                <a:gd name="connsiteX54" fmla="*/ 104020 w 293170"/>
                <a:gd name="connsiteY54" fmla="*/ 63825 h 176315"/>
                <a:gd name="connsiteX55" fmla="*/ 116974 w 293170"/>
                <a:gd name="connsiteY55" fmla="*/ 60301 h 176315"/>
                <a:gd name="connsiteX56" fmla="*/ 116974 w 293170"/>
                <a:gd name="connsiteY56" fmla="*/ 60301 h 176315"/>
                <a:gd name="connsiteX57" fmla="*/ 120499 w 293170"/>
                <a:gd name="connsiteY57" fmla="*/ 73255 h 176315"/>
                <a:gd name="connsiteX58" fmla="*/ 120499 w 293170"/>
                <a:gd name="connsiteY58" fmla="*/ 73255 h 176315"/>
                <a:gd name="connsiteX59" fmla="*/ 112307 w 293170"/>
                <a:gd name="connsiteY59" fmla="*/ 78112 h 176315"/>
                <a:gd name="connsiteX60" fmla="*/ 112307 w 293170"/>
                <a:gd name="connsiteY60" fmla="*/ 78112 h 176315"/>
                <a:gd name="connsiteX61" fmla="*/ 107545 w 293170"/>
                <a:gd name="connsiteY61" fmla="*/ 76779 h 176315"/>
                <a:gd name="connsiteX62" fmla="*/ 73255 w 293170"/>
                <a:gd name="connsiteY62" fmla="*/ 57157 h 176315"/>
                <a:gd name="connsiteX63" fmla="*/ 69730 w 293170"/>
                <a:gd name="connsiteY63" fmla="*/ 44108 h 176315"/>
                <a:gd name="connsiteX64" fmla="*/ 69730 w 293170"/>
                <a:gd name="connsiteY64" fmla="*/ 44108 h 176315"/>
                <a:gd name="connsiteX65" fmla="*/ 82780 w 293170"/>
                <a:gd name="connsiteY65" fmla="*/ 40679 h 176315"/>
                <a:gd name="connsiteX66" fmla="*/ 82780 w 293170"/>
                <a:gd name="connsiteY66" fmla="*/ 40679 h 176315"/>
                <a:gd name="connsiteX67" fmla="*/ 86304 w 293170"/>
                <a:gd name="connsiteY67" fmla="*/ 53633 h 176315"/>
                <a:gd name="connsiteX68" fmla="*/ 86304 w 293170"/>
                <a:gd name="connsiteY68" fmla="*/ 53633 h 176315"/>
                <a:gd name="connsiteX69" fmla="*/ 78017 w 293170"/>
                <a:gd name="connsiteY69" fmla="*/ 58396 h 176315"/>
                <a:gd name="connsiteX70" fmla="*/ 78017 w 293170"/>
                <a:gd name="connsiteY70" fmla="*/ 58396 h 176315"/>
                <a:gd name="connsiteX71" fmla="*/ 73255 w 293170"/>
                <a:gd name="connsiteY71" fmla="*/ 57157 h 176315"/>
                <a:gd name="connsiteX72" fmla="*/ 39060 w 293170"/>
                <a:gd name="connsiteY72" fmla="*/ 37441 h 176315"/>
                <a:gd name="connsiteX73" fmla="*/ 35536 w 293170"/>
                <a:gd name="connsiteY73" fmla="*/ 24487 h 176315"/>
                <a:gd name="connsiteX74" fmla="*/ 35536 w 293170"/>
                <a:gd name="connsiteY74" fmla="*/ 24487 h 176315"/>
                <a:gd name="connsiteX75" fmla="*/ 48490 w 293170"/>
                <a:gd name="connsiteY75" fmla="*/ 20962 h 176315"/>
                <a:gd name="connsiteX76" fmla="*/ 48490 w 293170"/>
                <a:gd name="connsiteY76" fmla="*/ 20962 h 176315"/>
                <a:gd name="connsiteX77" fmla="*/ 52014 w 293170"/>
                <a:gd name="connsiteY77" fmla="*/ 33916 h 176315"/>
                <a:gd name="connsiteX78" fmla="*/ 52014 w 293170"/>
                <a:gd name="connsiteY78" fmla="*/ 33916 h 176315"/>
                <a:gd name="connsiteX79" fmla="*/ 43727 w 293170"/>
                <a:gd name="connsiteY79" fmla="*/ 38774 h 176315"/>
                <a:gd name="connsiteX80" fmla="*/ 43727 w 293170"/>
                <a:gd name="connsiteY80" fmla="*/ 38774 h 176315"/>
                <a:gd name="connsiteX81" fmla="*/ 39060 w 293170"/>
                <a:gd name="connsiteY81" fmla="*/ 37441 h 176315"/>
                <a:gd name="connsiteX82" fmla="*/ 4770 w 293170"/>
                <a:gd name="connsiteY82" fmla="*/ 17724 h 176315"/>
                <a:gd name="connsiteX83" fmla="*/ 4770 w 293170"/>
                <a:gd name="connsiteY83" fmla="*/ 17724 h 176315"/>
                <a:gd name="connsiteX84" fmla="*/ 1246 w 293170"/>
                <a:gd name="connsiteY84" fmla="*/ 4770 h 176315"/>
                <a:gd name="connsiteX85" fmla="*/ 1246 w 293170"/>
                <a:gd name="connsiteY85" fmla="*/ 4770 h 176315"/>
                <a:gd name="connsiteX86" fmla="*/ 14295 w 293170"/>
                <a:gd name="connsiteY86" fmla="*/ 1246 h 176315"/>
                <a:gd name="connsiteX87" fmla="*/ 14295 w 293170"/>
                <a:gd name="connsiteY87" fmla="*/ 1246 h 176315"/>
                <a:gd name="connsiteX88" fmla="*/ 17819 w 293170"/>
                <a:gd name="connsiteY88" fmla="*/ 14295 h 176315"/>
                <a:gd name="connsiteX89" fmla="*/ 17819 w 293170"/>
                <a:gd name="connsiteY89" fmla="*/ 14295 h 176315"/>
                <a:gd name="connsiteX90" fmla="*/ 9532 w 293170"/>
                <a:gd name="connsiteY90" fmla="*/ 19057 h 176315"/>
                <a:gd name="connsiteX91" fmla="*/ 9532 w 293170"/>
                <a:gd name="connsiteY91" fmla="*/ 19057 h 176315"/>
                <a:gd name="connsiteX92" fmla="*/ 4770 w 293170"/>
                <a:gd name="connsiteY92" fmla="*/ 17724 h 176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93170" h="176315">
                  <a:moveTo>
                    <a:pt x="278899" y="175077"/>
                  </a:moveTo>
                  <a:cubicBezTo>
                    <a:pt x="274327" y="172410"/>
                    <a:pt x="272708" y="166600"/>
                    <a:pt x="275375" y="162028"/>
                  </a:cubicBezTo>
                  <a:lnTo>
                    <a:pt x="275375" y="162028"/>
                  </a:lnTo>
                  <a:cubicBezTo>
                    <a:pt x="277947" y="157456"/>
                    <a:pt x="283757" y="155932"/>
                    <a:pt x="288329" y="158503"/>
                  </a:cubicBezTo>
                  <a:lnTo>
                    <a:pt x="288329" y="158503"/>
                  </a:lnTo>
                  <a:cubicBezTo>
                    <a:pt x="292901" y="161170"/>
                    <a:pt x="294520" y="166981"/>
                    <a:pt x="291949" y="171553"/>
                  </a:cubicBezTo>
                  <a:lnTo>
                    <a:pt x="291949" y="171553"/>
                  </a:lnTo>
                  <a:cubicBezTo>
                    <a:pt x="290139" y="174601"/>
                    <a:pt x="286900" y="176315"/>
                    <a:pt x="283662" y="176315"/>
                  </a:cubicBezTo>
                  <a:lnTo>
                    <a:pt x="283662" y="176315"/>
                  </a:lnTo>
                  <a:cubicBezTo>
                    <a:pt x="282043" y="176315"/>
                    <a:pt x="280423" y="175934"/>
                    <a:pt x="278899" y="175077"/>
                  </a:cubicBezTo>
                  <a:close/>
                  <a:moveTo>
                    <a:pt x="244609" y="155455"/>
                  </a:moveTo>
                  <a:cubicBezTo>
                    <a:pt x="240037" y="152788"/>
                    <a:pt x="238513" y="146978"/>
                    <a:pt x="241085" y="142406"/>
                  </a:cubicBezTo>
                  <a:lnTo>
                    <a:pt x="241085" y="142406"/>
                  </a:lnTo>
                  <a:cubicBezTo>
                    <a:pt x="243752" y="137834"/>
                    <a:pt x="249562" y="136215"/>
                    <a:pt x="254039" y="138882"/>
                  </a:cubicBezTo>
                  <a:lnTo>
                    <a:pt x="254039" y="138882"/>
                  </a:lnTo>
                  <a:cubicBezTo>
                    <a:pt x="258611" y="141454"/>
                    <a:pt x="260230" y="147359"/>
                    <a:pt x="257659" y="151931"/>
                  </a:cubicBezTo>
                  <a:lnTo>
                    <a:pt x="257659" y="151931"/>
                  </a:lnTo>
                  <a:cubicBezTo>
                    <a:pt x="255849" y="154979"/>
                    <a:pt x="252706" y="156694"/>
                    <a:pt x="249372" y="156694"/>
                  </a:cubicBezTo>
                  <a:lnTo>
                    <a:pt x="249372" y="156694"/>
                  </a:lnTo>
                  <a:cubicBezTo>
                    <a:pt x="247753" y="156694"/>
                    <a:pt x="246133" y="156217"/>
                    <a:pt x="244609" y="155455"/>
                  </a:cubicBezTo>
                  <a:close/>
                  <a:moveTo>
                    <a:pt x="210319" y="135739"/>
                  </a:moveTo>
                  <a:lnTo>
                    <a:pt x="210319" y="135739"/>
                  </a:lnTo>
                  <a:cubicBezTo>
                    <a:pt x="205747" y="133167"/>
                    <a:pt x="204223" y="127357"/>
                    <a:pt x="206795" y="122785"/>
                  </a:cubicBezTo>
                  <a:lnTo>
                    <a:pt x="206795" y="122785"/>
                  </a:lnTo>
                  <a:cubicBezTo>
                    <a:pt x="209462" y="118213"/>
                    <a:pt x="215272" y="116593"/>
                    <a:pt x="219844" y="119260"/>
                  </a:cubicBezTo>
                  <a:lnTo>
                    <a:pt x="219844" y="119260"/>
                  </a:lnTo>
                  <a:cubicBezTo>
                    <a:pt x="224416" y="121927"/>
                    <a:pt x="225940" y="127642"/>
                    <a:pt x="223369" y="132214"/>
                  </a:cubicBezTo>
                  <a:lnTo>
                    <a:pt x="223369" y="132214"/>
                  </a:lnTo>
                  <a:cubicBezTo>
                    <a:pt x="221559" y="135358"/>
                    <a:pt x="218416" y="137072"/>
                    <a:pt x="215082" y="137072"/>
                  </a:cubicBezTo>
                  <a:lnTo>
                    <a:pt x="215082" y="137072"/>
                  </a:lnTo>
                  <a:cubicBezTo>
                    <a:pt x="213463" y="137072"/>
                    <a:pt x="211843" y="136596"/>
                    <a:pt x="210319" y="135739"/>
                  </a:cubicBezTo>
                  <a:close/>
                  <a:moveTo>
                    <a:pt x="176125" y="116117"/>
                  </a:moveTo>
                  <a:lnTo>
                    <a:pt x="176029" y="116117"/>
                  </a:lnTo>
                  <a:cubicBezTo>
                    <a:pt x="171457" y="113545"/>
                    <a:pt x="169933" y="107640"/>
                    <a:pt x="172505" y="103163"/>
                  </a:cubicBezTo>
                  <a:lnTo>
                    <a:pt x="172505" y="103163"/>
                  </a:lnTo>
                  <a:cubicBezTo>
                    <a:pt x="175172" y="98591"/>
                    <a:pt x="180982" y="96972"/>
                    <a:pt x="185554" y="99544"/>
                  </a:cubicBezTo>
                  <a:lnTo>
                    <a:pt x="185554" y="99544"/>
                  </a:lnTo>
                  <a:cubicBezTo>
                    <a:pt x="190126" y="102211"/>
                    <a:pt x="191650" y="108021"/>
                    <a:pt x="189079" y="112593"/>
                  </a:cubicBezTo>
                  <a:lnTo>
                    <a:pt x="189079" y="112593"/>
                  </a:lnTo>
                  <a:cubicBezTo>
                    <a:pt x="187269" y="115641"/>
                    <a:pt x="184126" y="117355"/>
                    <a:pt x="180792" y="117355"/>
                  </a:cubicBezTo>
                  <a:lnTo>
                    <a:pt x="180792" y="117355"/>
                  </a:lnTo>
                  <a:cubicBezTo>
                    <a:pt x="179173" y="117355"/>
                    <a:pt x="177553" y="116974"/>
                    <a:pt x="176125" y="116117"/>
                  </a:cubicBezTo>
                  <a:close/>
                  <a:moveTo>
                    <a:pt x="141835" y="96496"/>
                  </a:moveTo>
                  <a:cubicBezTo>
                    <a:pt x="137263" y="93829"/>
                    <a:pt x="135643" y="88018"/>
                    <a:pt x="138310" y="83446"/>
                  </a:cubicBezTo>
                  <a:lnTo>
                    <a:pt x="138310" y="83446"/>
                  </a:lnTo>
                  <a:cubicBezTo>
                    <a:pt x="140882" y="78874"/>
                    <a:pt x="146692" y="77350"/>
                    <a:pt x="151264" y="79922"/>
                  </a:cubicBezTo>
                  <a:lnTo>
                    <a:pt x="151264" y="79922"/>
                  </a:lnTo>
                  <a:cubicBezTo>
                    <a:pt x="155836" y="82589"/>
                    <a:pt x="157456" y="88399"/>
                    <a:pt x="154789" y="92971"/>
                  </a:cubicBezTo>
                  <a:lnTo>
                    <a:pt x="154789" y="92971"/>
                  </a:lnTo>
                  <a:cubicBezTo>
                    <a:pt x="153074" y="96019"/>
                    <a:pt x="149836" y="97734"/>
                    <a:pt x="146502" y="97734"/>
                  </a:cubicBezTo>
                  <a:lnTo>
                    <a:pt x="146502" y="97734"/>
                  </a:lnTo>
                  <a:cubicBezTo>
                    <a:pt x="144883" y="97734"/>
                    <a:pt x="143263" y="97353"/>
                    <a:pt x="141835" y="96496"/>
                  </a:cubicBezTo>
                  <a:close/>
                  <a:moveTo>
                    <a:pt x="107545" y="76779"/>
                  </a:moveTo>
                  <a:cubicBezTo>
                    <a:pt x="102973" y="74207"/>
                    <a:pt x="101449" y="68397"/>
                    <a:pt x="104020" y="63825"/>
                  </a:cubicBezTo>
                  <a:lnTo>
                    <a:pt x="104020" y="63825"/>
                  </a:lnTo>
                  <a:cubicBezTo>
                    <a:pt x="106687" y="59253"/>
                    <a:pt x="112498" y="57634"/>
                    <a:pt x="116974" y="60301"/>
                  </a:cubicBezTo>
                  <a:lnTo>
                    <a:pt x="116974" y="60301"/>
                  </a:lnTo>
                  <a:cubicBezTo>
                    <a:pt x="121546" y="62872"/>
                    <a:pt x="123166" y="68778"/>
                    <a:pt x="120499" y="73255"/>
                  </a:cubicBezTo>
                  <a:lnTo>
                    <a:pt x="120499" y="73255"/>
                  </a:lnTo>
                  <a:cubicBezTo>
                    <a:pt x="118784" y="76398"/>
                    <a:pt x="115546" y="78112"/>
                    <a:pt x="112307" y="78112"/>
                  </a:cubicBezTo>
                  <a:lnTo>
                    <a:pt x="112307" y="78112"/>
                  </a:lnTo>
                  <a:cubicBezTo>
                    <a:pt x="110688" y="78112"/>
                    <a:pt x="109069" y="77636"/>
                    <a:pt x="107545" y="76779"/>
                  </a:cubicBezTo>
                  <a:close/>
                  <a:moveTo>
                    <a:pt x="73255" y="57157"/>
                  </a:moveTo>
                  <a:cubicBezTo>
                    <a:pt x="68683" y="54490"/>
                    <a:pt x="67159" y="48680"/>
                    <a:pt x="69730" y="44108"/>
                  </a:cubicBezTo>
                  <a:lnTo>
                    <a:pt x="69730" y="44108"/>
                  </a:lnTo>
                  <a:cubicBezTo>
                    <a:pt x="72397" y="39536"/>
                    <a:pt x="78208" y="38012"/>
                    <a:pt x="82780" y="40679"/>
                  </a:cubicBezTo>
                  <a:lnTo>
                    <a:pt x="82780" y="40679"/>
                  </a:lnTo>
                  <a:cubicBezTo>
                    <a:pt x="87352" y="43251"/>
                    <a:pt x="88876" y="49061"/>
                    <a:pt x="86304" y="53633"/>
                  </a:cubicBezTo>
                  <a:lnTo>
                    <a:pt x="86304" y="53633"/>
                  </a:lnTo>
                  <a:cubicBezTo>
                    <a:pt x="84494" y="56681"/>
                    <a:pt x="81351" y="58396"/>
                    <a:pt x="78017" y="58396"/>
                  </a:cubicBezTo>
                  <a:lnTo>
                    <a:pt x="78017" y="58396"/>
                  </a:lnTo>
                  <a:cubicBezTo>
                    <a:pt x="76398" y="58396"/>
                    <a:pt x="74779" y="58015"/>
                    <a:pt x="73255" y="57157"/>
                  </a:cubicBezTo>
                  <a:close/>
                  <a:moveTo>
                    <a:pt x="39060" y="37441"/>
                  </a:moveTo>
                  <a:cubicBezTo>
                    <a:pt x="34488" y="34869"/>
                    <a:pt x="32869" y="28963"/>
                    <a:pt x="35536" y="24487"/>
                  </a:cubicBezTo>
                  <a:lnTo>
                    <a:pt x="35536" y="24487"/>
                  </a:lnTo>
                  <a:cubicBezTo>
                    <a:pt x="38203" y="19915"/>
                    <a:pt x="43918" y="18295"/>
                    <a:pt x="48490" y="20962"/>
                  </a:cubicBezTo>
                  <a:lnTo>
                    <a:pt x="48490" y="20962"/>
                  </a:lnTo>
                  <a:cubicBezTo>
                    <a:pt x="53062" y="23534"/>
                    <a:pt x="54681" y="29344"/>
                    <a:pt x="52014" y="33916"/>
                  </a:cubicBezTo>
                  <a:lnTo>
                    <a:pt x="52014" y="33916"/>
                  </a:lnTo>
                  <a:cubicBezTo>
                    <a:pt x="50299" y="36964"/>
                    <a:pt x="47061" y="38774"/>
                    <a:pt x="43727" y="38774"/>
                  </a:cubicBezTo>
                  <a:lnTo>
                    <a:pt x="43727" y="38774"/>
                  </a:lnTo>
                  <a:cubicBezTo>
                    <a:pt x="42108" y="38774"/>
                    <a:pt x="40489" y="38298"/>
                    <a:pt x="39060" y="37441"/>
                  </a:cubicBezTo>
                  <a:close/>
                  <a:moveTo>
                    <a:pt x="4770" y="17724"/>
                  </a:moveTo>
                  <a:lnTo>
                    <a:pt x="4770" y="17724"/>
                  </a:lnTo>
                  <a:cubicBezTo>
                    <a:pt x="198" y="15152"/>
                    <a:pt x="-1326" y="9342"/>
                    <a:pt x="1246" y="4770"/>
                  </a:cubicBezTo>
                  <a:lnTo>
                    <a:pt x="1246" y="4770"/>
                  </a:lnTo>
                  <a:cubicBezTo>
                    <a:pt x="3913" y="198"/>
                    <a:pt x="9723" y="-1326"/>
                    <a:pt x="14295" y="1246"/>
                  </a:cubicBezTo>
                  <a:lnTo>
                    <a:pt x="14295" y="1246"/>
                  </a:lnTo>
                  <a:cubicBezTo>
                    <a:pt x="18867" y="3817"/>
                    <a:pt x="20391" y="9723"/>
                    <a:pt x="17819" y="14295"/>
                  </a:cubicBezTo>
                  <a:lnTo>
                    <a:pt x="17819" y="14295"/>
                  </a:lnTo>
                  <a:cubicBezTo>
                    <a:pt x="16009" y="17343"/>
                    <a:pt x="12866" y="19057"/>
                    <a:pt x="9532" y="19057"/>
                  </a:cubicBezTo>
                  <a:lnTo>
                    <a:pt x="9532" y="19057"/>
                  </a:lnTo>
                  <a:cubicBezTo>
                    <a:pt x="7913" y="19057"/>
                    <a:pt x="6294" y="18581"/>
                    <a:pt x="4770" y="177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2B4858F-D5AC-2BE3-E8F8-ECCEFA8BE9F7}"/>
                </a:ext>
              </a:extLst>
            </p:cNvPr>
            <p:cNvSpPr/>
            <p:nvPr/>
          </p:nvSpPr>
          <p:spPr>
            <a:xfrm>
              <a:off x="6514663" y="3151957"/>
              <a:ext cx="36637" cy="49585"/>
            </a:xfrm>
            <a:custGeom>
              <a:avLst/>
              <a:gdLst>
                <a:gd name="connsiteX0" fmla="*/ 18153 w 36637"/>
                <a:gd name="connsiteY0" fmla="*/ 43108 h 49585"/>
                <a:gd name="connsiteX1" fmla="*/ 24058 w 36637"/>
                <a:gd name="connsiteY1" fmla="*/ 31012 h 49585"/>
                <a:gd name="connsiteX2" fmla="*/ 24058 w 36637"/>
                <a:gd name="connsiteY2" fmla="*/ 31012 h 49585"/>
                <a:gd name="connsiteX3" fmla="*/ 36155 w 36637"/>
                <a:gd name="connsiteY3" fmla="*/ 37012 h 49585"/>
                <a:gd name="connsiteX4" fmla="*/ 36155 w 36637"/>
                <a:gd name="connsiteY4" fmla="*/ 37012 h 49585"/>
                <a:gd name="connsiteX5" fmla="*/ 30154 w 36637"/>
                <a:gd name="connsiteY5" fmla="*/ 49014 h 49585"/>
                <a:gd name="connsiteX6" fmla="*/ 30154 w 36637"/>
                <a:gd name="connsiteY6" fmla="*/ 49014 h 49585"/>
                <a:gd name="connsiteX7" fmla="*/ 27106 w 36637"/>
                <a:gd name="connsiteY7" fmla="*/ 49585 h 49585"/>
                <a:gd name="connsiteX8" fmla="*/ 27106 w 36637"/>
                <a:gd name="connsiteY8" fmla="*/ 49585 h 49585"/>
                <a:gd name="connsiteX9" fmla="*/ 18153 w 36637"/>
                <a:gd name="connsiteY9" fmla="*/ 43108 h 49585"/>
                <a:gd name="connsiteX10" fmla="*/ 2341 w 36637"/>
                <a:gd name="connsiteY10" fmla="*/ 15867 h 49585"/>
                <a:gd name="connsiteX11" fmla="*/ 3199 w 36637"/>
                <a:gd name="connsiteY11" fmla="*/ 2341 h 49585"/>
                <a:gd name="connsiteX12" fmla="*/ 3199 w 36637"/>
                <a:gd name="connsiteY12" fmla="*/ 2341 h 49585"/>
                <a:gd name="connsiteX13" fmla="*/ 16629 w 36637"/>
                <a:gd name="connsiteY13" fmla="*/ 3199 h 49585"/>
                <a:gd name="connsiteX14" fmla="*/ 16629 w 36637"/>
                <a:gd name="connsiteY14" fmla="*/ 3199 h 49585"/>
                <a:gd name="connsiteX15" fmla="*/ 15772 w 36637"/>
                <a:gd name="connsiteY15" fmla="*/ 16724 h 49585"/>
                <a:gd name="connsiteX16" fmla="*/ 15772 w 36637"/>
                <a:gd name="connsiteY16" fmla="*/ 16724 h 49585"/>
                <a:gd name="connsiteX17" fmla="*/ 9485 w 36637"/>
                <a:gd name="connsiteY17" fmla="*/ 19010 h 49585"/>
                <a:gd name="connsiteX18" fmla="*/ 9485 w 36637"/>
                <a:gd name="connsiteY18" fmla="*/ 19010 h 49585"/>
                <a:gd name="connsiteX19" fmla="*/ 2341 w 36637"/>
                <a:gd name="connsiteY19" fmla="*/ 15867 h 4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637" h="49585">
                  <a:moveTo>
                    <a:pt x="18153" y="43108"/>
                  </a:moveTo>
                  <a:cubicBezTo>
                    <a:pt x="16438" y="38060"/>
                    <a:pt x="19105" y="32726"/>
                    <a:pt x="24058" y="31012"/>
                  </a:cubicBezTo>
                  <a:lnTo>
                    <a:pt x="24058" y="31012"/>
                  </a:lnTo>
                  <a:cubicBezTo>
                    <a:pt x="29011" y="29297"/>
                    <a:pt x="34536" y="32059"/>
                    <a:pt x="36155" y="37012"/>
                  </a:cubicBezTo>
                  <a:lnTo>
                    <a:pt x="36155" y="37012"/>
                  </a:lnTo>
                  <a:cubicBezTo>
                    <a:pt x="37774" y="41965"/>
                    <a:pt x="35203" y="47395"/>
                    <a:pt x="30154" y="49014"/>
                  </a:cubicBezTo>
                  <a:lnTo>
                    <a:pt x="30154" y="49014"/>
                  </a:lnTo>
                  <a:cubicBezTo>
                    <a:pt x="29202" y="49395"/>
                    <a:pt x="28154" y="49585"/>
                    <a:pt x="27106" y="49585"/>
                  </a:cubicBezTo>
                  <a:lnTo>
                    <a:pt x="27106" y="49585"/>
                  </a:lnTo>
                  <a:cubicBezTo>
                    <a:pt x="23201" y="49585"/>
                    <a:pt x="19486" y="47014"/>
                    <a:pt x="18153" y="43108"/>
                  </a:cubicBezTo>
                  <a:close/>
                  <a:moveTo>
                    <a:pt x="2341" y="15867"/>
                  </a:moveTo>
                  <a:cubicBezTo>
                    <a:pt x="-1088" y="11866"/>
                    <a:pt x="-707" y="5866"/>
                    <a:pt x="3199" y="2341"/>
                  </a:cubicBezTo>
                  <a:lnTo>
                    <a:pt x="3199" y="2341"/>
                  </a:lnTo>
                  <a:cubicBezTo>
                    <a:pt x="7104" y="-1088"/>
                    <a:pt x="13105" y="-707"/>
                    <a:pt x="16629" y="3199"/>
                  </a:cubicBezTo>
                  <a:lnTo>
                    <a:pt x="16629" y="3199"/>
                  </a:lnTo>
                  <a:cubicBezTo>
                    <a:pt x="20153" y="7199"/>
                    <a:pt x="19772" y="13200"/>
                    <a:pt x="15772" y="16724"/>
                  </a:cubicBezTo>
                  <a:lnTo>
                    <a:pt x="15772" y="16724"/>
                  </a:lnTo>
                  <a:cubicBezTo>
                    <a:pt x="13962" y="18248"/>
                    <a:pt x="11771" y="19010"/>
                    <a:pt x="9485" y="19010"/>
                  </a:cubicBezTo>
                  <a:lnTo>
                    <a:pt x="9485" y="19010"/>
                  </a:lnTo>
                  <a:cubicBezTo>
                    <a:pt x="6818" y="19010"/>
                    <a:pt x="4246" y="17962"/>
                    <a:pt x="2341" y="158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32532B4-C382-5DC7-890E-61BA91964C32}"/>
                </a:ext>
              </a:extLst>
            </p:cNvPr>
            <p:cNvSpPr/>
            <p:nvPr/>
          </p:nvSpPr>
          <p:spPr>
            <a:xfrm>
              <a:off x="6537674" y="3257358"/>
              <a:ext cx="19145" cy="138874"/>
            </a:xfrm>
            <a:custGeom>
              <a:avLst/>
              <a:gdLst>
                <a:gd name="connsiteX0" fmla="*/ 0 w 19145"/>
                <a:gd name="connsiteY0" fmla="*/ 129350 h 138874"/>
                <a:gd name="connsiteX1" fmla="*/ 9525 w 19145"/>
                <a:gd name="connsiteY1" fmla="*/ 119825 h 138874"/>
                <a:gd name="connsiteX2" fmla="*/ 9525 w 19145"/>
                <a:gd name="connsiteY2" fmla="*/ 119825 h 138874"/>
                <a:gd name="connsiteX3" fmla="*/ 19050 w 19145"/>
                <a:gd name="connsiteY3" fmla="*/ 129350 h 138874"/>
                <a:gd name="connsiteX4" fmla="*/ 19050 w 19145"/>
                <a:gd name="connsiteY4" fmla="*/ 129350 h 138874"/>
                <a:gd name="connsiteX5" fmla="*/ 9525 w 19145"/>
                <a:gd name="connsiteY5" fmla="*/ 138875 h 138874"/>
                <a:gd name="connsiteX6" fmla="*/ 9525 w 19145"/>
                <a:gd name="connsiteY6" fmla="*/ 138875 h 138874"/>
                <a:gd name="connsiteX7" fmla="*/ 0 w 19145"/>
                <a:gd name="connsiteY7" fmla="*/ 129350 h 138874"/>
                <a:gd name="connsiteX8" fmla="*/ 0 w 19145"/>
                <a:gd name="connsiteY8" fmla="*/ 89440 h 138874"/>
                <a:gd name="connsiteX9" fmla="*/ 9620 w 19145"/>
                <a:gd name="connsiteY9" fmla="*/ 79915 h 138874"/>
                <a:gd name="connsiteX10" fmla="*/ 9620 w 19145"/>
                <a:gd name="connsiteY10" fmla="*/ 79915 h 138874"/>
                <a:gd name="connsiteX11" fmla="*/ 19050 w 19145"/>
                <a:gd name="connsiteY11" fmla="*/ 89440 h 138874"/>
                <a:gd name="connsiteX12" fmla="*/ 19050 w 19145"/>
                <a:gd name="connsiteY12" fmla="*/ 89440 h 138874"/>
                <a:gd name="connsiteX13" fmla="*/ 9525 w 19145"/>
                <a:gd name="connsiteY13" fmla="*/ 98965 h 138874"/>
                <a:gd name="connsiteX14" fmla="*/ 9525 w 19145"/>
                <a:gd name="connsiteY14" fmla="*/ 98965 h 138874"/>
                <a:gd name="connsiteX15" fmla="*/ 0 w 19145"/>
                <a:gd name="connsiteY15" fmla="*/ 89440 h 138874"/>
                <a:gd name="connsiteX16" fmla="*/ 0 w 19145"/>
                <a:gd name="connsiteY16" fmla="*/ 89440 h 138874"/>
                <a:gd name="connsiteX17" fmla="*/ 0 w 19145"/>
                <a:gd name="connsiteY17" fmla="*/ 89440 h 138874"/>
                <a:gd name="connsiteX18" fmla="*/ 95 w 19145"/>
                <a:gd name="connsiteY18" fmla="*/ 49435 h 138874"/>
                <a:gd name="connsiteX19" fmla="*/ 9620 w 19145"/>
                <a:gd name="connsiteY19" fmla="*/ 40005 h 138874"/>
                <a:gd name="connsiteX20" fmla="*/ 9620 w 19145"/>
                <a:gd name="connsiteY20" fmla="*/ 40005 h 138874"/>
                <a:gd name="connsiteX21" fmla="*/ 19145 w 19145"/>
                <a:gd name="connsiteY21" fmla="*/ 49435 h 138874"/>
                <a:gd name="connsiteX22" fmla="*/ 19145 w 19145"/>
                <a:gd name="connsiteY22" fmla="*/ 49435 h 138874"/>
                <a:gd name="connsiteX23" fmla="*/ 9620 w 19145"/>
                <a:gd name="connsiteY23" fmla="*/ 59055 h 138874"/>
                <a:gd name="connsiteX24" fmla="*/ 9620 w 19145"/>
                <a:gd name="connsiteY24" fmla="*/ 59055 h 138874"/>
                <a:gd name="connsiteX25" fmla="*/ 95 w 19145"/>
                <a:gd name="connsiteY25" fmla="*/ 49435 h 138874"/>
                <a:gd name="connsiteX26" fmla="*/ 95 w 19145"/>
                <a:gd name="connsiteY26" fmla="*/ 9525 h 138874"/>
                <a:gd name="connsiteX27" fmla="*/ 9620 w 19145"/>
                <a:gd name="connsiteY27" fmla="*/ 0 h 138874"/>
                <a:gd name="connsiteX28" fmla="*/ 9620 w 19145"/>
                <a:gd name="connsiteY28" fmla="*/ 0 h 138874"/>
                <a:gd name="connsiteX29" fmla="*/ 19050 w 19145"/>
                <a:gd name="connsiteY29" fmla="*/ 9525 h 138874"/>
                <a:gd name="connsiteX30" fmla="*/ 19145 w 19145"/>
                <a:gd name="connsiteY30" fmla="*/ 9525 h 138874"/>
                <a:gd name="connsiteX31" fmla="*/ 9620 w 19145"/>
                <a:gd name="connsiteY31" fmla="*/ 19050 h 138874"/>
                <a:gd name="connsiteX32" fmla="*/ 9620 w 19145"/>
                <a:gd name="connsiteY32" fmla="*/ 19050 h 138874"/>
                <a:gd name="connsiteX33" fmla="*/ 95 w 19145"/>
                <a:gd name="connsiteY33" fmla="*/ 9525 h 13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45" h="138874">
                  <a:moveTo>
                    <a:pt x="0" y="129350"/>
                  </a:moveTo>
                  <a:cubicBezTo>
                    <a:pt x="0" y="124111"/>
                    <a:pt x="4286" y="119825"/>
                    <a:pt x="9525" y="119825"/>
                  </a:cubicBezTo>
                  <a:lnTo>
                    <a:pt x="9525" y="119825"/>
                  </a:lnTo>
                  <a:cubicBezTo>
                    <a:pt x="14859" y="119825"/>
                    <a:pt x="19050" y="124111"/>
                    <a:pt x="19050" y="129350"/>
                  </a:cubicBezTo>
                  <a:lnTo>
                    <a:pt x="19050" y="129350"/>
                  </a:lnTo>
                  <a:cubicBezTo>
                    <a:pt x="19050" y="134588"/>
                    <a:pt x="14859" y="138875"/>
                    <a:pt x="9525" y="138875"/>
                  </a:cubicBezTo>
                  <a:lnTo>
                    <a:pt x="9525" y="138875"/>
                  </a:lnTo>
                  <a:cubicBezTo>
                    <a:pt x="4286" y="138875"/>
                    <a:pt x="0" y="134588"/>
                    <a:pt x="0" y="129350"/>
                  </a:cubicBezTo>
                  <a:close/>
                  <a:moveTo>
                    <a:pt x="0" y="89440"/>
                  </a:moveTo>
                  <a:cubicBezTo>
                    <a:pt x="95" y="84106"/>
                    <a:pt x="4286" y="79915"/>
                    <a:pt x="9620" y="79915"/>
                  </a:cubicBezTo>
                  <a:lnTo>
                    <a:pt x="9620" y="79915"/>
                  </a:lnTo>
                  <a:cubicBezTo>
                    <a:pt x="14859" y="79915"/>
                    <a:pt x="19050" y="84201"/>
                    <a:pt x="19050" y="89440"/>
                  </a:cubicBezTo>
                  <a:lnTo>
                    <a:pt x="19050" y="89440"/>
                  </a:lnTo>
                  <a:cubicBezTo>
                    <a:pt x="19050" y="94678"/>
                    <a:pt x="14859" y="98965"/>
                    <a:pt x="9525" y="98965"/>
                  </a:cubicBezTo>
                  <a:lnTo>
                    <a:pt x="9525" y="98965"/>
                  </a:lnTo>
                  <a:cubicBezTo>
                    <a:pt x="4286" y="98965"/>
                    <a:pt x="95" y="94678"/>
                    <a:pt x="0" y="89440"/>
                  </a:cubicBezTo>
                  <a:close/>
                  <a:moveTo>
                    <a:pt x="0" y="89440"/>
                  </a:moveTo>
                  <a:lnTo>
                    <a:pt x="0" y="89440"/>
                  </a:lnTo>
                  <a:close/>
                  <a:moveTo>
                    <a:pt x="95" y="49435"/>
                  </a:moveTo>
                  <a:cubicBezTo>
                    <a:pt x="95" y="44196"/>
                    <a:pt x="4286" y="40005"/>
                    <a:pt x="9620" y="40005"/>
                  </a:cubicBezTo>
                  <a:lnTo>
                    <a:pt x="9620" y="40005"/>
                  </a:lnTo>
                  <a:cubicBezTo>
                    <a:pt x="14859" y="40005"/>
                    <a:pt x="19145" y="44196"/>
                    <a:pt x="19145" y="49435"/>
                  </a:cubicBezTo>
                  <a:lnTo>
                    <a:pt x="19145" y="49435"/>
                  </a:lnTo>
                  <a:cubicBezTo>
                    <a:pt x="19145" y="54769"/>
                    <a:pt x="14859" y="59055"/>
                    <a:pt x="9620" y="59055"/>
                  </a:cubicBezTo>
                  <a:lnTo>
                    <a:pt x="9620" y="59055"/>
                  </a:lnTo>
                  <a:cubicBezTo>
                    <a:pt x="4286" y="59055"/>
                    <a:pt x="95" y="54769"/>
                    <a:pt x="95" y="49435"/>
                  </a:cubicBezTo>
                  <a:close/>
                  <a:moveTo>
                    <a:pt x="95" y="9525"/>
                  </a:moveTo>
                  <a:cubicBezTo>
                    <a:pt x="95" y="4286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145" y="9525"/>
                  </a:lnTo>
                  <a:cubicBezTo>
                    <a:pt x="19145" y="14764"/>
                    <a:pt x="14859" y="19050"/>
                    <a:pt x="9620" y="19050"/>
                  </a:cubicBezTo>
                  <a:lnTo>
                    <a:pt x="9620" y="19050"/>
                  </a:lnTo>
                  <a:cubicBezTo>
                    <a:pt x="4286" y="19050"/>
                    <a:pt x="95" y="14764"/>
                    <a:pt x="95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37BC3C9-128E-BC45-36AC-4AC88E544B5C}"/>
                </a:ext>
              </a:extLst>
            </p:cNvPr>
            <p:cNvSpPr/>
            <p:nvPr/>
          </p:nvSpPr>
          <p:spPr>
            <a:xfrm>
              <a:off x="6088284" y="2959321"/>
              <a:ext cx="19050" cy="144494"/>
            </a:xfrm>
            <a:custGeom>
              <a:avLst/>
              <a:gdLst>
                <a:gd name="connsiteX0" fmla="*/ 0 w 19050"/>
                <a:gd name="connsiteY0" fmla="*/ 134969 h 144494"/>
                <a:gd name="connsiteX1" fmla="*/ 9525 w 19050"/>
                <a:gd name="connsiteY1" fmla="*/ 125444 h 144494"/>
                <a:gd name="connsiteX2" fmla="*/ 9525 w 19050"/>
                <a:gd name="connsiteY2" fmla="*/ 125444 h 144494"/>
                <a:gd name="connsiteX3" fmla="*/ 19050 w 19050"/>
                <a:gd name="connsiteY3" fmla="*/ 134969 h 144494"/>
                <a:gd name="connsiteX4" fmla="*/ 19050 w 19050"/>
                <a:gd name="connsiteY4" fmla="*/ 134969 h 144494"/>
                <a:gd name="connsiteX5" fmla="*/ 9525 w 19050"/>
                <a:gd name="connsiteY5" fmla="*/ 144494 h 144494"/>
                <a:gd name="connsiteX6" fmla="*/ 9525 w 19050"/>
                <a:gd name="connsiteY6" fmla="*/ 144494 h 144494"/>
                <a:gd name="connsiteX7" fmla="*/ 0 w 19050"/>
                <a:gd name="connsiteY7" fmla="*/ 134969 h 144494"/>
                <a:gd name="connsiteX8" fmla="*/ 0 w 19050"/>
                <a:gd name="connsiteY8" fmla="*/ 93155 h 144494"/>
                <a:gd name="connsiteX9" fmla="*/ 9525 w 19050"/>
                <a:gd name="connsiteY9" fmla="*/ 83630 h 144494"/>
                <a:gd name="connsiteX10" fmla="*/ 9525 w 19050"/>
                <a:gd name="connsiteY10" fmla="*/ 83630 h 144494"/>
                <a:gd name="connsiteX11" fmla="*/ 19050 w 19050"/>
                <a:gd name="connsiteY11" fmla="*/ 93155 h 144494"/>
                <a:gd name="connsiteX12" fmla="*/ 19050 w 19050"/>
                <a:gd name="connsiteY12" fmla="*/ 93155 h 144494"/>
                <a:gd name="connsiteX13" fmla="*/ 9525 w 19050"/>
                <a:gd name="connsiteY13" fmla="*/ 102680 h 144494"/>
                <a:gd name="connsiteX14" fmla="*/ 9525 w 19050"/>
                <a:gd name="connsiteY14" fmla="*/ 102680 h 144494"/>
                <a:gd name="connsiteX15" fmla="*/ 0 w 19050"/>
                <a:gd name="connsiteY15" fmla="*/ 93155 h 144494"/>
                <a:gd name="connsiteX16" fmla="*/ 0 w 19050"/>
                <a:gd name="connsiteY16" fmla="*/ 51340 h 144494"/>
                <a:gd name="connsiteX17" fmla="*/ 9525 w 19050"/>
                <a:gd name="connsiteY17" fmla="*/ 41815 h 144494"/>
                <a:gd name="connsiteX18" fmla="*/ 9525 w 19050"/>
                <a:gd name="connsiteY18" fmla="*/ 41815 h 144494"/>
                <a:gd name="connsiteX19" fmla="*/ 19050 w 19050"/>
                <a:gd name="connsiteY19" fmla="*/ 51340 h 144494"/>
                <a:gd name="connsiteX20" fmla="*/ 19050 w 19050"/>
                <a:gd name="connsiteY20" fmla="*/ 51340 h 144494"/>
                <a:gd name="connsiteX21" fmla="*/ 9525 w 19050"/>
                <a:gd name="connsiteY21" fmla="*/ 60865 h 144494"/>
                <a:gd name="connsiteX22" fmla="*/ 9525 w 19050"/>
                <a:gd name="connsiteY22" fmla="*/ 60865 h 144494"/>
                <a:gd name="connsiteX23" fmla="*/ 0 w 19050"/>
                <a:gd name="connsiteY23" fmla="*/ 51340 h 144494"/>
                <a:gd name="connsiteX24" fmla="*/ 0 w 19050"/>
                <a:gd name="connsiteY24" fmla="*/ 9525 h 144494"/>
                <a:gd name="connsiteX25" fmla="*/ 9525 w 19050"/>
                <a:gd name="connsiteY25" fmla="*/ 0 h 144494"/>
                <a:gd name="connsiteX26" fmla="*/ 9525 w 19050"/>
                <a:gd name="connsiteY26" fmla="*/ 0 h 144494"/>
                <a:gd name="connsiteX27" fmla="*/ 19050 w 19050"/>
                <a:gd name="connsiteY27" fmla="*/ 9525 h 144494"/>
                <a:gd name="connsiteX28" fmla="*/ 19050 w 19050"/>
                <a:gd name="connsiteY28" fmla="*/ 9525 h 144494"/>
                <a:gd name="connsiteX29" fmla="*/ 9525 w 19050"/>
                <a:gd name="connsiteY29" fmla="*/ 19050 h 144494"/>
                <a:gd name="connsiteX30" fmla="*/ 9525 w 19050"/>
                <a:gd name="connsiteY30" fmla="*/ 19050 h 144494"/>
                <a:gd name="connsiteX31" fmla="*/ 0 w 19050"/>
                <a:gd name="connsiteY31" fmla="*/ 9525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050" h="144494">
                  <a:moveTo>
                    <a:pt x="0" y="134969"/>
                  </a:moveTo>
                  <a:cubicBezTo>
                    <a:pt x="0" y="129730"/>
                    <a:pt x="4286" y="125444"/>
                    <a:pt x="9525" y="125444"/>
                  </a:cubicBezTo>
                  <a:lnTo>
                    <a:pt x="9525" y="125444"/>
                  </a:lnTo>
                  <a:cubicBezTo>
                    <a:pt x="14764" y="125444"/>
                    <a:pt x="19050" y="129730"/>
                    <a:pt x="19050" y="134969"/>
                  </a:cubicBezTo>
                  <a:lnTo>
                    <a:pt x="19050" y="134969"/>
                  </a:lnTo>
                  <a:cubicBezTo>
                    <a:pt x="19050" y="140208"/>
                    <a:pt x="14764" y="144494"/>
                    <a:pt x="9525" y="144494"/>
                  </a:cubicBezTo>
                  <a:lnTo>
                    <a:pt x="9525" y="144494"/>
                  </a:lnTo>
                  <a:cubicBezTo>
                    <a:pt x="4286" y="144494"/>
                    <a:pt x="0" y="140208"/>
                    <a:pt x="0" y="134969"/>
                  </a:cubicBezTo>
                  <a:close/>
                  <a:moveTo>
                    <a:pt x="0" y="93155"/>
                  </a:moveTo>
                  <a:cubicBezTo>
                    <a:pt x="0" y="87916"/>
                    <a:pt x="4286" y="83630"/>
                    <a:pt x="9525" y="83630"/>
                  </a:cubicBezTo>
                  <a:lnTo>
                    <a:pt x="9525" y="83630"/>
                  </a:lnTo>
                  <a:cubicBezTo>
                    <a:pt x="14764" y="83630"/>
                    <a:pt x="19050" y="87916"/>
                    <a:pt x="19050" y="93155"/>
                  </a:cubicBezTo>
                  <a:lnTo>
                    <a:pt x="19050" y="93155"/>
                  </a:lnTo>
                  <a:cubicBezTo>
                    <a:pt x="19050" y="98393"/>
                    <a:pt x="14764" y="102680"/>
                    <a:pt x="9525" y="102680"/>
                  </a:cubicBezTo>
                  <a:lnTo>
                    <a:pt x="9525" y="102680"/>
                  </a:lnTo>
                  <a:cubicBezTo>
                    <a:pt x="4286" y="102680"/>
                    <a:pt x="0" y="98393"/>
                    <a:pt x="0" y="93155"/>
                  </a:cubicBezTo>
                  <a:close/>
                  <a:moveTo>
                    <a:pt x="0" y="51340"/>
                  </a:moveTo>
                  <a:cubicBezTo>
                    <a:pt x="0" y="46101"/>
                    <a:pt x="4286" y="41815"/>
                    <a:pt x="9525" y="41815"/>
                  </a:cubicBezTo>
                  <a:lnTo>
                    <a:pt x="9525" y="41815"/>
                  </a:lnTo>
                  <a:cubicBezTo>
                    <a:pt x="14764" y="41815"/>
                    <a:pt x="19050" y="46101"/>
                    <a:pt x="19050" y="51340"/>
                  </a:cubicBezTo>
                  <a:lnTo>
                    <a:pt x="19050" y="51340"/>
                  </a:lnTo>
                  <a:cubicBezTo>
                    <a:pt x="19050" y="56579"/>
                    <a:pt x="14764" y="60865"/>
                    <a:pt x="9525" y="60865"/>
                  </a:cubicBezTo>
                  <a:lnTo>
                    <a:pt x="9525" y="60865"/>
                  </a:lnTo>
                  <a:cubicBezTo>
                    <a:pt x="4286" y="60865"/>
                    <a:pt x="0" y="56579"/>
                    <a:pt x="0" y="51340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2B186DE-5D5E-73DB-6BF8-61DE0EF9B4CB}"/>
                </a:ext>
              </a:extLst>
            </p:cNvPr>
            <p:cNvSpPr/>
            <p:nvPr/>
          </p:nvSpPr>
          <p:spPr>
            <a:xfrm>
              <a:off x="5819485" y="3158725"/>
              <a:ext cx="268616" cy="436390"/>
            </a:xfrm>
            <a:custGeom>
              <a:avLst/>
              <a:gdLst>
                <a:gd name="connsiteX0" fmla="*/ 4671 w 268616"/>
                <a:gd name="connsiteY0" fmla="*/ 435057 h 436390"/>
                <a:gd name="connsiteX1" fmla="*/ 1337 w 268616"/>
                <a:gd name="connsiteY1" fmla="*/ 422007 h 436390"/>
                <a:gd name="connsiteX2" fmla="*/ 1337 w 268616"/>
                <a:gd name="connsiteY2" fmla="*/ 422007 h 436390"/>
                <a:gd name="connsiteX3" fmla="*/ 14387 w 268616"/>
                <a:gd name="connsiteY3" fmla="*/ 418674 h 436390"/>
                <a:gd name="connsiteX4" fmla="*/ 14387 w 268616"/>
                <a:gd name="connsiteY4" fmla="*/ 418674 h 436390"/>
                <a:gd name="connsiteX5" fmla="*/ 17720 w 268616"/>
                <a:gd name="connsiteY5" fmla="*/ 431723 h 436390"/>
                <a:gd name="connsiteX6" fmla="*/ 17720 w 268616"/>
                <a:gd name="connsiteY6" fmla="*/ 431723 h 436390"/>
                <a:gd name="connsiteX7" fmla="*/ 9529 w 268616"/>
                <a:gd name="connsiteY7" fmla="*/ 436390 h 436390"/>
                <a:gd name="connsiteX8" fmla="*/ 9529 w 268616"/>
                <a:gd name="connsiteY8" fmla="*/ 436390 h 436390"/>
                <a:gd name="connsiteX9" fmla="*/ 4671 w 268616"/>
                <a:gd name="connsiteY9" fmla="*/ 435057 h 436390"/>
                <a:gd name="connsiteX10" fmla="*/ 23912 w 268616"/>
                <a:gd name="connsiteY10" fmla="*/ 402957 h 436390"/>
                <a:gd name="connsiteX11" fmla="*/ 20578 w 268616"/>
                <a:gd name="connsiteY11" fmla="*/ 389813 h 436390"/>
                <a:gd name="connsiteX12" fmla="*/ 20578 w 268616"/>
                <a:gd name="connsiteY12" fmla="*/ 389813 h 436390"/>
                <a:gd name="connsiteX13" fmla="*/ 33627 w 268616"/>
                <a:gd name="connsiteY13" fmla="*/ 386574 h 436390"/>
                <a:gd name="connsiteX14" fmla="*/ 33627 w 268616"/>
                <a:gd name="connsiteY14" fmla="*/ 386574 h 436390"/>
                <a:gd name="connsiteX15" fmla="*/ 36961 w 268616"/>
                <a:gd name="connsiteY15" fmla="*/ 399624 h 436390"/>
                <a:gd name="connsiteX16" fmla="*/ 36961 w 268616"/>
                <a:gd name="connsiteY16" fmla="*/ 399624 h 436390"/>
                <a:gd name="connsiteX17" fmla="*/ 28769 w 268616"/>
                <a:gd name="connsiteY17" fmla="*/ 404291 h 436390"/>
                <a:gd name="connsiteX18" fmla="*/ 28769 w 268616"/>
                <a:gd name="connsiteY18" fmla="*/ 404291 h 436390"/>
                <a:gd name="connsiteX19" fmla="*/ 23912 w 268616"/>
                <a:gd name="connsiteY19" fmla="*/ 402957 h 436390"/>
                <a:gd name="connsiteX20" fmla="*/ 43057 w 268616"/>
                <a:gd name="connsiteY20" fmla="*/ 370858 h 436390"/>
                <a:gd name="connsiteX21" fmla="*/ 39723 w 268616"/>
                <a:gd name="connsiteY21" fmla="*/ 357714 h 436390"/>
                <a:gd name="connsiteX22" fmla="*/ 39723 w 268616"/>
                <a:gd name="connsiteY22" fmla="*/ 357714 h 436390"/>
                <a:gd name="connsiteX23" fmla="*/ 52868 w 268616"/>
                <a:gd name="connsiteY23" fmla="*/ 354475 h 436390"/>
                <a:gd name="connsiteX24" fmla="*/ 52868 w 268616"/>
                <a:gd name="connsiteY24" fmla="*/ 354475 h 436390"/>
                <a:gd name="connsiteX25" fmla="*/ 56106 w 268616"/>
                <a:gd name="connsiteY25" fmla="*/ 367524 h 436390"/>
                <a:gd name="connsiteX26" fmla="*/ 56106 w 268616"/>
                <a:gd name="connsiteY26" fmla="*/ 367524 h 436390"/>
                <a:gd name="connsiteX27" fmla="*/ 47915 w 268616"/>
                <a:gd name="connsiteY27" fmla="*/ 372192 h 436390"/>
                <a:gd name="connsiteX28" fmla="*/ 47915 w 268616"/>
                <a:gd name="connsiteY28" fmla="*/ 372192 h 436390"/>
                <a:gd name="connsiteX29" fmla="*/ 43057 w 268616"/>
                <a:gd name="connsiteY29" fmla="*/ 370858 h 436390"/>
                <a:gd name="connsiteX30" fmla="*/ 62297 w 268616"/>
                <a:gd name="connsiteY30" fmla="*/ 338759 h 436390"/>
                <a:gd name="connsiteX31" fmla="*/ 58964 w 268616"/>
                <a:gd name="connsiteY31" fmla="*/ 325614 h 436390"/>
                <a:gd name="connsiteX32" fmla="*/ 58964 w 268616"/>
                <a:gd name="connsiteY32" fmla="*/ 325614 h 436390"/>
                <a:gd name="connsiteX33" fmla="*/ 72013 w 268616"/>
                <a:gd name="connsiteY33" fmla="*/ 322376 h 436390"/>
                <a:gd name="connsiteX34" fmla="*/ 72013 w 268616"/>
                <a:gd name="connsiteY34" fmla="*/ 322376 h 436390"/>
                <a:gd name="connsiteX35" fmla="*/ 75347 w 268616"/>
                <a:gd name="connsiteY35" fmla="*/ 335425 h 436390"/>
                <a:gd name="connsiteX36" fmla="*/ 75347 w 268616"/>
                <a:gd name="connsiteY36" fmla="*/ 335425 h 436390"/>
                <a:gd name="connsiteX37" fmla="*/ 67155 w 268616"/>
                <a:gd name="connsiteY37" fmla="*/ 340092 h 436390"/>
                <a:gd name="connsiteX38" fmla="*/ 67155 w 268616"/>
                <a:gd name="connsiteY38" fmla="*/ 340092 h 436390"/>
                <a:gd name="connsiteX39" fmla="*/ 62297 w 268616"/>
                <a:gd name="connsiteY39" fmla="*/ 338759 h 436390"/>
                <a:gd name="connsiteX40" fmla="*/ 81443 w 268616"/>
                <a:gd name="connsiteY40" fmla="*/ 306564 h 436390"/>
                <a:gd name="connsiteX41" fmla="*/ 78109 w 268616"/>
                <a:gd name="connsiteY41" fmla="*/ 293515 h 436390"/>
                <a:gd name="connsiteX42" fmla="*/ 78109 w 268616"/>
                <a:gd name="connsiteY42" fmla="*/ 293515 h 436390"/>
                <a:gd name="connsiteX43" fmla="*/ 91253 w 268616"/>
                <a:gd name="connsiteY43" fmla="*/ 290277 h 436390"/>
                <a:gd name="connsiteX44" fmla="*/ 91253 w 268616"/>
                <a:gd name="connsiteY44" fmla="*/ 290277 h 436390"/>
                <a:gd name="connsiteX45" fmla="*/ 94492 w 268616"/>
                <a:gd name="connsiteY45" fmla="*/ 303326 h 436390"/>
                <a:gd name="connsiteX46" fmla="*/ 94492 w 268616"/>
                <a:gd name="connsiteY46" fmla="*/ 303326 h 436390"/>
                <a:gd name="connsiteX47" fmla="*/ 86300 w 268616"/>
                <a:gd name="connsiteY47" fmla="*/ 307993 h 436390"/>
                <a:gd name="connsiteX48" fmla="*/ 86300 w 268616"/>
                <a:gd name="connsiteY48" fmla="*/ 307993 h 436390"/>
                <a:gd name="connsiteX49" fmla="*/ 81443 w 268616"/>
                <a:gd name="connsiteY49" fmla="*/ 306564 h 436390"/>
                <a:gd name="connsiteX50" fmla="*/ 100683 w 268616"/>
                <a:gd name="connsiteY50" fmla="*/ 274465 h 436390"/>
                <a:gd name="connsiteX51" fmla="*/ 97349 w 268616"/>
                <a:gd name="connsiteY51" fmla="*/ 261416 h 436390"/>
                <a:gd name="connsiteX52" fmla="*/ 97349 w 268616"/>
                <a:gd name="connsiteY52" fmla="*/ 261416 h 436390"/>
                <a:gd name="connsiteX53" fmla="*/ 110399 w 268616"/>
                <a:gd name="connsiteY53" fmla="*/ 258177 h 436390"/>
                <a:gd name="connsiteX54" fmla="*/ 110399 w 268616"/>
                <a:gd name="connsiteY54" fmla="*/ 258177 h 436390"/>
                <a:gd name="connsiteX55" fmla="*/ 113732 w 268616"/>
                <a:gd name="connsiteY55" fmla="*/ 271227 h 436390"/>
                <a:gd name="connsiteX56" fmla="*/ 113732 w 268616"/>
                <a:gd name="connsiteY56" fmla="*/ 271227 h 436390"/>
                <a:gd name="connsiteX57" fmla="*/ 105541 w 268616"/>
                <a:gd name="connsiteY57" fmla="*/ 275894 h 436390"/>
                <a:gd name="connsiteX58" fmla="*/ 105541 w 268616"/>
                <a:gd name="connsiteY58" fmla="*/ 275894 h 436390"/>
                <a:gd name="connsiteX59" fmla="*/ 100683 w 268616"/>
                <a:gd name="connsiteY59" fmla="*/ 274465 h 436390"/>
                <a:gd name="connsiteX60" fmla="*/ 119828 w 268616"/>
                <a:gd name="connsiteY60" fmla="*/ 242461 h 436390"/>
                <a:gd name="connsiteX61" fmla="*/ 116590 w 268616"/>
                <a:gd name="connsiteY61" fmla="*/ 229317 h 436390"/>
                <a:gd name="connsiteX62" fmla="*/ 116590 w 268616"/>
                <a:gd name="connsiteY62" fmla="*/ 229317 h 436390"/>
                <a:gd name="connsiteX63" fmla="*/ 129639 w 268616"/>
                <a:gd name="connsiteY63" fmla="*/ 226078 h 436390"/>
                <a:gd name="connsiteX64" fmla="*/ 129639 w 268616"/>
                <a:gd name="connsiteY64" fmla="*/ 226078 h 436390"/>
                <a:gd name="connsiteX65" fmla="*/ 132878 w 268616"/>
                <a:gd name="connsiteY65" fmla="*/ 239127 h 436390"/>
                <a:gd name="connsiteX66" fmla="*/ 132878 w 268616"/>
                <a:gd name="connsiteY66" fmla="*/ 239127 h 436390"/>
                <a:gd name="connsiteX67" fmla="*/ 124686 w 268616"/>
                <a:gd name="connsiteY67" fmla="*/ 243795 h 436390"/>
                <a:gd name="connsiteX68" fmla="*/ 124686 w 268616"/>
                <a:gd name="connsiteY68" fmla="*/ 243795 h 436390"/>
                <a:gd name="connsiteX69" fmla="*/ 119828 w 268616"/>
                <a:gd name="connsiteY69" fmla="*/ 242461 h 436390"/>
                <a:gd name="connsiteX70" fmla="*/ 139069 w 268616"/>
                <a:gd name="connsiteY70" fmla="*/ 210267 h 436390"/>
                <a:gd name="connsiteX71" fmla="*/ 135735 w 268616"/>
                <a:gd name="connsiteY71" fmla="*/ 197217 h 436390"/>
                <a:gd name="connsiteX72" fmla="*/ 135735 w 268616"/>
                <a:gd name="connsiteY72" fmla="*/ 197217 h 436390"/>
                <a:gd name="connsiteX73" fmla="*/ 148784 w 268616"/>
                <a:gd name="connsiteY73" fmla="*/ 193979 h 436390"/>
                <a:gd name="connsiteX74" fmla="*/ 148784 w 268616"/>
                <a:gd name="connsiteY74" fmla="*/ 193979 h 436390"/>
                <a:gd name="connsiteX75" fmla="*/ 152118 w 268616"/>
                <a:gd name="connsiteY75" fmla="*/ 207028 h 436390"/>
                <a:gd name="connsiteX76" fmla="*/ 152118 w 268616"/>
                <a:gd name="connsiteY76" fmla="*/ 207028 h 436390"/>
                <a:gd name="connsiteX77" fmla="*/ 143927 w 268616"/>
                <a:gd name="connsiteY77" fmla="*/ 211600 h 436390"/>
                <a:gd name="connsiteX78" fmla="*/ 143927 w 268616"/>
                <a:gd name="connsiteY78" fmla="*/ 211600 h 436390"/>
                <a:gd name="connsiteX79" fmla="*/ 139069 w 268616"/>
                <a:gd name="connsiteY79" fmla="*/ 210267 h 436390"/>
                <a:gd name="connsiteX80" fmla="*/ 158214 w 268616"/>
                <a:gd name="connsiteY80" fmla="*/ 178167 h 436390"/>
                <a:gd name="connsiteX81" fmla="*/ 154976 w 268616"/>
                <a:gd name="connsiteY81" fmla="*/ 165118 h 436390"/>
                <a:gd name="connsiteX82" fmla="*/ 154976 w 268616"/>
                <a:gd name="connsiteY82" fmla="*/ 165118 h 436390"/>
                <a:gd name="connsiteX83" fmla="*/ 168025 w 268616"/>
                <a:gd name="connsiteY83" fmla="*/ 161880 h 436390"/>
                <a:gd name="connsiteX84" fmla="*/ 168025 w 268616"/>
                <a:gd name="connsiteY84" fmla="*/ 161880 h 436390"/>
                <a:gd name="connsiteX85" fmla="*/ 171263 w 268616"/>
                <a:gd name="connsiteY85" fmla="*/ 174929 h 436390"/>
                <a:gd name="connsiteX86" fmla="*/ 171263 w 268616"/>
                <a:gd name="connsiteY86" fmla="*/ 174929 h 436390"/>
                <a:gd name="connsiteX87" fmla="*/ 163072 w 268616"/>
                <a:gd name="connsiteY87" fmla="*/ 179596 h 436390"/>
                <a:gd name="connsiteX88" fmla="*/ 163072 w 268616"/>
                <a:gd name="connsiteY88" fmla="*/ 179596 h 436390"/>
                <a:gd name="connsiteX89" fmla="*/ 158214 w 268616"/>
                <a:gd name="connsiteY89" fmla="*/ 178167 h 436390"/>
                <a:gd name="connsiteX90" fmla="*/ 177455 w 268616"/>
                <a:gd name="connsiteY90" fmla="*/ 146068 h 436390"/>
                <a:gd name="connsiteX91" fmla="*/ 174121 w 268616"/>
                <a:gd name="connsiteY91" fmla="*/ 133019 h 436390"/>
                <a:gd name="connsiteX92" fmla="*/ 174121 w 268616"/>
                <a:gd name="connsiteY92" fmla="*/ 133019 h 436390"/>
                <a:gd name="connsiteX93" fmla="*/ 187265 w 268616"/>
                <a:gd name="connsiteY93" fmla="*/ 129780 h 436390"/>
                <a:gd name="connsiteX94" fmla="*/ 187265 w 268616"/>
                <a:gd name="connsiteY94" fmla="*/ 129780 h 436390"/>
                <a:gd name="connsiteX95" fmla="*/ 190504 w 268616"/>
                <a:gd name="connsiteY95" fmla="*/ 142830 h 436390"/>
                <a:gd name="connsiteX96" fmla="*/ 190504 w 268616"/>
                <a:gd name="connsiteY96" fmla="*/ 142830 h 436390"/>
                <a:gd name="connsiteX97" fmla="*/ 182312 w 268616"/>
                <a:gd name="connsiteY97" fmla="*/ 147402 h 436390"/>
                <a:gd name="connsiteX98" fmla="*/ 182312 w 268616"/>
                <a:gd name="connsiteY98" fmla="*/ 147402 h 436390"/>
                <a:gd name="connsiteX99" fmla="*/ 177455 w 268616"/>
                <a:gd name="connsiteY99" fmla="*/ 146068 h 436390"/>
                <a:gd name="connsiteX100" fmla="*/ 196600 w 268616"/>
                <a:gd name="connsiteY100" fmla="*/ 113969 h 436390"/>
                <a:gd name="connsiteX101" fmla="*/ 193361 w 268616"/>
                <a:gd name="connsiteY101" fmla="*/ 100920 h 436390"/>
                <a:gd name="connsiteX102" fmla="*/ 193361 w 268616"/>
                <a:gd name="connsiteY102" fmla="*/ 100920 h 436390"/>
                <a:gd name="connsiteX103" fmla="*/ 206411 w 268616"/>
                <a:gd name="connsiteY103" fmla="*/ 97681 h 436390"/>
                <a:gd name="connsiteX104" fmla="*/ 206411 w 268616"/>
                <a:gd name="connsiteY104" fmla="*/ 97681 h 436390"/>
                <a:gd name="connsiteX105" fmla="*/ 209649 w 268616"/>
                <a:gd name="connsiteY105" fmla="*/ 110730 h 436390"/>
                <a:gd name="connsiteX106" fmla="*/ 209649 w 268616"/>
                <a:gd name="connsiteY106" fmla="*/ 110730 h 436390"/>
                <a:gd name="connsiteX107" fmla="*/ 201553 w 268616"/>
                <a:gd name="connsiteY107" fmla="*/ 115302 h 436390"/>
                <a:gd name="connsiteX108" fmla="*/ 201553 w 268616"/>
                <a:gd name="connsiteY108" fmla="*/ 115302 h 436390"/>
                <a:gd name="connsiteX109" fmla="*/ 196600 w 268616"/>
                <a:gd name="connsiteY109" fmla="*/ 113969 h 436390"/>
                <a:gd name="connsiteX110" fmla="*/ 215840 w 268616"/>
                <a:gd name="connsiteY110" fmla="*/ 81870 h 436390"/>
                <a:gd name="connsiteX111" fmla="*/ 212602 w 268616"/>
                <a:gd name="connsiteY111" fmla="*/ 68820 h 436390"/>
                <a:gd name="connsiteX112" fmla="*/ 212602 w 268616"/>
                <a:gd name="connsiteY112" fmla="*/ 68820 h 436390"/>
                <a:gd name="connsiteX113" fmla="*/ 225651 w 268616"/>
                <a:gd name="connsiteY113" fmla="*/ 65487 h 436390"/>
                <a:gd name="connsiteX114" fmla="*/ 225651 w 268616"/>
                <a:gd name="connsiteY114" fmla="*/ 65487 h 436390"/>
                <a:gd name="connsiteX115" fmla="*/ 228890 w 268616"/>
                <a:gd name="connsiteY115" fmla="*/ 78631 h 436390"/>
                <a:gd name="connsiteX116" fmla="*/ 228890 w 268616"/>
                <a:gd name="connsiteY116" fmla="*/ 78631 h 436390"/>
                <a:gd name="connsiteX117" fmla="*/ 220698 w 268616"/>
                <a:gd name="connsiteY117" fmla="*/ 83203 h 436390"/>
                <a:gd name="connsiteX118" fmla="*/ 220698 w 268616"/>
                <a:gd name="connsiteY118" fmla="*/ 83203 h 436390"/>
                <a:gd name="connsiteX119" fmla="*/ 215840 w 268616"/>
                <a:gd name="connsiteY119" fmla="*/ 81870 h 436390"/>
                <a:gd name="connsiteX120" fmla="*/ 234986 w 268616"/>
                <a:gd name="connsiteY120" fmla="*/ 49770 h 436390"/>
                <a:gd name="connsiteX121" fmla="*/ 231747 w 268616"/>
                <a:gd name="connsiteY121" fmla="*/ 36721 h 436390"/>
                <a:gd name="connsiteX122" fmla="*/ 231747 w 268616"/>
                <a:gd name="connsiteY122" fmla="*/ 36721 h 436390"/>
                <a:gd name="connsiteX123" fmla="*/ 244796 w 268616"/>
                <a:gd name="connsiteY123" fmla="*/ 33483 h 436390"/>
                <a:gd name="connsiteX124" fmla="*/ 244796 w 268616"/>
                <a:gd name="connsiteY124" fmla="*/ 33483 h 436390"/>
                <a:gd name="connsiteX125" fmla="*/ 248035 w 268616"/>
                <a:gd name="connsiteY125" fmla="*/ 46532 h 436390"/>
                <a:gd name="connsiteX126" fmla="*/ 248035 w 268616"/>
                <a:gd name="connsiteY126" fmla="*/ 46532 h 436390"/>
                <a:gd name="connsiteX127" fmla="*/ 239939 w 268616"/>
                <a:gd name="connsiteY127" fmla="*/ 51104 h 436390"/>
                <a:gd name="connsiteX128" fmla="*/ 239939 w 268616"/>
                <a:gd name="connsiteY128" fmla="*/ 51104 h 436390"/>
                <a:gd name="connsiteX129" fmla="*/ 234986 w 268616"/>
                <a:gd name="connsiteY129" fmla="*/ 49770 h 436390"/>
                <a:gd name="connsiteX130" fmla="*/ 254226 w 268616"/>
                <a:gd name="connsiteY130" fmla="*/ 17671 h 436390"/>
                <a:gd name="connsiteX131" fmla="*/ 250988 w 268616"/>
                <a:gd name="connsiteY131" fmla="*/ 4622 h 436390"/>
                <a:gd name="connsiteX132" fmla="*/ 250988 w 268616"/>
                <a:gd name="connsiteY132" fmla="*/ 4622 h 436390"/>
                <a:gd name="connsiteX133" fmla="*/ 264037 w 268616"/>
                <a:gd name="connsiteY133" fmla="*/ 1383 h 436390"/>
                <a:gd name="connsiteX134" fmla="*/ 264037 w 268616"/>
                <a:gd name="connsiteY134" fmla="*/ 1383 h 436390"/>
                <a:gd name="connsiteX135" fmla="*/ 267275 w 268616"/>
                <a:gd name="connsiteY135" fmla="*/ 14433 h 436390"/>
                <a:gd name="connsiteX136" fmla="*/ 267275 w 268616"/>
                <a:gd name="connsiteY136" fmla="*/ 14433 h 436390"/>
                <a:gd name="connsiteX137" fmla="*/ 259084 w 268616"/>
                <a:gd name="connsiteY137" fmla="*/ 19005 h 436390"/>
                <a:gd name="connsiteX138" fmla="*/ 259084 w 268616"/>
                <a:gd name="connsiteY138" fmla="*/ 19005 h 436390"/>
                <a:gd name="connsiteX139" fmla="*/ 254226 w 268616"/>
                <a:gd name="connsiteY139" fmla="*/ 17671 h 43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68616" h="436390">
                  <a:moveTo>
                    <a:pt x="4671" y="435057"/>
                  </a:moveTo>
                  <a:cubicBezTo>
                    <a:pt x="99" y="432294"/>
                    <a:pt x="-1330" y="426484"/>
                    <a:pt x="1337" y="422007"/>
                  </a:cubicBezTo>
                  <a:lnTo>
                    <a:pt x="1337" y="422007"/>
                  </a:lnTo>
                  <a:cubicBezTo>
                    <a:pt x="4100" y="417435"/>
                    <a:pt x="9910" y="415911"/>
                    <a:pt x="14387" y="418674"/>
                  </a:cubicBezTo>
                  <a:lnTo>
                    <a:pt x="14387" y="418674"/>
                  </a:lnTo>
                  <a:cubicBezTo>
                    <a:pt x="18959" y="421341"/>
                    <a:pt x="20483" y="427246"/>
                    <a:pt x="17720" y="431723"/>
                  </a:cubicBezTo>
                  <a:lnTo>
                    <a:pt x="17720" y="431723"/>
                  </a:lnTo>
                  <a:cubicBezTo>
                    <a:pt x="15911" y="434771"/>
                    <a:pt x="12767" y="436390"/>
                    <a:pt x="9529" y="436390"/>
                  </a:cubicBezTo>
                  <a:lnTo>
                    <a:pt x="9529" y="436390"/>
                  </a:lnTo>
                  <a:cubicBezTo>
                    <a:pt x="7910" y="436390"/>
                    <a:pt x="6195" y="435914"/>
                    <a:pt x="4671" y="435057"/>
                  </a:cubicBezTo>
                  <a:close/>
                  <a:moveTo>
                    <a:pt x="23912" y="402957"/>
                  </a:moveTo>
                  <a:cubicBezTo>
                    <a:pt x="19340" y="400195"/>
                    <a:pt x="17816" y="394385"/>
                    <a:pt x="20578" y="389813"/>
                  </a:cubicBezTo>
                  <a:lnTo>
                    <a:pt x="20578" y="389813"/>
                  </a:lnTo>
                  <a:cubicBezTo>
                    <a:pt x="23245" y="385336"/>
                    <a:pt x="29150" y="383907"/>
                    <a:pt x="33627" y="386574"/>
                  </a:cubicBezTo>
                  <a:lnTo>
                    <a:pt x="33627" y="386574"/>
                  </a:lnTo>
                  <a:cubicBezTo>
                    <a:pt x="38199" y="389241"/>
                    <a:pt x="39628" y="395147"/>
                    <a:pt x="36961" y="399624"/>
                  </a:cubicBezTo>
                  <a:lnTo>
                    <a:pt x="36961" y="399624"/>
                  </a:lnTo>
                  <a:cubicBezTo>
                    <a:pt x="35151" y="402576"/>
                    <a:pt x="32008" y="404291"/>
                    <a:pt x="28769" y="404291"/>
                  </a:cubicBezTo>
                  <a:lnTo>
                    <a:pt x="28769" y="404291"/>
                  </a:lnTo>
                  <a:cubicBezTo>
                    <a:pt x="27055" y="404291"/>
                    <a:pt x="25436" y="403815"/>
                    <a:pt x="23912" y="402957"/>
                  </a:cubicBezTo>
                  <a:close/>
                  <a:moveTo>
                    <a:pt x="43057" y="370858"/>
                  </a:moveTo>
                  <a:cubicBezTo>
                    <a:pt x="38580" y="368096"/>
                    <a:pt x="37056" y="362286"/>
                    <a:pt x="39723" y="357714"/>
                  </a:cubicBezTo>
                  <a:lnTo>
                    <a:pt x="39723" y="357714"/>
                  </a:lnTo>
                  <a:cubicBezTo>
                    <a:pt x="42485" y="353237"/>
                    <a:pt x="48296" y="351808"/>
                    <a:pt x="52868" y="354475"/>
                  </a:cubicBezTo>
                  <a:lnTo>
                    <a:pt x="52868" y="354475"/>
                  </a:lnTo>
                  <a:cubicBezTo>
                    <a:pt x="57344" y="357142"/>
                    <a:pt x="58868" y="363048"/>
                    <a:pt x="56106" y="367524"/>
                  </a:cubicBezTo>
                  <a:lnTo>
                    <a:pt x="56106" y="367524"/>
                  </a:lnTo>
                  <a:cubicBezTo>
                    <a:pt x="54296" y="370477"/>
                    <a:pt x="51153" y="372192"/>
                    <a:pt x="47915" y="372192"/>
                  </a:cubicBezTo>
                  <a:lnTo>
                    <a:pt x="47915" y="372192"/>
                  </a:lnTo>
                  <a:cubicBezTo>
                    <a:pt x="46295" y="372192"/>
                    <a:pt x="44581" y="371715"/>
                    <a:pt x="43057" y="370858"/>
                  </a:cubicBezTo>
                  <a:close/>
                  <a:moveTo>
                    <a:pt x="62297" y="338759"/>
                  </a:moveTo>
                  <a:cubicBezTo>
                    <a:pt x="57725" y="335997"/>
                    <a:pt x="56297" y="330186"/>
                    <a:pt x="58964" y="325614"/>
                  </a:cubicBezTo>
                  <a:lnTo>
                    <a:pt x="58964" y="325614"/>
                  </a:lnTo>
                  <a:cubicBezTo>
                    <a:pt x="61631" y="321138"/>
                    <a:pt x="67536" y="319614"/>
                    <a:pt x="72013" y="322376"/>
                  </a:cubicBezTo>
                  <a:lnTo>
                    <a:pt x="72013" y="322376"/>
                  </a:lnTo>
                  <a:cubicBezTo>
                    <a:pt x="76585" y="325043"/>
                    <a:pt x="78014" y="330948"/>
                    <a:pt x="75347" y="335425"/>
                  </a:cubicBezTo>
                  <a:lnTo>
                    <a:pt x="75347" y="335425"/>
                  </a:lnTo>
                  <a:cubicBezTo>
                    <a:pt x="73537" y="338378"/>
                    <a:pt x="70394" y="340092"/>
                    <a:pt x="67155" y="340092"/>
                  </a:cubicBezTo>
                  <a:lnTo>
                    <a:pt x="67155" y="340092"/>
                  </a:lnTo>
                  <a:cubicBezTo>
                    <a:pt x="65441" y="340092"/>
                    <a:pt x="63821" y="339616"/>
                    <a:pt x="62297" y="338759"/>
                  </a:cubicBezTo>
                  <a:close/>
                  <a:moveTo>
                    <a:pt x="81443" y="306564"/>
                  </a:moveTo>
                  <a:cubicBezTo>
                    <a:pt x="76966" y="303897"/>
                    <a:pt x="75442" y="298087"/>
                    <a:pt x="78109" y="293515"/>
                  </a:cubicBezTo>
                  <a:lnTo>
                    <a:pt x="78109" y="293515"/>
                  </a:lnTo>
                  <a:cubicBezTo>
                    <a:pt x="80871" y="289038"/>
                    <a:pt x="86681" y="287610"/>
                    <a:pt x="91253" y="290277"/>
                  </a:cubicBezTo>
                  <a:lnTo>
                    <a:pt x="91253" y="290277"/>
                  </a:lnTo>
                  <a:cubicBezTo>
                    <a:pt x="95730" y="292944"/>
                    <a:pt x="97254" y="298754"/>
                    <a:pt x="94492" y="303326"/>
                  </a:cubicBezTo>
                  <a:lnTo>
                    <a:pt x="94492" y="303326"/>
                  </a:lnTo>
                  <a:cubicBezTo>
                    <a:pt x="92682" y="306279"/>
                    <a:pt x="89539" y="307993"/>
                    <a:pt x="86300" y="307993"/>
                  </a:cubicBezTo>
                  <a:lnTo>
                    <a:pt x="86300" y="307993"/>
                  </a:lnTo>
                  <a:cubicBezTo>
                    <a:pt x="84681" y="307993"/>
                    <a:pt x="82967" y="307517"/>
                    <a:pt x="81443" y="306564"/>
                  </a:cubicBezTo>
                  <a:close/>
                  <a:moveTo>
                    <a:pt x="100683" y="274465"/>
                  </a:moveTo>
                  <a:cubicBezTo>
                    <a:pt x="96111" y="271798"/>
                    <a:pt x="94682" y="265988"/>
                    <a:pt x="97349" y="261416"/>
                  </a:cubicBezTo>
                  <a:lnTo>
                    <a:pt x="97349" y="261416"/>
                  </a:lnTo>
                  <a:cubicBezTo>
                    <a:pt x="100016" y="256939"/>
                    <a:pt x="105922" y="255415"/>
                    <a:pt x="110399" y="258177"/>
                  </a:cubicBezTo>
                  <a:lnTo>
                    <a:pt x="110399" y="258177"/>
                  </a:lnTo>
                  <a:cubicBezTo>
                    <a:pt x="114971" y="260844"/>
                    <a:pt x="116399" y="266750"/>
                    <a:pt x="113732" y="271227"/>
                  </a:cubicBezTo>
                  <a:lnTo>
                    <a:pt x="113732" y="271227"/>
                  </a:lnTo>
                  <a:cubicBezTo>
                    <a:pt x="111923" y="274179"/>
                    <a:pt x="108779" y="275894"/>
                    <a:pt x="105541" y="275894"/>
                  </a:cubicBezTo>
                  <a:lnTo>
                    <a:pt x="105541" y="275894"/>
                  </a:lnTo>
                  <a:cubicBezTo>
                    <a:pt x="103922" y="275894"/>
                    <a:pt x="102207" y="275418"/>
                    <a:pt x="100683" y="274465"/>
                  </a:cubicBezTo>
                  <a:close/>
                  <a:moveTo>
                    <a:pt x="119828" y="242461"/>
                  </a:moveTo>
                  <a:cubicBezTo>
                    <a:pt x="115352" y="239699"/>
                    <a:pt x="113828" y="233889"/>
                    <a:pt x="116590" y="229317"/>
                  </a:cubicBezTo>
                  <a:lnTo>
                    <a:pt x="116590" y="229317"/>
                  </a:lnTo>
                  <a:cubicBezTo>
                    <a:pt x="119257" y="224840"/>
                    <a:pt x="125067" y="223316"/>
                    <a:pt x="129639" y="226078"/>
                  </a:cubicBezTo>
                  <a:lnTo>
                    <a:pt x="129639" y="226078"/>
                  </a:lnTo>
                  <a:cubicBezTo>
                    <a:pt x="134116" y="228745"/>
                    <a:pt x="135640" y="234651"/>
                    <a:pt x="132878" y="239127"/>
                  </a:cubicBezTo>
                  <a:lnTo>
                    <a:pt x="132878" y="239127"/>
                  </a:lnTo>
                  <a:cubicBezTo>
                    <a:pt x="131068" y="242080"/>
                    <a:pt x="127925" y="243795"/>
                    <a:pt x="124686" y="243795"/>
                  </a:cubicBezTo>
                  <a:lnTo>
                    <a:pt x="124686" y="243795"/>
                  </a:lnTo>
                  <a:cubicBezTo>
                    <a:pt x="123067" y="243795"/>
                    <a:pt x="121352" y="243318"/>
                    <a:pt x="119828" y="242461"/>
                  </a:cubicBezTo>
                  <a:close/>
                  <a:moveTo>
                    <a:pt x="139069" y="210267"/>
                  </a:moveTo>
                  <a:cubicBezTo>
                    <a:pt x="134497" y="207600"/>
                    <a:pt x="133068" y="201789"/>
                    <a:pt x="135735" y="197217"/>
                  </a:cubicBezTo>
                  <a:lnTo>
                    <a:pt x="135735" y="197217"/>
                  </a:lnTo>
                  <a:cubicBezTo>
                    <a:pt x="138402" y="192741"/>
                    <a:pt x="144308" y="191217"/>
                    <a:pt x="148784" y="193979"/>
                  </a:cubicBezTo>
                  <a:lnTo>
                    <a:pt x="148784" y="193979"/>
                  </a:lnTo>
                  <a:cubicBezTo>
                    <a:pt x="153356" y="196646"/>
                    <a:pt x="154785" y="202456"/>
                    <a:pt x="152118" y="207028"/>
                  </a:cubicBezTo>
                  <a:lnTo>
                    <a:pt x="152118" y="207028"/>
                  </a:lnTo>
                  <a:cubicBezTo>
                    <a:pt x="150308" y="209981"/>
                    <a:pt x="147165" y="211600"/>
                    <a:pt x="143927" y="211600"/>
                  </a:cubicBezTo>
                  <a:lnTo>
                    <a:pt x="143927" y="211600"/>
                  </a:lnTo>
                  <a:cubicBezTo>
                    <a:pt x="142307" y="211600"/>
                    <a:pt x="140593" y="211219"/>
                    <a:pt x="139069" y="210267"/>
                  </a:cubicBezTo>
                  <a:close/>
                  <a:moveTo>
                    <a:pt x="158214" y="178167"/>
                  </a:moveTo>
                  <a:cubicBezTo>
                    <a:pt x="153737" y="175500"/>
                    <a:pt x="152309" y="169595"/>
                    <a:pt x="154976" y="165118"/>
                  </a:cubicBezTo>
                  <a:lnTo>
                    <a:pt x="154976" y="165118"/>
                  </a:lnTo>
                  <a:cubicBezTo>
                    <a:pt x="157643" y="160641"/>
                    <a:pt x="163453" y="159117"/>
                    <a:pt x="168025" y="161880"/>
                  </a:cubicBezTo>
                  <a:lnTo>
                    <a:pt x="168025" y="161880"/>
                  </a:lnTo>
                  <a:cubicBezTo>
                    <a:pt x="172502" y="164547"/>
                    <a:pt x="174026" y="170452"/>
                    <a:pt x="171263" y="174929"/>
                  </a:cubicBezTo>
                  <a:lnTo>
                    <a:pt x="171263" y="174929"/>
                  </a:lnTo>
                  <a:cubicBezTo>
                    <a:pt x="169549" y="177882"/>
                    <a:pt x="166310" y="179596"/>
                    <a:pt x="163072" y="179596"/>
                  </a:cubicBezTo>
                  <a:lnTo>
                    <a:pt x="163072" y="179596"/>
                  </a:lnTo>
                  <a:cubicBezTo>
                    <a:pt x="161453" y="179596"/>
                    <a:pt x="159738" y="179120"/>
                    <a:pt x="158214" y="178167"/>
                  </a:cubicBezTo>
                  <a:close/>
                  <a:moveTo>
                    <a:pt x="177455" y="146068"/>
                  </a:moveTo>
                  <a:cubicBezTo>
                    <a:pt x="172978" y="143401"/>
                    <a:pt x="171454" y="137496"/>
                    <a:pt x="174121" y="133019"/>
                  </a:cubicBezTo>
                  <a:lnTo>
                    <a:pt x="174121" y="133019"/>
                  </a:lnTo>
                  <a:cubicBezTo>
                    <a:pt x="176883" y="128542"/>
                    <a:pt x="182693" y="127018"/>
                    <a:pt x="187265" y="129780"/>
                  </a:cubicBezTo>
                  <a:lnTo>
                    <a:pt x="187265" y="129780"/>
                  </a:lnTo>
                  <a:cubicBezTo>
                    <a:pt x="191742" y="132447"/>
                    <a:pt x="193171" y="138258"/>
                    <a:pt x="190504" y="142830"/>
                  </a:cubicBezTo>
                  <a:lnTo>
                    <a:pt x="190504" y="142830"/>
                  </a:lnTo>
                  <a:cubicBezTo>
                    <a:pt x="188694" y="145782"/>
                    <a:pt x="185551" y="147402"/>
                    <a:pt x="182312" y="147402"/>
                  </a:cubicBezTo>
                  <a:lnTo>
                    <a:pt x="182312" y="147402"/>
                  </a:lnTo>
                  <a:cubicBezTo>
                    <a:pt x="180693" y="147402"/>
                    <a:pt x="178979" y="147021"/>
                    <a:pt x="177455" y="146068"/>
                  </a:cubicBezTo>
                  <a:close/>
                  <a:moveTo>
                    <a:pt x="196600" y="113969"/>
                  </a:moveTo>
                  <a:cubicBezTo>
                    <a:pt x="192123" y="111302"/>
                    <a:pt x="190694" y="105492"/>
                    <a:pt x="193361" y="100920"/>
                  </a:cubicBezTo>
                  <a:lnTo>
                    <a:pt x="193361" y="100920"/>
                  </a:lnTo>
                  <a:cubicBezTo>
                    <a:pt x="196028" y="96443"/>
                    <a:pt x="201839" y="94919"/>
                    <a:pt x="206411" y="97681"/>
                  </a:cubicBezTo>
                  <a:lnTo>
                    <a:pt x="206411" y="97681"/>
                  </a:lnTo>
                  <a:cubicBezTo>
                    <a:pt x="210887" y="100348"/>
                    <a:pt x="212411" y="106158"/>
                    <a:pt x="209649" y="110730"/>
                  </a:cubicBezTo>
                  <a:lnTo>
                    <a:pt x="209649" y="110730"/>
                  </a:lnTo>
                  <a:cubicBezTo>
                    <a:pt x="207935" y="113683"/>
                    <a:pt x="204696" y="115302"/>
                    <a:pt x="201553" y="115302"/>
                  </a:cubicBezTo>
                  <a:lnTo>
                    <a:pt x="201553" y="115302"/>
                  </a:lnTo>
                  <a:cubicBezTo>
                    <a:pt x="199838" y="115302"/>
                    <a:pt x="198124" y="114921"/>
                    <a:pt x="196600" y="113969"/>
                  </a:cubicBezTo>
                  <a:close/>
                  <a:moveTo>
                    <a:pt x="215840" y="81870"/>
                  </a:moveTo>
                  <a:cubicBezTo>
                    <a:pt x="211364" y="79203"/>
                    <a:pt x="209840" y="73297"/>
                    <a:pt x="212602" y="68820"/>
                  </a:cubicBezTo>
                  <a:lnTo>
                    <a:pt x="212602" y="68820"/>
                  </a:lnTo>
                  <a:cubicBezTo>
                    <a:pt x="215269" y="64344"/>
                    <a:pt x="221079" y="62820"/>
                    <a:pt x="225651" y="65487"/>
                  </a:cubicBezTo>
                  <a:lnTo>
                    <a:pt x="225651" y="65487"/>
                  </a:lnTo>
                  <a:cubicBezTo>
                    <a:pt x="230128" y="68249"/>
                    <a:pt x="231557" y="74059"/>
                    <a:pt x="228890" y="78631"/>
                  </a:cubicBezTo>
                  <a:lnTo>
                    <a:pt x="228890" y="78631"/>
                  </a:lnTo>
                  <a:cubicBezTo>
                    <a:pt x="227080" y="81584"/>
                    <a:pt x="223937" y="83203"/>
                    <a:pt x="220698" y="83203"/>
                  </a:cubicBezTo>
                  <a:lnTo>
                    <a:pt x="220698" y="83203"/>
                  </a:lnTo>
                  <a:cubicBezTo>
                    <a:pt x="219079" y="83203"/>
                    <a:pt x="217364" y="82822"/>
                    <a:pt x="215840" y="81870"/>
                  </a:cubicBezTo>
                  <a:close/>
                  <a:moveTo>
                    <a:pt x="234986" y="49770"/>
                  </a:moveTo>
                  <a:cubicBezTo>
                    <a:pt x="230509" y="47103"/>
                    <a:pt x="229080" y="41198"/>
                    <a:pt x="231747" y="36721"/>
                  </a:cubicBezTo>
                  <a:lnTo>
                    <a:pt x="231747" y="36721"/>
                  </a:lnTo>
                  <a:cubicBezTo>
                    <a:pt x="234414" y="32244"/>
                    <a:pt x="240320" y="30720"/>
                    <a:pt x="244796" y="33483"/>
                  </a:cubicBezTo>
                  <a:lnTo>
                    <a:pt x="244796" y="33483"/>
                  </a:lnTo>
                  <a:cubicBezTo>
                    <a:pt x="249273" y="36150"/>
                    <a:pt x="250797" y="41960"/>
                    <a:pt x="248035" y="46532"/>
                  </a:cubicBezTo>
                  <a:lnTo>
                    <a:pt x="248035" y="46532"/>
                  </a:lnTo>
                  <a:cubicBezTo>
                    <a:pt x="246320" y="49485"/>
                    <a:pt x="243177" y="51104"/>
                    <a:pt x="239939" y="51104"/>
                  </a:cubicBezTo>
                  <a:lnTo>
                    <a:pt x="239939" y="51104"/>
                  </a:lnTo>
                  <a:cubicBezTo>
                    <a:pt x="238224" y="51104"/>
                    <a:pt x="236510" y="50723"/>
                    <a:pt x="234986" y="49770"/>
                  </a:cubicBezTo>
                  <a:close/>
                  <a:moveTo>
                    <a:pt x="254226" y="17671"/>
                  </a:moveTo>
                  <a:cubicBezTo>
                    <a:pt x="249749" y="15004"/>
                    <a:pt x="248225" y="9194"/>
                    <a:pt x="250988" y="4622"/>
                  </a:cubicBezTo>
                  <a:lnTo>
                    <a:pt x="250988" y="4622"/>
                  </a:lnTo>
                  <a:cubicBezTo>
                    <a:pt x="253655" y="145"/>
                    <a:pt x="259465" y="-1379"/>
                    <a:pt x="264037" y="1383"/>
                  </a:cubicBezTo>
                  <a:lnTo>
                    <a:pt x="264037" y="1383"/>
                  </a:lnTo>
                  <a:cubicBezTo>
                    <a:pt x="268514" y="4050"/>
                    <a:pt x="269942" y="9861"/>
                    <a:pt x="267275" y="14433"/>
                  </a:cubicBezTo>
                  <a:lnTo>
                    <a:pt x="267275" y="14433"/>
                  </a:lnTo>
                  <a:cubicBezTo>
                    <a:pt x="265466" y="17385"/>
                    <a:pt x="262322" y="19005"/>
                    <a:pt x="259084" y="19005"/>
                  </a:cubicBezTo>
                  <a:lnTo>
                    <a:pt x="259084" y="19005"/>
                  </a:lnTo>
                  <a:cubicBezTo>
                    <a:pt x="257465" y="19005"/>
                    <a:pt x="255750" y="18624"/>
                    <a:pt x="254226" y="176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7F23AB9-EC35-0AB4-1B6F-9CD77DB75EC3}"/>
                </a:ext>
              </a:extLst>
            </p:cNvPr>
            <p:cNvSpPr/>
            <p:nvPr/>
          </p:nvSpPr>
          <p:spPr>
            <a:xfrm>
              <a:off x="5825597" y="3636237"/>
              <a:ext cx="246830" cy="271583"/>
            </a:xfrm>
            <a:custGeom>
              <a:avLst/>
              <a:gdLst>
                <a:gd name="connsiteX0" fmla="*/ 230207 w 246830"/>
                <a:gd name="connsiteY0" fmla="*/ 268440 h 271583"/>
                <a:gd name="connsiteX1" fmla="*/ 230969 w 246830"/>
                <a:gd name="connsiteY1" fmla="*/ 255010 h 271583"/>
                <a:gd name="connsiteX2" fmla="*/ 230969 w 246830"/>
                <a:gd name="connsiteY2" fmla="*/ 255010 h 271583"/>
                <a:gd name="connsiteX3" fmla="*/ 244399 w 246830"/>
                <a:gd name="connsiteY3" fmla="*/ 255677 h 271583"/>
                <a:gd name="connsiteX4" fmla="*/ 244399 w 246830"/>
                <a:gd name="connsiteY4" fmla="*/ 255677 h 271583"/>
                <a:gd name="connsiteX5" fmla="*/ 243732 w 246830"/>
                <a:gd name="connsiteY5" fmla="*/ 269107 h 271583"/>
                <a:gd name="connsiteX6" fmla="*/ 243732 w 246830"/>
                <a:gd name="connsiteY6" fmla="*/ 269107 h 271583"/>
                <a:gd name="connsiteX7" fmla="*/ 237351 w 246830"/>
                <a:gd name="connsiteY7" fmla="*/ 271583 h 271583"/>
                <a:gd name="connsiteX8" fmla="*/ 237351 w 246830"/>
                <a:gd name="connsiteY8" fmla="*/ 271583 h 271583"/>
                <a:gd name="connsiteX9" fmla="*/ 230207 w 246830"/>
                <a:gd name="connsiteY9" fmla="*/ 268440 h 271583"/>
                <a:gd name="connsiteX10" fmla="*/ 204966 w 246830"/>
                <a:gd name="connsiteY10" fmla="*/ 240341 h 271583"/>
                <a:gd name="connsiteX11" fmla="*/ 205632 w 246830"/>
                <a:gd name="connsiteY11" fmla="*/ 226911 h 271583"/>
                <a:gd name="connsiteX12" fmla="*/ 205632 w 246830"/>
                <a:gd name="connsiteY12" fmla="*/ 226911 h 271583"/>
                <a:gd name="connsiteX13" fmla="*/ 219063 w 246830"/>
                <a:gd name="connsiteY13" fmla="*/ 227578 h 271583"/>
                <a:gd name="connsiteX14" fmla="*/ 219063 w 246830"/>
                <a:gd name="connsiteY14" fmla="*/ 227578 h 271583"/>
                <a:gd name="connsiteX15" fmla="*/ 218396 w 246830"/>
                <a:gd name="connsiteY15" fmla="*/ 241103 h 271583"/>
                <a:gd name="connsiteX16" fmla="*/ 218396 w 246830"/>
                <a:gd name="connsiteY16" fmla="*/ 241103 h 271583"/>
                <a:gd name="connsiteX17" fmla="*/ 212014 w 246830"/>
                <a:gd name="connsiteY17" fmla="*/ 243485 h 271583"/>
                <a:gd name="connsiteX18" fmla="*/ 212014 w 246830"/>
                <a:gd name="connsiteY18" fmla="*/ 243485 h 271583"/>
                <a:gd name="connsiteX19" fmla="*/ 204966 w 246830"/>
                <a:gd name="connsiteY19" fmla="*/ 240341 h 271583"/>
                <a:gd name="connsiteX20" fmla="*/ 179629 w 246830"/>
                <a:gd name="connsiteY20" fmla="*/ 212338 h 271583"/>
                <a:gd name="connsiteX21" fmla="*/ 180296 w 246830"/>
                <a:gd name="connsiteY21" fmla="*/ 198812 h 271583"/>
                <a:gd name="connsiteX22" fmla="*/ 180296 w 246830"/>
                <a:gd name="connsiteY22" fmla="*/ 198812 h 271583"/>
                <a:gd name="connsiteX23" fmla="*/ 193821 w 246830"/>
                <a:gd name="connsiteY23" fmla="*/ 199574 h 271583"/>
                <a:gd name="connsiteX24" fmla="*/ 193821 w 246830"/>
                <a:gd name="connsiteY24" fmla="*/ 199574 h 271583"/>
                <a:gd name="connsiteX25" fmla="*/ 193059 w 246830"/>
                <a:gd name="connsiteY25" fmla="*/ 213005 h 271583"/>
                <a:gd name="connsiteX26" fmla="*/ 193059 w 246830"/>
                <a:gd name="connsiteY26" fmla="*/ 213005 h 271583"/>
                <a:gd name="connsiteX27" fmla="*/ 186678 w 246830"/>
                <a:gd name="connsiteY27" fmla="*/ 215481 h 271583"/>
                <a:gd name="connsiteX28" fmla="*/ 186678 w 246830"/>
                <a:gd name="connsiteY28" fmla="*/ 215481 h 271583"/>
                <a:gd name="connsiteX29" fmla="*/ 179629 w 246830"/>
                <a:gd name="connsiteY29" fmla="*/ 212338 h 271583"/>
                <a:gd name="connsiteX30" fmla="*/ 154293 w 246830"/>
                <a:gd name="connsiteY30" fmla="*/ 184239 h 271583"/>
                <a:gd name="connsiteX31" fmla="*/ 155055 w 246830"/>
                <a:gd name="connsiteY31" fmla="*/ 170809 h 271583"/>
                <a:gd name="connsiteX32" fmla="*/ 155055 w 246830"/>
                <a:gd name="connsiteY32" fmla="*/ 170809 h 271583"/>
                <a:gd name="connsiteX33" fmla="*/ 168485 w 246830"/>
                <a:gd name="connsiteY33" fmla="*/ 171476 h 271583"/>
                <a:gd name="connsiteX34" fmla="*/ 168485 w 246830"/>
                <a:gd name="connsiteY34" fmla="*/ 171476 h 271583"/>
                <a:gd name="connsiteX35" fmla="*/ 167723 w 246830"/>
                <a:gd name="connsiteY35" fmla="*/ 185001 h 271583"/>
                <a:gd name="connsiteX36" fmla="*/ 167723 w 246830"/>
                <a:gd name="connsiteY36" fmla="*/ 185001 h 271583"/>
                <a:gd name="connsiteX37" fmla="*/ 161436 w 246830"/>
                <a:gd name="connsiteY37" fmla="*/ 187382 h 271583"/>
                <a:gd name="connsiteX38" fmla="*/ 161436 w 246830"/>
                <a:gd name="connsiteY38" fmla="*/ 187382 h 271583"/>
                <a:gd name="connsiteX39" fmla="*/ 154293 w 246830"/>
                <a:gd name="connsiteY39" fmla="*/ 184239 h 271583"/>
                <a:gd name="connsiteX40" fmla="*/ 129051 w 246830"/>
                <a:gd name="connsiteY40" fmla="*/ 156236 h 271583"/>
                <a:gd name="connsiteX41" fmla="*/ 129718 w 246830"/>
                <a:gd name="connsiteY41" fmla="*/ 142710 h 271583"/>
                <a:gd name="connsiteX42" fmla="*/ 129718 w 246830"/>
                <a:gd name="connsiteY42" fmla="*/ 142710 h 271583"/>
                <a:gd name="connsiteX43" fmla="*/ 143148 w 246830"/>
                <a:gd name="connsiteY43" fmla="*/ 143472 h 271583"/>
                <a:gd name="connsiteX44" fmla="*/ 143148 w 246830"/>
                <a:gd name="connsiteY44" fmla="*/ 143472 h 271583"/>
                <a:gd name="connsiteX45" fmla="*/ 142482 w 246830"/>
                <a:gd name="connsiteY45" fmla="*/ 156902 h 271583"/>
                <a:gd name="connsiteX46" fmla="*/ 142482 w 246830"/>
                <a:gd name="connsiteY46" fmla="*/ 156902 h 271583"/>
                <a:gd name="connsiteX47" fmla="*/ 136100 w 246830"/>
                <a:gd name="connsiteY47" fmla="*/ 159284 h 271583"/>
                <a:gd name="connsiteX48" fmla="*/ 136100 w 246830"/>
                <a:gd name="connsiteY48" fmla="*/ 159284 h 271583"/>
                <a:gd name="connsiteX49" fmla="*/ 129051 w 246830"/>
                <a:gd name="connsiteY49" fmla="*/ 156236 h 271583"/>
                <a:gd name="connsiteX50" fmla="*/ 103715 w 246830"/>
                <a:gd name="connsiteY50" fmla="*/ 128137 h 271583"/>
                <a:gd name="connsiteX51" fmla="*/ 104382 w 246830"/>
                <a:gd name="connsiteY51" fmla="*/ 114707 h 271583"/>
                <a:gd name="connsiteX52" fmla="*/ 104382 w 246830"/>
                <a:gd name="connsiteY52" fmla="*/ 114707 h 271583"/>
                <a:gd name="connsiteX53" fmla="*/ 117812 w 246830"/>
                <a:gd name="connsiteY53" fmla="*/ 115373 h 271583"/>
                <a:gd name="connsiteX54" fmla="*/ 117812 w 246830"/>
                <a:gd name="connsiteY54" fmla="*/ 115373 h 271583"/>
                <a:gd name="connsiteX55" fmla="*/ 117145 w 246830"/>
                <a:gd name="connsiteY55" fmla="*/ 128804 h 271583"/>
                <a:gd name="connsiteX56" fmla="*/ 117145 w 246830"/>
                <a:gd name="connsiteY56" fmla="*/ 128804 h 271583"/>
                <a:gd name="connsiteX57" fmla="*/ 110763 w 246830"/>
                <a:gd name="connsiteY57" fmla="*/ 131280 h 271583"/>
                <a:gd name="connsiteX58" fmla="*/ 110763 w 246830"/>
                <a:gd name="connsiteY58" fmla="*/ 131280 h 271583"/>
                <a:gd name="connsiteX59" fmla="*/ 103715 w 246830"/>
                <a:gd name="connsiteY59" fmla="*/ 128137 h 271583"/>
                <a:gd name="connsiteX60" fmla="*/ 78378 w 246830"/>
                <a:gd name="connsiteY60" fmla="*/ 100038 h 271583"/>
                <a:gd name="connsiteX61" fmla="*/ 79140 w 246830"/>
                <a:gd name="connsiteY61" fmla="*/ 86608 h 271583"/>
                <a:gd name="connsiteX62" fmla="*/ 79140 w 246830"/>
                <a:gd name="connsiteY62" fmla="*/ 86608 h 271583"/>
                <a:gd name="connsiteX63" fmla="*/ 92571 w 246830"/>
                <a:gd name="connsiteY63" fmla="*/ 87370 h 271583"/>
                <a:gd name="connsiteX64" fmla="*/ 92571 w 246830"/>
                <a:gd name="connsiteY64" fmla="*/ 87370 h 271583"/>
                <a:gd name="connsiteX65" fmla="*/ 91809 w 246830"/>
                <a:gd name="connsiteY65" fmla="*/ 100800 h 271583"/>
                <a:gd name="connsiteX66" fmla="*/ 91809 w 246830"/>
                <a:gd name="connsiteY66" fmla="*/ 100800 h 271583"/>
                <a:gd name="connsiteX67" fmla="*/ 85427 w 246830"/>
                <a:gd name="connsiteY67" fmla="*/ 103181 h 271583"/>
                <a:gd name="connsiteX68" fmla="*/ 85427 w 246830"/>
                <a:gd name="connsiteY68" fmla="*/ 103181 h 271583"/>
                <a:gd name="connsiteX69" fmla="*/ 78378 w 246830"/>
                <a:gd name="connsiteY69" fmla="*/ 100038 h 271583"/>
                <a:gd name="connsiteX70" fmla="*/ 53042 w 246830"/>
                <a:gd name="connsiteY70" fmla="*/ 72035 h 271583"/>
                <a:gd name="connsiteX71" fmla="*/ 53804 w 246830"/>
                <a:gd name="connsiteY71" fmla="*/ 58604 h 271583"/>
                <a:gd name="connsiteX72" fmla="*/ 53804 w 246830"/>
                <a:gd name="connsiteY72" fmla="*/ 58604 h 271583"/>
                <a:gd name="connsiteX73" fmla="*/ 67234 w 246830"/>
                <a:gd name="connsiteY73" fmla="*/ 59271 h 271583"/>
                <a:gd name="connsiteX74" fmla="*/ 67234 w 246830"/>
                <a:gd name="connsiteY74" fmla="*/ 59271 h 271583"/>
                <a:gd name="connsiteX75" fmla="*/ 66472 w 246830"/>
                <a:gd name="connsiteY75" fmla="*/ 72701 h 271583"/>
                <a:gd name="connsiteX76" fmla="*/ 66472 w 246830"/>
                <a:gd name="connsiteY76" fmla="*/ 72701 h 271583"/>
                <a:gd name="connsiteX77" fmla="*/ 60186 w 246830"/>
                <a:gd name="connsiteY77" fmla="*/ 75178 h 271583"/>
                <a:gd name="connsiteX78" fmla="*/ 60186 w 246830"/>
                <a:gd name="connsiteY78" fmla="*/ 75178 h 271583"/>
                <a:gd name="connsiteX79" fmla="*/ 53042 w 246830"/>
                <a:gd name="connsiteY79" fmla="*/ 72035 h 271583"/>
                <a:gd name="connsiteX80" fmla="*/ 27801 w 246830"/>
                <a:gd name="connsiteY80" fmla="*/ 43936 h 271583"/>
                <a:gd name="connsiteX81" fmla="*/ 28467 w 246830"/>
                <a:gd name="connsiteY81" fmla="*/ 30506 h 271583"/>
                <a:gd name="connsiteX82" fmla="*/ 28467 w 246830"/>
                <a:gd name="connsiteY82" fmla="*/ 30506 h 271583"/>
                <a:gd name="connsiteX83" fmla="*/ 41898 w 246830"/>
                <a:gd name="connsiteY83" fmla="*/ 31172 h 271583"/>
                <a:gd name="connsiteX84" fmla="*/ 41898 w 246830"/>
                <a:gd name="connsiteY84" fmla="*/ 31172 h 271583"/>
                <a:gd name="connsiteX85" fmla="*/ 41231 w 246830"/>
                <a:gd name="connsiteY85" fmla="*/ 44603 h 271583"/>
                <a:gd name="connsiteX86" fmla="*/ 41231 w 246830"/>
                <a:gd name="connsiteY86" fmla="*/ 44603 h 271583"/>
                <a:gd name="connsiteX87" fmla="*/ 34849 w 246830"/>
                <a:gd name="connsiteY87" fmla="*/ 47079 h 271583"/>
                <a:gd name="connsiteX88" fmla="*/ 34849 w 246830"/>
                <a:gd name="connsiteY88" fmla="*/ 47079 h 271583"/>
                <a:gd name="connsiteX89" fmla="*/ 27801 w 246830"/>
                <a:gd name="connsiteY89" fmla="*/ 43936 h 271583"/>
                <a:gd name="connsiteX90" fmla="*/ 2464 w 246830"/>
                <a:gd name="connsiteY90" fmla="*/ 15932 h 271583"/>
                <a:gd name="connsiteX91" fmla="*/ 3131 w 246830"/>
                <a:gd name="connsiteY91" fmla="*/ 2502 h 271583"/>
                <a:gd name="connsiteX92" fmla="*/ 3131 w 246830"/>
                <a:gd name="connsiteY92" fmla="*/ 2502 h 271583"/>
                <a:gd name="connsiteX93" fmla="*/ 16561 w 246830"/>
                <a:gd name="connsiteY93" fmla="*/ 3169 h 271583"/>
                <a:gd name="connsiteX94" fmla="*/ 16561 w 246830"/>
                <a:gd name="connsiteY94" fmla="*/ 3169 h 271583"/>
                <a:gd name="connsiteX95" fmla="*/ 15894 w 246830"/>
                <a:gd name="connsiteY95" fmla="*/ 16599 h 271583"/>
                <a:gd name="connsiteX96" fmla="*/ 15894 w 246830"/>
                <a:gd name="connsiteY96" fmla="*/ 16599 h 271583"/>
                <a:gd name="connsiteX97" fmla="*/ 9513 w 246830"/>
                <a:gd name="connsiteY97" fmla="*/ 19076 h 271583"/>
                <a:gd name="connsiteX98" fmla="*/ 9513 w 246830"/>
                <a:gd name="connsiteY98" fmla="*/ 19076 h 271583"/>
                <a:gd name="connsiteX99" fmla="*/ 2464 w 246830"/>
                <a:gd name="connsiteY99" fmla="*/ 15932 h 271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46830" h="271583">
                  <a:moveTo>
                    <a:pt x="230207" y="268440"/>
                  </a:moveTo>
                  <a:cubicBezTo>
                    <a:pt x="226683" y="264535"/>
                    <a:pt x="226968" y="258439"/>
                    <a:pt x="230969" y="255010"/>
                  </a:cubicBezTo>
                  <a:lnTo>
                    <a:pt x="230969" y="255010"/>
                  </a:lnTo>
                  <a:cubicBezTo>
                    <a:pt x="234779" y="251390"/>
                    <a:pt x="240875" y="251771"/>
                    <a:pt x="244399" y="255677"/>
                  </a:cubicBezTo>
                  <a:lnTo>
                    <a:pt x="244399" y="255677"/>
                  </a:lnTo>
                  <a:cubicBezTo>
                    <a:pt x="247923" y="259582"/>
                    <a:pt x="247542" y="265583"/>
                    <a:pt x="243732" y="269107"/>
                  </a:cubicBezTo>
                  <a:lnTo>
                    <a:pt x="243732" y="269107"/>
                  </a:lnTo>
                  <a:cubicBezTo>
                    <a:pt x="241827" y="270726"/>
                    <a:pt x="239541" y="271583"/>
                    <a:pt x="237351" y="271583"/>
                  </a:cubicBezTo>
                  <a:lnTo>
                    <a:pt x="237351" y="271583"/>
                  </a:lnTo>
                  <a:cubicBezTo>
                    <a:pt x="234684" y="271583"/>
                    <a:pt x="232112" y="270536"/>
                    <a:pt x="230207" y="268440"/>
                  </a:cubicBezTo>
                  <a:close/>
                  <a:moveTo>
                    <a:pt x="204966" y="240341"/>
                  </a:moveTo>
                  <a:cubicBezTo>
                    <a:pt x="201346" y="236436"/>
                    <a:pt x="201727" y="230435"/>
                    <a:pt x="205632" y="226911"/>
                  </a:cubicBezTo>
                  <a:lnTo>
                    <a:pt x="205632" y="226911"/>
                  </a:lnTo>
                  <a:cubicBezTo>
                    <a:pt x="209538" y="223387"/>
                    <a:pt x="215538" y="223673"/>
                    <a:pt x="219063" y="227578"/>
                  </a:cubicBezTo>
                  <a:lnTo>
                    <a:pt x="219063" y="227578"/>
                  </a:lnTo>
                  <a:cubicBezTo>
                    <a:pt x="222587" y="231483"/>
                    <a:pt x="222301" y="237484"/>
                    <a:pt x="218396" y="241103"/>
                  </a:cubicBezTo>
                  <a:lnTo>
                    <a:pt x="218396" y="241103"/>
                  </a:lnTo>
                  <a:cubicBezTo>
                    <a:pt x="216586" y="242723"/>
                    <a:pt x="214300" y="243485"/>
                    <a:pt x="212014" y="243485"/>
                  </a:cubicBezTo>
                  <a:lnTo>
                    <a:pt x="212014" y="243485"/>
                  </a:lnTo>
                  <a:cubicBezTo>
                    <a:pt x="209347" y="243485"/>
                    <a:pt x="206775" y="242437"/>
                    <a:pt x="204966" y="240341"/>
                  </a:cubicBezTo>
                  <a:close/>
                  <a:moveTo>
                    <a:pt x="179629" y="212338"/>
                  </a:moveTo>
                  <a:cubicBezTo>
                    <a:pt x="176105" y="208433"/>
                    <a:pt x="176391" y="202337"/>
                    <a:pt x="180296" y="198812"/>
                  </a:cubicBezTo>
                  <a:lnTo>
                    <a:pt x="180296" y="198812"/>
                  </a:lnTo>
                  <a:cubicBezTo>
                    <a:pt x="184201" y="195288"/>
                    <a:pt x="190202" y="195669"/>
                    <a:pt x="193821" y="199574"/>
                  </a:cubicBezTo>
                  <a:lnTo>
                    <a:pt x="193821" y="199574"/>
                  </a:lnTo>
                  <a:cubicBezTo>
                    <a:pt x="197250" y="203480"/>
                    <a:pt x="196965" y="209480"/>
                    <a:pt x="193059" y="213005"/>
                  </a:cubicBezTo>
                  <a:lnTo>
                    <a:pt x="193059" y="213005"/>
                  </a:lnTo>
                  <a:cubicBezTo>
                    <a:pt x="191250" y="214624"/>
                    <a:pt x="188964" y="215481"/>
                    <a:pt x="186678" y="215481"/>
                  </a:cubicBezTo>
                  <a:lnTo>
                    <a:pt x="186678" y="215481"/>
                  </a:lnTo>
                  <a:cubicBezTo>
                    <a:pt x="184106" y="215481"/>
                    <a:pt x="181534" y="214433"/>
                    <a:pt x="179629" y="212338"/>
                  </a:cubicBezTo>
                  <a:close/>
                  <a:moveTo>
                    <a:pt x="154293" y="184239"/>
                  </a:moveTo>
                  <a:cubicBezTo>
                    <a:pt x="150768" y="180334"/>
                    <a:pt x="151054" y="174333"/>
                    <a:pt x="155055" y="170809"/>
                  </a:cubicBezTo>
                  <a:lnTo>
                    <a:pt x="155055" y="170809"/>
                  </a:lnTo>
                  <a:cubicBezTo>
                    <a:pt x="158865" y="167285"/>
                    <a:pt x="164961" y="167570"/>
                    <a:pt x="168485" y="171476"/>
                  </a:cubicBezTo>
                  <a:lnTo>
                    <a:pt x="168485" y="171476"/>
                  </a:lnTo>
                  <a:cubicBezTo>
                    <a:pt x="172009" y="175381"/>
                    <a:pt x="171628" y="181382"/>
                    <a:pt x="167723" y="185001"/>
                  </a:cubicBezTo>
                  <a:lnTo>
                    <a:pt x="167723" y="185001"/>
                  </a:lnTo>
                  <a:cubicBezTo>
                    <a:pt x="165913" y="186620"/>
                    <a:pt x="163627" y="187382"/>
                    <a:pt x="161436" y="187382"/>
                  </a:cubicBezTo>
                  <a:lnTo>
                    <a:pt x="161436" y="187382"/>
                  </a:lnTo>
                  <a:cubicBezTo>
                    <a:pt x="158769" y="187382"/>
                    <a:pt x="156198" y="186335"/>
                    <a:pt x="154293" y="184239"/>
                  </a:cubicBezTo>
                  <a:close/>
                  <a:moveTo>
                    <a:pt x="129051" y="156236"/>
                  </a:moveTo>
                  <a:cubicBezTo>
                    <a:pt x="125432" y="152235"/>
                    <a:pt x="125813" y="146234"/>
                    <a:pt x="129718" y="142710"/>
                  </a:cubicBezTo>
                  <a:lnTo>
                    <a:pt x="129718" y="142710"/>
                  </a:lnTo>
                  <a:cubicBezTo>
                    <a:pt x="133623" y="139186"/>
                    <a:pt x="139624" y="139472"/>
                    <a:pt x="143148" y="143472"/>
                  </a:cubicBezTo>
                  <a:lnTo>
                    <a:pt x="143148" y="143472"/>
                  </a:lnTo>
                  <a:cubicBezTo>
                    <a:pt x="146673" y="147377"/>
                    <a:pt x="146387" y="153378"/>
                    <a:pt x="142482" y="156902"/>
                  </a:cubicBezTo>
                  <a:lnTo>
                    <a:pt x="142482" y="156902"/>
                  </a:lnTo>
                  <a:cubicBezTo>
                    <a:pt x="140672" y="158522"/>
                    <a:pt x="138386" y="159284"/>
                    <a:pt x="136100" y="159284"/>
                  </a:cubicBezTo>
                  <a:lnTo>
                    <a:pt x="136100" y="159284"/>
                  </a:lnTo>
                  <a:cubicBezTo>
                    <a:pt x="133433" y="159284"/>
                    <a:pt x="130861" y="158236"/>
                    <a:pt x="129051" y="156236"/>
                  </a:cubicBezTo>
                  <a:close/>
                  <a:moveTo>
                    <a:pt x="103715" y="128137"/>
                  </a:moveTo>
                  <a:cubicBezTo>
                    <a:pt x="100191" y="124232"/>
                    <a:pt x="100476" y="118231"/>
                    <a:pt x="104382" y="114707"/>
                  </a:cubicBezTo>
                  <a:lnTo>
                    <a:pt x="104382" y="114707"/>
                  </a:lnTo>
                  <a:cubicBezTo>
                    <a:pt x="108287" y="111182"/>
                    <a:pt x="114288" y="111468"/>
                    <a:pt x="117812" y="115373"/>
                  </a:cubicBezTo>
                  <a:lnTo>
                    <a:pt x="117812" y="115373"/>
                  </a:lnTo>
                  <a:cubicBezTo>
                    <a:pt x="121336" y="119279"/>
                    <a:pt x="121050" y="125279"/>
                    <a:pt x="117145" y="128804"/>
                  </a:cubicBezTo>
                  <a:lnTo>
                    <a:pt x="117145" y="128804"/>
                  </a:lnTo>
                  <a:cubicBezTo>
                    <a:pt x="115335" y="130423"/>
                    <a:pt x="113049" y="131280"/>
                    <a:pt x="110763" y="131280"/>
                  </a:cubicBezTo>
                  <a:lnTo>
                    <a:pt x="110763" y="131280"/>
                  </a:lnTo>
                  <a:cubicBezTo>
                    <a:pt x="108192" y="131280"/>
                    <a:pt x="105525" y="130232"/>
                    <a:pt x="103715" y="128137"/>
                  </a:cubicBezTo>
                  <a:close/>
                  <a:moveTo>
                    <a:pt x="78378" y="100038"/>
                  </a:moveTo>
                  <a:cubicBezTo>
                    <a:pt x="74854" y="96133"/>
                    <a:pt x="75140" y="90132"/>
                    <a:pt x="79140" y="86608"/>
                  </a:cubicBezTo>
                  <a:lnTo>
                    <a:pt x="79140" y="86608"/>
                  </a:lnTo>
                  <a:cubicBezTo>
                    <a:pt x="82950" y="83084"/>
                    <a:pt x="89046" y="83369"/>
                    <a:pt x="92571" y="87370"/>
                  </a:cubicBezTo>
                  <a:lnTo>
                    <a:pt x="92571" y="87370"/>
                  </a:lnTo>
                  <a:cubicBezTo>
                    <a:pt x="96095" y="91180"/>
                    <a:pt x="95714" y="97276"/>
                    <a:pt x="91809" y="100800"/>
                  </a:cubicBezTo>
                  <a:lnTo>
                    <a:pt x="91809" y="100800"/>
                  </a:lnTo>
                  <a:cubicBezTo>
                    <a:pt x="89999" y="102419"/>
                    <a:pt x="87713" y="103181"/>
                    <a:pt x="85427" y="103181"/>
                  </a:cubicBezTo>
                  <a:lnTo>
                    <a:pt x="85427" y="103181"/>
                  </a:lnTo>
                  <a:cubicBezTo>
                    <a:pt x="82855" y="103181"/>
                    <a:pt x="80283" y="102134"/>
                    <a:pt x="78378" y="100038"/>
                  </a:cubicBezTo>
                  <a:close/>
                  <a:moveTo>
                    <a:pt x="53042" y="72035"/>
                  </a:moveTo>
                  <a:cubicBezTo>
                    <a:pt x="49518" y="68129"/>
                    <a:pt x="49899" y="62033"/>
                    <a:pt x="53804" y="58604"/>
                  </a:cubicBezTo>
                  <a:lnTo>
                    <a:pt x="53804" y="58604"/>
                  </a:lnTo>
                  <a:cubicBezTo>
                    <a:pt x="57709" y="54985"/>
                    <a:pt x="63710" y="55366"/>
                    <a:pt x="67234" y="59271"/>
                  </a:cubicBezTo>
                  <a:lnTo>
                    <a:pt x="67234" y="59271"/>
                  </a:lnTo>
                  <a:cubicBezTo>
                    <a:pt x="70758" y="63176"/>
                    <a:pt x="70473" y="69177"/>
                    <a:pt x="66472" y="72701"/>
                  </a:cubicBezTo>
                  <a:lnTo>
                    <a:pt x="66472" y="72701"/>
                  </a:lnTo>
                  <a:cubicBezTo>
                    <a:pt x="64758" y="74321"/>
                    <a:pt x="62472" y="75178"/>
                    <a:pt x="60186" y="75178"/>
                  </a:cubicBezTo>
                  <a:lnTo>
                    <a:pt x="60186" y="75178"/>
                  </a:lnTo>
                  <a:cubicBezTo>
                    <a:pt x="57614" y="75178"/>
                    <a:pt x="54947" y="74130"/>
                    <a:pt x="53042" y="72035"/>
                  </a:cubicBezTo>
                  <a:close/>
                  <a:moveTo>
                    <a:pt x="27801" y="43936"/>
                  </a:moveTo>
                  <a:cubicBezTo>
                    <a:pt x="24276" y="40031"/>
                    <a:pt x="24562" y="34030"/>
                    <a:pt x="28467" y="30506"/>
                  </a:cubicBezTo>
                  <a:lnTo>
                    <a:pt x="28467" y="30506"/>
                  </a:lnTo>
                  <a:cubicBezTo>
                    <a:pt x="32373" y="26981"/>
                    <a:pt x="38373" y="27267"/>
                    <a:pt x="41898" y="31172"/>
                  </a:cubicBezTo>
                  <a:lnTo>
                    <a:pt x="41898" y="31172"/>
                  </a:lnTo>
                  <a:cubicBezTo>
                    <a:pt x="45422" y="35078"/>
                    <a:pt x="45136" y="41078"/>
                    <a:pt x="41231" y="44603"/>
                  </a:cubicBezTo>
                  <a:lnTo>
                    <a:pt x="41231" y="44603"/>
                  </a:lnTo>
                  <a:cubicBezTo>
                    <a:pt x="39421" y="46317"/>
                    <a:pt x="37135" y="47079"/>
                    <a:pt x="34849" y="47079"/>
                  </a:cubicBezTo>
                  <a:lnTo>
                    <a:pt x="34849" y="47079"/>
                  </a:lnTo>
                  <a:cubicBezTo>
                    <a:pt x="32277" y="47079"/>
                    <a:pt x="29610" y="46031"/>
                    <a:pt x="27801" y="43936"/>
                  </a:cubicBezTo>
                  <a:close/>
                  <a:moveTo>
                    <a:pt x="2464" y="15932"/>
                  </a:moveTo>
                  <a:cubicBezTo>
                    <a:pt x="-1060" y="12027"/>
                    <a:pt x="-774" y="5931"/>
                    <a:pt x="3131" y="2502"/>
                  </a:cubicBezTo>
                  <a:lnTo>
                    <a:pt x="3131" y="2502"/>
                  </a:lnTo>
                  <a:cubicBezTo>
                    <a:pt x="7131" y="-1117"/>
                    <a:pt x="13132" y="-736"/>
                    <a:pt x="16561" y="3169"/>
                  </a:cubicBezTo>
                  <a:lnTo>
                    <a:pt x="16561" y="3169"/>
                  </a:lnTo>
                  <a:cubicBezTo>
                    <a:pt x="20181" y="7074"/>
                    <a:pt x="19800" y="13075"/>
                    <a:pt x="15894" y="16599"/>
                  </a:cubicBezTo>
                  <a:lnTo>
                    <a:pt x="15894" y="16599"/>
                  </a:lnTo>
                  <a:cubicBezTo>
                    <a:pt x="14085" y="18218"/>
                    <a:pt x="11799" y="19076"/>
                    <a:pt x="9513" y="19076"/>
                  </a:cubicBezTo>
                  <a:lnTo>
                    <a:pt x="9513" y="19076"/>
                  </a:lnTo>
                  <a:cubicBezTo>
                    <a:pt x="6941" y="19076"/>
                    <a:pt x="4369" y="17933"/>
                    <a:pt x="2464" y="1593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357BEF8-29C7-DDE2-ABC6-57939167F91D}"/>
                </a:ext>
              </a:extLst>
            </p:cNvPr>
            <p:cNvSpPr/>
            <p:nvPr/>
          </p:nvSpPr>
          <p:spPr>
            <a:xfrm>
              <a:off x="6096952" y="3916774"/>
              <a:ext cx="19145" cy="19145"/>
            </a:xfrm>
            <a:custGeom>
              <a:avLst/>
              <a:gdLst>
                <a:gd name="connsiteX0" fmla="*/ 0 w 19145"/>
                <a:gd name="connsiteY0" fmla="*/ 9620 h 19145"/>
                <a:gd name="connsiteX1" fmla="*/ 9525 w 19145"/>
                <a:gd name="connsiteY1" fmla="*/ 0 h 19145"/>
                <a:gd name="connsiteX2" fmla="*/ 9525 w 19145"/>
                <a:gd name="connsiteY2" fmla="*/ 0 h 19145"/>
                <a:gd name="connsiteX3" fmla="*/ 19145 w 19145"/>
                <a:gd name="connsiteY3" fmla="*/ 9620 h 19145"/>
                <a:gd name="connsiteX4" fmla="*/ 19145 w 19145"/>
                <a:gd name="connsiteY4" fmla="*/ 9620 h 19145"/>
                <a:gd name="connsiteX5" fmla="*/ 9525 w 19145"/>
                <a:gd name="connsiteY5" fmla="*/ 19145 h 19145"/>
                <a:gd name="connsiteX6" fmla="*/ 9525 w 19145"/>
                <a:gd name="connsiteY6" fmla="*/ 19145 h 19145"/>
                <a:gd name="connsiteX7" fmla="*/ 0 w 19145"/>
                <a:gd name="connsiteY7" fmla="*/ 9620 h 1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45" h="19145">
                  <a:moveTo>
                    <a:pt x="0" y="9620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145" y="4286"/>
                    <a:pt x="19145" y="9620"/>
                  </a:cubicBezTo>
                  <a:lnTo>
                    <a:pt x="19145" y="9620"/>
                  </a:lnTo>
                  <a:cubicBezTo>
                    <a:pt x="19145" y="14859"/>
                    <a:pt x="14859" y="19145"/>
                    <a:pt x="9525" y="19145"/>
                  </a:cubicBezTo>
                  <a:lnTo>
                    <a:pt x="9525" y="19145"/>
                  </a:lnTo>
                  <a:cubicBezTo>
                    <a:pt x="4286" y="19145"/>
                    <a:pt x="0" y="14859"/>
                    <a:pt x="0" y="96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64C3D32-702E-0064-A0AE-4021D4491D46}"/>
                </a:ext>
              </a:extLst>
            </p:cNvPr>
            <p:cNvSpPr/>
            <p:nvPr/>
          </p:nvSpPr>
          <p:spPr>
            <a:xfrm>
              <a:off x="6123594" y="3632901"/>
              <a:ext cx="258482" cy="274538"/>
            </a:xfrm>
            <a:custGeom>
              <a:avLst/>
              <a:gdLst>
                <a:gd name="connsiteX0" fmla="*/ 2981 w 258482"/>
                <a:gd name="connsiteY0" fmla="*/ 271967 h 274538"/>
                <a:gd name="connsiteX1" fmla="*/ 2600 w 258482"/>
                <a:gd name="connsiteY1" fmla="*/ 258536 h 274538"/>
                <a:gd name="connsiteX2" fmla="*/ 2600 w 258482"/>
                <a:gd name="connsiteY2" fmla="*/ 258536 h 274538"/>
                <a:gd name="connsiteX3" fmla="*/ 16030 w 258482"/>
                <a:gd name="connsiteY3" fmla="*/ 258060 h 274538"/>
                <a:gd name="connsiteX4" fmla="*/ 16030 w 258482"/>
                <a:gd name="connsiteY4" fmla="*/ 258060 h 274538"/>
                <a:gd name="connsiteX5" fmla="*/ 16506 w 258482"/>
                <a:gd name="connsiteY5" fmla="*/ 271586 h 274538"/>
                <a:gd name="connsiteX6" fmla="*/ 16506 w 258482"/>
                <a:gd name="connsiteY6" fmla="*/ 271586 h 274538"/>
                <a:gd name="connsiteX7" fmla="*/ 9553 w 258482"/>
                <a:gd name="connsiteY7" fmla="*/ 274538 h 274538"/>
                <a:gd name="connsiteX8" fmla="*/ 9553 w 258482"/>
                <a:gd name="connsiteY8" fmla="*/ 274538 h 274538"/>
                <a:gd name="connsiteX9" fmla="*/ 2981 w 258482"/>
                <a:gd name="connsiteY9" fmla="*/ 271967 h 274538"/>
                <a:gd name="connsiteX10" fmla="*/ 29555 w 258482"/>
                <a:gd name="connsiteY10" fmla="*/ 243582 h 274538"/>
                <a:gd name="connsiteX11" fmla="*/ 29174 w 258482"/>
                <a:gd name="connsiteY11" fmla="*/ 230152 h 274538"/>
                <a:gd name="connsiteX12" fmla="*/ 29174 w 258482"/>
                <a:gd name="connsiteY12" fmla="*/ 230152 h 274538"/>
                <a:gd name="connsiteX13" fmla="*/ 42605 w 258482"/>
                <a:gd name="connsiteY13" fmla="*/ 229676 h 274538"/>
                <a:gd name="connsiteX14" fmla="*/ 42605 w 258482"/>
                <a:gd name="connsiteY14" fmla="*/ 229676 h 274538"/>
                <a:gd name="connsiteX15" fmla="*/ 43081 w 258482"/>
                <a:gd name="connsiteY15" fmla="*/ 243201 h 274538"/>
                <a:gd name="connsiteX16" fmla="*/ 43081 w 258482"/>
                <a:gd name="connsiteY16" fmla="*/ 243201 h 274538"/>
                <a:gd name="connsiteX17" fmla="*/ 36128 w 258482"/>
                <a:gd name="connsiteY17" fmla="*/ 246154 h 274538"/>
                <a:gd name="connsiteX18" fmla="*/ 36128 w 258482"/>
                <a:gd name="connsiteY18" fmla="*/ 246154 h 274538"/>
                <a:gd name="connsiteX19" fmla="*/ 29555 w 258482"/>
                <a:gd name="connsiteY19" fmla="*/ 243582 h 274538"/>
                <a:gd name="connsiteX20" fmla="*/ 56225 w 258482"/>
                <a:gd name="connsiteY20" fmla="*/ 215198 h 274538"/>
                <a:gd name="connsiteX21" fmla="*/ 55749 w 258482"/>
                <a:gd name="connsiteY21" fmla="*/ 201767 h 274538"/>
                <a:gd name="connsiteX22" fmla="*/ 55749 w 258482"/>
                <a:gd name="connsiteY22" fmla="*/ 201767 h 274538"/>
                <a:gd name="connsiteX23" fmla="*/ 69275 w 258482"/>
                <a:gd name="connsiteY23" fmla="*/ 201291 h 274538"/>
                <a:gd name="connsiteX24" fmla="*/ 69275 w 258482"/>
                <a:gd name="connsiteY24" fmla="*/ 201291 h 274538"/>
                <a:gd name="connsiteX25" fmla="*/ 69656 w 258482"/>
                <a:gd name="connsiteY25" fmla="*/ 214721 h 274538"/>
                <a:gd name="connsiteX26" fmla="*/ 69656 w 258482"/>
                <a:gd name="connsiteY26" fmla="*/ 214721 h 274538"/>
                <a:gd name="connsiteX27" fmla="*/ 62702 w 258482"/>
                <a:gd name="connsiteY27" fmla="*/ 217769 h 274538"/>
                <a:gd name="connsiteX28" fmla="*/ 62702 w 258482"/>
                <a:gd name="connsiteY28" fmla="*/ 217769 h 274538"/>
                <a:gd name="connsiteX29" fmla="*/ 56225 w 258482"/>
                <a:gd name="connsiteY29" fmla="*/ 215198 h 274538"/>
                <a:gd name="connsiteX30" fmla="*/ 82800 w 258482"/>
                <a:gd name="connsiteY30" fmla="*/ 186813 h 274538"/>
                <a:gd name="connsiteX31" fmla="*/ 82419 w 258482"/>
                <a:gd name="connsiteY31" fmla="*/ 173383 h 274538"/>
                <a:gd name="connsiteX32" fmla="*/ 82419 w 258482"/>
                <a:gd name="connsiteY32" fmla="*/ 173383 h 274538"/>
                <a:gd name="connsiteX33" fmla="*/ 95849 w 258482"/>
                <a:gd name="connsiteY33" fmla="*/ 172907 h 274538"/>
                <a:gd name="connsiteX34" fmla="*/ 95849 w 258482"/>
                <a:gd name="connsiteY34" fmla="*/ 172907 h 274538"/>
                <a:gd name="connsiteX35" fmla="*/ 96326 w 258482"/>
                <a:gd name="connsiteY35" fmla="*/ 186432 h 274538"/>
                <a:gd name="connsiteX36" fmla="*/ 96326 w 258482"/>
                <a:gd name="connsiteY36" fmla="*/ 186432 h 274538"/>
                <a:gd name="connsiteX37" fmla="*/ 89372 w 258482"/>
                <a:gd name="connsiteY37" fmla="*/ 189385 h 274538"/>
                <a:gd name="connsiteX38" fmla="*/ 89372 w 258482"/>
                <a:gd name="connsiteY38" fmla="*/ 189385 h 274538"/>
                <a:gd name="connsiteX39" fmla="*/ 82800 w 258482"/>
                <a:gd name="connsiteY39" fmla="*/ 186813 h 274538"/>
                <a:gd name="connsiteX40" fmla="*/ 109375 w 258482"/>
                <a:gd name="connsiteY40" fmla="*/ 158429 h 274538"/>
                <a:gd name="connsiteX41" fmla="*/ 108994 w 258482"/>
                <a:gd name="connsiteY41" fmla="*/ 144998 h 274538"/>
                <a:gd name="connsiteX42" fmla="*/ 108994 w 258482"/>
                <a:gd name="connsiteY42" fmla="*/ 144998 h 274538"/>
                <a:gd name="connsiteX43" fmla="*/ 122424 w 258482"/>
                <a:gd name="connsiteY43" fmla="*/ 144522 h 274538"/>
                <a:gd name="connsiteX44" fmla="*/ 122424 w 258482"/>
                <a:gd name="connsiteY44" fmla="*/ 144522 h 274538"/>
                <a:gd name="connsiteX45" fmla="*/ 122900 w 258482"/>
                <a:gd name="connsiteY45" fmla="*/ 158048 h 274538"/>
                <a:gd name="connsiteX46" fmla="*/ 122900 w 258482"/>
                <a:gd name="connsiteY46" fmla="*/ 158048 h 274538"/>
                <a:gd name="connsiteX47" fmla="*/ 115947 w 258482"/>
                <a:gd name="connsiteY47" fmla="*/ 161000 h 274538"/>
                <a:gd name="connsiteX48" fmla="*/ 115947 w 258482"/>
                <a:gd name="connsiteY48" fmla="*/ 161000 h 274538"/>
                <a:gd name="connsiteX49" fmla="*/ 109375 w 258482"/>
                <a:gd name="connsiteY49" fmla="*/ 158429 h 274538"/>
                <a:gd name="connsiteX50" fmla="*/ 136045 w 258482"/>
                <a:gd name="connsiteY50" fmla="*/ 130044 h 274538"/>
                <a:gd name="connsiteX51" fmla="*/ 135569 w 258482"/>
                <a:gd name="connsiteY51" fmla="*/ 116614 h 274538"/>
                <a:gd name="connsiteX52" fmla="*/ 135569 w 258482"/>
                <a:gd name="connsiteY52" fmla="*/ 116614 h 274538"/>
                <a:gd name="connsiteX53" fmla="*/ 149094 w 258482"/>
                <a:gd name="connsiteY53" fmla="*/ 116138 h 274538"/>
                <a:gd name="connsiteX54" fmla="*/ 149094 w 258482"/>
                <a:gd name="connsiteY54" fmla="*/ 116138 h 274538"/>
                <a:gd name="connsiteX55" fmla="*/ 149475 w 258482"/>
                <a:gd name="connsiteY55" fmla="*/ 129568 h 274538"/>
                <a:gd name="connsiteX56" fmla="*/ 149475 w 258482"/>
                <a:gd name="connsiteY56" fmla="*/ 129568 h 274538"/>
                <a:gd name="connsiteX57" fmla="*/ 142522 w 258482"/>
                <a:gd name="connsiteY57" fmla="*/ 132616 h 274538"/>
                <a:gd name="connsiteX58" fmla="*/ 142522 w 258482"/>
                <a:gd name="connsiteY58" fmla="*/ 132616 h 274538"/>
                <a:gd name="connsiteX59" fmla="*/ 136045 w 258482"/>
                <a:gd name="connsiteY59" fmla="*/ 130044 h 274538"/>
                <a:gd name="connsiteX60" fmla="*/ 162620 w 258482"/>
                <a:gd name="connsiteY60" fmla="*/ 101660 h 274538"/>
                <a:gd name="connsiteX61" fmla="*/ 162239 w 258482"/>
                <a:gd name="connsiteY61" fmla="*/ 88134 h 274538"/>
                <a:gd name="connsiteX62" fmla="*/ 162239 w 258482"/>
                <a:gd name="connsiteY62" fmla="*/ 88134 h 274538"/>
                <a:gd name="connsiteX63" fmla="*/ 175669 w 258482"/>
                <a:gd name="connsiteY63" fmla="*/ 87753 h 274538"/>
                <a:gd name="connsiteX64" fmla="*/ 175669 w 258482"/>
                <a:gd name="connsiteY64" fmla="*/ 87753 h 274538"/>
                <a:gd name="connsiteX65" fmla="*/ 176145 w 258482"/>
                <a:gd name="connsiteY65" fmla="*/ 101183 h 274538"/>
                <a:gd name="connsiteX66" fmla="*/ 176145 w 258482"/>
                <a:gd name="connsiteY66" fmla="*/ 101183 h 274538"/>
                <a:gd name="connsiteX67" fmla="*/ 169097 w 258482"/>
                <a:gd name="connsiteY67" fmla="*/ 104231 h 274538"/>
                <a:gd name="connsiteX68" fmla="*/ 169097 w 258482"/>
                <a:gd name="connsiteY68" fmla="*/ 104231 h 274538"/>
                <a:gd name="connsiteX69" fmla="*/ 162620 w 258482"/>
                <a:gd name="connsiteY69" fmla="*/ 101660 h 274538"/>
                <a:gd name="connsiteX70" fmla="*/ 189290 w 258482"/>
                <a:gd name="connsiteY70" fmla="*/ 73275 h 274538"/>
                <a:gd name="connsiteX71" fmla="*/ 188813 w 258482"/>
                <a:gd name="connsiteY71" fmla="*/ 59845 h 274538"/>
                <a:gd name="connsiteX72" fmla="*/ 188813 w 258482"/>
                <a:gd name="connsiteY72" fmla="*/ 59845 h 274538"/>
                <a:gd name="connsiteX73" fmla="*/ 202244 w 258482"/>
                <a:gd name="connsiteY73" fmla="*/ 59369 h 274538"/>
                <a:gd name="connsiteX74" fmla="*/ 202244 w 258482"/>
                <a:gd name="connsiteY74" fmla="*/ 59369 h 274538"/>
                <a:gd name="connsiteX75" fmla="*/ 202720 w 258482"/>
                <a:gd name="connsiteY75" fmla="*/ 72799 h 274538"/>
                <a:gd name="connsiteX76" fmla="*/ 202720 w 258482"/>
                <a:gd name="connsiteY76" fmla="*/ 72799 h 274538"/>
                <a:gd name="connsiteX77" fmla="*/ 195767 w 258482"/>
                <a:gd name="connsiteY77" fmla="*/ 75847 h 274538"/>
                <a:gd name="connsiteX78" fmla="*/ 195767 w 258482"/>
                <a:gd name="connsiteY78" fmla="*/ 75847 h 274538"/>
                <a:gd name="connsiteX79" fmla="*/ 189290 w 258482"/>
                <a:gd name="connsiteY79" fmla="*/ 73275 h 274538"/>
                <a:gd name="connsiteX80" fmla="*/ 215864 w 258482"/>
                <a:gd name="connsiteY80" fmla="*/ 44891 h 274538"/>
                <a:gd name="connsiteX81" fmla="*/ 215388 w 258482"/>
                <a:gd name="connsiteY81" fmla="*/ 31365 h 274538"/>
                <a:gd name="connsiteX82" fmla="*/ 215388 w 258482"/>
                <a:gd name="connsiteY82" fmla="*/ 31365 h 274538"/>
                <a:gd name="connsiteX83" fmla="*/ 228914 w 258482"/>
                <a:gd name="connsiteY83" fmla="*/ 30984 h 274538"/>
                <a:gd name="connsiteX84" fmla="*/ 228914 w 258482"/>
                <a:gd name="connsiteY84" fmla="*/ 30984 h 274538"/>
                <a:gd name="connsiteX85" fmla="*/ 229295 w 258482"/>
                <a:gd name="connsiteY85" fmla="*/ 44414 h 274538"/>
                <a:gd name="connsiteX86" fmla="*/ 229295 w 258482"/>
                <a:gd name="connsiteY86" fmla="*/ 44414 h 274538"/>
                <a:gd name="connsiteX87" fmla="*/ 222341 w 258482"/>
                <a:gd name="connsiteY87" fmla="*/ 47462 h 274538"/>
                <a:gd name="connsiteX88" fmla="*/ 222341 w 258482"/>
                <a:gd name="connsiteY88" fmla="*/ 47462 h 274538"/>
                <a:gd name="connsiteX89" fmla="*/ 215864 w 258482"/>
                <a:gd name="connsiteY89" fmla="*/ 44891 h 274538"/>
                <a:gd name="connsiteX90" fmla="*/ 242439 w 258482"/>
                <a:gd name="connsiteY90" fmla="*/ 16506 h 274538"/>
                <a:gd name="connsiteX91" fmla="*/ 242058 w 258482"/>
                <a:gd name="connsiteY91" fmla="*/ 2981 h 274538"/>
                <a:gd name="connsiteX92" fmla="*/ 242058 w 258482"/>
                <a:gd name="connsiteY92" fmla="*/ 2981 h 274538"/>
                <a:gd name="connsiteX93" fmla="*/ 255488 w 258482"/>
                <a:gd name="connsiteY93" fmla="*/ 2600 h 274538"/>
                <a:gd name="connsiteX94" fmla="*/ 255488 w 258482"/>
                <a:gd name="connsiteY94" fmla="*/ 2600 h 274538"/>
                <a:gd name="connsiteX95" fmla="*/ 255965 w 258482"/>
                <a:gd name="connsiteY95" fmla="*/ 16030 h 274538"/>
                <a:gd name="connsiteX96" fmla="*/ 255965 w 258482"/>
                <a:gd name="connsiteY96" fmla="*/ 16030 h 274538"/>
                <a:gd name="connsiteX97" fmla="*/ 249011 w 258482"/>
                <a:gd name="connsiteY97" fmla="*/ 19078 h 274538"/>
                <a:gd name="connsiteX98" fmla="*/ 249011 w 258482"/>
                <a:gd name="connsiteY98" fmla="*/ 19078 h 274538"/>
                <a:gd name="connsiteX99" fmla="*/ 242439 w 258482"/>
                <a:gd name="connsiteY99" fmla="*/ 16506 h 27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58482" h="274538">
                  <a:moveTo>
                    <a:pt x="2981" y="271967"/>
                  </a:moveTo>
                  <a:cubicBezTo>
                    <a:pt x="-829" y="268442"/>
                    <a:pt x="-1020" y="262346"/>
                    <a:pt x="2600" y="258536"/>
                  </a:cubicBezTo>
                  <a:lnTo>
                    <a:pt x="2600" y="258536"/>
                  </a:lnTo>
                  <a:cubicBezTo>
                    <a:pt x="6124" y="254726"/>
                    <a:pt x="12220" y="254536"/>
                    <a:pt x="16030" y="258060"/>
                  </a:cubicBezTo>
                  <a:lnTo>
                    <a:pt x="16030" y="258060"/>
                  </a:lnTo>
                  <a:cubicBezTo>
                    <a:pt x="19840" y="261680"/>
                    <a:pt x="20030" y="267776"/>
                    <a:pt x="16506" y="271586"/>
                  </a:cubicBezTo>
                  <a:lnTo>
                    <a:pt x="16506" y="271586"/>
                  </a:lnTo>
                  <a:cubicBezTo>
                    <a:pt x="14601" y="273586"/>
                    <a:pt x="12029" y="274538"/>
                    <a:pt x="9553" y="274538"/>
                  </a:cubicBezTo>
                  <a:lnTo>
                    <a:pt x="9553" y="274538"/>
                  </a:lnTo>
                  <a:cubicBezTo>
                    <a:pt x="7172" y="274538"/>
                    <a:pt x="4886" y="273681"/>
                    <a:pt x="2981" y="271967"/>
                  </a:cubicBezTo>
                  <a:close/>
                  <a:moveTo>
                    <a:pt x="29555" y="243582"/>
                  </a:moveTo>
                  <a:cubicBezTo>
                    <a:pt x="25745" y="239963"/>
                    <a:pt x="25555" y="233962"/>
                    <a:pt x="29174" y="230152"/>
                  </a:cubicBezTo>
                  <a:lnTo>
                    <a:pt x="29174" y="230152"/>
                  </a:lnTo>
                  <a:cubicBezTo>
                    <a:pt x="32794" y="226342"/>
                    <a:pt x="38795" y="226056"/>
                    <a:pt x="42605" y="229676"/>
                  </a:cubicBezTo>
                  <a:lnTo>
                    <a:pt x="42605" y="229676"/>
                  </a:lnTo>
                  <a:cubicBezTo>
                    <a:pt x="46415" y="233295"/>
                    <a:pt x="46700" y="239296"/>
                    <a:pt x="43081" y="243201"/>
                  </a:cubicBezTo>
                  <a:lnTo>
                    <a:pt x="43081" y="243201"/>
                  </a:lnTo>
                  <a:cubicBezTo>
                    <a:pt x="41176" y="245201"/>
                    <a:pt x="38699" y="246154"/>
                    <a:pt x="36128" y="246154"/>
                  </a:cubicBezTo>
                  <a:lnTo>
                    <a:pt x="36128" y="246154"/>
                  </a:lnTo>
                  <a:cubicBezTo>
                    <a:pt x="33746" y="246154"/>
                    <a:pt x="31460" y="245297"/>
                    <a:pt x="29555" y="243582"/>
                  </a:cubicBezTo>
                  <a:close/>
                  <a:moveTo>
                    <a:pt x="56225" y="215198"/>
                  </a:moveTo>
                  <a:cubicBezTo>
                    <a:pt x="52320" y="211673"/>
                    <a:pt x="52225" y="205577"/>
                    <a:pt x="55749" y="201767"/>
                  </a:cubicBezTo>
                  <a:lnTo>
                    <a:pt x="55749" y="201767"/>
                  </a:lnTo>
                  <a:cubicBezTo>
                    <a:pt x="59369" y="197862"/>
                    <a:pt x="65369" y="197767"/>
                    <a:pt x="69275" y="201291"/>
                  </a:cubicBezTo>
                  <a:lnTo>
                    <a:pt x="69275" y="201291"/>
                  </a:lnTo>
                  <a:cubicBezTo>
                    <a:pt x="73085" y="204911"/>
                    <a:pt x="73275" y="210911"/>
                    <a:pt x="69656" y="214721"/>
                  </a:cubicBezTo>
                  <a:lnTo>
                    <a:pt x="69656" y="214721"/>
                  </a:lnTo>
                  <a:cubicBezTo>
                    <a:pt x="67751" y="216817"/>
                    <a:pt x="65274" y="217769"/>
                    <a:pt x="62702" y="217769"/>
                  </a:cubicBezTo>
                  <a:lnTo>
                    <a:pt x="62702" y="217769"/>
                  </a:lnTo>
                  <a:cubicBezTo>
                    <a:pt x="60416" y="217769"/>
                    <a:pt x="58035" y="216912"/>
                    <a:pt x="56225" y="215198"/>
                  </a:cubicBezTo>
                  <a:close/>
                  <a:moveTo>
                    <a:pt x="82800" y="186813"/>
                  </a:moveTo>
                  <a:cubicBezTo>
                    <a:pt x="78990" y="183194"/>
                    <a:pt x="78800" y="177193"/>
                    <a:pt x="82419" y="173383"/>
                  </a:cubicBezTo>
                  <a:lnTo>
                    <a:pt x="82419" y="173383"/>
                  </a:lnTo>
                  <a:cubicBezTo>
                    <a:pt x="85943" y="169573"/>
                    <a:pt x="92039" y="169382"/>
                    <a:pt x="95849" y="172907"/>
                  </a:cubicBezTo>
                  <a:lnTo>
                    <a:pt x="95849" y="172907"/>
                  </a:lnTo>
                  <a:cubicBezTo>
                    <a:pt x="99659" y="176526"/>
                    <a:pt x="99850" y="182527"/>
                    <a:pt x="96326" y="186432"/>
                  </a:cubicBezTo>
                  <a:lnTo>
                    <a:pt x="96326" y="186432"/>
                  </a:lnTo>
                  <a:cubicBezTo>
                    <a:pt x="94421" y="188337"/>
                    <a:pt x="91849" y="189385"/>
                    <a:pt x="89372" y="189385"/>
                  </a:cubicBezTo>
                  <a:lnTo>
                    <a:pt x="89372" y="189385"/>
                  </a:lnTo>
                  <a:cubicBezTo>
                    <a:pt x="86991" y="189385"/>
                    <a:pt x="84705" y="188528"/>
                    <a:pt x="82800" y="186813"/>
                  </a:cubicBezTo>
                  <a:close/>
                  <a:moveTo>
                    <a:pt x="109375" y="158429"/>
                  </a:moveTo>
                  <a:cubicBezTo>
                    <a:pt x="105565" y="154809"/>
                    <a:pt x="105374" y="148808"/>
                    <a:pt x="108994" y="144998"/>
                  </a:cubicBezTo>
                  <a:lnTo>
                    <a:pt x="108994" y="144998"/>
                  </a:lnTo>
                  <a:cubicBezTo>
                    <a:pt x="112613" y="141093"/>
                    <a:pt x="118614" y="140903"/>
                    <a:pt x="122424" y="144522"/>
                  </a:cubicBezTo>
                  <a:lnTo>
                    <a:pt x="122424" y="144522"/>
                  </a:lnTo>
                  <a:cubicBezTo>
                    <a:pt x="126234" y="148142"/>
                    <a:pt x="126520" y="154142"/>
                    <a:pt x="122900" y="158048"/>
                  </a:cubicBezTo>
                  <a:lnTo>
                    <a:pt x="122900" y="158048"/>
                  </a:lnTo>
                  <a:cubicBezTo>
                    <a:pt x="120995" y="159953"/>
                    <a:pt x="118519" y="161000"/>
                    <a:pt x="115947" y="161000"/>
                  </a:cubicBezTo>
                  <a:lnTo>
                    <a:pt x="115947" y="161000"/>
                  </a:lnTo>
                  <a:cubicBezTo>
                    <a:pt x="113566" y="161000"/>
                    <a:pt x="111280" y="160143"/>
                    <a:pt x="109375" y="158429"/>
                  </a:cubicBezTo>
                  <a:close/>
                  <a:moveTo>
                    <a:pt x="136045" y="130044"/>
                  </a:moveTo>
                  <a:cubicBezTo>
                    <a:pt x="132235" y="126425"/>
                    <a:pt x="132044" y="120424"/>
                    <a:pt x="135569" y="116614"/>
                  </a:cubicBezTo>
                  <a:lnTo>
                    <a:pt x="135569" y="116614"/>
                  </a:lnTo>
                  <a:cubicBezTo>
                    <a:pt x="139188" y="112709"/>
                    <a:pt x="145189" y="112518"/>
                    <a:pt x="149094" y="116138"/>
                  </a:cubicBezTo>
                  <a:lnTo>
                    <a:pt x="149094" y="116138"/>
                  </a:lnTo>
                  <a:cubicBezTo>
                    <a:pt x="152904" y="119757"/>
                    <a:pt x="153095" y="125758"/>
                    <a:pt x="149475" y="129568"/>
                  </a:cubicBezTo>
                  <a:lnTo>
                    <a:pt x="149475" y="129568"/>
                  </a:lnTo>
                  <a:cubicBezTo>
                    <a:pt x="147665" y="131663"/>
                    <a:pt x="145094" y="132616"/>
                    <a:pt x="142522" y="132616"/>
                  </a:cubicBezTo>
                  <a:lnTo>
                    <a:pt x="142522" y="132616"/>
                  </a:lnTo>
                  <a:cubicBezTo>
                    <a:pt x="140236" y="132616"/>
                    <a:pt x="137855" y="131759"/>
                    <a:pt x="136045" y="130044"/>
                  </a:cubicBezTo>
                  <a:close/>
                  <a:moveTo>
                    <a:pt x="162620" y="101660"/>
                  </a:moveTo>
                  <a:cubicBezTo>
                    <a:pt x="158810" y="98040"/>
                    <a:pt x="158619" y="92039"/>
                    <a:pt x="162239" y="88134"/>
                  </a:cubicBezTo>
                  <a:lnTo>
                    <a:pt x="162239" y="88134"/>
                  </a:lnTo>
                  <a:cubicBezTo>
                    <a:pt x="165763" y="84419"/>
                    <a:pt x="171859" y="84134"/>
                    <a:pt x="175669" y="87753"/>
                  </a:cubicBezTo>
                  <a:lnTo>
                    <a:pt x="175669" y="87753"/>
                  </a:lnTo>
                  <a:cubicBezTo>
                    <a:pt x="179479" y="91373"/>
                    <a:pt x="179669" y="97373"/>
                    <a:pt x="176145" y="101183"/>
                  </a:cubicBezTo>
                  <a:lnTo>
                    <a:pt x="176145" y="101183"/>
                  </a:lnTo>
                  <a:cubicBezTo>
                    <a:pt x="174240" y="103184"/>
                    <a:pt x="171668" y="104231"/>
                    <a:pt x="169097" y="104231"/>
                  </a:cubicBezTo>
                  <a:lnTo>
                    <a:pt x="169097" y="104231"/>
                  </a:lnTo>
                  <a:cubicBezTo>
                    <a:pt x="166811" y="104231"/>
                    <a:pt x="164525" y="103374"/>
                    <a:pt x="162620" y="101660"/>
                  </a:cubicBezTo>
                  <a:close/>
                  <a:moveTo>
                    <a:pt x="189290" y="73275"/>
                  </a:moveTo>
                  <a:cubicBezTo>
                    <a:pt x="185384" y="69656"/>
                    <a:pt x="185194" y="63655"/>
                    <a:pt x="188813" y="59845"/>
                  </a:cubicBezTo>
                  <a:lnTo>
                    <a:pt x="188813" y="59845"/>
                  </a:lnTo>
                  <a:cubicBezTo>
                    <a:pt x="192433" y="55940"/>
                    <a:pt x="198434" y="55749"/>
                    <a:pt x="202244" y="59369"/>
                  </a:cubicBezTo>
                  <a:lnTo>
                    <a:pt x="202244" y="59369"/>
                  </a:lnTo>
                  <a:cubicBezTo>
                    <a:pt x="206149" y="62988"/>
                    <a:pt x="206339" y="68989"/>
                    <a:pt x="202720" y="72799"/>
                  </a:cubicBezTo>
                  <a:lnTo>
                    <a:pt x="202720" y="72799"/>
                  </a:lnTo>
                  <a:cubicBezTo>
                    <a:pt x="200815" y="74799"/>
                    <a:pt x="198338" y="75847"/>
                    <a:pt x="195767" y="75847"/>
                  </a:cubicBezTo>
                  <a:lnTo>
                    <a:pt x="195767" y="75847"/>
                  </a:lnTo>
                  <a:cubicBezTo>
                    <a:pt x="193385" y="75847"/>
                    <a:pt x="191099" y="74990"/>
                    <a:pt x="189290" y="73275"/>
                  </a:cubicBezTo>
                  <a:close/>
                  <a:moveTo>
                    <a:pt x="215864" y="44891"/>
                  </a:moveTo>
                  <a:cubicBezTo>
                    <a:pt x="212054" y="41271"/>
                    <a:pt x="211864" y="35270"/>
                    <a:pt x="215388" y="31365"/>
                  </a:cubicBezTo>
                  <a:lnTo>
                    <a:pt x="215388" y="31365"/>
                  </a:lnTo>
                  <a:cubicBezTo>
                    <a:pt x="219008" y="27555"/>
                    <a:pt x="225008" y="27365"/>
                    <a:pt x="228914" y="30984"/>
                  </a:cubicBezTo>
                  <a:lnTo>
                    <a:pt x="228914" y="30984"/>
                  </a:lnTo>
                  <a:cubicBezTo>
                    <a:pt x="232724" y="34604"/>
                    <a:pt x="232914" y="40604"/>
                    <a:pt x="229295" y="44414"/>
                  </a:cubicBezTo>
                  <a:lnTo>
                    <a:pt x="229295" y="44414"/>
                  </a:lnTo>
                  <a:cubicBezTo>
                    <a:pt x="227485" y="46415"/>
                    <a:pt x="224913" y="47462"/>
                    <a:pt x="222341" y="47462"/>
                  </a:cubicBezTo>
                  <a:lnTo>
                    <a:pt x="222341" y="47462"/>
                  </a:lnTo>
                  <a:cubicBezTo>
                    <a:pt x="220055" y="47462"/>
                    <a:pt x="217674" y="46605"/>
                    <a:pt x="215864" y="44891"/>
                  </a:cubicBezTo>
                  <a:close/>
                  <a:moveTo>
                    <a:pt x="242439" y="16506"/>
                  </a:moveTo>
                  <a:cubicBezTo>
                    <a:pt x="238629" y="12887"/>
                    <a:pt x="238439" y="6886"/>
                    <a:pt x="242058" y="2981"/>
                  </a:cubicBezTo>
                  <a:lnTo>
                    <a:pt x="242058" y="2981"/>
                  </a:lnTo>
                  <a:cubicBezTo>
                    <a:pt x="245678" y="-829"/>
                    <a:pt x="251678" y="-1020"/>
                    <a:pt x="255488" y="2600"/>
                  </a:cubicBezTo>
                  <a:lnTo>
                    <a:pt x="255488" y="2600"/>
                  </a:lnTo>
                  <a:cubicBezTo>
                    <a:pt x="259298" y="6124"/>
                    <a:pt x="259489" y="12220"/>
                    <a:pt x="255965" y="16030"/>
                  </a:cubicBezTo>
                  <a:lnTo>
                    <a:pt x="255965" y="16030"/>
                  </a:lnTo>
                  <a:cubicBezTo>
                    <a:pt x="254060" y="18030"/>
                    <a:pt x="251488" y="19078"/>
                    <a:pt x="249011" y="19078"/>
                  </a:cubicBezTo>
                  <a:lnTo>
                    <a:pt x="249011" y="19078"/>
                  </a:lnTo>
                  <a:cubicBezTo>
                    <a:pt x="246630" y="19078"/>
                    <a:pt x="244344" y="18221"/>
                    <a:pt x="242439" y="1650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F51B5F6-6BCE-D7C9-0DBA-DFF5DE37B155}"/>
                </a:ext>
              </a:extLst>
            </p:cNvPr>
            <p:cNvSpPr/>
            <p:nvPr/>
          </p:nvSpPr>
          <p:spPr>
            <a:xfrm>
              <a:off x="6401469" y="3213927"/>
              <a:ext cx="136581" cy="374138"/>
            </a:xfrm>
            <a:custGeom>
              <a:avLst/>
              <a:gdLst>
                <a:gd name="connsiteX0" fmla="*/ 6474 w 136581"/>
                <a:gd name="connsiteY0" fmla="*/ 373663 h 374138"/>
                <a:gd name="connsiteX1" fmla="*/ 473 w 136581"/>
                <a:gd name="connsiteY1" fmla="*/ 361661 h 374138"/>
                <a:gd name="connsiteX2" fmla="*/ 473 w 136581"/>
                <a:gd name="connsiteY2" fmla="*/ 361661 h 374138"/>
                <a:gd name="connsiteX3" fmla="*/ 12475 w 136581"/>
                <a:gd name="connsiteY3" fmla="*/ 355565 h 374138"/>
                <a:gd name="connsiteX4" fmla="*/ 12475 w 136581"/>
                <a:gd name="connsiteY4" fmla="*/ 355565 h 374138"/>
                <a:gd name="connsiteX5" fmla="*/ 18571 w 136581"/>
                <a:gd name="connsiteY5" fmla="*/ 367662 h 374138"/>
                <a:gd name="connsiteX6" fmla="*/ 18571 w 136581"/>
                <a:gd name="connsiteY6" fmla="*/ 367662 h 374138"/>
                <a:gd name="connsiteX7" fmla="*/ 9522 w 136581"/>
                <a:gd name="connsiteY7" fmla="*/ 374139 h 374138"/>
                <a:gd name="connsiteX8" fmla="*/ 9522 w 136581"/>
                <a:gd name="connsiteY8" fmla="*/ 374139 h 374138"/>
                <a:gd name="connsiteX9" fmla="*/ 6474 w 136581"/>
                <a:gd name="connsiteY9" fmla="*/ 373663 h 374138"/>
                <a:gd name="connsiteX10" fmla="*/ 18190 w 136581"/>
                <a:gd name="connsiteY10" fmla="*/ 338135 h 374138"/>
                <a:gd name="connsiteX11" fmla="*/ 12189 w 136581"/>
                <a:gd name="connsiteY11" fmla="*/ 326133 h 374138"/>
                <a:gd name="connsiteX12" fmla="*/ 12189 w 136581"/>
                <a:gd name="connsiteY12" fmla="*/ 326133 h 374138"/>
                <a:gd name="connsiteX13" fmla="*/ 24190 w 136581"/>
                <a:gd name="connsiteY13" fmla="*/ 320037 h 374138"/>
                <a:gd name="connsiteX14" fmla="*/ 24190 w 136581"/>
                <a:gd name="connsiteY14" fmla="*/ 320037 h 374138"/>
                <a:gd name="connsiteX15" fmla="*/ 30286 w 136581"/>
                <a:gd name="connsiteY15" fmla="*/ 332134 h 374138"/>
                <a:gd name="connsiteX16" fmla="*/ 30286 w 136581"/>
                <a:gd name="connsiteY16" fmla="*/ 332134 h 374138"/>
                <a:gd name="connsiteX17" fmla="*/ 21238 w 136581"/>
                <a:gd name="connsiteY17" fmla="*/ 338611 h 374138"/>
                <a:gd name="connsiteX18" fmla="*/ 21238 w 136581"/>
                <a:gd name="connsiteY18" fmla="*/ 338611 h 374138"/>
                <a:gd name="connsiteX19" fmla="*/ 18190 w 136581"/>
                <a:gd name="connsiteY19" fmla="*/ 338135 h 374138"/>
                <a:gd name="connsiteX20" fmla="*/ 30001 w 136581"/>
                <a:gd name="connsiteY20" fmla="*/ 302606 h 374138"/>
                <a:gd name="connsiteX21" fmla="*/ 24000 w 136581"/>
                <a:gd name="connsiteY21" fmla="*/ 290605 h 374138"/>
                <a:gd name="connsiteX22" fmla="*/ 24000 w 136581"/>
                <a:gd name="connsiteY22" fmla="*/ 290605 h 374138"/>
                <a:gd name="connsiteX23" fmla="*/ 36001 w 136581"/>
                <a:gd name="connsiteY23" fmla="*/ 284509 h 374138"/>
                <a:gd name="connsiteX24" fmla="*/ 36001 w 136581"/>
                <a:gd name="connsiteY24" fmla="*/ 284509 h 374138"/>
                <a:gd name="connsiteX25" fmla="*/ 42002 w 136581"/>
                <a:gd name="connsiteY25" fmla="*/ 296606 h 374138"/>
                <a:gd name="connsiteX26" fmla="*/ 42002 w 136581"/>
                <a:gd name="connsiteY26" fmla="*/ 296606 h 374138"/>
                <a:gd name="connsiteX27" fmla="*/ 32953 w 136581"/>
                <a:gd name="connsiteY27" fmla="*/ 303083 h 374138"/>
                <a:gd name="connsiteX28" fmla="*/ 32953 w 136581"/>
                <a:gd name="connsiteY28" fmla="*/ 303083 h 374138"/>
                <a:gd name="connsiteX29" fmla="*/ 30001 w 136581"/>
                <a:gd name="connsiteY29" fmla="*/ 302606 h 374138"/>
                <a:gd name="connsiteX30" fmla="*/ 41812 w 136581"/>
                <a:gd name="connsiteY30" fmla="*/ 267173 h 374138"/>
                <a:gd name="connsiteX31" fmla="*/ 35716 w 136581"/>
                <a:gd name="connsiteY31" fmla="*/ 255077 h 374138"/>
                <a:gd name="connsiteX32" fmla="*/ 35716 w 136581"/>
                <a:gd name="connsiteY32" fmla="*/ 255077 h 374138"/>
                <a:gd name="connsiteX33" fmla="*/ 47717 w 136581"/>
                <a:gd name="connsiteY33" fmla="*/ 248981 h 374138"/>
                <a:gd name="connsiteX34" fmla="*/ 47717 w 136581"/>
                <a:gd name="connsiteY34" fmla="*/ 248981 h 374138"/>
                <a:gd name="connsiteX35" fmla="*/ 53813 w 136581"/>
                <a:gd name="connsiteY35" fmla="*/ 261077 h 374138"/>
                <a:gd name="connsiteX36" fmla="*/ 53813 w 136581"/>
                <a:gd name="connsiteY36" fmla="*/ 261077 h 374138"/>
                <a:gd name="connsiteX37" fmla="*/ 44764 w 136581"/>
                <a:gd name="connsiteY37" fmla="*/ 267650 h 374138"/>
                <a:gd name="connsiteX38" fmla="*/ 44764 w 136581"/>
                <a:gd name="connsiteY38" fmla="*/ 267650 h 374138"/>
                <a:gd name="connsiteX39" fmla="*/ 41812 w 136581"/>
                <a:gd name="connsiteY39" fmla="*/ 267173 h 374138"/>
                <a:gd name="connsiteX40" fmla="*/ 53528 w 136581"/>
                <a:gd name="connsiteY40" fmla="*/ 231645 h 374138"/>
                <a:gd name="connsiteX41" fmla="*/ 47432 w 136581"/>
                <a:gd name="connsiteY41" fmla="*/ 219548 h 374138"/>
                <a:gd name="connsiteX42" fmla="*/ 47432 w 136581"/>
                <a:gd name="connsiteY42" fmla="*/ 219548 h 374138"/>
                <a:gd name="connsiteX43" fmla="*/ 59528 w 136581"/>
                <a:gd name="connsiteY43" fmla="*/ 213548 h 374138"/>
                <a:gd name="connsiteX44" fmla="*/ 59528 w 136581"/>
                <a:gd name="connsiteY44" fmla="*/ 213548 h 374138"/>
                <a:gd name="connsiteX45" fmla="*/ 65529 w 136581"/>
                <a:gd name="connsiteY45" fmla="*/ 225549 h 374138"/>
                <a:gd name="connsiteX46" fmla="*/ 65529 w 136581"/>
                <a:gd name="connsiteY46" fmla="*/ 225549 h 374138"/>
                <a:gd name="connsiteX47" fmla="*/ 56480 w 136581"/>
                <a:gd name="connsiteY47" fmla="*/ 232121 h 374138"/>
                <a:gd name="connsiteX48" fmla="*/ 56480 w 136581"/>
                <a:gd name="connsiteY48" fmla="*/ 232121 h 374138"/>
                <a:gd name="connsiteX49" fmla="*/ 53528 w 136581"/>
                <a:gd name="connsiteY49" fmla="*/ 231645 h 374138"/>
                <a:gd name="connsiteX50" fmla="*/ 65243 w 136581"/>
                <a:gd name="connsiteY50" fmla="*/ 196117 h 374138"/>
                <a:gd name="connsiteX51" fmla="*/ 59243 w 136581"/>
                <a:gd name="connsiteY51" fmla="*/ 184020 h 374138"/>
                <a:gd name="connsiteX52" fmla="*/ 59243 w 136581"/>
                <a:gd name="connsiteY52" fmla="*/ 184020 h 374138"/>
                <a:gd name="connsiteX53" fmla="*/ 71244 w 136581"/>
                <a:gd name="connsiteY53" fmla="*/ 178019 h 374138"/>
                <a:gd name="connsiteX54" fmla="*/ 71244 w 136581"/>
                <a:gd name="connsiteY54" fmla="*/ 178019 h 374138"/>
                <a:gd name="connsiteX55" fmla="*/ 77340 w 136581"/>
                <a:gd name="connsiteY55" fmla="*/ 190021 h 374138"/>
                <a:gd name="connsiteX56" fmla="*/ 77340 w 136581"/>
                <a:gd name="connsiteY56" fmla="*/ 190021 h 374138"/>
                <a:gd name="connsiteX57" fmla="*/ 68291 w 136581"/>
                <a:gd name="connsiteY57" fmla="*/ 196593 h 374138"/>
                <a:gd name="connsiteX58" fmla="*/ 68291 w 136581"/>
                <a:gd name="connsiteY58" fmla="*/ 196593 h 374138"/>
                <a:gd name="connsiteX59" fmla="*/ 65243 w 136581"/>
                <a:gd name="connsiteY59" fmla="*/ 196117 h 374138"/>
                <a:gd name="connsiteX60" fmla="*/ 77054 w 136581"/>
                <a:gd name="connsiteY60" fmla="*/ 160588 h 374138"/>
                <a:gd name="connsiteX61" fmla="*/ 70958 w 136581"/>
                <a:gd name="connsiteY61" fmla="*/ 148587 h 374138"/>
                <a:gd name="connsiteX62" fmla="*/ 70958 w 136581"/>
                <a:gd name="connsiteY62" fmla="*/ 148587 h 374138"/>
                <a:gd name="connsiteX63" fmla="*/ 83055 w 136581"/>
                <a:gd name="connsiteY63" fmla="*/ 142491 h 374138"/>
                <a:gd name="connsiteX64" fmla="*/ 83055 w 136581"/>
                <a:gd name="connsiteY64" fmla="*/ 142491 h 374138"/>
                <a:gd name="connsiteX65" fmla="*/ 89056 w 136581"/>
                <a:gd name="connsiteY65" fmla="*/ 154588 h 374138"/>
                <a:gd name="connsiteX66" fmla="*/ 89056 w 136581"/>
                <a:gd name="connsiteY66" fmla="*/ 154588 h 374138"/>
                <a:gd name="connsiteX67" fmla="*/ 80007 w 136581"/>
                <a:gd name="connsiteY67" fmla="*/ 161065 h 374138"/>
                <a:gd name="connsiteX68" fmla="*/ 80007 w 136581"/>
                <a:gd name="connsiteY68" fmla="*/ 161065 h 374138"/>
                <a:gd name="connsiteX69" fmla="*/ 77054 w 136581"/>
                <a:gd name="connsiteY69" fmla="*/ 160588 h 374138"/>
                <a:gd name="connsiteX70" fmla="*/ 88770 w 136581"/>
                <a:gd name="connsiteY70" fmla="*/ 125156 h 374138"/>
                <a:gd name="connsiteX71" fmla="*/ 82769 w 136581"/>
                <a:gd name="connsiteY71" fmla="*/ 113059 h 374138"/>
                <a:gd name="connsiteX72" fmla="*/ 82769 w 136581"/>
                <a:gd name="connsiteY72" fmla="*/ 113059 h 374138"/>
                <a:gd name="connsiteX73" fmla="*/ 94771 w 136581"/>
                <a:gd name="connsiteY73" fmla="*/ 106963 h 374138"/>
                <a:gd name="connsiteX74" fmla="*/ 94771 w 136581"/>
                <a:gd name="connsiteY74" fmla="*/ 106963 h 374138"/>
                <a:gd name="connsiteX75" fmla="*/ 100867 w 136581"/>
                <a:gd name="connsiteY75" fmla="*/ 119059 h 374138"/>
                <a:gd name="connsiteX76" fmla="*/ 100867 w 136581"/>
                <a:gd name="connsiteY76" fmla="*/ 119059 h 374138"/>
                <a:gd name="connsiteX77" fmla="*/ 91723 w 136581"/>
                <a:gd name="connsiteY77" fmla="*/ 125536 h 374138"/>
                <a:gd name="connsiteX78" fmla="*/ 91723 w 136581"/>
                <a:gd name="connsiteY78" fmla="*/ 125536 h 374138"/>
                <a:gd name="connsiteX79" fmla="*/ 88770 w 136581"/>
                <a:gd name="connsiteY79" fmla="*/ 125156 h 374138"/>
                <a:gd name="connsiteX80" fmla="*/ 100581 w 136581"/>
                <a:gd name="connsiteY80" fmla="*/ 89627 h 374138"/>
                <a:gd name="connsiteX81" fmla="*/ 94485 w 136581"/>
                <a:gd name="connsiteY81" fmla="*/ 77531 h 374138"/>
                <a:gd name="connsiteX82" fmla="*/ 94485 w 136581"/>
                <a:gd name="connsiteY82" fmla="*/ 77531 h 374138"/>
                <a:gd name="connsiteX83" fmla="*/ 106486 w 136581"/>
                <a:gd name="connsiteY83" fmla="*/ 71434 h 374138"/>
                <a:gd name="connsiteX84" fmla="*/ 106486 w 136581"/>
                <a:gd name="connsiteY84" fmla="*/ 71434 h 374138"/>
                <a:gd name="connsiteX85" fmla="*/ 112582 w 136581"/>
                <a:gd name="connsiteY85" fmla="*/ 83531 h 374138"/>
                <a:gd name="connsiteX86" fmla="*/ 112582 w 136581"/>
                <a:gd name="connsiteY86" fmla="*/ 83531 h 374138"/>
                <a:gd name="connsiteX87" fmla="*/ 103534 w 136581"/>
                <a:gd name="connsiteY87" fmla="*/ 90104 h 374138"/>
                <a:gd name="connsiteX88" fmla="*/ 103534 w 136581"/>
                <a:gd name="connsiteY88" fmla="*/ 90104 h 374138"/>
                <a:gd name="connsiteX89" fmla="*/ 100581 w 136581"/>
                <a:gd name="connsiteY89" fmla="*/ 89627 h 374138"/>
                <a:gd name="connsiteX90" fmla="*/ 112297 w 136581"/>
                <a:gd name="connsiteY90" fmla="*/ 54099 h 374138"/>
                <a:gd name="connsiteX91" fmla="*/ 106296 w 136581"/>
                <a:gd name="connsiteY91" fmla="*/ 42002 h 374138"/>
                <a:gd name="connsiteX92" fmla="*/ 106296 w 136581"/>
                <a:gd name="connsiteY92" fmla="*/ 42002 h 374138"/>
                <a:gd name="connsiteX93" fmla="*/ 118297 w 136581"/>
                <a:gd name="connsiteY93" fmla="*/ 36002 h 374138"/>
                <a:gd name="connsiteX94" fmla="*/ 118297 w 136581"/>
                <a:gd name="connsiteY94" fmla="*/ 36002 h 374138"/>
                <a:gd name="connsiteX95" fmla="*/ 124298 w 136581"/>
                <a:gd name="connsiteY95" fmla="*/ 48003 h 374138"/>
                <a:gd name="connsiteX96" fmla="*/ 124298 w 136581"/>
                <a:gd name="connsiteY96" fmla="*/ 48003 h 374138"/>
                <a:gd name="connsiteX97" fmla="*/ 115345 w 136581"/>
                <a:gd name="connsiteY97" fmla="*/ 54575 h 374138"/>
                <a:gd name="connsiteX98" fmla="*/ 115345 w 136581"/>
                <a:gd name="connsiteY98" fmla="*/ 54575 h 374138"/>
                <a:gd name="connsiteX99" fmla="*/ 112297 w 136581"/>
                <a:gd name="connsiteY99" fmla="*/ 54099 h 374138"/>
                <a:gd name="connsiteX100" fmla="*/ 124108 w 136581"/>
                <a:gd name="connsiteY100" fmla="*/ 18571 h 374138"/>
                <a:gd name="connsiteX101" fmla="*/ 118012 w 136581"/>
                <a:gd name="connsiteY101" fmla="*/ 6474 h 374138"/>
                <a:gd name="connsiteX102" fmla="*/ 118012 w 136581"/>
                <a:gd name="connsiteY102" fmla="*/ 6474 h 374138"/>
                <a:gd name="connsiteX103" fmla="*/ 130013 w 136581"/>
                <a:gd name="connsiteY103" fmla="*/ 473 h 374138"/>
                <a:gd name="connsiteX104" fmla="*/ 130013 w 136581"/>
                <a:gd name="connsiteY104" fmla="*/ 473 h 374138"/>
                <a:gd name="connsiteX105" fmla="*/ 136109 w 136581"/>
                <a:gd name="connsiteY105" fmla="*/ 12475 h 374138"/>
                <a:gd name="connsiteX106" fmla="*/ 136109 w 136581"/>
                <a:gd name="connsiteY106" fmla="*/ 12475 h 374138"/>
                <a:gd name="connsiteX107" fmla="*/ 127061 w 136581"/>
                <a:gd name="connsiteY107" fmla="*/ 19047 h 374138"/>
                <a:gd name="connsiteX108" fmla="*/ 127061 w 136581"/>
                <a:gd name="connsiteY108" fmla="*/ 19047 h 374138"/>
                <a:gd name="connsiteX109" fmla="*/ 124108 w 136581"/>
                <a:gd name="connsiteY109" fmla="*/ 18571 h 37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36581" h="374138">
                  <a:moveTo>
                    <a:pt x="6474" y="373663"/>
                  </a:moveTo>
                  <a:cubicBezTo>
                    <a:pt x="1521" y="372044"/>
                    <a:pt x="-1146" y="366614"/>
                    <a:pt x="473" y="361661"/>
                  </a:cubicBezTo>
                  <a:lnTo>
                    <a:pt x="473" y="361661"/>
                  </a:lnTo>
                  <a:cubicBezTo>
                    <a:pt x="2093" y="356613"/>
                    <a:pt x="7522" y="353946"/>
                    <a:pt x="12475" y="355565"/>
                  </a:cubicBezTo>
                  <a:lnTo>
                    <a:pt x="12475" y="355565"/>
                  </a:lnTo>
                  <a:cubicBezTo>
                    <a:pt x="17523" y="357185"/>
                    <a:pt x="20190" y="362614"/>
                    <a:pt x="18571" y="367662"/>
                  </a:cubicBezTo>
                  <a:lnTo>
                    <a:pt x="18571" y="367662"/>
                  </a:lnTo>
                  <a:cubicBezTo>
                    <a:pt x="17237" y="371567"/>
                    <a:pt x="13522" y="374139"/>
                    <a:pt x="9522" y="374139"/>
                  </a:cubicBezTo>
                  <a:lnTo>
                    <a:pt x="9522" y="374139"/>
                  </a:lnTo>
                  <a:cubicBezTo>
                    <a:pt x="8474" y="374139"/>
                    <a:pt x="7522" y="373949"/>
                    <a:pt x="6474" y="373663"/>
                  </a:cubicBezTo>
                  <a:close/>
                  <a:moveTo>
                    <a:pt x="18190" y="338135"/>
                  </a:moveTo>
                  <a:cubicBezTo>
                    <a:pt x="13237" y="336515"/>
                    <a:pt x="10570" y="331086"/>
                    <a:pt x="12189" y="326133"/>
                  </a:cubicBezTo>
                  <a:lnTo>
                    <a:pt x="12189" y="326133"/>
                  </a:lnTo>
                  <a:cubicBezTo>
                    <a:pt x="13808" y="321085"/>
                    <a:pt x="19237" y="318418"/>
                    <a:pt x="24190" y="320037"/>
                  </a:cubicBezTo>
                  <a:lnTo>
                    <a:pt x="24190" y="320037"/>
                  </a:lnTo>
                  <a:cubicBezTo>
                    <a:pt x="29239" y="321656"/>
                    <a:pt x="31906" y="327086"/>
                    <a:pt x="30286" y="332134"/>
                  </a:cubicBezTo>
                  <a:lnTo>
                    <a:pt x="30286" y="332134"/>
                  </a:lnTo>
                  <a:cubicBezTo>
                    <a:pt x="28953" y="336134"/>
                    <a:pt x="25238" y="338611"/>
                    <a:pt x="21238" y="338611"/>
                  </a:cubicBezTo>
                  <a:lnTo>
                    <a:pt x="21238" y="338611"/>
                  </a:lnTo>
                  <a:cubicBezTo>
                    <a:pt x="20285" y="338611"/>
                    <a:pt x="19237" y="338420"/>
                    <a:pt x="18190" y="338135"/>
                  </a:cubicBezTo>
                  <a:close/>
                  <a:moveTo>
                    <a:pt x="30001" y="302606"/>
                  </a:moveTo>
                  <a:cubicBezTo>
                    <a:pt x="25048" y="300987"/>
                    <a:pt x="22286" y="295653"/>
                    <a:pt x="24000" y="290605"/>
                  </a:cubicBezTo>
                  <a:lnTo>
                    <a:pt x="24000" y="290605"/>
                  </a:lnTo>
                  <a:cubicBezTo>
                    <a:pt x="25619" y="285652"/>
                    <a:pt x="30953" y="282890"/>
                    <a:pt x="36001" y="284509"/>
                  </a:cubicBezTo>
                  <a:lnTo>
                    <a:pt x="36001" y="284509"/>
                  </a:lnTo>
                  <a:cubicBezTo>
                    <a:pt x="40955" y="286223"/>
                    <a:pt x="43717" y="291557"/>
                    <a:pt x="42002" y="296606"/>
                  </a:cubicBezTo>
                  <a:lnTo>
                    <a:pt x="42002" y="296606"/>
                  </a:lnTo>
                  <a:cubicBezTo>
                    <a:pt x="40669" y="300606"/>
                    <a:pt x="36954" y="303083"/>
                    <a:pt x="32953" y="303083"/>
                  </a:cubicBezTo>
                  <a:lnTo>
                    <a:pt x="32953" y="303083"/>
                  </a:lnTo>
                  <a:cubicBezTo>
                    <a:pt x="32001" y="303083"/>
                    <a:pt x="31049" y="302987"/>
                    <a:pt x="30001" y="302606"/>
                  </a:cubicBezTo>
                  <a:close/>
                  <a:moveTo>
                    <a:pt x="41812" y="267173"/>
                  </a:moveTo>
                  <a:cubicBezTo>
                    <a:pt x="36763" y="265459"/>
                    <a:pt x="34097" y="260125"/>
                    <a:pt x="35716" y="255077"/>
                  </a:cubicBezTo>
                  <a:lnTo>
                    <a:pt x="35716" y="255077"/>
                  </a:lnTo>
                  <a:cubicBezTo>
                    <a:pt x="37335" y="250124"/>
                    <a:pt x="42764" y="247361"/>
                    <a:pt x="47717" y="248981"/>
                  </a:cubicBezTo>
                  <a:lnTo>
                    <a:pt x="47717" y="248981"/>
                  </a:lnTo>
                  <a:cubicBezTo>
                    <a:pt x="52765" y="250695"/>
                    <a:pt x="55432" y="256029"/>
                    <a:pt x="53813" y="261077"/>
                  </a:cubicBezTo>
                  <a:lnTo>
                    <a:pt x="53813" y="261077"/>
                  </a:lnTo>
                  <a:cubicBezTo>
                    <a:pt x="52480" y="265078"/>
                    <a:pt x="48765" y="267650"/>
                    <a:pt x="44764" y="267650"/>
                  </a:cubicBezTo>
                  <a:lnTo>
                    <a:pt x="44764" y="267650"/>
                  </a:lnTo>
                  <a:cubicBezTo>
                    <a:pt x="43717" y="267650"/>
                    <a:pt x="42764" y="267459"/>
                    <a:pt x="41812" y="267173"/>
                  </a:cubicBezTo>
                  <a:close/>
                  <a:moveTo>
                    <a:pt x="53528" y="231645"/>
                  </a:moveTo>
                  <a:cubicBezTo>
                    <a:pt x="48479" y="229931"/>
                    <a:pt x="45812" y="224597"/>
                    <a:pt x="47432" y="219548"/>
                  </a:cubicBezTo>
                  <a:lnTo>
                    <a:pt x="47432" y="219548"/>
                  </a:lnTo>
                  <a:cubicBezTo>
                    <a:pt x="49146" y="214595"/>
                    <a:pt x="54480" y="211928"/>
                    <a:pt x="59528" y="213548"/>
                  </a:cubicBezTo>
                  <a:lnTo>
                    <a:pt x="59528" y="213548"/>
                  </a:lnTo>
                  <a:cubicBezTo>
                    <a:pt x="64481" y="215167"/>
                    <a:pt x="67243" y="220596"/>
                    <a:pt x="65529" y="225549"/>
                  </a:cubicBezTo>
                  <a:lnTo>
                    <a:pt x="65529" y="225549"/>
                  </a:lnTo>
                  <a:cubicBezTo>
                    <a:pt x="64195" y="229550"/>
                    <a:pt x="60481" y="232121"/>
                    <a:pt x="56480" y="232121"/>
                  </a:cubicBezTo>
                  <a:lnTo>
                    <a:pt x="56480" y="232121"/>
                  </a:lnTo>
                  <a:cubicBezTo>
                    <a:pt x="55528" y="232121"/>
                    <a:pt x="54480" y="231931"/>
                    <a:pt x="53528" y="231645"/>
                  </a:cubicBezTo>
                  <a:close/>
                  <a:moveTo>
                    <a:pt x="65243" y="196117"/>
                  </a:moveTo>
                  <a:cubicBezTo>
                    <a:pt x="60290" y="194498"/>
                    <a:pt x="57528" y="189068"/>
                    <a:pt x="59243" y="184020"/>
                  </a:cubicBezTo>
                  <a:lnTo>
                    <a:pt x="59243" y="184020"/>
                  </a:lnTo>
                  <a:cubicBezTo>
                    <a:pt x="60862" y="179067"/>
                    <a:pt x="66291" y="176400"/>
                    <a:pt x="71244" y="178019"/>
                  </a:cubicBezTo>
                  <a:lnTo>
                    <a:pt x="71244" y="178019"/>
                  </a:lnTo>
                  <a:cubicBezTo>
                    <a:pt x="76197" y="179638"/>
                    <a:pt x="78959" y="185068"/>
                    <a:pt x="77340" y="190021"/>
                  </a:cubicBezTo>
                  <a:lnTo>
                    <a:pt x="77340" y="190021"/>
                  </a:lnTo>
                  <a:cubicBezTo>
                    <a:pt x="76007" y="194021"/>
                    <a:pt x="72292" y="196593"/>
                    <a:pt x="68291" y="196593"/>
                  </a:cubicBezTo>
                  <a:lnTo>
                    <a:pt x="68291" y="196593"/>
                  </a:lnTo>
                  <a:cubicBezTo>
                    <a:pt x="67243" y="196593"/>
                    <a:pt x="66291" y="196403"/>
                    <a:pt x="65243" y="196117"/>
                  </a:cubicBezTo>
                  <a:close/>
                  <a:moveTo>
                    <a:pt x="77054" y="160588"/>
                  </a:moveTo>
                  <a:cubicBezTo>
                    <a:pt x="72006" y="158969"/>
                    <a:pt x="69339" y="153540"/>
                    <a:pt x="70958" y="148587"/>
                  </a:cubicBezTo>
                  <a:lnTo>
                    <a:pt x="70958" y="148587"/>
                  </a:lnTo>
                  <a:cubicBezTo>
                    <a:pt x="72673" y="143539"/>
                    <a:pt x="78007" y="140872"/>
                    <a:pt x="83055" y="142491"/>
                  </a:cubicBezTo>
                  <a:lnTo>
                    <a:pt x="83055" y="142491"/>
                  </a:lnTo>
                  <a:cubicBezTo>
                    <a:pt x="88008" y="144206"/>
                    <a:pt x="90675" y="149540"/>
                    <a:pt x="89056" y="154588"/>
                  </a:cubicBezTo>
                  <a:lnTo>
                    <a:pt x="89056" y="154588"/>
                  </a:lnTo>
                  <a:cubicBezTo>
                    <a:pt x="87722" y="158588"/>
                    <a:pt x="84007" y="161065"/>
                    <a:pt x="80007" y="161065"/>
                  </a:cubicBezTo>
                  <a:lnTo>
                    <a:pt x="80007" y="161065"/>
                  </a:lnTo>
                  <a:cubicBezTo>
                    <a:pt x="79055" y="161065"/>
                    <a:pt x="78007" y="160874"/>
                    <a:pt x="77054" y="160588"/>
                  </a:cubicBezTo>
                  <a:close/>
                  <a:moveTo>
                    <a:pt x="88770" y="125156"/>
                  </a:moveTo>
                  <a:cubicBezTo>
                    <a:pt x="83817" y="123441"/>
                    <a:pt x="81055" y="118107"/>
                    <a:pt x="82769" y="113059"/>
                  </a:cubicBezTo>
                  <a:lnTo>
                    <a:pt x="82769" y="113059"/>
                  </a:lnTo>
                  <a:cubicBezTo>
                    <a:pt x="84388" y="108106"/>
                    <a:pt x="89818" y="105344"/>
                    <a:pt x="94771" y="106963"/>
                  </a:cubicBezTo>
                  <a:lnTo>
                    <a:pt x="94771" y="106963"/>
                  </a:lnTo>
                  <a:cubicBezTo>
                    <a:pt x="99819" y="108677"/>
                    <a:pt x="102486" y="114011"/>
                    <a:pt x="100867" y="119059"/>
                  </a:cubicBezTo>
                  <a:lnTo>
                    <a:pt x="100867" y="119059"/>
                  </a:lnTo>
                  <a:cubicBezTo>
                    <a:pt x="99533" y="123060"/>
                    <a:pt x="95818" y="125536"/>
                    <a:pt x="91723" y="125536"/>
                  </a:cubicBezTo>
                  <a:lnTo>
                    <a:pt x="91723" y="125536"/>
                  </a:lnTo>
                  <a:cubicBezTo>
                    <a:pt x="90770" y="125536"/>
                    <a:pt x="89722" y="125536"/>
                    <a:pt x="88770" y="125156"/>
                  </a:cubicBezTo>
                  <a:close/>
                  <a:moveTo>
                    <a:pt x="100581" y="89627"/>
                  </a:moveTo>
                  <a:cubicBezTo>
                    <a:pt x="95533" y="87913"/>
                    <a:pt x="92866" y="82579"/>
                    <a:pt x="94485" y="77531"/>
                  </a:cubicBezTo>
                  <a:lnTo>
                    <a:pt x="94485" y="77531"/>
                  </a:lnTo>
                  <a:cubicBezTo>
                    <a:pt x="96199" y="72578"/>
                    <a:pt x="101534" y="69815"/>
                    <a:pt x="106486" y="71434"/>
                  </a:cubicBezTo>
                  <a:lnTo>
                    <a:pt x="106486" y="71434"/>
                  </a:lnTo>
                  <a:cubicBezTo>
                    <a:pt x="111535" y="73149"/>
                    <a:pt x="114202" y="78483"/>
                    <a:pt x="112582" y="83531"/>
                  </a:cubicBezTo>
                  <a:lnTo>
                    <a:pt x="112582" y="83531"/>
                  </a:lnTo>
                  <a:cubicBezTo>
                    <a:pt x="111249" y="87532"/>
                    <a:pt x="107534" y="90104"/>
                    <a:pt x="103534" y="90104"/>
                  </a:cubicBezTo>
                  <a:lnTo>
                    <a:pt x="103534" y="90104"/>
                  </a:lnTo>
                  <a:cubicBezTo>
                    <a:pt x="102581" y="90104"/>
                    <a:pt x="101534" y="89913"/>
                    <a:pt x="100581" y="89627"/>
                  </a:cubicBezTo>
                  <a:close/>
                  <a:moveTo>
                    <a:pt x="112297" y="54099"/>
                  </a:moveTo>
                  <a:cubicBezTo>
                    <a:pt x="107249" y="52480"/>
                    <a:pt x="104582" y="47051"/>
                    <a:pt x="106296" y="42002"/>
                  </a:cubicBezTo>
                  <a:lnTo>
                    <a:pt x="106296" y="42002"/>
                  </a:lnTo>
                  <a:cubicBezTo>
                    <a:pt x="107915" y="37049"/>
                    <a:pt x="113249" y="34382"/>
                    <a:pt x="118297" y="36002"/>
                  </a:cubicBezTo>
                  <a:lnTo>
                    <a:pt x="118297" y="36002"/>
                  </a:lnTo>
                  <a:cubicBezTo>
                    <a:pt x="123251" y="37621"/>
                    <a:pt x="126013" y="43050"/>
                    <a:pt x="124298" y="48003"/>
                  </a:cubicBezTo>
                  <a:lnTo>
                    <a:pt x="124298" y="48003"/>
                  </a:lnTo>
                  <a:cubicBezTo>
                    <a:pt x="122965" y="52004"/>
                    <a:pt x="119250" y="54575"/>
                    <a:pt x="115345" y="54575"/>
                  </a:cubicBezTo>
                  <a:lnTo>
                    <a:pt x="115345" y="54575"/>
                  </a:lnTo>
                  <a:cubicBezTo>
                    <a:pt x="114297" y="54575"/>
                    <a:pt x="113345" y="54385"/>
                    <a:pt x="112297" y="54099"/>
                  </a:cubicBezTo>
                  <a:close/>
                  <a:moveTo>
                    <a:pt x="124108" y="18571"/>
                  </a:moveTo>
                  <a:cubicBezTo>
                    <a:pt x="119059" y="16952"/>
                    <a:pt x="116393" y="11522"/>
                    <a:pt x="118012" y="6474"/>
                  </a:cubicBezTo>
                  <a:lnTo>
                    <a:pt x="118012" y="6474"/>
                  </a:lnTo>
                  <a:cubicBezTo>
                    <a:pt x="119631" y="1521"/>
                    <a:pt x="125060" y="-1146"/>
                    <a:pt x="130013" y="473"/>
                  </a:cubicBezTo>
                  <a:lnTo>
                    <a:pt x="130013" y="473"/>
                  </a:lnTo>
                  <a:cubicBezTo>
                    <a:pt x="135061" y="2092"/>
                    <a:pt x="137728" y="7522"/>
                    <a:pt x="136109" y="12475"/>
                  </a:cubicBezTo>
                  <a:lnTo>
                    <a:pt x="136109" y="12475"/>
                  </a:lnTo>
                  <a:cubicBezTo>
                    <a:pt x="134776" y="16475"/>
                    <a:pt x="131061" y="19047"/>
                    <a:pt x="127061" y="19047"/>
                  </a:cubicBezTo>
                  <a:lnTo>
                    <a:pt x="127061" y="19047"/>
                  </a:lnTo>
                  <a:cubicBezTo>
                    <a:pt x="126013" y="19047"/>
                    <a:pt x="125060" y="18857"/>
                    <a:pt x="124108" y="185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86EEF17-C774-0364-51BC-26386EF2C56C}"/>
                </a:ext>
              </a:extLst>
            </p:cNvPr>
            <p:cNvSpPr/>
            <p:nvPr/>
          </p:nvSpPr>
          <p:spPr>
            <a:xfrm>
              <a:off x="6108371" y="3158478"/>
              <a:ext cx="280248" cy="433303"/>
            </a:xfrm>
            <a:custGeom>
              <a:avLst/>
              <a:gdLst>
                <a:gd name="connsiteX0" fmla="*/ 262711 w 280248"/>
                <a:gd name="connsiteY0" fmla="*/ 428827 h 433303"/>
                <a:gd name="connsiteX1" fmla="*/ 265664 w 280248"/>
                <a:gd name="connsiteY1" fmla="*/ 415682 h 433303"/>
                <a:gd name="connsiteX2" fmla="*/ 265664 w 280248"/>
                <a:gd name="connsiteY2" fmla="*/ 415682 h 433303"/>
                <a:gd name="connsiteX3" fmla="*/ 278808 w 280248"/>
                <a:gd name="connsiteY3" fmla="*/ 418635 h 433303"/>
                <a:gd name="connsiteX4" fmla="*/ 278808 w 280248"/>
                <a:gd name="connsiteY4" fmla="*/ 418635 h 433303"/>
                <a:gd name="connsiteX5" fmla="*/ 275855 w 280248"/>
                <a:gd name="connsiteY5" fmla="*/ 431780 h 433303"/>
                <a:gd name="connsiteX6" fmla="*/ 275855 w 280248"/>
                <a:gd name="connsiteY6" fmla="*/ 431780 h 433303"/>
                <a:gd name="connsiteX7" fmla="*/ 270807 w 280248"/>
                <a:gd name="connsiteY7" fmla="*/ 433304 h 433303"/>
                <a:gd name="connsiteX8" fmla="*/ 270807 w 280248"/>
                <a:gd name="connsiteY8" fmla="*/ 433304 h 433303"/>
                <a:gd name="connsiteX9" fmla="*/ 262711 w 280248"/>
                <a:gd name="connsiteY9" fmla="*/ 428827 h 433303"/>
                <a:gd name="connsiteX10" fmla="*/ 242613 w 280248"/>
                <a:gd name="connsiteY10" fmla="*/ 396918 h 433303"/>
                <a:gd name="connsiteX11" fmla="*/ 245566 w 280248"/>
                <a:gd name="connsiteY11" fmla="*/ 383869 h 433303"/>
                <a:gd name="connsiteX12" fmla="*/ 245566 w 280248"/>
                <a:gd name="connsiteY12" fmla="*/ 383869 h 433303"/>
                <a:gd name="connsiteX13" fmla="*/ 258710 w 280248"/>
                <a:gd name="connsiteY13" fmla="*/ 386822 h 433303"/>
                <a:gd name="connsiteX14" fmla="*/ 258710 w 280248"/>
                <a:gd name="connsiteY14" fmla="*/ 386822 h 433303"/>
                <a:gd name="connsiteX15" fmla="*/ 255758 w 280248"/>
                <a:gd name="connsiteY15" fmla="*/ 399966 h 433303"/>
                <a:gd name="connsiteX16" fmla="*/ 255758 w 280248"/>
                <a:gd name="connsiteY16" fmla="*/ 399966 h 433303"/>
                <a:gd name="connsiteX17" fmla="*/ 250709 w 280248"/>
                <a:gd name="connsiteY17" fmla="*/ 401395 h 433303"/>
                <a:gd name="connsiteX18" fmla="*/ 250709 w 280248"/>
                <a:gd name="connsiteY18" fmla="*/ 401395 h 433303"/>
                <a:gd name="connsiteX19" fmla="*/ 242613 w 280248"/>
                <a:gd name="connsiteY19" fmla="*/ 396918 h 433303"/>
                <a:gd name="connsiteX20" fmla="*/ 222516 w 280248"/>
                <a:gd name="connsiteY20" fmla="*/ 365105 h 433303"/>
                <a:gd name="connsiteX21" fmla="*/ 225468 w 280248"/>
                <a:gd name="connsiteY21" fmla="*/ 351960 h 433303"/>
                <a:gd name="connsiteX22" fmla="*/ 225468 w 280248"/>
                <a:gd name="connsiteY22" fmla="*/ 351960 h 433303"/>
                <a:gd name="connsiteX23" fmla="*/ 238613 w 280248"/>
                <a:gd name="connsiteY23" fmla="*/ 354913 h 433303"/>
                <a:gd name="connsiteX24" fmla="*/ 238613 w 280248"/>
                <a:gd name="connsiteY24" fmla="*/ 354913 h 433303"/>
                <a:gd name="connsiteX25" fmla="*/ 235660 w 280248"/>
                <a:gd name="connsiteY25" fmla="*/ 368057 h 433303"/>
                <a:gd name="connsiteX26" fmla="*/ 235660 w 280248"/>
                <a:gd name="connsiteY26" fmla="*/ 368057 h 433303"/>
                <a:gd name="connsiteX27" fmla="*/ 230612 w 280248"/>
                <a:gd name="connsiteY27" fmla="*/ 369581 h 433303"/>
                <a:gd name="connsiteX28" fmla="*/ 230612 w 280248"/>
                <a:gd name="connsiteY28" fmla="*/ 369581 h 433303"/>
                <a:gd name="connsiteX29" fmla="*/ 222516 w 280248"/>
                <a:gd name="connsiteY29" fmla="*/ 365105 h 433303"/>
                <a:gd name="connsiteX30" fmla="*/ 202418 w 280248"/>
                <a:gd name="connsiteY30" fmla="*/ 333291 h 433303"/>
                <a:gd name="connsiteX31" fmla="*/ 205370 w 280248"/>
                <a:gd name="connsiteY31" fmla="*/ 320051 h 433303"/>
                <a:gd name="connsiteX32" fmla="*/ 205370 w 280248"/>
                <a:gd name="connsiteY32" fmla="*/ 320051 h 433303"/>
                <a:gd name="connsiteX33" fmla="*/ 218515 w 280248"/>
                <a:gd name="connsiteY33" fmla="*/ 323099 h 433303"/>
                <a:gd name="connsiteX34" fmla="*/ 218515 w 280248"/>
                <a:gd name="connsiteY34" fmla="*/ 323099 h 433303"/>
                <a:gd name="connsiteX35" fmla="*/ 215562 w 280248"/>
                <a:gd name="connsiteY35" fmla="*/ 336244 h 433303"/>
                <a:gd name="connsiteX36" fmla="*/ 215562 w 280248"/>
                <a:gd name="connsiteY36" fmla="*/ 336244 h 433303"/>
                <a:gd name="connsiteX37" fmla="*/ 210514 w 280248"/>
                <a:gd name="connsiteY37" fmla="*/ 337673 h 433303"/>
                <a:gd name="connsiteX38" fmla="*/ 210514 w 280248"/>
                <a:gd name="connsiteY38" fmla="*/ 337673 h 433303"/>
                <a:gd name="connsiteX39" fmla="*/ 202418 w 280248"/>
                <a:gd name="connsiteY39" fmla="*/ 333291 h 433303"/>
                <a:gd name="connsiteX40" fmla="*/ 182320 w 280248"/>
                <a:gd name="connsiteY40" fmla="*/ 301382 h 433303"/>
                <a:gd name="connsiteX41" fmla="*/ 185273 w 280248"/>
                <a:gd name="connsiteY41" fmla="*/ 288238 h 433303"/>
                <a:gd name="connsiteX42" fmla="*/ 185273 w 280248"/>
                <a:gd name="connsiteY42" fmla="*/ 288238 h 433303"/>
                <a:gd name="connsiteX43" fmla="*/ 198417 w 280248"/>
                <a:gd name="connsiteY43" fmla="*/ 291191 h 433303"/>
                <a:gd name="connsiteX44" fmla="*/ 198417 w 280248"/>
                <a:gd name="connsiteY44" fmla="*/ 291191 h 433303"/>
                <a:gd name="connsiteX45" fmla="*/ 195464 w 280248"/>
                <a:gd name="connsiteY45" fmla="*/ 304335 h 433303"/>
                <a:gd name="connsiteX46" fmla="*/ 195464 w 280248"/>
                <a:gd name="connsiteY46" fmla="*/ 304335 h 433303"/>
                <a:gd name="connsiteX47" fmla="*/ 190416 w 280248"/>
                <a:gd name="connsiteY47" fmla="*/ 305859 h 433303"/>
                <a:gd name="connsiteX48" fmla="*/ 190416 w 280248"/>
                <a:gd name="connsiteY48" fmla="*/ 305859 h 433303"/>
                <a:gd name="connsiteX49" fmla="*/ 182320 w 280248"/>
                <a:gd name="connsiteY49" fmla="*/ 301382 h 433303"/>
                <a:gd name="connsiteX50" fmla="*/ 162222 w 280248"/>
                <a:gd name="connsiteY50" fmla="*/ 269474 h 433303"/>
                <a:gd name="connsiteX51" fmla="*/ 165175 w 280248"/>
                <a:gd name="connsiteY51" fmla="*/ 256329 h 433303"/>
                <a:gd name="connsiteX52" fmla="*/ 165175 w 280248"/>
                <a:gd name="connsiteY52" fmla="*/ 256329 h 433303"/>
                <a:gd name="connsiteX53" fmla="*/ 178319 w 280248"/>
                <a:gd name="connsiteY53" fmla="*/ 259377 h 433303"/>
                <a:gd name="connsiteX54" fmla="*/ 178319 w 280248"/>
                <a:gd name="connsiteY54" fmla="*/ 259377 h 433303"/>
                <a:gd name="connsiteX55" fmla="*/ 175367 w 280248"/>
                <a:gd name="connsiteY55" fmla="*/ 272522 h 433303"/>
                <a:gd name="connsiteX56" fmla="*/ 175367 w 280248"/>
                <a:gd name="connsiteY56" fmla="*/ 272522 h 433303"/>
                <a:gd name="connsiteX57" fmla="*/ 170318 w 280248"/>
                <a:gd name="connsiteY57" fmla="*/ 273950 h 433303"/>
                <a:gd name="connsiteX58" fmla="*/ 170318 w 280248"/>
                <a:gd name="connsiteY58" fmla="*/ 273950 h 433303"/>
                <a:gd name="connsiteX59" fmla="*/ 162222 w 280248"/>
                <a:gd name="connsiteY59" fmla="*/ 269474 h 433303"/>
                <a:gd name="connsiteX60" fmla="*/ 142124 w 280248"/>
                <a:gd name="connsiteY60" fmla="*/ 237660 h 433303"/>
                <a:gd name="connsiteX61" fmla="*/ 145077 w 280248"/>
                <a:gd name="connsiteY61" fmla="*/ 224516 h 433303"/>
                <a:gd name="connsiteX62" fmla="*/ 145077 w 280248"/>
                <a:gd name="connsiteY62" fmla="*/ 224516 h 433303"/>
                <a:gd name="connsiteX63" fmla="*/ 158222 w 280248"/>
                <a:gd name="connsiteY63" fmla="*/ 227468 h 433303"/>
                <a:gd name="connsiteX64" fmla="*/ 158222 w 280248"/>
                <a:gd name="connsiteY64" fmla="*/ 227468 h 433303"/>
                <a:gd name="connsiteX65" fmla="*/ 155269 w 280248"/>
                <a:gd name="connsiteY65" fmla="*/ 240613 h 433303"/>
                <a:gd name="connsiteX66" fmla="*/ 155269 w 280248"/>
                <a:gd name="connsiteY66" fmla="*/ 240613 h 433303"/>
                <a:gd name="connsiteX67" fmla="*/ 150221 w 280248"/>
                <a:gd name="connsiteY67" fmla="*/ 242137 h 433303"/>
                <a:gd name="connsiteX68" fmla="*/ 150221 w 280248"/>
                <a:gd name="connsiteY68" fmla="*/ 242137 h 433303"/>
                <a:gd name="connsiteX69" fmla="*/ 142124 w 280248"/>
                <a:gd name="connsiteY69" fmla="*/ 237660 h 433303"/>
                <a:gd name="connsiteX70" fmla="*/ 122027 w 280248"/>
                <a:gd name="connsiteY70" fmla="*/ 205751 h 433303"/>
                <a:gd name="connsiteX71" fmla="*/ 124979 w 280248"/>
                <a:gd name="connsiteY71" fmla="*/ 192607 h 433303"/>
                <a:gd name="connsiteX72" fmla="*/ 124979 w 280248"/>
                <a:gd name="connsiteY72" fmla="*/ 192607 h 433303"/>
                <a:gd name="connsiteX73" fmla="*/ 138124 w 280248"/>
                <a:gd name="connsiteY73" fmla="*/ 195655 h 433303"/>
                <a:gd name="connsiteX74" fmla="*/ 138124 w 280248"/>
                <a:gd name="connsiteY74" fmla="*/ 195655 h 433303"/>
                <a:gd name="connsiteX75" fmla="*/ 135171 w 280248"/>
                <a:gd name="connsiteY75" fmla="*/ 208799 h 433303"/>
                <a:gd name="connsiteX76" fmla="*/ 135171 w 280248"/>
                <a:gd name="connsiteY76" fmla="*/ 208799 h 433303"/>
                <a:gd name="connsiteX77" fmla="*/ 130123 w 280248"/>
                <a:gd name="connsiteY77" fmla="*/ 210228 h 433303"/>
                <a:gd name="connsiteX78" fmla="*/ 130123 w 280248"/>
                <a:gd name="connsiteY78" fmla="*/ 210228 h 433303"/>
                <a:gd name="connsiteX79" fmla="*/ 122027 w 280248"/>
                <a:gd name="connsiteY79" fmla="*/ 205751 h 433303"/>
                <a:gd name="connsiteX80" fmla="*/ 101929 w 280248"/>
                <a:gd name="connsiteY80" fmla="*/ 173938 h 433303"/>
                <a:gd name="connsiteX81" fmla="*/ 104882 w 280248"/>
                <a:gd name="connsiteY81" fmla="*/ 160793 h 433303"/>
                <a:gd name="connsiteX82" fmla="*/ 104882 w 280248"/>
                <a:gd name="connsiteY82" fmla="*/ 160793 h 433303"/>
                <a:gd name="connsiteX83" fmla="*/ 118026 w 280248"/>
                <a:gd name="connsiteY83" fmla="*/ 163746 h 433303"/>
                <a:gd name="connsiteX84" fmla="*/ 118026 w 280248"/>
                <a:gd name="connsiteY84" fmla="*/ 163746 h 433303"/>
                <a:gd name="connsiteX85" fmla="*/ 115073 w 280248"/>
                <a:gd name="connsiteY85" fmla="*/ 176891 h 433303"/>
                <a:gd name="connsiteX86" fmla="*/ 115073 w 280248"/>
                <a:gd name="connsiteY86" fmla="*/ 176891 h 433303"/>
                <a:gd name="connsiteX87" fmla="*/ 110025 w 280248"/>
                <a:gd name="connsiteY87" fmla="*/ 178319 h 433303"/>
                <a:gd name="connsiteX88" fmla="*/ 110025 w 280248"/>
                <a:gd name="connsiteY88" fmla="*/ 178319 h 433303"/>
                <a:gd name="connsiteX89" fmla="*/ 101929 w 280248"/>
                <a:gd name="connsiteY89" fmla="*/ 173938 h 433303"/>
                <a:gd name="connsiteX90" fmla="*/ 81831 w 280248"/>
                <a:gd name="connsiteY90" fmla="*/ 142029 h 433303"/>
                <a:gd name="connsiteX91" fmla="*/ 84784 w 280248"/>
                <a:gd name="connsiteY91" fmla="*/ 128885 h 433303"/>
                <a:gd name="connsiteX92" fmla="*/ 84784 w 280248"/>
                <a:gd name="connsiteY92" fmla="*/ 128885 h 433303"/>
                <a:gd name="connsiteX93" fmla="*/ 97928 w 280248"/>
                <a:gd name="connsiteY93" fmla="*/ 131837 h 433303"/>
                <a:gd name="connsiteX94" fmla="*/ 97928 w 280248"/>
                <a:gd name="connsiteY94" fmla="*/ 131837 h 433303"/>
                <a:gd name="connsiteX95" fmla="*/ 94976 w 280248"/>
                <a:gd name="connsiteY95" fmla="*/ 145077 h 433303"/>
                <a:gd name="connsiteX96" fmla="*/ 94976 w 280248"/>
                <a:gd name="connsiteY96" fmla="*/ 145077 h 433303"/>
                <a:gd name="connsiteX97" fmla="*/ 89927 w 280248"/>
                <a:gd name="connsiteY97" fmla="*/ 146506 h 433303"/>
                <a:gd name="connsiteX98" fmla="*/ 89927 w 280248"/>
                <a:gd name="connsiteY98" fmla="*/ 146506 h 433303"/>
                <a:gd name="connsiteX99" fmla="*/ 81831 w 280248"/>
                <a:gd name="connsiteY99" fmla="*/ 142029 h 433303"/>
                <a:gd name="connsiteX100" fmla="*/ 61733 w 280248"/>
                <a:gd name="connsiteY100" fmla="*/ 110216 h 433303"/>
                <a:gd name="connsiteX101" fmla="*/ 64686 w 280248"/>
                <a:gd name="connsiteY101" fmla="*/ 97071 h 433303"/>
                <a:gd name="connsiteX102" fmla="*/ 64686 w 280248"/>
                <a:gd name="connsiteY102" fmla="*/ 97071 h 433303"/>
                <a:gd name="connsiteX103" fmla="*/ 77831 w 280248"/>
                <a:gd name="connsiteY103" fmla="*/ 100024 h 433303"/>
                <a:gd name="connsiteX104" fmla="*/ 77831 w 280248"/>
                <a:gd name="connsiteY104" fmla="*/ 100024 h 433303"/>
                <a:gd name="connsiteX105" fmla="*/ 74878 w 280248"/>
                <a:gd name="connsiteY105" fmla="*/ 113168 h 433303"/>
                <a:gd name="connsiteX106" fmla="*/ 74878 w 280248"/>
                <a:gd name="connsiteY106" fmla="*/ 113168 h 433303"/>
                <a:gd name="connsiteX107" fmla="*/ 69830 w 280248"/>
                <a:gd name="connsiteY107" fmla="*/ 114597 h 433303"/>
                <a:gd name="connsiteX108" fmla="*/ 69830 w 280248"/>
                <a:gd name="connsiteY108" fmla="*/ 114597 h 433303"/>
                <a:gd name="connsiteX109" fmla="*/ 61733 w 280248"/>
                <a:gd name="connsiteY109" fmla="*/ 110216 h 433303"/>
                <a:gd name="connsiteX110" fmla="*/ 41636 w 280248"/>
                <a:gd name="connsiteY110" fmla="*/ 78307 h 433303"/>
                <a:gd name="connsiteX111" fmla="*/ 44588 w 280248"/>
                <a:gd name="connsiteY111" fmla="*/ 65162 h 433303"/>
                <a:gd name="connsiteX112" fmla="*/ 44588 w 280248"/>
                <a:gd name="connsiteY112" fmla="*/ 65162 h 433303"/>
                <a:gd name="connsiteX113" fmla="*/ 57733 w 280248"/>
                <a:gd name="connsiteY113" fmla="*/ 68210 h 433303"/>
                <a:gd name="connsiteX114" fmla="*/ 57733 w 280248"/>
                <a:gd name="connsiteY114" fmla="*/ 68210 h 433303"/>
                <a:gd name="connsiteX115" fmla="*/ 54780 w 280248"/>
                <a:gd name="connsiteY115" fmla="*/ 81260 h 433303"/>
                <a:gd name="connsiteX116" fmla="*/ 54780 w 280248"/>
                <a:gd name="connsiteY116" fmla="*/ 81260 h 433303"/>
                <a:gd name="connsiteX117" fmla="*/ 49732 w 280248"/>
                <a:gd name="connsiteY117" fmla="*/ 82784 h 433303"/>
                <a:gd name="connsiteX118" fmla="*/ 49732 w 280248"/>
                <a:gd name="connsiteY118" fmla="*/ 82784 h 433303"/>
                <a:gd name="connsiteX119" fmla="*/ 41636 w 280248"/>
                <a:gd name="connsiteY119" fmla="*/ 78307 h 433303"/>
                <a:gd name="connsiteX120" fmla="*/ 21538 w 280248"/>
                <a:gd name="connsiteY120" fmla="*/ 46493 h 433303"/>
                <a:gd name="connsiteX121" fmla="*/ 24491 w 280248"/>
                <a:gd name="connsiteY121" fmla="*/ 33349 h 433303"/>
                <a:gd name="connsiteX122" fmla="*/ 24491 w 280248"/>
                <a:gd name="connsiteY122" fmla="*/ 33349 h 433303"/>
                <a:gd name="connsiteX123" fmla="*/ 37635 w 280248"/>
                <a:gd name="connsiteY123" fmla="*/ 36302 h 433303"/>
                <a:gd name="connsiteX124" fmla="*/ 37635 w 280248"/>
                <a:gd name="connsiteY124" fmla="*/ 36302 h 433303"/>
                <a:gd name="connsiteX125" fmla="*/ 34682 w 280248"/>
                <a:gd name="connsiteY125" fmla="*/ 49446 h 433303"/>
                <a:gd name="connsiteX126" fmla="*/ 34682 w 280248"/>
                <a:gd name="connsiteY126" fmla="*/ 49446 h 433303"/>
                <a:gd name="connsiteX127" fmla="*/ 29634 w 280248"/>
                <a:gd name="connsiteY127" fmla="*/ 50875 h 433303"/>
                <a:gd name="connsiteX128" fmla="*/ 29634 w 280248"/>
                <a:gd name="connsiteY128" fmla="*/ 50875 h 433303"/>
                <a:gd name="connsiteX129" fmla="*/ 21538 w 280248"/>
                <a:gd name="connsiteY129" fmla="*/ 46493 h 433303"/>
                <a:gd name="connsiteX130" fmla="*/ 1440 w 280248"/>
                <a:gd name="connsiteY130" fmla="*/ 14585 h 433303"/>
                <a:gd name="connsiteX131" fmla="*/ 4393 w 280248"/>
                <a:gd name="connsiteY131" fmla="*/ 1440 h 433303"/>
                <a:gd name="connsiteX132" fmla="*/ 4393 w 280248"/>
                <a:gd name="connsiteY132" fmla="*/ 1440 h 433303"/>
                <a:gd name="connsiteX133" fmla="*/ 17633 w 280248"/>
                <a:gd name="connsiteY133" fmla="*/ 4393 h 433303"/>
                <a:gd name="connsiteX134" fmla="*/ 17633 w 280248"/>
                <a:gd name="connsiteY134" fmla="*/ 4393 h 433303"/>
                <a:gd name="connsiteX135" fmla="*/ 14585 w 280248"/>
                <a:gd name="connsiteY135" fmla="*/ 17633 h 433303"/>
                <a:gd name="connsiteX136" fmla="*/ 14585 w 280248"/>
                <a:gd name="connsiteY136" fmla="*/ 17633 h 433303"/>
                <a:gd name="connsiteX137" fmla="*/ 9536 w 280248"/>
                <a:gd name="connsiteY137" fmla="*/ 19061 h 433303"/>
                <a:gd name="connsiteX138" fmla="*/ 9536 w 280248"/>
                <a:gd name="connsiteY138" fmla="*/ 19061 h 433303"/>
                <a:gd name="connsiteX139" fmla="*/ 1440 w 280248"/>
                <a:gd name="connsiteY139" fmla="*/ 14585 h 433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80248" h="433303">
                  <a:moveTo>
                    <a:pt x="262711" y="428827"/>
                  </a:moveTo>
                  <a:cubicBezTo>
                    <a:pt x="259853" y="424350"/>
                    <a:pt x="261187" y="418445"/>
                    <a:pt x="265664" y="415682"/>
                  </a:cubicBezTo>
                  <a:lnTo>
                    <a:pt x="265664" y="415682"/>
                  </a:lnTo>
                  <a:cubicBezTo>
                    <a:pt x="270141" y="412920"/>
                    <a:pt x="276046" y="414254"/>
                    <a:pt x="278808" y="418635"/>
                  </a:cubicBezTo>
                  <a:lnTo>
                    <a:pt x="278808" y="418635"/>
                  </a:lnTo>
                  <a:cubicBezTo>
                    <a:pt x="281570" y="423112"/>
                    <a:pt x="280237" y="429017"/>
                    <a:pt x="275855" y="431780"/>
                  </a:cubicBezTo>
                  <a:lnTo>
                    <a:pt x="275855" y="431780"/>
                  </a:lnTo>
                  <a:cubicBezTo>
                    <a:pt x="274236" y="432827"/>
                    <a:pt x="272522" y="433304"/>
                    <a:pt x="270807" y="433304"/>
                  </a:cubicBezTo>
                  <a:lnTo>
                    <a:pt x="270807" y="433304"/>
                  </a:lnTo>
                  <a:cubicBezTo>
                    <a:pt x="267569" y="433304"/>
                    <a:pt x="264521" y="431684"/>
                    <a:pt x="262711" y="428827"/>
                  </a:cubicBezTo>
                  <a:close/>
                  <a:moveTo>
                    <a:pt x="242613" y="396918"/>
                  </a:moveTo>
                  <a:cubicBezTo>
                    <a:pt x="239756" y="392537"/>
                    <a:pt x="241089" y="386631"/>
                    <a:pt x="245566" y="383869"/>
                  </a:cubicBezTo>
                  <a:lnTo>
                    <a:pt x="245566" y="383869"/>
                  </a:lnTo>
                  <a:cubicBezTo>
                    <a:pt x="250043" y="381011"/>
                    <a:pt x="255853" y="382345"/>
                    <a:pt x="258710" y="386822"/>
                  </a:cubicBezTo>
                  <a:lnTo>
                    <a:pt x="258710" y="386822"/>
                  </a:lnTo>
                  <a:cubicBezTo>
                    <a:pt x="261473" y="391298"/>
                    <a:pt x="260234" y="397109"/>
                    <a:pt x="255758" y="399966"/>
                  </a:cubicBezTo>
                  <a:lnTo>
                    <a:pt x="255758" y="399966"/>
                  </a:lnTo>
                  <a:cubicBezTo>
                    <a:pt x="254138" y="400919"/>
                    <a:pt x="252424" y="401395"/>
                    <a:pt x="250709" y="401395"/>
                  </a:cubicBezTo>
                  <a:lnTo>
                    <a:pt x="250709" y="401395"/>
                  </a:lnTo>
                  <a:cubicBezTo>
                    <a:pt x="247471" y="401395"/>
                    <a:pt x="244423" y="399871"/>
                    <a:pt x="242613" y="396918"/>
                  </a:cubicBezTo>
                  <a:close/>
                  <a:moveTo>
                    <a:pt x="222516" y="365105"/>
                  </a:moveTo>
                  <a:cubicBezTo>
                    <a:pt x="219658" y="360628"/>
                    <a:pt x="220991" y="354818"/>
                    <a:pt x="225468" y="351960"/>
                  </a:cubicBezTo>
                  <a:lnTo>
                    <a:pt x="225468" y="351960"/>
                  </a:lnTo>
                  <a:cubicBezTo>
                    <a:pt x="229945" y="349103"/>
                    <a:pt x="235850" y="350436"/>
                    <a:pt x="238613" y="354913"/>
                  </a:cubicBezTo>
                  <a:lnTo>
                    <a:pt x="238613" y="354913"/>
                  </a:lnTo>
                  <a:cubicBezTo>
                    <a:pt x="241470" y="359390"/>
                    <a:pt x="240041" y="365295"/>
                    <a:pt x="235660" y="368057"/>
                  </a:cubicBezTo>
                  <a:lnTo>
                    <a:pt x="235660" y="368057"/>
                  </a:lnTo>
                  <a:cubicBezTo>
                    <a:pt x="234041" y="369105"/>
                    <a:pt x="232326" y="369581"/>
                    <a:pt x="230612" y="369581"/>
                  </a:cubicBezTo>
                  <a:lnTo>
                    <a:pt x="230612" y="369581"/>
                  </a:lnTo>
                  <a:cubicBezTo>
                    <a:pt x="227373" y="369581"/>
                    <a:pt x="224325" y="367962"/>
                    <a:pt x="222516" y="365105"/>
                  </a:cubicBezTo>
                  <a:close/>
                  <a:moveTo>
                    <a:pt x="202418" y="333291"/>
                  </a:moveTo>
                  <a:cubicBezTo>
                    <a:pt x="199560" y="328719"/>
                    <a:pt x="200894" y="322909"/>
                    <a:pt x="205370" y="320051"/>
                  </a:cubicBezTo>
                  <a:lnTo>
                    <a:pt x="205370" y="320051"/>
                  </a:lnTo>
                  <a:cubicBezTo>
                    <a:pt x="209847" y="317289"/>
                    <a:pt x="215657" y="318623"/>
                    <a:pt x="218515" y="323099"/>
                  </a:cubicBezTo>
                  <a:lnTo>
                    <a:pt x="218515" y="323099"/>
                  </a:lnTo>
                  <a:cubicBezTo>
                    <a:pt x="221277" y="327481"/>
                    <a:pt x="220039" y="333386"/>
                    <a:pt x="215562" y="336244"/>
                  </a:cubicBezTo>
                  <a:lnTo>
                    <a:pt x="215562" y="336244"/>
                  </a:lnTo>
                  <a:cubicBezTo>
                    <a:pt x="213943" y="337196"/>
                    <a:pt x="212228" y="337673"/>
                    <a:pt x="210514" y="337673"/>
                  </a:cubicBezTo>
                  <a:lnTo>
                    <a:pt x="210514" y="337673"/>
                  </a:lnTo>
                  <a:cubicBezTo>
                    <a:pt x="207275" y="337673"/>
                    <a:pt x="204227" y="336149"/>
                    <a:pt x="202418" y="333291"/>
                  </a:cubicBezTo>
                  <a:close/>
                  <a:moveTo>
                    <a:pt x="182320" y="301382"/>
                  </a:moveTo>
                  <a:cubicBezTo>
                    <a:pt x="179558" y="296906"/>
                    <a:pt x="180891" y="291000"/>
                    <a:pt x="185273" y="288238"/>
                  </a:cubicBezTo>
                  <a:lnTo>
                    <a:pt x="185273" y="288238"/>
                  </a:lnTo>
                  <a:cubicBezTo>
                    <a:pt x="189749" y="285476"/>
                    <a:pt x="195655" y="286809"/>
                    <a:pt x="198417" y="291191"/>
                  </a:cubicBezTo>
                  <a:lnTo>
                    <a:pt x="198417" y="291191"/>
                  </a:lnTo>
                  <a:cubicBezTo>
                    <a:pt x="201275" y="295667"/>
                    <a:pt x="199846" y="301573"/>
                    <a:pt x="195464" y="304335"/>
                  </a:cubicBezTo>
                  <a:lnTo>
                    <a:pt x="195464" y="304335"/>
                  </a:lnTo>
                  <a:cubicBezTo>
                    <a:pt x="193845" y="305383"/>
                    <a:pt x="192131" y="305859"/>
                    <a:pt x="190416" y="305859"/>
                  </a:cubicBezTo>
                  <a:lnTo>
                    <a:pt x="190416" y="305859"/>
                  </a:lnTo>
                  <a:cubicBezTo>
                    <a:pt x="187273" y="305859"/>
                    <a:pt x="184130" y="304240"/>
                    <a:pt x="182320" y="301382"/>
                  </a:cubicBezTo>
                  <a:close/>
                  <a:moveTo>
                    <a:pt x="162222" y="269474"/>
                  </a:moveTo>
                  <a:cubicBezTo>
                    <a:pt x="159365" y="265092"/>
                    <a:pt x="160698" y="259187"/>
                    <a:pt x="165175" y="256329"/>
                  </a:cubicBezTo>
                  <a:lnTo>
                    <a:pt x="165175" y="256329"/>
                  </a:lnTo>
                  <a:cubicBezTo>
                    <a:pt x="169652" y="253567"/>
                    <a:pt x="175557" y="254900"/>
                    <a:pt x="178319" y="259377"/>
                  </a:cubicBezTo>
                  <a:lnTo>
                    <a:pt x="178319" y="259377"/>
                  </a:lnTo>
                  <a:cubicBezTo>
                    <a:pt x="181082" y="263759"/>
                    <a:pt x="179843" y="269664"/>
                    <a:pt x="175367" y="272522"/>
                  </a:cubicBezTo>
                  <a:lnTo>
                    <a:pt x="175367" y="272522"/>
                  </a:lnTo>
                  <a:cubicBezTo>
                    <a:pt x="173747" y="273474"/>
                    <a:pt x="172033" y="273950"/>
                    <a:pt x="170318" y="273950"/>
                  </a:cubicBezTo>
                  <a:lnTo>
                    <a:pt x="170318" y="273950"/>
                  </a:lnTo>
                  <a:cubicBezTo>
                    <a:pt x="167080" y="273950"/>
                    <a:pt x="164032" y="272426"/>
                    <a:pt x="162222" y="269474"/>
                  </a:cubicBezTo>
                  <a:close/>
                  <a:moveTo>
                    <a:pt x="142124" y="237660"/>
                  </a:moveTo>
                  <a:cubicBezTo>
                    <a:pt x="139362" y="233183"/>
                    <a:pt x="140600" y="227278"/>
                    <a:pt x="145077" y="224516"/>
                  </a:cubicBezTo>
                  <a:lnTo>
                    <a:pt x="145077" y="224516"/>
                  </a:lnTo>
                  <a:cubicBezTo>
                    <a:pt x="149554" y="221658"/>
                    <a:pt x="155459" y="222992"/>
                    <a:pt x="158222" y="227468"/>
                  </a:cubicBezTo>
                  <a:lnTo>
                    <a:pt x="158222" y="227468"/>
                  </a:lnTo>
                  <a:cubicBezTo>
                    <a:pt x="161079" y="231945"/>
                    <a:pt x="159650" y="237755"/>
                    <a:pt x="155269" y="240613"/>
                  </a:cubicBezTo>
                  <a:lnTo>
                    <a:pt x="155269" y="240613"/>
                  </a:lnTo>
                  <a:cubicBezTo>
                    <a:pt x="153650" y="241661"/>
                    <a:pt x="151935" y="242137"/>
                    <a:pt x="150221" y="242137"/>
                  </a:cubicBezTo>
                  <a:lnTo>
                    <a:pt x="150221" y="242137"/>
                  </a:lnTo>
                  <a:cubicBezTo>
                    <a:pt x="147077" y="242137"/>
                    <a:pt x="143934" y="240518"/>
                    <a:pt x="142124" y="237660"/>
                  </a:cubicBezTo>
                  <a:close/>
                  <a:moveTo>
                    <a:pt x="122027" y="205751"/>
                  </a:moveTo>
                  <a:cubicBezTo>
                    <a:pt x="119169" y="201275"/>
                    <a:pt x="120598" y="195464"/>
                    <a:pt x="124979" y="192607"/>
                  </a:cubicBezTo>
                  <a:lnTo>
                    <a:pt x="124979" y="192607"/>
                  </a:lnTo>
                  <a:cubicBezTo>
                    <a:pt x="129456" y="189845"/>
                    <a:pt x="135362" y="191178"/>
                    <a:pt x="138124" y="195655"/>
                  </a:cubicBezTo>
                  <a:lnTo>
                    <a:pt x="138124" y="195655"/>
                  </a:lnTo>
                  <a:cubicBezTo>
                    <a:pt x="140886" y="200036"/>
                    <a:pt x="139648" y="205942"/>
                    <a:pt x="135171" y="208799"/>
                  </a:cubicBezTo>
                  <a:lnTo>
                    <a:pt x="135171" y="208799"/>
                  </a:lnTo>
                  <a:cubicBezTo>
                    <a:pt x="133552" y="209752"/>
                    <a:pt x="131837" y="210228"/>
                    <a:pt x="130123" y="210228"/>
                  </a:cubicBezTo>
                  <a:lnTo>
                    <a:pt x="130123" y="210228"/>
                  </a:lnTo>
                  <a:cubicBezTo>
                    <a:pt x="126980" y="210228"/>
                    <a:pt x="123836" y="208609"/>
                    <a:pt x="122027" y="205751"/>
                  </a:cubicBezTo>
                  <a:close/>
                  <a:moveTo>
                    <a:pt x="101929" y="173938"/>
                  </a:moveTo>
                  <a:cubicBezTo>
                    <a:pt x="99167" y="169461"/>
                    <a:pt x="100405" y="163556"/>
                    <a:pt x="104882" y="160793"/>
                  </a:cubicBezTo>
                  <a:lnTo>
                    <a:pt x="104882" y="160793"/>
                  </a:lnTo>
                  <a:cubicBezTo>
                    <a:pt x="109358" y="157936"/>
                    <a:pt x="115264" y="159269"/>
                    <a:pt x="118026" y="163746"/>
                  </a:cubicBezTo>
                  <a:lnTo>
                    <a:pt x="118026" y="163746"/>
                  </a:lnTo>
                  <a:cubicBezTo>
                    <a:pt x="120884" y="168223"/>
                    <a:pt x="119550" y="174128"/>
                    <a:pt x="115073" y="176891"/>
                  </a:cubicBezTo>
                  <a:lnTo>
                    <a:pt x="115073" y="176891"/>
                  </a:lnTo>
                  <a:cubicBezTo>
                    <a:pt x="113454" y="177843"/>
                    <a:pt x="111740" y="178319"/>
                    <a:pt x="110025" y="178319"/>
                  </a:cubicBezTo>
                  <a:lnTo>
                    <a:pt x="110025" y="178319"/>
                  </a:lnTo>
                  <a:cubicBezTo>
                    <a:pt x="106882" y="178319"/>
                    <a:pt x="103739" y="176795"/>
                    <a:pt x="101929" y="173938"/>
                  </a:cubicBezTo>
                  <a:close/>
                  <a:moveTo>
                    <a:pt x="81831" y="142029"/>
                  </a:moveTo>
                  <a:cubicBezTo>
                    <a:pt x="78974" y="137648"/>
                    <a:pt x="80402" y="131742"/>
                    <a:pt x="84784" y="128885"/>
                  </a:cubicBezTo>
                  <a:lnTo>
                    <a:pt x="84784" y="128885"/>
                  </a:lnTo>
                  <a:cubicBezTo>
                    <a:pt x="89261" y="126122"/>
                    <a:pt x="95166" y="127456"/>
                    <a:pt x="97928" y="131837"/>
                  </a:cubicBezTo>
                  <a:lnTo>
                    <a:pt x="97928" y="131837"/>
                  </a:lnTo>
                  <a:cubicBezTo>
                    <a:pt x="100786" y="136314"/>
                    <a:pt x="99452" y="142220"/>
                    <a:pt x="94976" y="145077"/>
                  </a:cubicBezTo>
                  <a:lnTo>
                    <a:pt x="94976" y="145077"/>
                  </a:lnTo>
                  <a:cubicBezTo>
                    <a:pt x="93452" y="146030"/>
                    <a:pt x="91642" y="146506"/>
                    <a:pt x="89927" y="146506"/>
                  </a:cubicBezTo>
                  <a:lnTo>
                    <a:pt x="89927" y="146506"/>
                  </a:lnTo>
                  <a:cubicBezTo>
                    <a:pt x="86784" y="146506"/>
                    <a:pt x="83641" y="144887"/>
                    <a:pt x="81831" y="142029"/>
                  </a:cubicBezTo>
                  <a:close/>
                  <a:moveTo>
                    <a:pt x="61733" y="110216"/>
                  </a:moveTo>
                  <a:cubicBezTo>
                    <a:pt x="58971" y="105739"/>
                    <a:pt x="60305" y="99833"/>
                    <a:pt x="64686" y="97071"/>
                  </a:cubicBezTo>
                  <a:lnTo>
                    <a:pt x="64686" y="97071"/>
                  </a:lnTo>
                  <a:cubicBezTo>
                    <a:pt x="69163" y="94214"/>
                    <a:pt x="75068" y="95547"/>
                    <a:pt x="77831" y="100024"/>
                  </a:cubicBezTo>
                  <a:lnTo>
                    <a:pt x="77831" y="100024"/>
                  </a:lnTo>
                  <a:cubicBezTo>
                    <a:pt x="80688" y="104501"/>
                    <a:pt x="79355" y="110311"/>
                    <a:pt x="74878" y="113168"/>
                  </a:cubicBezTo>
                  <a:lnTo>
                    <a:pt x="74878" y="113168"/>
                  </a:lnTo>
                  <a:cubicBezTo>
                    <a:pt x="73259" y="114121"/>
                    <a:pt x="71544" y="114597"/>
                    <a:pt x="69830" y="114597"/>
                  </a:cubicBezTo>
                  <a:lnTo>
                    <a:pt x="69830" y="114597"/>
                  </a:lnTo>
                  <a:cubicBezTo>
                    <a:pt x="66591" y="114597"/>
                    <a:pt x="63543" y="113073"/>
                    <a:pt x="61733" y="110216"/>
                  </a:cubicBezTo>
                  <a:close/>
                  <a:moveTo>
                    <a:pt x="41636" y="78307"/>
                  </a:moveTo>
                  <a:cubicBezTo>
                    <a:pt x="38873" y="73830"/>
                    <a:pt x="40207" y="68020"/>
                    <a:pt x="44588" y="65162"/>
                  </a:cubicBezTo>
                  <a:lnTo>
                    <a:pt x="44588" y="65162"/>
                  </a:lnTo>
                  <a:cubicBezTo>
                    <a:pt x="49065" y="62400"/>
                    <a:pt x="54971" y="63734"/>
                    <a:pt x="57733" y="68210"/>
                  </a:cubicBezTo>
                  <a:lnTo>
                    <a:pt x="57733" y="68210"/>
                  </a:lnTo>
                  <a:cubicBezTo>
                    <a:pt x="60590" y="72592"/>
                    <a:pt x="59257" y="78497"/>
                    <a:pt x="54780" y="81260"/>
                  </a:cubicBezTo>
                  <a:lnTo>
                    <a:pt x="54780" y="81260"/>
                  </a:lnTo>
                  <a:cubicBezTo>
                    <a:pt x="53256" y="82307"/>
                    <a:pt x="51446" y="82784"/>
                    <a:pt x="49732" y="82784"/>
                  </a:cubicBezTo>
                  <a:lnTo>
                    <a:pt x="49732" y="82784"/>
                  </a:lnTo>
                  <a:cubicBezTo>
                    <a:pt x="46589" y="82784"/>
                    <a:pt x="43445" y="81164"/>
                    <a:pt x="41636" y="78307"/>
                  </a:cubicBezTo>
                  <a:close/>
                  <a:moveTo>
                    <a:pt x="21538" y="46493"/>
                  </a:moveTo>
                  <a:cubicBezTo>
                    <a:pt x="18776" y="42017"/>
                    <a:pt x="20109" y="36111"/>
                    <a:pt x="24491" y="33349"/>
                  </a:cubicBezTo>
                  <a:lnTo>
                    <a:pt x="24491" y="33349"/>
                  </a:lnTo>
                  <a:cubicBezTo>
                    <a:pt x="28967" y="30491"/>
                    <a:pt x="34873" y="31825"/>
                    <a:pt x="37635" y="36302"/>
                  </a:cubicBezTo>
                  <a:lnTo>
                    <a:pt x="37635" y="36302"/>
                  </a:lnTo>
                  <a:cubicBezTo>
                    <a:pt x="40493" y="40778"/>
                    <a:pt x="39159" y="46684"/>
                    <a:pt x="34682" y="49446"/>
                  </a:cubicBezTo>
                  <a:lnTo>
                    <a:pt x="34682" y="49446"/>
                  </a:lnTo>
                  <a:cubicBezTo>
                    <a:pt x="33063" y="50399"/>
                    <a:pt x="31349" y="50875"/>
                    <a:pt x="29634" y="50875"/>
                  </a:cubicBezTo>
                  <a:lnTo>
                    <a:pt x="29634" y="50875"/>
                  </a:lnTo>
                  <a:cubicBezTo>
                    <a:pt x="26491" y="50875"/>
                    <a:pt x="23348" y="49351"/>
                    <a:pt x="21538" y="46493"/>
                  </a:cubicBezTo>
                  <a:close/>
                  <a:moveTo>
                    <a:pt x="1440" y="14585"/>
                  </a:moveTo>
                  <a:cubicBezTo>
                    <a:pt x="-1322" y="10108"/>
                    <a:pt x="11" y="4298"/>
                    <a:pt x="4393" y="1440"/>
                  </a:cubicBezTo>
                  <a:lnTo>
                    <a:pt x="4393" y="1440"/>
                  </a:lnTo>
                  <a:cubicBezTo>
                    <a:pt x="8870" y="-1322"/>
                    <a:pt x="14775" y="11"/>
                    <a:pt x="17633" y="4393"/>
                  </a:cubicBezTo>
                  <a:lnTo>
                    <a:pt x="17633" y="4393"/>
                  </a:lnTo>
                  <a:cubicBezTo>
                    <a:pt x="20395" y="8870"/>
                    <a:pt x="19061" y="14775"/>
                    <a:pt x="14585" y="17633"/>
                  </a:cubicBezTo>
                  <a:lnTo>
                    <a:pt x="14585" y="17633"/>
                  </a:lnTo>
                  <a:cubicBezTo>
                    <a:pt x="13061" y="18585"/>
                    <a:pt x="11251" y="19061"/>
                    <a:pt x="9536" y="19061"/>
                  </a:cubicBezTo>
                  <a:lnTo>
                    <a:pt x="9536" y="19061"/>
                  </a:lnTo>
                  <a:cubicBezTo>
                    <a:pt x="6393" y="19061"/>
                    <a:pt x="3250" y="17442"/>
                    <a:pt x="1440" y="1458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28355FC-9520-AE4B-7333-FD60E2124635}"/>
                </a:ext>
              </a:extLst>
            </p:cNvPr>
            <p:cNvSpPr/>
            <p:nvPr/>
          </p:nvSpPr>
          <p:spPr>
            <a:xfrm>
              <a:off x="6423610" y="3619694"/>
              <a:ext cx="86912" cy="49429"/>
            </a:xfrm>
            <a:custGeom>
              <a:avLst/>
              <a:gdLst>
                <a:gd name="connsiteX0" fmla="*/ 73487 w 86912"/>
                <a:gd name="connsiteY0" fmla="*/ 48573 h 49429"/>
                <a:gd name="connsiteX1" fmla="*/ 68725 w 86912"/>
                <a:gd name="connsiteY1" fmla="*/ 36000 h 49429"/>
                <a:gd name="connsiteX2" fmla="*/ 68725 w 86912"/>
                <a:gd name="connsiteY2" fmla="*/ 36000 h 49429"/>
                <a:gd name="connsiteX3" fmla="*/ 81298 w 86912"/>
                <a:gd name="connsiteY3" fmla="*/ 31237 h 49429"/>
                <a:gd name="connsiteX4" fmla="*/ 81298 w 86912"/>
                <a:gd name="connsiteY4" fmla="*/ 31237 h 49429"/>
                <a:gd name="connsiteX5" fmla="*/ 86060 w 86912"/>
                <a:gd name="connsiteY5" fmla="*/ 43810 h 49429"/>
                <a:gd name="connsiteX6" fmla="*/ 86060 w 86912"/>
                <a:gd name="connsiteY6" fmla="*/ 43810 h 49429"/>
                <a:gd name="connsiteX7" fmla="*/ 77392 w 86912"/>
                <a:gd name="connsiteY7" fmla="*/ 49430 h 49429"/>
                <a:gd name="connsiteX8" fmla="*/ 77392 w 86912"/>
                <a:gd name="connsiteY8" fmla="*/ 49430 h 49429"/>
                <a:gd name="connsiteX9" fmla="*/ 73487 w 86912"/>
                <a:gd name="connsiteY9" fmla="*/ 48573 h 49429"/>
                <a:gd name="connsiteX10" fmla="*/ 39578 w 86912"/>
                <a:gd name="connsiteY10" fmla="*/ 33428 h 49429"/>
                <a:gd name="connsiteX11" fmla="*/ 34720 w 86912"/>
                <a:gd name="connsiteY11" fmla="*/ 20855 h 49429"/>
                <a:gd name="connsiteX12" fmla="*/ 34720 w 86912"/>
                <a:gd name="connsiteY12" fmla="*/ 20855 h 49429"/>
                <a:gd name="connsiteX13" fmla="*/ 47293 w 86912"/>
                <a:gd name="connsiteY13" fmla="*/ 16092 h 49429"/>
                <a:gd name="connsiteX14" fmla="*/ 47293 w 86912"/>
                <a:gd name="connsiteY14" fmla="*/ 16092 h 49429"/>
                <a:gd name="connsiteX15" fmla="*/ 52151 w 86912"/>
                <a:gd name="connsiteY15" fmla="*/ 28665 h 49429"/>
                <a:gd name="connsiteX16" fmla="*/ 52151 w 86912"/>
                <a:gd name="connsiteY16" fmla="*/ 28665 h 49429"/>
                <a:gd name="connsiteX17" fmla="*/ 43483 w 86912"/>
                <a:gd name="connsiteY17" fmla="*/ 34285 h 49429"/>
                <a:gd name="connsiteX18" fmla="*/ 43483 w 86912"/>
                <a:gd name="connsiteY18" fmla="*/ 34285 h 49429"/>
                <a:gd name="connsiteX19" fmla="*/ 39578 w 86912"/>
                <a:gd name="connsiteY19" fmla="*/ 33428 h 49429"/>
                <a:gd name="connsiteX20" fmla="*/ 5574 w 86912"/>
                <a:gd name="connsiteY20" fmla="*/ 18188 h 49429"/>
                <a:gd name="connsiteX21" fmla="*/ 811 w 86912"/>
                <a:gd name="connsiteY21" fmla="*/ 5615 h 49429"/>
                <a:gd name="connsiteX22" fmla="*/ 811 w 86912"/>
                <a:gd name="connsiteY22" fmla="*/ 5615 h 49429"/>
                <a:gd name="connsiteX23" fmla="*/ 13384 w 86912"/>
                <a:gd name="connsiteY23" fmla="*/ 852 h 49429"/>
                <a:gd name="connsiteX24" fmla="*/ 13384 w 86912"/>
                <a:gd name="connsiteY24" fmla="*/ 852 h 49429"/>
                <a:gd name="connsiteX25" fmla="*/ 18242 w 86912"/>
                <a:gd name="connsiteY25" fmla="*/ 13425 h 49429"/>
                <a:gd name="connsiteX26" fmla="*/ 18242 w 86912"/>
                <a:gd name="connsiteY26" fmla="*/ 13425 h 49429"/>
                <a:gd name="connsiteX27" fmla="*/ 9479 w 86912"/>
                <a:gd name="connsiteY27" fmla="*/ 19045 h 49429"/>
                <a:gd name="connsiteX28" fmla="*/ 9479 w 86912"/>
                <a:gd name="connsiteY28" fmla="*/ 19045 h 49429"/>
                <a:gd name="connsiteX29" fmla="*/ 5574 w 86912"/>
                <a:gd name="connsiteY29" fmla="*/ 18188 h 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6912" h="49429">
                  <a:moveTo>
                    <a:pt x="73487" y="48573"/>
                  </a:moveTo>
                  <a:cubicBezTo>
                    <a:pt x="68725" y="46477"/>
                    <a:pt x="66534" y="40857"/>
                    <a:pt x="68725" y="36000"/>
                  </a:cubicBezTo>
                  <a:lnTo>
                    <a:pt x="68725" y="36000"/>
                  </a:lnTo>
                  <a:cubicBezTo>
                    <a:pt x="70820" y="31237"/>
                    <a:pt x="76440" y="29046"/>
                    <a:pt x="81298" y="31237"/>
                  </a:cubicBezTo>
                  <a:lnTo>
                    <a:pt x="81298" y="31237"/>
                  </a:lnTo>
                  <a:cubicBezTo>
                    <a:pt x="86060" y="33428"/>
                    <a:pt x="88251" y="39048"/>
                    <a:pt x="86060" y="43810"/>
                  </a:cubicBezTo>
                  <a:lnTo>
                    <a:pt x="86060" y="43810"/>
                  </a:lnTo>
                  <a:cubicBezTo>
                    <a:pt x="84441" y="47334"/>
                    <a:pt x="81012" y="49430"/>
                    <a:pt x="77392" y="49430"/>
                  </a:cubicBezTo>
                  <a:lnTo>
                    <a:pt x="77392" y="49430"/>
                  </a:lnTo>
                  <a:cubicBezTo>
                    <a:pt x="76059" y="49430"/>
                    <a:pt x="74725" y="49144"/>
                    <a:pt x="73487" y="48573"/>
                  </a:cubicBezTo>
                  <a:close/>
                  <a:moveTo>
                    <a:pt x="39578" y="33428"/>
                  </a:moveTo>
                  <a:cubicBezTo>
                    <a:pt x="34720" y="31332"/>
                    <a:pt x="32625" y="25617"/>
                    <a:pt x="34720" y="20855"/>
                  </a:cubicBezTo>
                  <a:lnTo>
                    <a:pt x="34720" y="20855"/>
                  </a:lnTo>
                  <a:cubicBezTo>
                    <a:pt x="36911" y="16092"/>
                    <a:pt x="42531" y="13902"/>
                    <a:pt x="47293" y="16092"/>
                  </a:cubicBezTo>
                  <a:lnTo>
                    <a:pt x="47293" y="16092"/>
                  </a:lnTo>
                  <a:cubicBezTo>
                    <a:pt x="52151" y="18188"/>
                    <a:pt x="54247" y="23807"/>
                    <a:pt x="52151" y="28665"/>
                  </a:cubicBezTo>
                  <a:lnTo>
                    <a:pt x="52151" y="28665"/>
                  </a:lnTo>
                  <a:cubicBezTo>
                    <a:pt x="50532" y="32190"/>
                    <a:pt x="47103" y="34285"/>
                    <a:pt x="43483" y="34285"/>
                  </a:cubicBezTo>
                  <a:lnTo>
                    <a:pt x="43483" y="34285"/>
                  </a:lnTo>
                  <a:cubicBezTo>
                    <a:pt x="42150" y="34285"/>
                    <a:pt x="40816" y="33999"/>
                    <a:pt x="39578" y="33428"/>
                  </a:cubicBezTo>
                  <a:close/>
                  <a:moveTo>
                    <a:pt x="5574" y="18188"/>
                  </a:moveTo>
                  <a:cubicBezTo>
                    <a:pt x="811" y="16092"/>
                    <a:pt x="-1284" y="10473"/>
                    <a:pt x="811" y="5615"/>
                  </a:cubicBezTo>
                  <a:lnTo>
                    <a:pt x="811" y="5615"/>
                  </a:lnTo>
                  <a:cubicBezTo>
                    <a:pt x="3002" y="852"/>
                    <a:pt x="8622" y="-1339"/>
                    <a:pt x="13384" y="852"/>
                  </a:cubicBezTo>
                  <a:lnTo>
                    <a:pt x="13384" y="852"/>
                  </a:lnTo>
                  <a:cubicBezTo>
                    <a:pt x="18242" y="3043"/>
                    <a:pt x="20338" y="8663"/>
                    <a:pt x="18242" y="13425"/>
                  </a:cubicBezTo>
                  <a:lnTo>
                    <a:pt x="18242" y="13425"/>
                  </a:lnTo>
                  <a:cubicBezTo>
                    <a:pt x="16623" y="16950"/>
                    <a:pt x="13194" y="19045"/>
                    <a:pt x="9479" y="19045"/>
                  </a:cubicBezTo>
                  <a:lnTo>
                    <a:pt x="9479" y="19045"/>
                  </a:lnTo>
                  <a:cubicBezTo>
                    <a:pt x="8241" y="19045"/>
                    <a:pt x="6907" y="18759"/>
                    <a:pt x="5574" y="181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20A2B5E-2736-CAC4-B19E-21C691B909BD}"/>
                </a:ext>
              </a:extLst>
            </p:cNvPr>
            <p:cNvSpPr/>
            <p:nvPr/>
          </p:nvSpPr>
          <p:spPr>
            <a:xfrm>
              <a:off x="5695910" y="3124540"/>
              <a:ext cx="372220" cy="50713"/>
            </a:xfrm>
            <a:custGeom>
              <a:avLst/>
              <a:gdLst>
                <a:gd name="connsiteX0" fmla="*/ 39 w 372220"/>
                <a:gd name="connsiteY0" fmla="*/ 42045 h 50713"/>
                <a:gd name="connsiteX1" fmla="*/ 8707 w 372220"/>
                <a:gd name="connsiteY1" fmla="*/ 31758 h 50713"/>
                <a:gd name="connsiteX2" fmla="*/ 8707 w 372220"/>
                <a:gd name="connsiteY2" fmla="*/ 31758 h 50713"/>
                <a:gd name="connsiteX3" fmla="*/ 18994 w 372220"/>
                <a:gd name="connsiteY3" fmla="*/ 40426 h 50713"/>
                <a:gd name="connsiteX4" fmla="*/ 18994 w 372220"/>
                <a:gd name="connsiteY4" fmla="*/ 40426 h 50713"/>
                <a:gd name="connsiteX5" fmla="*/ 10422 w 372220"/>
                <a:gd name="connsiteY5" fmla="*/ 50713 h 50713"/>
                <a:gd name="connsiteX6" fmla="*/ 10422 w 372220"/>
                <a:gd name="connsiteY6" fmla="*/ 50713 h 50713"/>
                <a:gd name="connsiteX7" fmla="*/ 9564 w 372220"/>
                <a:gd name="connsiteY7" fmla="*/ 50713 h 50713"/>
                <a:gd name="connsiteX8" fmla="*/ 9564 w 372220"/>
                <a:gd name="connsiteY8" fmla="*/ 50713 h 50713"/>
                <a:gd name="connsiteX9" fmla="*/ 39 w 372220"/>
                <a:gd name="connsiteY9" fmla="*/ 41950 h 50713"/>
                <a:gd name="connsiteX10" fmla="*/ 39282 w 372220"/>
                <a:gd name="connsiteY10" fmla="*/ 38521 h 50713"/>
                <a:gd name="connsiteX11" fmla="*/ 47950 w 372220"/>
                <a:gd name="connsiteY11" fmla="*/ 28234 h 50713"/>
                <a:gd name="connsiteX12" fmla="*/ 47950 w 372220"/>
                <a:gd name="connsiteY12" fmla="*/ 28234 h 50713"/>
                <a:gd name="connsiteX13" fmla="*/ 58237 w 372220"/>
                <a:gd name="connsiteY13" fmla="*/ 36807 h 50713"/>
                <a:gd name="connsiteX14" fmla="*/ 58237 w 372220"/>
                <a:gd name="connsiteY14" fmla="*/ 36807 h 50713"/>
                <a:gd name="connsiteX15" fmla="*/ 49665 w 372220"/>
                <a:gd name="connsiteY15" fmla="*/ 47189 h 50713"/>
                <a:gd name="connsiteX16" fmla="*/ 48712 w 372220"/>
                <a:gd name="connsiteY16" fmla="*/ 47189 h 50713"/>
                <a:gd name="connsiteX17" fmla="*/ 39282 w 372220"/>
                <a:gd name="connsiteY17" fmla="*/ 38521 h 50713"/>
                <a:gd name="connsiteX18" fmla="*/ 78525 w 372220"/>
                <a:gd name="connsiteY18" fmla="*/ 34997 h 50713"/>
                <a:gd name="connsiteX19" fmla="*/ 87193 w 372220"/>
                <a:gd name="connsiteY19" fmla="*/ 24710 h 50713"/>
                <a:gd name="connsiteX20" fmla="*/ 87193 w 372220"/>
                <a:gd name="connsiteY20" fmla="*/ 24710 h 50713"/>
                <a:gd name="connsiteX21" fmla="*/ 97480 w 372220"/>
                <a:gd name="connsiteY21" fmla="*/ 33378 h 50713"/>
                <a:gd name="connsiteX22" fmla="*/ 97480 w 372220"/>
                <a:gd name="connsiteY22" fmla="*/ 33378 h 50713"/>
                <a:gd name="connsiteX23" fmla="*/ 88908 w 372220"/>
                <a:gd name="connsiteY23" fmla="*/ 43665 h 50713"/>
                <a:gd name="connsiteX24" fmla="*/ 88908 w 372220"/>
                <a:gd name="connsiteY24" fmla="*/ 43665 h 50713"/>
                <a:gd name="connsiteX25" fmla="*/ 87955 w 372220"/>
                <a:gd name="connsiteY25" fmla="*/ 43665 h 50713"/>
                <a:gd name="connsiteX26" fmla="*/ 87955 w 372220"/>
                <a:gd name="connsiteY26" fmla="*/ 43665 h 50713"/>
                <a:gd name="connsiteX27" fmla="*/ 78525 w 372220"/>
                <a:gd name="connsiteY27" fmla="*/ 34902 h 50713"/>
                <a:gd name="connsiteX28" fmla="*/ 117768 w 372220"/>
                <a:gd name="connsiteY28" fmla="*/ 31473 h 50713"/>
                <a:gd name="connsiteX29" fmla="*/ 126436 w 372220"/>
                <a:gd name="connsiteY29" fmla="*/ 21186 h 50713"/>
                <a:gd name="connsiteX30" fmla="*/ 126436 w 372220"/>
                <a:gd name="connsiteY30" fmla="*/ 21186 h 50713"/>
                <a:gd name="connsiteX31" fmla="*/ 136723 w 372220"/>
                <a:gd name="connsiteY31" fmla="*/ 29758 h 50713"/>
                <a:gd name="connsiteX32" fmla="*/ 136723 w 372220"/>
                <a:gd name="connsiteY32" fmla="*/ 29758 h 50713"/>
                <a:gd name="connsiteX33" fmla="*/ 128151 w 372220"/>
                <a:gd name="connsiteY33" fmla="*/ 40140 h 50713"/>
                <a:gd name="connsiteX34" fmla="*/ 127198 w 372220"/>
                <a:gd name="connsiteY34" fmla="*/ 40140 h 50713"/>
                <a:gd name="connsiteX35" fmla="*/ 117768 w 372220"/>
                <a:gd name="connsiteY35" fmla="*/ 31473 h 50713"/>
                <a:gd name="connsiteX36" fmla="*/ 157011 w 372220"/>
                <a:gd name="connsiteY36" fmla="*/ 27948 h 50713"/>
                <a:gd name="connsiteX37" fmla="*/ 165679 w 372220"/>
                <a:gd name="connsiteY37" fmla="*/ 17661 h 50713"/>
                <a:gd name="connsiteX38" fmla="*/ 165679 w 372220"/>
                <a:gd name="connsiteY38" fmla="*/ 17661 h 50713"/>
                <a:gd name="connsiteX39" fmla="*/ 175966 w 372220"/>
                <a:gd name="connsiteY39" fmla="*/ 26329 h 50713"/>
                <a:gd name="connsiteX40" fmla="*/ 175966 w 372220"/>
                <a:gd name="connsiteY40" fmla="*/ 26329 h 50713"/>
                <a:gd name="connsiteX41" fmla="*/ 167394 w 372220"/>
                <a:gd name="connsiteY41" fmla="*/ 36616 h 50713"/>
                <a:gd name="connsiteX42" fmla="*/ 167394 w 372220"/>
                <a:gd name="connsiteY42" fmla="*/ 36616 h 50713"/>
                <a:gd name="connsiteX43" fmla="*/ 166441 w 372220"/>
                <a:gd name="connsiteY43" fmla="*/ 36616 h 50713"/>
                <a:gd name="connsiteX44" fmla="*/ 166441 w 372220"/>
                <a:gd name="connsiteY44" fmla="*/ 36616 h 50713"/>
                <a:gd name="connsiteX45" fmla="*/ 157011 w 372220"/>
                <a:gd name="connsiteY45" fmla="*/ 27853 h 50713"/>
                <a:gd name="connsiteX46" fmla="*/ 196254 w 372220"/>
                <a:gd name="connsiteY46" fmla="*/ 24424 h 50713"/>
                <a:gd name="connsiteX47" fmla="*/ 204922 w 372220"/>
                <a:gd name="connsiteY47" fmla="*/ 14137 h 50713"/>
                <a:gd name="connsiteX48" fmla="*/ 204922 w 372220"/>
                <a:gd name="connsiteY48" fmla="*/ 14137 h 50713"/>
                <a:gd name="connsiteX49" fmla="*/ 215209 w 372220"/>
                <a:gd name="connsiteY49" fmla="*/ 22710 h 50713"/>
                <a:gd name="connsiteX50" fmla="*/ 215209 w 372220"/>
                <a:gd name="connsiteY50" fmla="*/ 22710 h 50713"/>
                <a:gd name="connsiteX51" fmla="*/ 206541 w 372220"/>
                <a:gd name="connsiteY51" fmla="*/ 33092 h 50713"/>
                <a:gd name="connsiteX52" fmla="*/ 205684 w 372220"/>
                <a:gd name="connsiteY52" fmla="*/ 33092 h 50713"/>
                <a:gd name="connsiteX53" fmla="*/ 196254 w 372220"/>
                <a:gd name="connsiteY53" fmla="*/ 24424 h 50713"/>
                <a:gd name="connsiteX54" fmla="*/ 235497 w 372220"/>
                <a:gd name="connsiteY54" fmla="*/ 20900 h 50713"/>
                <a:gd name="connsiteX55" fmla="*/ 244070 w 372220"/>
                <a:gd name="connsiteY55" fmla="*/ 10613 h 50713"/>
                <a:gd name="connsiteX56" fmla="*/ 244070 w 372220"/>
                <a:gd name="connsiteY56" fmla="*/ 10613 h 50713"/>
                <a:gd name="connsiteX57" fmla="*/ 254452 w 372220"/>
                <a:gd name="connsiteY57" fmla="*/ 19281 h 50713"/>
                <a:gd name="connsiteX58" fmla="*/ 254452 w 372220"/>
                <a:gd name="connsiteY58" fmla="*/ 19281 h 50713"/>
                <a:gd name="connsiteX59" fmla="*/ 245784 w 372220"/>
                <a:gd name="connsiteY59" fmla="*/ 29568 h 50713"/>
                <a:gd name="connsiteX60" fmla="*/ 244927 w 372220"/>
                <a:gd name="connsiteY60" fmla="*/ 29568 h 50713"/>
                <a:gd name="connsiteX61" fmla="*/ 235497 w 372220"/>
                <a:gd name="connsiteY61" fmla="*/ 20900 h 50713"/>
                <a:gd name="connsiteX62" fmla="*/ 274740 w 372220"/>
                <a:gd name="connsiteY62" fmla="*/ 17376 h 50713"/>
                <a:gd name="connsiteX63" fmla="*/ 283313 w 372220"/>
                <a:gd name="connsiteY63" fmla="*/ 7089 h 50713"/>
                <a:gd name="connsiteX64" fmla="*/ 283313 w 372220"/>
                <a:gd name="connsiteY64" fmla="*/ 7089 h 50713"/>
                <a:gd name="connsiteX65" fmla="*/ 293695 w 372220"/>
                <a:gd name="connsiteY65" fmla="*/ 15661 h 50713"/>
                <a:gd name="connsiteX66" fmla="*/ 293695 w 372220"/>
                <a:gd name="connsiteY66" fmla="*/ 15661 h 50713"/>
                <a:gd name="connsiteX67" fmla="*/ 285027 w 372220"/>
                <a:gd name="connsiteY67" fmla="*/ 26043 h 50713"/>
                <a:gd name="connsiteX68" fmla="*/ 284170 w 372220"/>
                <a:gd name="connsiteY68" fmla="*/ 26043 h 50713"/>
                <a:gd name="connsiteX69" fmla="*/ 274740 w 372220"/>
                <a:gd name="connsiteY69" fmla="*/ 17376 h 50713"/>
                <a:gd name="connsiteX70" fmla="*/ 313983 w 372220"/>
                <a:gd name="connsiteY70" fmla="*/ 13851 h 50713"/>
                <a:gd name="connsiteX71" fmla="*/ 322556 w 372220"/>
                <a:gd name="connsiteY71" fmla="*/ 3564 h 50713"/>
                <a:gd name="connsiteX72" fmla="*/ 322556 w 372220"/>
                <a:gd name="connsiteY72" fmla="*/ 3564 h 50713"/>
                <a:gd name="connsiteX73" fmla="*/ 332938 w 372220"/>
                <a:gd name="connsiteY73" fmla="*/ 12137 h 50713"/>
                <a:gd name="connsiteX74" fmla="*/ 332938 w 372220"/>
                <a:gd name="connsiteY74" fmla="*/ 12137 h 50713"/>
                <a:gd name="connsiteX75" fmla="*/ 324270 w 372220"/>
                <a:gd name="connsiteY75" fmla="*/ 22519 h 50713"/>
                <a:gd name="connsiteX76" fmla="*/ 323413 w 372220"/>
                <a:gd name="connsiteY76" fmla="*/ 22519 h 50713"/>
                <a:gd name="connsiteX77" fmla="*/ 313983 w 372220"/>
                <a:gd name="connsiteY77" fmla="*/ 13851 h 50713"/>
                <a:gd name="connsiteX78" fmla="*/ 353226 w 372220"/>
                <a:gd name="connsiteY78" fmla="*/ 10327 h 50713"/>
                <a:gd name="connsiteX79" fmla="*/ 361799 w 372220"/>
                <a:gd name="connsiteY79" fmla="*/ 40 h 50713"/>
                <a:gd name="connsiteX80" fmla="*/ 361799 w 372220"/>
                <a:gd name="connsiteY80" fmla="*/ 40 h 50713"/>
                <a:gd name="connsiteX81" fmla="*/ 372181 w 372220"/>
                <a:gd name="connsiteY81" fmla="*/ 8613 h 50713"/>
                <a:gd name="connsiteX82" fmla="*/ 372181 w 372220"/>
                <a:gd name="connsiteY82" fmla="*/ 8613 h 50713"/>
                <a:gd name="connsiteX83" fmla="*/ 363513 w 372220"/>
                <a:gd name="connsiteY83" fmla="*/ 18995 h 50713"/>
                <a:gd name="connsiteX84" fmla="*/ 362656 w 372220"/>
                <a:gd name="connsiteY84" fmla="*/ 18995 h 50713"/>
                <a:gd name="connsiteX85" fmla="*/ 353226 w 372220"/>
                <a:gd name="connsiteY85" fmla="*/ 10327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372220" h="50713">
                  <a:moveTo>
                    <a:pt x="39" y="42045"/>
                  </a:moveTo>
                  <a:cubicBezTo>
                    <a:pt x="-437" y="36807"/>
                    <a:pt x="3468" y="32235"/>
                    <a:pt x="8707" y="31758"/>
                  </a:cubicBezTo>
                  <a:lnTo>
                    <a:pt x="8707" y="31758"/>
                  </a:lnTo>
                  <a:cubicBezTo>
                    <a:pt x="13946" y="31282"/>
                    <a:pt x="18518" y="35092"/>
                    <a:pt x="18994" y="40426"/>
                  </a:cubicBezTo>
                  <a:lnTo>
                    <a:pt x="18994" y="40426"/>
                  </a:lnTo>
                  <a:cubicBezTo>
                    <a:pt x="19470" y="45570"/>
                    <a:pt x="15660" y="50237"/>
                    <a:pt x="10422" y="50713"/>
                  </a:cubicBezTo>
                  <a:lnTo>
                    <a:pt x="10422" y="50713"/>
                  </a:lnTo>
                  <a:cubicBezTo>
                    <a:pt x="10422" y="50713"/>
                    <a:pt x="9850" y="50713"/>
                    <a:pt x="9564" y="50713"/>
                  </a:cubicBezTo>
                  <a:lnTo>
                    <a:pt x="9564" y="50713"/>
                  </a:lnTo>
                  <a:cubicBezTo>
                    <a:pt x="4611" y="50713"/>
                    <a:pt x="516" y="46903"/>
                    <a:pt x="39" y="41950"/>
                  </a:cubicBezTo>
                  <a:close/>
                  <a:moveTo>
                    <a:pt x="39282" y="38521"/>
                  </a:moveTo>
                  <a:cubicBezTo>
                    <a:pt x="38806" y="33378"/>
                    <a:pt x="42711" y="28710"/>
                    <a:pt x="47950" y="28234"/>
                  </a:cubicBezTo>
                  <a:lnTo>
                    <a:pt x="47950" y="28234"/>
                  </a:lnTo>
                  <a:cubicBezTo>
                    <a:pt x="53189" y="27758"/>
                    <a:pt x="57761" y="31663"/>
                    <a:pt x="58237" y="36807"/>
                  </a:cubicBezTo>
                  <a:lnTo>
                    <a:pt x="58237" y="36807"/>
                  </a:lnTo>
                  <a:cubicBezTo>
                    <a:pt x="58713" y="42141"/>
                    <a:pt x="54903" y="46713"/>
                    <a:pt x="49665" y="47189"/>
                  </a:cubicBezTo>
                  <a:lnTo>
                    <a:pt x="48712" y="47189"/>
                  </a:lnTo>
                  <a:cubicBezTo>
                    <a:pt x="43854" y="47189"/>
                    <a:pt x="39759" y="43474"/>
                    <a:pt x="39282" y="38521"/>
                  </a:cubicBezTo>
                  <a:close/>
                  <a:moveTo>
                    <a:pt x="78525" y="34997"/>
                  </a:moveTo>
                  <a:cubicBezTo>
                    <a:pt x="78049" y="29758"/>
                    <a:pt x="81954" y="25186"/>
                    <a:pt x="87193" y="24710"/>
                  </a:cubicBezTo>
                  <a:lnTo>
                    <a:pt x="87193" y="24710"/>
                  </a:lnTo>
                  <a:cubicBezTo>
                    <a:pt x="92432" y="24234"/>
                    <a:pt x="97004" y="28044"/>
                    <a:pt x="97480" y="33378"/>
                  </a:cubicBezTo>
                  <a:lnTo>
                    <a:pt x="97480" y="33378"/>
                  </a:lnTo>
                  <a:cubicBezTo>
                    <a:pt x="97956" y="38521"/>
                    <a:pt x="94051" y="43188"/>
                    <a:pt x="88908" y="43665"/>
                  </a:cubicBezTo>
                  <a:lnTo>
                    <a:pt x="88908" y="43665"/>
                  </a:lnTo>
                  <a:cubicBezTo>
                    <a:pt x="88908" y="43665"/>
                    <a:pt x="88241" y="43665"/>
                    <a:pt x="87955" y="43665"/>
                  </a:cubicBezTo>
                  <a:lnTo>
                    <a:pt x="87955" y="43665"/>
                  </a:lnTo>
                  <a:cubicBezTo>
                    <a:pt x="83097" y="43665"/>
                    <a:pt x="79002" y="39855"/>
                    <a:pt x="78525" y="34902"/>
                  </a:cubicBezTo>
                  <a:close/>
                  <a:moveTo>
                    <a:pt x="117768" y="31473"/>
                  </a:moveTo>
                  <a:cubicBezTo>
                    <a:pt x="117292" y="26329"/>
                    <a:pt x="121197" y="21662"/>
                    <a:pt x="126436" y="21186"/>
                  </a:cubicBezTo>
                  <a:lnTo>
                    <a:pt x="126436" y="21186"/>
                  </a:lnTo>
                  <a:cubicBezTo>
                    <a:pt x="131580" y="20709"/>
                    <a:pt x="136247" y="24615"/>
                    <a:pt x="136723" y="29758"/>
                  </a:cubicBezTo>
                  <a:lnTo>
                    <a:pt x="136723" y="29758"/>
                  </a:lnTo>
                  <a:cubicBezTo>
                    <a:pt x="137199" y="35092"/>
                    <a:pt x="133294" y="39664"/>
                    <a:pt x="128151" y="40140"/>
                  </a:cubicBezTo>
                  <a:lnTo>
                    <a:pt x="127198" y="40140"/>
                  </a:lnTo>
                  <a:cubicBezTo>
                    <a:pt x="122340" y="40140"/>
                    <a:pt x="118245" y="36426"/>
                    <a:pt x="117768" y="31473"/>
                  </a:cubicBezTo>
                  <a:close/>
                  <a:moveTo>
                    <a:pt x="157011" y="27948"/>
                  </a:moveTo>
                  <a:cubicBezTo>
                    <a:pt x="156535" y="22710"/>
                    <a:pt x="160440" y="18138"/>
                    <a:pt x="165679" y="17661"/>
                  </a:cubicBezTo>
                  <a:lnTo>
                    <a:pt x="165679" y="17661"/>
                  </a:lnTo>
                  <a:cubicBezTo>
                    <a:pt x="170823" y="17185"/>
                    <a:pt x="175490" y="20995"/>
                    <a:pt x="175966" y="26329"/>
                  </a:cubicBezTo>
                  <a:lnTo>
                    <a:pt x="175966" y="26329"/>
                  </a:lnTo>
                  <a:cubicBezTo>
                    <a:pt x="176442" y="31473"/>
                    <a:pt x="172537" y="36140"/>
                    <a:pt x="167394" y="36616"/>
                  </a:cubicBezTo>
                  <a:lnTo>
                    <a:pt x="167394" y="36616"/>
                  </a:lnTo>
                  <a:cubicBezTo>
                    <a:pt x="167394" y="36616"/>
                    <a:pt x="166727" y="36616"/>
                    <a:pt x="166441" y="36616"/>
                  </a:cubicBezTo>
                  <a:lnTo>
                    <a:pt x="166441" y="36616"/>
                  </a:lnTo>
                  <a:cubicBezTo>
                    <a:pt x="161583" y="36616"/>
                    <a:pt x="157488" y="32806"/>
                    <a:pt x="157011" y="27853"/>
                  </a:cubicBezTo>
                  <a:close/>
                  <a:moveTo>
                    <a:pt x="196254" y="24424"/>
                  </a:moveTo>
                  <a:cubicBezTo>
                    <a:pt x="195778" y="19281"/>
                    <a:pt x="199588" y="14613"/>
                    <a:pt x="204922" y="14137"/>
                  </a:cubicBezTo>
                  <a:lnTo>
                    <a:pt x="204922" y="14137"/>
                  </a:lnTo>
                  <a:cubicBezTo>
                    <a:pt x="210066" y="13661"/>
                    <a:pt x="214733" y="17566"/>
                    <a:pt x="215209" y="22710"/>
                  </a:cubicBezTo>
                  <a:lnTo>
                    <a:pt x="215209" y="22710"/>
                  </a:lnTo>
                  <a:cubicBezTo>
                    <a:pt x="215685" y="28044"/>
                    <a:pt x="211875" y="32616"/>
                    <a:pt x="206541" y="33092"/>
                  </a:cubicBezTo>
                  <a:lnTo>
                    <a:pt x="205684" y="33092"/>
                  </a:lnTo>
                  <a:cubicBezTo>
                    <a:pt x="200826" y="33092"/>
                    <a:pt x="196731" y="29377"/>
                    <a:pt x="196254" y="24424"/>
                  </a:cubicBezTo>
                  <a:close/>
                  <a:moveTo>
                    <a:pt x="235497" y="20900"/>
                  </a:moveTo>
                  <a:cubicBezTo>
                    <a:pt x="235021" y="15661"/>
                    <a:pt x="238831" y="11089"/>
                    <a:pt x="244070" y="10613"/>
                  </a:cubicBezTo>
                  <a:lnTo>
                    <a:pt x="244070" y="10613"/>
                  </a:lnTo>
                  <a:cubicBezTo>
                    <a:pt x="249309" y="10137"/>
                    <a:pt x="253976" y="13947"/>
                    <a:pt x="254452" y="19281"/>
                  </a:cubicBezTo>
                  <a:lnTo>
                    <a:pt x="254452" y="19281"/>
                  </a:lnTo>
                  <a:cubicBezTo>
                    <a:pt x="254928" y="24424"/>
                    <a:pt x="251023" y="29091"/>
                    <a:pt x="245784" y="29568"/>
                  </a:cubicBezTo>
                  <a:lnTo>
                    <a:pt x="244927" y="29568"/>
                  </a:lnTo>
                  <a:cubicBezTo>
                    <a:pt x="240069" y="29568"/>
                    <a:pt x="235974" y="25853"/>
                    <a:pt x="235497" y="20900"/>
                  </a:cubicBezTo>
                  <a:close/>
                  <a:moveTo>
                    <a:pt x="274740" y="17376"/>
                  </a:moveTo>
                  <a:cubicBezTo>
                    <a:pt x="274264" y="12137"/>
                    <a:pt x="278169" y="7565"/>
                    <a:pt x="283313" y="7089"/>
                  </a:cubicBezTo>
                  <a:lnTo>
                    <a:pt x="283313" y="7089"/>
                  </a:lnTo>
                  <a:cubicBezTo>
                    <a:pt x="288552" y="6612"/>
                    <a:pt x="293219" y="10518"/>
                    <a:pt x="293695" y="15661"/>
                  </a:cubicBezTo>
                  <a:lnTo>
                    <a:pt x="293695" y="15661"/>
                  </a:lnTo>
                  <a:cubicBezTo>
                    <a:pt x="294171" y="20995"/>
                    <a:pt x="290266" y="25567"/>
                    <a:pt x="285027" y="26043"/>
                  </a:cubicBezTo>
                  <a:lnTo>
                    <a:pt x="284170" y="26043"/>
                  </a:lnTo>
                  <a:cubicBezTo>
                    <a:pt x="279312" y="26043"/>
                    <a:pt x="275121" y="22329"/>
                    <a:pt x="274740" y="17376"/>
                  </a:cubicBezTo>
                  <a:close/>
                  <a:moveTo>
                    <a:pt x="313983" y="13851"/>
                  </a:moveTo>
                  <a:cubicBezTo>
                    <a:pt x="313507" y="8613"/>
                    <a:pt x="317412" y="4041"/>
                    <a:pt x="322556" y="3564"/>
                  </a:cubicBezTo>
                  <a:lnTo>
                    <a:pt x="322556" y="3564"/>
                  </a:lnTo>
                  <a:cubicBezTo>
                    <a:pt x="327795" y="3088"/>
                    <a:pt x="332462" y="6898"/>
                    <a:pt x="332938" y="12137"/>
                  </a:cubicBezTo>
                  <a:lnTo>
                    <a:pt x="332938" y="12137"/>
                  </a:lnTo>
                  <a:cubicBezTo>
                    <a:pt x="333414" y="17376"/>
                    <a:pt x="329509" y="22043"/>
                    <a:pt x="324270" y="22519"/>
                  </a:cubicBezTo>
                  <a:lnTo>
                    <a:pt x="323413" y="22519"/>
                  </a:lnTo>
                  <a:cubicBezTo>
                    <a:pt x="318555" y="22519"/>
                    <a:pt x="314364" y="18804"/>
                    <a:pt x="313983" y="13851"/>
                  </a:cubicBezTo>
                  <a:close/>
                  <a:moveTo>
                    <a:pt x="353226" y="10327"/>
                  </a:moveTo>
                  <a:cubicBezTo>
                    <a:pt x="352750" y="5088"/>
                    <a:pt x="356560" y="516"/>
                    <a:pt x="361799" y="40"/>
                  </a:cubicBezTo>
                  <a:lnTo>
                    <a:pt x="361799" y="40"/>
                  </a:lnTo>
                  <a:cubicBezTo>
                    <a:pt x="367038" y="-436"/>
                    <a:pt x="371705" y="3374"/>
                    <a:pt x="372181" y="8613"/>
                  </a:cubicBezTo>
                  <a:lnTo>
                    <a:pt x="372181" y="8613"/>
                  </a:lnTo>
                  <a:cubicBezTo>
                    <a:pt x="372657" y="13947"/>
                    <a:pt x="368752" y="18519"/>
                    <a:pt x="363513" y="18995"/>
                  </a:cubicBezTo>
                  <a:lnTo>
                    <a:pt x="362656" y="18995"/>
                  </a:lnTo>
                  <a:cubicBezTo>
                    <a:pt x="357798" y="18995"/>
                    <a:pt x="353607" y="15280"/>
                    <a:pt x="353226" y="103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AA573E8-FCAA-BAD4-18F2-ED7183F578BF}"/>
                </a:ext>
              </a:extLst>
            </p:cNvPr>
            <p:cNvSpPr/>
            <p:nvPr/>
          </p:nvSpPr>
          <p:spPr>
            <a:xfrm>
              <a:off x="6127583" y="3124540"/>
              <a:ext cx="372887" cy="50713"/>
            </a:xfrm>
            <a:custGeom>
              <a:avLst/>
              <a:gdLst>
                <a:gd name="connsiteX0" fmla="*/ 362466 w 372887"/>
                <a:gd name="connsiteY0" fmla="*/ 50713 h 50713"/>
                <a:gd name="connsiteX1" fmla="*/ 353893 w 372887"/>
                <a:gd name="connsiteY1" fmla="*/ 40331 h 50713"/>
                <a:gd name="connsiteX2" fmla="*/ 353893 w 372887"/>
                <a:gd name="connsiteY2" fmla="*/ 40331 h 50713"/>
                <a:gd name="connsiteX3" fmla="*/ 364180 w 372887"/>
                <a:gd name="connsiteY3" fmla="*/ 31758 h 50713"/>
                <a:gd name="connsiteX4" fmla="*/ 364180 w 372887"/>
                <a:gd name="connsiteY4" fmla="*/ 31758 h 50713"/>
                <a:gd name="connsiteX5" fmla="*/ 372848 w 372887"/>
                <a:gd name="connsiteY5" fmla="*/ 42141 h 50713"/>
                <a:gd name="connsiteX6" fmla="*/ 372848 w 372887"/>
                <a:gd name="connsiteY6" fmla="*/ 42141 h 50713"/>
                <a:gd name="connsiteX7" fmla="*/ 363323 w 372887"/>
                <a:gd name="connsiteY7" fmla="*/ 50713 h 50713"/>
                <a:gd name="connsiteX8" fmla="*/ 362466 w 372887"/>
                <a:gd name="connsiteY8" fmla="*/ 50713 h 50713"/>
                <a:gd name="connsiteX9" fmla="*/ 323223 w 372887"/>
                <a:gd name="connsiteY9" fmla="*/ 47189 h 50713"/>
                <a:gd name="connsiteX10" fmla="*/ 314555 w 372887"/>
                <a:gd name="connsiteY10" fmla="*/ 36902 h 50713"/>
                <a:gd name="connsiteX11" fmla="*/ 314555 w 372887"/>
                <a:gd name="connsiteY11" fmla="*/ 36902 h 50713"/>
                <a:gd name="connsiteX12" fmla="*/ 324842 w 372887"/>
                <a:gd name="connsiteY12" fmla="*/ 28234 h 50713"/>
                <a:gd name="connsiteX13" fmla="*/ 324842 w 372887"/>
                <a:gd name="connsiteY13" fmla="*/ 28234 h 50713"/>
                <a:gd name="connsiteX14" fmla="*/ 333510 w 372887"/>
                <a:gd name="connsiteY14" fmla="*/ 38521 h 50713"/>
                <a:gd name="connsiteX15" fmla="*/ 333510 w 372887"/>
                <a:gd name="connsiteY15" fmla="*/ 38521 h 50713"/>
                <a:gd name="connsiteX16" fmla="*/ 324080 w 372887"/>
                <a:gd name="connsiteY16" fmla="*/ 47189 h 50713"/>
                <a:gd name="connsiteX17" fmla="*/ 323223 w 372887"/>
                <a:gd name="connsiteY17" fmla="*/ 47189 h 50713"/>
                <a:gd name="connsiteX18" fmla="*/ 283884 w 372887"/>
                <a:gd name="connsiteY18" fmla="*/ 43665 h 50713"/>
                <a:gd name="connsiteX19" fmla="*/ 275217 w 372887"/>
                <a:gd name="connsiteY19" fmla="*/ 33378 h 50713"/>
                <a:gd name="connsiteX20" fmla="*/ 275217 w 372887"/>
                <a:gd name="connsiteY20" fmla="*/ 33378 h 50713"/>
                <a:gd name="connsiteX21" fmla="*/ 285504 w 372887"/>
                <a:gd name="connsiteY21" fmla="*/ 24710 h 50713"/>
                <a:gd name="connsiteX22" fmla="*/ 285504 w 372887"/>
                <a:gd name="connsiteY22" fmla="*/ 24710 h 50713"/>
                <a:gd name="connsiteX23" fmla="*/ 294171 w 372887"/>
                <a:gd name="connsiteY23" fmla="*/ 34997 h 50713"/>
                <a:gd name="connsiteX24" fmla="*/ 294171 w 372887"/>
                <a:gd name="connsiteY24" fmla="*/ 34997 h 50713"/>
                <a:gd name="connsiteX25" fmla="*/ 284742 w 372887"/>
                <a:gd name="connsiteY25" fmla="*/ 43665 h 50713"/>
                <a:gd name="connsiteX26" fmla="*/ 283884 w 372887"/>
                <a:gd name="connsiteY26" fmla="*/ 43665 h 50713"/>
                <a:gd name="connsiteX27" fmla="*/ 244546 w 372887"/>
                <a:gd name="connsiteY27" fmla="*/ 40140 h 50713"/>
                <a:gd name="connsiteX28" fmla="*/ 235878 w 372887"/>
                <a:gd name="connsiteY28" fmla="*/ 29758 h 50713"/>
                <a:gd name="connsiteX29" fmla="*/ 235878 w 372887"/>
                <a:gd name="connsiteY29" fmla="*/ 29758 h 50713"/>
                <a:gd name="connsiteX30" fmla="*/ 246261 w 372887"/>
                <a:gd name="connsiteY30" fmla="*/ 21186 h 50713"/>
                <a:gd name="connsiteX31" fmla="*/ 246261 w 372887"/>
                <a:gd name="connsiteY31" fmla="*/ 21186 h 50713"/>
                <a:gd name="connsiteX32" fmla="*/ 254833 w 372887"/>
                <a:gd name="connsiteY32" fmla="*/ 31473 h 50713"/>
                <a:gd name="connsiteX33" fmla="*/ 254833 w 372887"/>
                <a:gd name="connsiteY33" fmla="*/ 31473 h 50713"/>
                <a:gd name="connsiteX34" fmla="*/ 245403 w 372887"/>
                <a:gd name="connsiteY34" fmla="*/ 40236 h 50713"/>
                <a:gd name="connsiteX35" fmla="*/ 245403 w 372887"/>
                <a:gd name="connsiteY35" fmla="*/ 40236 h 50713"/>
                <a:gd name="connsiteX36" fmla="*/ 244546 w 372887"/>
                <a:gd name="connsiteY36" fmla="*/ 40236 h 50713"/>
                <a:gd name="connsiteX37" fmla="*/ 205208 w 372887"/>
                <a:gd name="connsiteY37" fmla="*/ 36616 h 50713"/>
                <a:gd name="connsiteX38" fmla="*/ 196635 w 372887"/>
                <a:gd name="connsiteY38" fmla="*/ 26234 h 50713"/>
                <a:gd name="connsiteX39" fmla="*/ 196635 w 372887"/>
                <a:gd name="connsiteY39" fmla="*/ 26234 h 50713"/>
                <a:gd name="connsiteX40" fmla="*/ 206922 w 372887"/>
                <a:gd name="connsiteY40" fmla="*/ 17661 h 50713"/>
                <a:gd name="connsiteX41" fmla="*/ 206922 w 372887"/>
                <a:gd name="connsiteY41" fmla="*/ 17661 h 50713"/>
                <a:gd name="connsiteX42" fmla="*/ 215590 w 372887"/>
                <a:gd name="connsiteY42" fmla="*/ 28044 h 50713"/>
                <a:gd name="connsiteX43" fmla="*/ 215590 w 372887"/>
                <a:gd name="connsiteY43" fmla="*/ 28044 h 50713"/>
                <a:gd name="connsiteX44" fmla="*/ 206160 w 372887"/>
                <a:gd name="connsiteY44" fmla="*/ 36616 h 50713"/>
                <a:gd name="connsiteX45" fmla="*/ 205208 w 372887"/>
                <a:gd name="connsiteY45" fmla="*/ 36616 h 50713"/>
                <a:gd name="connsiteX46" fmla="*/ 165870 w 372887"/>
                <a:gd name="connsiteY46" fmla="*/ 33092 h 50713"/>
                <a:gd name="connsiteX47" fmla="*/ 157297 w 372887"/>
                <a:gd name="connsiteY47" fmla="*/ 22805 h 50713"/>
                <a:gd name="connsiteX48" fmla="*/ 157297 w 372887"/>
                <a:gd name="connsiteY48" fmla="*/ 22805 h 50713"/>
                <a:gd name="connsiteX49" fmla="*/ 167584 w 372887"/>
                <a:gd name="connsiteY49" fmla="*/ 14137 h 50713"/>
                <a:gd name="connsiteX50" fmla="*/ 167584 w 372887"/>
                <a:gd name="connsiteY50" fmla="*/ 14137 h 50713"/>
                <a:gd name="connsiteX51" fmla="*/ 176252 w 372887"/>
                <a:gd name="connsiteY51" fmla="*/ 24424 h 50713"/>
                <a:gd name="connsiteX52" fmla="*/ 176252 w 372887"/>
                <a:gd name="connsiteY52" fmla="*/ 24424 h 50713"/>
                <a:gd name="connsiteX53" fmla="*/ 166822 w 372887"/>
                <a:gd name="connsiteY53" fmla="*/ 33092 h 50713"/>
                <a:gd name="connsiteX54" fmla="*/ 165870 w 372887"/>
                <a:gd name="connsiteY54" fmla="*/ 33092 h 50713"/>
                <a:gd name="connsiteX55" fmla="*/ 126627 w 372887"/>
                <a:gd name="connsiteY55" fmla="*/ 29568 h 50713"/>
                <a:gd name="connsiteX56" fmla="*/ 117959 w 372887"/>
                <a:gd name="connsiteY56" fmla="*/ 19281 h 50713"/>
                <a:gd name="connsiteX57" fmla="*/ 117959 w 372887"/>
                <a:gd name="connsiteY57" fmla="*/ 19281 h 50713"/>
                <a:gd name="connsiteX58" fmla="*/ 128341 w 372887"/>
                <a:gd name="connsiteY58" fmla="*/ 10613 h 50713"/>
                <a:gd name="connsiteX59" fmla="*/ 128341 w 372887"/>
                <a:gd name="connsiteY59" fmla="*/ 10613 h 50713"/>
                <a:gd name="connsiteX60" fmla="*/ 136914 w 372887"/>
                <a:gd name="connsiteY60" fmla="*/ 20900 h 50713"/>
                <a:gd name="connsiteX61" fmla="*/ 136914 w 372887"/>
                <a:gd name="connsiteY61" fmla="*/ 20900 h 50713"/>
                <a:gd name="connsiteX62" fmla="*/ 127484 w 372887"/>
                <a:gd name="connsiteY62" fmla="*/ 29568 h 50713"/>
                <a:gd name="connsiteX63" fmla="*/ 126627 w 372887"/>
                <a:gd name="connsiteY63" fmla="*/ 29568 h 50713"/>
                <a:gd name="connsiteX64" fmla="*/ 87288 w 372887"/>
                <a:gd name="connsiteY64" fmla="*/ 26043 h 50713"/>
                <a:gd name="connsiteX65" fmla="*/ 78621 w 372887"/>
                <a:gd name="connsiteY65" fmla="*/ 15661 h 50713"/>
                <a:gd name="connsiteX66" fmla="*/ 78621 w 372887"/>
                <a:gd name="connsiteY66" fmla="*/ 15661 h 50713"/>
                <a:gd name="connsiteX67" fmla="*/ 89003 w 372887"/>
                <a:gd name="connsiteY67" fmla="*/ 7089 h 50713"/>
                <a:gd name="connsiteX68" fmla="*/ 89003 w 372887"/>
                <a:gd name="connsiteY68" fmla="*/ 7089 h 50713"/>
                <a:gd name="connsiteX69" fmla="*/ 97575 w 372887"/>
                <a:gd name="connsiteY69" fmla="*/ 17376 h 50713"/>
                <a:gd name="connsiteX70" fmla="*/ 97575 w 372887"/>
                <a:gd name="connsiteY70" fmla="*/ 17376 h 50713"/>
                <a:gd name="connsiteX71" fmla="*/ 88146 w 372887"/>
                <a:gd name="connsiteY71" fmla="*/ 26043 h 50713"/>
                <a:gd name="connsiteX72" fmla="*/ 87288 w 372887"/>
                <a:gd name="connsiteY72" fmla="*/ 26043 h 50713"/>
                <a:gd name="connsiteX73" fmla="*/ 47950 w 372887"/>
                <a:gd name="connsiteY73" fmla="*/ 22519 h 50713"/>
                <a:gd name="connsiteX74" fmla="*/ 39378 w 372887"/>
                <a:gd name="connsiteY74" fmla="*/ 12137 h 50713"/>
                <a:gd name="connsiteX75" fmla="*/ 39378 w 372887"/>
                <a:gd name="connsiteY75" fmla="*/ 12137 h 50713"/>
                <a:gd name="connsiteX76" fmla="*/ 49665 w 372887"/>
                <a:gd name="connsiteY76" fmla="*/ 3564 h 50713"/>
                <a:gd name="connsiteX77" fmla="*/ 49665 w 372887"/>
                <a:gd name="connsiteY77" fmla="*/ 3564 h 50713"/>
                <a:gd name="connsiteX78" fmla="*/ 58332 w 372887"/>
                <a:gd name="connsiteY78" fmla="*/ 13851 h 50713"/>
                <a:gd name="connsiteX79" fmla="*/ 58332 w 372887"/>
                <a:gd name="connsiteY79" fmla="*/ 13851 h 50713"/>
                <a:gd name="connsiteX80" fmla="*/ 48903 w 372887"/>
                <a:gd name="connsiteY80" fmla="*/ 22519 h 50713"/>
                <a:gd name="connsiteX81" fmla="*/ 47950 w 372887"/>
                <a:gd name="connsiteY81" fmla="*/ 22519 h 50713"/>
                <a:gd name="connsiteX82" fmla="*/ 8707 w 372887"/>
                <a:gd name="connsiteY82" fmla="*/ 18995 h 50713"/>
                <a:gd name="connsiteX83" fmla="*/ 39 w 372887"/>
                <a:gd name="connsiteY83" fmla="*/ 8613 h 50713"/>
                <a:gd name="connsiteX84" fmla="*/ 39 w 372887"/>
                <a:gd name="connsiteY84" fmla="*/ 8613 h 50713"/>
                <a:gd name="connsiteX85" fmla="*/ 10326 w 372887"/>
                <a:gd name="connsiteY85" fmla="*/ 40 h 50713"/>
                <a:gd name="connsiteX86" fmla="*/ 10326 w 372887"/>
                <a:gd name="connsiteY86" fmla="*/ 40 h 50713"/>
                <a:gd name="connsiteX87" fmla="*/ 18994 w 372887"/>
                <a:gd name="connsiteY87" fmla="*/ 10327 h 50713"/>
                <a:gd name="connsiteX88" fmla="*/ 18994 w 372887"/>
                <a:gd name="connsiteY88" fmla="*/ 10327 h 50713"/>
                <a:gd name="connsiteX89" fmla="*/ 9564 w 372887"/>
                <a:gd name="connsiteY89" fmla="*/ 18995 h 50713"/>
                <a:gd name="connsiteX90" fmla="*/ 8707 w 372887"/>
                <a:gd name="connsiteY90" fmla="*/ 18995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72887" h="50713">
                  <a:moveTo>
                    <a:pt x="362466" y="50713"/>
                  </a:moveTo>
                  <a:cubicBezTo>
                    <a:pt x="357227" y="50237"/>
                    <a:pt x="353417" y="45570"/>
                    <a:pt x="353893" y="40331"/>
                  </a:cubicBezTo>
                  <a:lnTo>
                    <a:pt x="353893" y="40331"/>
                  </a:lnTo>
                  <a:cubicBezTo>
                    <a:pt x="354274" y="35187"/>
                    <a:pt x="358941" y="31282"/>
                    <a:pt x="364180" y="31758"/>
                  </a:cubicBezTo>
                  <a:lnTo>
                    <a:pt x="364180" y="31758"/>
                  </a:lnTo>
                  <a:cubicBezTo>
                    <a:pt x="369419" y="32235"/>
                    <a:pt x="373324" y="36902"/>
                    <a:pt x="372848" y="42141"/>
                  </a:cubicBezTo>
                  <a:lnTo>
                    <a:pt x="372848" y="42141"/>
                  </a:lnTo>
                  <a:cubicBezTo>
                    <a:pt x="372372" y="46998"/>
                    <a:pt x="368181" y="50713"/>
                    <a:pt x="363323" y="50713"/>
                  </a:cubicBezTo>
                  <a:lnTo>
                    <a:pt x="362466" y="50713"/>
                  </a:lnTo>
                  <a:close/>
                  <a:moveTo>
                    <a:pt x="323223" y="47189"/>
                  </a:moveTo>
                  <a:cubicBezTo>
                    <a:pt x="317984" y="46713"/>
                    <a:pt x="314079" y="42141"/>
                    <a:pt x="314555" y="36902"/>
                  </a:cubicBezTo>
                  <a:lnTo>
                    <a:pt x="314555" y="36902"/>
                  </a:lnTo>
                  <a:cubicBezTo>
                    <a:pt x="315031" y="31663"/>
                    <a:pt x="319603" y="27758"/>
                    <a:pt x="324842" y="28234"/>
                  </a:cubicBezTo>
                  <a:lnTo>
                    <a:pt x="324842" y="28234"/>
                  </a:lnTo>
                  <a:cubicBezTo>
                    <a:pt x="330081" y="28710"/>
                    <a:pt x="333986" y="33282"/>
                    <a:pt x="333510" y="38521"/>
                  </a:cubicBezTo>
                  <a:lnTo>
                    <a:pt x="333510" y="38521"/>
                  </a:lnTo>
                  <a:cubicBezTo>
                    <a:pt x="333033" y="43474"/>
                    <a:pt x="328938" y="47189"/>
                    <a:pt x="324080" y="47189"/>
                  </a:cubicBezTo>
                  <a:lnTo>
                    <a:pt x="323223" y="47189"/>
                  </a:lnTo>
                  <a:close/>
                  <a:moveTo>
                    <a:pt x="283884" y="43665"/>
                  </a:moveTo>
                  <a:cubicBezTo>
                    <a:pt x="278646" y="43188"/>
                    <a:pt x="274740" y="38616"/>
                    <a:pt x="275217" y="33378"/>
                  </a:cubicBezTo>
                  <a:lnTo>
                    <a:pt x="275217" y="33378"/>
                  </a:lnTo>
                  <a:cubicBezTo>
                    <a:pt x="275693" y="28139"/>
                    <a:pt x="280360" y="24234"/>
                    <a:pt x="285504" y="24710"/>
                  </a:cubicBezTo>
                  <a:lnTo>
                    <a:pt x="285504" y="24710"/>
                  </a:lnTo>
                  <a:cubicBezTo>
                    <a:pt x="290742" y="25186"/>
                    <a:pt x="294648" y="29758"/>
                    <a:pt x="294171" y="34997"/>
                  </a:cubicBezTo>
                  <a:lnTo>
                    <a:pt x="294171" y="34997"/>
                  </a:lnTo>
                  <a:cubicBezTo>
                    <a:pt x="293790" y="39950"/>
                    <a:pt x="289599" y="43665"/>
                    <a:pt x="284742" y="43665"/>
                  </a:cubicBezTo>
                  <a:lnTo>
                    <a:pt x="283884" y="43665"/>
                  </a:lnTo>
                  <a:close/>
                  <a:moveTo>
                    <a:pt x="244546" y="40140"/>
                  </a:moveTo>
                  <a:cubicBezTo>
                    <a:pt x="239307" y="39664"/>
                    <a:pt x="235497" y="34997"/>
                    <a:pt x="235878" y="29758"/>
                  </a:cubicBezTo>
                  <a:lnTo>
                    <a:pt x="235878" y="29758"/>
                  </a:lnTo>
                  <a:cubicBezTo>
                    <a:pt x="236355" y="24519"/>
                    <a:pt x="241022" y="20709"/>
                    <a:pt x="246261" y="21186"/>
                  </a:cubicBezTo>
                  <a:lnTo>
                    <a:pt x="246261" y="21186"/>
                  </a:lnTo>
                  <a:cubicBezTo>
                    <a:pt x="251499" y="21662"/>
                    <a:pt x="255405" y="26234"/>
                    <a:pt x="254833" y="31473"/>
                  </a:cubicBezTo>
                  <a:lnTo>
                    <a:pt x="254833" y="31473"/>
                  </a:lnTo>
                  <a:cubicBezTo>
                    <a:pt x="254452" y="36426"/>
                    <a:pt x="250261" y="40236"/>
                    <a:pt x="245403" y="40236"/>
                  </a:cubicBezTo>
                  <a:lnTo>
                    <a:pt x="245403" y="40236"/>
                  </a:lnTo>
                  <a:cubicBezTo>
                    <a:pt x="245403" y="40236"/>
                    <a:pt x="244832" y="40236"/>
                    <a:pt x="244546" y="40236"/>
                  </a:cubicBezTo>
                  <a:close/>
                  <a:moveTo>
                    <a:pt x="205208" y="36616"/>
                  </a:moveTo>
                  <a:cubicBezTo>
                    <a:pt x="199969" y="36140"/>
                    <a:pt x="196159" y="31473"/>
                    <a:pt x="196635" y="26234"/>
                  </a:cubicBezTo>
                  <a:lnTo>
                    <a:pt x="196635" y="26234"/>
                  </a:lnTo>
                  <a:cubicBezTo>
                    <a:pt x="197016" y="20995"/>
                    <a:pt x="201684" y="17185"/>
                    <a:pt x="206922" y="17661"/>
                  </a:cubicBezTo>
                  <a:lnTo>
                    <a:pt x="206922" y="17661"/>
                  </a:lnTo>
                  <a:cubicBezTo>
                    <a:pt x="212161" y="18138"/>
                    <a:pt x="216066" y="22805"/>
                    <a:pt x="215590" y="28044"/>
                  </a:cubicBezTo>
                  <a:lnTo>
                    <a:pt x="215590" y="28044"/>
                  </a:lnTo>
                  <a:cubicBezTo>
                    <a:pt x="215114" y="32901"/>
                    <a:pt x="211018" y="36616"/>
                    <a:pt x="206160" y="36616"/>
                  </a:cubicBezTo>
                  <a:lnTo>
                    <a:pt x="205208" y="36616"/>
                  </a:lnTo>
                  <a:close/>
                  <a:moveTo>
                    <a:pt x="165870" y="33092"/>
                  </a:moveTo>
                  <a:cubicBezTo>
                    <a:pt x="160631" y="32616"/>
                    <a:pt x="156821" y="28044"/>
                    <a:pt x="157297" y="22805"/>
                  </a:cubicBezTo>
                  <a:lnTo>
                    <a:pt x="157297" y="22805"/>
                  </a:lnTo>
                  <a:cubicBezTo>
                    <a:pt x="157773" y="17566"/>
                    <a:pt x="162345" y="13661"/>
                    <a:pt x="167584" y="14137"/>
                  </a:cubicBezTo>
                  <a:lnTo>
                    <a:pt x="167584" y="14137"/>
                  </a:lnTo>
                  <a:cubicBezTo>
                    <a:pt x="172823" y="14613"/>
                    <a:pt x="176728" y="19185"/>
                    <a:pt x="176252" y="24424"/>
                  </a:cubicBezTo>
                  <a:lnTo>
                    <a:pt x="176252" y="24424"/>
                  </a:lnTo>
                  <a:cubicBezTo>
                    <a:pt x="175776" y="29377"/>
                    <a:pt x="171680" y="33092"/>
                    <a:pt x="166822" y="33092"/>
                  </a:cubicBezTo>
                  <a:lnTo>
                    <a:pt x="165870" y="33092"/>
                  </a:lnTo>
                  <a:close/>
                  <a:moveTo>
                    <a:pt x="126627" y="29568"/>
                  </a:moveTo>
                  <a:cubicBezTo>
                    <a:pt x="121388" y="29091"/>
                    <a:pt x="117483" y="24519"/>
                    <a:pt x="117959" y="19281"/>
                  </a:cubicBezTo>
                  <a:lnTo>
                    <a:pt x="117959" y="19281"/>
                  </a:lnTo>
                  <a:cubicBezTo>
                    <a:pt x="118435" y="14042"/>
                    <a:pt x="123102" y="10137"/>
                    <a:pt x="128341" y="10613"/>
                  </a:cubicBezTo>
                  <a:lnTo>
                    <a:pt x="128341" y="10613"/>
                  </a:lnTo>
                  <a:cubicBezTo>
                    <a:pt x="133485" y="11089"/>
                    <a:pt x="137390" y="15661"/>
                    <a:pt x="136914" y="20900"/>
                  </a:cubicBezTo>
                  <a:lnTo>
                    <a:pt x="136914" y="20900"/>
                  </a:lnTo>
                  <a:cubicBezTo>
                    <a:pt x="136533" y="25853"/>
                    <a:pt x="132342" y="29568"/>
                    <a:pt x="127484" y="29568"/>
                  </a:cubicBezTo>
                  <a:lnTo>
                    <a:pt x="126627" y="29568"/>
                  </a:lnTo>
                  <a:close/>
                  <a:moveTo>
                    <a:pt x="87288" y="26043"/>
                  </a:moveTo>
                  <a:cubicBezTo>
                    <a:pt x="82050" y="25567"/>
                    <a:pt x="78240" y="20900"/>
                    <a:pt x="78621" y="15661"/>
                  </a:cubicBezTo>
                  <a:lnTo>
                    <a:pt x="78621" y="15661"/>
                  </a:lnTo>
                  <a:cubicBezTo>
                    <a:pt x="79097" y="10518"/>
                    <a:pt x="83764" y="6612"/>
                    <a:pt x="89003" y="7089"/>
                  </a:cubicBezTo>
                  <a:lnTo>
                    <a:pt x="89003" y="7089"/>
                  </a:lnTo>
                  <a:cubicBezTo>
                    <a:pt x="94242" y="7565"/>
                    <a:pt x="98147" y="12137"/>
                    <a:pt x="97575" y="17376"/>
                  </a:cubicBezTo>
                  <a:lnTo>
                    <a:pt x="97575" y="17376"/>
                  </a:lnTo>
                  <a:cubicBezTo>
                    <a:pt x="97194" y="22329"/>
                    <a:pt x="93003" y="26043"/>
                    <a:pt x="88146" y="26043"/>
                  </a:cubicBezTo>
                  <a:lnTo>
                    <a:pt x="87288" y="26043"/>
                  </a:lnTo>
                  <a:close/>
                  <a:moveTo>
                    <a:pt x="47950" y="22519"/>
                  </a:moveTo>
                  <a:cubicBezTo>
                    <a:pt x="42711" y="22043"/>
                    <a:pt x="38901" y="17376"/>
                    <a:pt x="39378" y="12137"/>
                  </a:cubicBezTo>
                  <a:lnTo>
                    <a:pt x="39378" y="12137"/>
                  </a:lnTo>
                  <a:cubicBezTo>
                    <a:pt x="39854" y="6898"/>
                    <a:pt x="44426" y="3088"/>
                    <a:pt x="49665" y="3564"/>
                  </a:cubicBezTo>
                  <a:lnTo>
                    <a:pt x="49665" y="3564"/>
                  </a:lnTo>
                  <a:cubicBezTo>
                    <a:pt x="54903" y="4041"/>
                    <a:pt x="58809" y="8613"/>
                    <a:pt x="58332" y="13851"/>
                  </a:cubicBezTo>
                  <a:lnTo>
                    <a:pt x="58332" y="13851"/>
                  </a:lnTo>
                  <a:cubicBezTo>
                    <a:pt x="57856" y="18804"/>
                    <a:pt x="53760" y="22519"/>
                    <a:pt x="48903" y="22519"/>
                  </a:cubicBezTo>
                  <a:lnTo>
                    <a:pt x="47950" y="22519"/>
                  </a:lnTo>
                  <a:close/>
                  <a:moveTo>
                    <a:pt x="8707" y="18995"/>
                  </a:moveTo>
                  <a:cubicBezTo>
                    <a:pt x="3468" y="18519"/>
                    <a:pt x="-437" y="13851"/>
                    <a:pt x="39" y="8613"/>
                  </a:cubicBezTo>
                  <a:lnTo>
                    <a:pt x="39" y="8613"/>
                  </a:lnTo>
                  <a:cubicBezTo>
                    <a:pt x="516" y="3374"/>
                    <a:pt x="5088" y="-436"/>
                    <a:pt x="10326" y="40"/>
                  </a:cubicBezTo>
                  <a:lnTo>
                    <a:pt x="10326" y="40"/>
                  </a:lnTo>
                  <a:cubicBezTo>
                    <a:pt x="15565" y="516"/>
                    <a:pt x="19470" y="5088"/>
                    <a:pt x="18994" y="10327"/>
                  </a:cubicBezTo>
                  <a:lnTo>
                    <a:pt x="18994" y="10327"/>
                  </a:lnTo>
                  <a:cubicBezTo>
                    <a:pt x="18518" y="15280"/>
                    <a:pt x="14422" y="18995"/>
                    <a:pt x="9564" y="18995"/>
                  </a:cubicBezTo>
                  <a:lnTo>
                    <a:pt x="8707" y="189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21BE5E2-DD30-85A0-2875-495A1645AF93}"/>
                </a:ext>
              </a:extLst>
            </p:cNvPr>
            <p:cNvSpPr/>
            <p:nvPr/>
          </p:nvSpPr>
          <p:spPr>
            <a:xfrm>
              <a:off x="5687906" y="3621891"/>
              <a:ext cx="92996" cy="48852"/>
            </a:xfrm>
            <a:custGeom>
              <a:avLst/>
              <a:gdLst>
                <a:gd name="connsiteX0" fmla="*/ 709 w 92996"/>
                <a:gd name="connsiteY0" fmla="*/ 42852 h 48852"/>
                <a:gd name="connsiteX1" fmla="*/ 5948 w 92996"/>
                <a:gd name="connsiteY1" fmla="*/ 30470 h 48852"/>
                <a:gd name="connsiteX2" fmla="*/ 5948 w 92996"/>
                <a:gd name="connsiteY2" fmla="*/ 30470 h 48852"/>
                <a:gd name="connsiteX3" fmla="*/ 18331 w 92996"/>
                <a:gd name="connsiteY3" fmla="*/ 35708 h 48852"/>
                <a:gd name="connsiteX4" fmla="*/ 18331 w 92996"/>
                <a:gd name="connsiteY4" fmla="*/ 35708 h 48852"/>
                <a:gd name="connsiteX5" fmla="*/ 13092 w 92996"/>
                <a:gd name="connsiteY5" fmla="*/ 48091 h 48852"/>
                <a:gd name="connsiteX6" fmla="*/ 13092 w 92996"/>
                <a:gd name="connsiteY6" fmla="*/ 48091 h 48852"/>
                <a:gd name="connsiteX7" fmla="*/ 9568 w 92996"/>
                <a:gd name="connsiteY7" fmla="*/ 48853 h 48852"/>
                <a:gd name="connsiteX8" fmla="*/ 9568 w 92996"/>
                <a:gd name="connsiteY8" fmla="*/ 48853 h 48852"/>
                <a:gd name="connsiteX9" fmla="*/ 709 w 92996"/>
                <a:gd name="connsiteY9" fmla="*/ 42852 h 48852"/>
                <a:gd name="connsiteX10" fmla="*/ 37666 w 92996"/>
                <a:gd name="connsiteY10" fmla="*/ 27993 h 48852"/>
                <a:gd name="connsiteX11" fmla="*/ 42905 w 92996"/>
                <a:gd name="connsiteY11" fmla="*/ 15611 h 48852"/>
                <a:gd name="connsiteX12" fmla="*/ 42905 w 92996"/>
                <a:gd name="connsiteY12" fmla="*/ 15611 h 48852"/>
                <a:gd name="connsiteX13" fmla="*/ 55383 w 92996"/>
                <a:gd name="connsiteY13" fmla="*/ 20849 h 48852"/>
                <a:gd name="connsiteX14" fmla="*/ 55383 w 92996"/>
                <a:gd name="connsiteY14" fmla="*/ 20849 h 48852"/>
                <a:gd name="connsiteX15" fmla="*/ 50049 w 92996"/>
                <a:gd name="connsiteY15" fmla="*/ 33232 h 48852"/>
                <a:gd name="connsiteX16" fmla="*/ 50049 w 92996"/>
                <a:gd name="connsiteY16" fmla="*/ 33232 h 48852"/>
                <a:gd name="connsiteX17" fmla="*/ 46525 w 92996"/>
                <a:gd name="connsiteY17" fmla="*/ 33899 h 48852"/>
                <a:gd name="connsiteX18" fmla="*/ 46525 w 92996"/>
                <a:gd name="connsiteY18" fmla="*/ 33899 h 48852"/>
                <a:gd name="connsiteX19" fmla="*/ 37666 w 92996"/>
                <a:gd name="connsiteY19" fmla="*/ 27993 h 48852"/>
                <a:gd name="connsiteX20" fmla="*/ 74623 w 92996"/>
                <a:gd name="connsiteY20" fmla="*/ 13134 h 48852"/>
                <a:gd name="connsiteX21" fmla="*/ 79957 w 92996"/>
                <a:gd name="connsiteY21" fmla="*/ 656 h 48852"/>
                <a:gd name="connsiteX22" fmla="*/ 79957 w 92996"/>
                <a:gd name="connsiteY22" fmla="*/ 656 h 48852"/>
                <a:gd name="connsiteX23" fmla="*/ 92340 w 92996"/>
                <a:gd name="connsiteY23" fmla="*/ 5990 h 48852"/>
                <a:gd name="connsiteX24" fmla="*/ 92340 w 92996"/>
                <a:gd name="connsiteY24" fmla="*/ 5990 h 48852"/>
                <a:gd name="connsiteX25" fmla="*/ 87006 w 92996"/>
                <a:gd name="connsiteY25" fmla="*/ 18373 h 48852"/>
                <a:gd name="connsiteX26" fmla="*/ 87006 w 92996"/>
                <a:gd name="connsiteY26" fmla="*/ 18373 h 48852"/>
                <a:gd name="connsiteX27" fmla="*/ 83482 w 92996"/>
                <a:gd name="connsiteY27" fmla="*/ 19040 h 48852"/>
                <a:gd name="connsiteX28" fmla="*/ 83482 w 92996"/>
                <a:gd name="connsiteY28" fmla="*/ 19040 h 48852"/>
                <a:gd name="connsiteX29" fmla="*/ 74623 w 92996"/>
                <a:gd name="connsiteY29" fmla="*/ 13134 h 48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2996" h="48852">
                  <a:moveTo>
                    <a:pt x="709" y="42852"/>
                  </a:moveTo>
                  <a:cubicBezTo>
                    <a:pt x="-1291" y="37994"/>
                    <a:pt x="1090" y="32375"/>
                    <a:pt x="5948" y="30470"/>
                  </a:cubicBezTo>
                  <a:lnTo>
                    <a:pt x="5948" y="30470"/>
                  </a:lnTo>
                  <a:cubicBezTo>
                    <a:pt x="10901" y="28469"/>
                    <a:pt x="16426" y="30851"/>
                    <a:pt x="18331" y="35708"/>
                  </a:cubicBezTo>
                  <a:lnTo>
                    <a:pt x="18331" y="35708"/>
                  </a:lnTo>
                  <a:cubicBezTo>
                    <a:pt x="20331" y="40566"/>
                    <a:pt x="17950" y="46186"/>
                    <a:pt x="13092" y="48091"/>
                  </a:cubicBezTo>
                  <a:lnTo>
                    <a:pt x="13092" y="48091"/>
                  </a:lnTo>
                  <a:cubicBezTo>
                    <a:pt x="11949" y="48567"/>
                    <a:pt x="10711" y="48853"/>
                    <a:pt x="9568" y="48853"/>
                  </a:cubicBezTo>
                  <a:lnTo>
                    <a:pt x="9568" y="48853"/>
                  </a:lnTo>
                  <a:cubicBezTo>
                    <a:pt x="5758" y="48853"/>
                    <a:pt x="2233" y="46567"/>
                    <a:pt x="709" y="42852"/>
                  </a:cubicBezTo>
                  <a:close/>
                  <a:moveTo>
                    <a:pt x="37666" y="27993"/>
                  </a:moveTo>
                  <a:cubicBezTo>
                    <a:pt x="35666" y="23135"/>
                    <a:pt x="38047" y="17516"/>
                    <a:pt x="42905" y="15611"/>
                  </a:cubicBezTo>
                  <a:lnTo>
                    <a:pt x="42905" y="15611"/>
                  </a:lnTo>
                  <a:cubicBezTo>
                    <a:pt x="47858" y="13610"/>
                    <a:pt x="53383" y="15992"/>
                    <a:pt x="55383" y="20849"/>
                  </a:cubicBezTo>
                  <a:lnTo>
                    <a:pt x="55383" y="20849"/>
                  </a:lnTo>
                  <a:cubicBezTo>
                    <a:pt x="57288" y="25707"/>
                    <a:pt x="54907" y="31327"/>
                    <a:pt x="50049" y="33232"/>
                  </a:cubicBezTo>
                  <a:lnTo>
                    <a:pt x="50049" y="33232"/>
                  </a:lnTo>
                  <a:cubicBezTo>
                    <a:pt x="48906" y="33708"/>
                    <a:pt x="47668" y="33899"/>
                    <a:pt x="46525" y="33899"/>
                  </a:cubicBezTo>
                  <a:lnTo>
                    <a:pt x="46525" y="33899"/>
                  </a:lnTo>
                  <a:cubicBezTo>
                    <a:pt x="42715" y="33899"/>
                    <a:pt x="39190" y="31708"/>
                    <a:pt x="37666" y="27993"/>
                  </a:cubicBezTo>
                  <a:close/>
                  <a:moveTo>
                    <a:pt x="74623" y="13134"/>
                  </a:moveTo>
                  <a:cubicBezTo>
                    <a:pt x="72623" y="8181"/>
                    <a:pt x="75004" y="2657"/>
                    <a:pt x="79957" y="656"/>
                  </a:cubicBezTo>
                  <a:lnTo>
                    <a:pt x="79957" y="656"/>
                  </a:lnTo>
                  <a:cubicBezTo>
                    <a:pt x="84815" y="-1249"/>
                    <a:pt x="90340" y="1133"/>
                    <a:pt x="92340" y="5990"/>
                  </a:cubicBezTo>
                  <a:lnTo>
                    <a:pt x="92340" y="5990"/>
                  </a:lnTo>
                  <a:cubicBezTo>
                    <a:pt x="94245" y="10848"/>
                    <a:pt x="91864" y="16373"/>
                    <a:pt x="87006" y="18373"/>
                  </a:cubicBezTo>
                  <a:lnTo>
                    <a:pt x="87006" y="18373"/>
                  </a:lnTo>
                  <a:cubicBezTo>
                    <a:pt x="85863" y="18849"/>
                    <a:pt x="84625" y="19040"/>
                    <a:pt x="83482" y="19040"/>
                  </a:cubicBezTo>
                  <a:lnTo>
                    <a:pt x="83482" y="19040"/>
                  </a:lnTo>
                  <a:cubicBezTo>
                    <a:pt x="79672" y="19040"/>
                    <a:pt x="76147" y="16849"/>
                    <a:pt x="74623" y="1313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D4139C-3412-2005-E444-E6493760044F}"/>
                </a:ext>
              </a:extLst>
            </p:cNvPr>
            <p:cNvSpPr/>
            <p:nvPr/>
          </p:nvSpPr>
          <p:spPr>
            <a:xfrm>
              <a:off x="5660653" y="3210727"/>
              <a:ext cx="144686" cy="379339"/>
            </a:xfrm>
            <a:custGeom>
              <a:avLst/>
              <a:gdLst>
                <a:gd name="connsiteX0" fmla="*/ 126165 w 144686"/>
                <a:gd name="connsiteY0" fmla="*/ 372958 h 379339"/>
                <a:gd name="connsiteX1" fmla="*/ 131975 w 144686"/>
                <a:gd name="connsiteY1" fmla="*/ 360861 h 379339"/>
                <a:gd name="connsiteX2" fmla="*/ 131975 w 144686"/>
                <a:gd name="connsiteY2" fmla="*/ 360861 h 379339"/>
                <a:gd name="connsiteX3" fmla="*/ 144167 w 144686"/>
                <a:gd name="connsiteY3" fmla="*/ 366672 h 379339"/>
                <a:gd name="connsiteX4" fmla="*/ 144167 w 144686"/>
                <a:gd name="connsiteY4" fmla="*/ 366672 h 379339"/>
                <a:gd name="connsiteX5" fmla="*/ 138261 w 144686"/>
                <a:gd name="connsiteY5" fmla="*/ 378768 h 379339"/>
                <a:gd name="connsiteX6" fmla="*/ 138261 w 144686"/>
                <a:gd name="connsiteY6" fmla="*/ 378768 h 379339"/>
                <a:gd name="connsiteX7" fmla="*/ 135118 w 144686"/>
                <a:gd name="connsiteY7" fmla="*/ 379340 h 379339"/>
                <a:gd name="connsiteX8" fmla="*/ 135118 w 144686"/>
                <a:gd name="connsiteY8" fmla="*/ 379340 h 379339"/>
                <a:gd name="connsiteX9" fmla="*/ 126165 w 144686"/>
                <a:gd name="connsiteY9" fmla="*/ 372958 h 379339"/>
                <a:gd name="connsiteX10" fmla="*/ 113592 w 144686"/>
                <a:gd name="connsiteY10" fmla="*/ 336954 h 379339"/>
                <a:gd name="connsiteX11" fmla="*/ 119402 w 144686"/>
                <a:gd name="connsiteY11" fmla="*/ 324762 h 379339"/>
                <a:gd name="connsiteX12" fmla="*/ 119402 w 144686"/>
                <a:gd name="connsiteY12" fmla="*/ 324762 h 379339"/>
                <a:gd name="connsiteX13" fmla="*/ 131594 w 144686"/>
                <a:gd name="connsiteY13" fmla="*/ 330667 h 379339"/>
                <a:gd name="connsiteX14" fmla="*/ 131594 w 144686"/>
                <a:gd name="connsiteY14" fmla="*/ 330667 h 379339"/>
                <a:gd name="connsiteX15" fmla="*/ 125688 w 144686"/>
                <a:gd name="connsiteY15" fmla="*/ 342764 h 379339"/>
                <a:gd name="connsiteX16" fmla="*/ 125688 w 144686"/>
                <a:gd name="connsiteY16" fmla="*/ 342764 h 379339"/>
                <a:gd name="connsiteX17" fmla="*/ 122545 w 144686"/>
                <a:gd name="connsiteY17" fmla="*/ 343335 h 379339"/>
                <a:gd name="connsiteX18" fmla="*/ 122545 w 144686"/>
                <a:gd name="connsiteY18" fmla="*/ 343335 h 379339"/>
                <a:gd name="connsiteX19" fmla="*/ 113592 w 144686"/>
                <a:gd name="connsiteY19" fmla="*/ 336954 h 379339"/>
                <a:gd name="connsiteX20" fmla="*/ 101019 w 144686"/>
                <a:gd name="connsiteY20" fmla="*/ 300854 h 379339"/>
                <a:gd name="connsiteX21" fmla="*/ 106924 w 144686"/>
                <a:gd name="connsiteY21" fmla="*/ 288757 h 379339"/>
                <a:gd name="connsiteX22" fmla="*/ 106924 w 144686"/>
                <a:gd name="connsiteY22" fmla="*/ 288757 h 379339"/>
                <a:gd name="connsiteX23" fmla="*/ 119021 w 144686"/>
                <a:gd name="connsiteY23" fmla="*/ 294567 h 379339"/>
                <a:gd name="connsiteX24" fmla="*/ 119021 w 144686"/>
                <a:gd name="connsiteY24" fmla="*/ 294567 h 379339"/>
                <a:gd name="connsiteX25" fmla="*/ 113115 w 144686"/>
                <a:gd name="connsiteY25" fmla="*/ 306759 h 379339"/>
                <a:gd name="connsiteX26" fmla="*/ 113115 w 144686"/>
                <a:gd name="connsiteY26" fmla="*/ 306759 h 379339"/>
                <a:gd name="connsiteX27" fmla="*/ 109972 w 144686"/>
                <a:gd name="connsiteY27" fmla="*/ 307236 h 379339"/>
                <a:gd name="connsiteX28" fmla="*/ 109972 w 144686"/>
                <a:gd name="connsiteY28" fmla="*/ 307236 h 379339"/>
                <a:gd name="connsiteX29" fmla="*/ 101019 w 144686"/>
                <a:gd name="connsiteY29" fmla="*/ 300854 h 379339"/>
                <a:gd name="connsiteX30" fmla="*/ 88446 w 144686"/>
                <a:gd name="connsiteY30" fmla="*/ 264849 h 379339"/>
                <a:gd name="connsiteX31" fmla="*/ 94351 w 144686"/>
                <a:gd name="connsiteY31" fmla="*/ 252753 h 379339"/>
                <a:gd name="connsiteX32" fmla="*/ 94351 w 144686"/>
                <a:gd name="connsiteY32" fmla="*/ 252753 h 379339"/>
                <a:gd name="connsiteX33" fmla="*/ 106448 w 144686"/>
                <a:gd name="connsiteY33" fmla="*/ 258563 h 379339"/>
                <a:gd name="connsiteX34" fmla="*/ 106448 w 144686"/>
                <a:gd name="connsiteY34" fmla="*/ 258563 h 379339"/>
                <a:gd name="connsiteX35" fmla="*/ 100638 w 144686"/>
                <a:gd name="connsiteY35" fmla="*/ 270660 h 379339"/>
                <a:gd name="connsiteX36" fmla="*/ 100638 w 144686"/>
                <a:gd name="connsiteY36" fmla="*/ 270660 h 379339"/>
                <a:gd name="connsiteX37" fmla="*/ 97494 w 144686"/>
                <a:gd name="connsiteY37" fmla="*/ 271231 h 379339"/>
                <a:gd name="connsiteX38" fmla="*/ 97494 w 144686"/>
                <a:gd name="connsiteY38" fmla="*/ 271231 h 379339"/>
                <a:gd name="connsiteX39" fmla="*/ 88446 w 144686"/>
                <a:gd name="connsiteY39" fmla="*/ 264849 h 379339"/>
                <a:gd name="connsiteX40" fmla="*/ 75873 w 144686"/>
                <a:gd name="connsiteY40" fmla="*/ 228845 h 379339"/>
                <a:gd name="connsiteX41" fmla="*/ 81778 w 144686"/>
                <a:gd name="connsiteY41" fmla="*/ 216653 h 379339"/>
                <a:gd name="connsiteX42" fmla="*/ 81778 w 144686"/>
                <a:gd name="connsiteY42" fmla="*/ 216653 h 379339"/>
                <a:gd name="connsiteX43" fmla="*/ 93875 w 144686"/>
                <a:gd name="connsiteY43" fmla="*/ 222558 h 379339"/>
                <a:gd name="connsiteX44" fmla="*/ 93875 w 144686"/>
                <a:gd name="connsiteY44" fmla="*/ 222558 h 379339"/>
                <a:gd name="connsiteX45" fmla="*/ 88065 w 144686"/>
                <a:gd name="connsiteY45" fmla="*/ 234655 h 379339"/>
                <a:gd name="connsiteX46" fmla="*/ 88065 w 144686"/>
                <a:gd name="connsiteY46" fmla="*/ 234655 h 379339"/>
                <a:gd name="connsiteX47" fmla="*/ 84921 w 144686"/>
                <a:gd name="connsiteY47" fmla="*/ 235227 h 379339"/>
                <a:gd name="connsiteX48" fmla="*/ 84921 w 144686"/>
                <a:gd name="connsiteY48" fmla="*/ 235227 h 379339"/>
                <a:gd name="connsiteX49" fmla="*/ 75873 w 144686"/>
                <a:gd name="connsiteY49" fmla="*/ 228845 h 379339"/>
                <a:gd name="connsiteX50" fmla="*/ 63395 w 144686"/>
                <a:gd name="connsiteY50" fmla="*/ 192840 h 379339"/>
                <a:gd name="connsiteX51" fmla="*/ 69205 w 144686"/>
                <a:gd name="connsiteY51" fmla="*/ 180648 h 379339"/>
                <a:gd name="connsiteX52" fmla="*/ 69205 w 144686"/>
                <a:gd name="connsiteY52" fmla="*/ 180648 h 379339"/>
                <a:gd name="connsiteX53" fmla="*/ 81302 w 144686"/>
                <a:gd name="connsiteY53" fmla="*/ 186459 h 379339"/>
                <a:gd name="connsiteX54" fmla="*/ 81302 w 144686"/>
                <a:gd name="connsiteY54" fmla="*/ 186459 h 379339"/>
                <a:gd name="connsiteX55" fmla="*/ 75492 w 144686"/>
                <a:gd name="connsiteY55" fmla="*/ 198651 h 379339"/>
                <a:gd name="connsiteX56" fmla="*/ 75492 w 144686"/>
                <a:gd name="connsiteY56" fmla="*/ 198651 h 379339"/>
                <a:gd name="connsiteX57" fmla="*/ 72348 w 144686"/>
                <a:gd name="connsiteY57" fmla="*/ 199222 h 379339"/>
                <a:gd name="connsiteX58" fmla="*/ 72348 w 144686"/>
                <a:gd name="connsiteY58" fmla="*/ 199222 h 379339"/>
                <a:gd name="connsiteX59" fmla="*/ 63395 w 144686"/>
                <a:gd name="connsiteY59" fmla="*/ 192840 h 379339"/>
                <a:gd name="connsiteX60" fmla="*/ 50822 w 144686"/>
                <a:gd name="connsiteY60" fmla="*/ 156741 h 379339"/>
                <a:gd name="connsiteX61" fmla="*/ 56632 w 144686"/>
                <a:gd name="connsiteY61" fmla="*/ 144644 h 379339"/>
                <a:gd name="connsiteX62" fmla="*/ 56632 w 144686"/>
                <a:gd name="connsiteY62" fmla="*/ 144644 h 379339"/>
                <a:gd name="connsiteX63" fmla="*/ 68729 w 144686"/>
                <a:gd name="connsiteY63" fmla="*/ 150454 h 379339"/>
                <a:gd name="connsiteX64" fmla="*/ 68729 w 144686"/>
                <a:gd name="connsiteY64" fmla="*/ 150454 h 379339"/>
                <a:gd name="connsiteX65" fmla="*/ 62919 w 144686"/>
                <a:gd name="connsiteY65" fmla="*/ 162551 h 379339"/>
                <a:gd name="connsiteX66" fmla="*/ 62919 w 144686"/>
                <a:gd name="connsiteY66" fmla="*/ 162551 h 379339"/>
                <a:gd name="connsiteX67" fmla="*/ 59775 w 144686"/>
                <a:gd name="connsiteY67" fmla="*/ 163122 h 379339"/>
                <a:gd name="connsiteX68" fmla="*/ 59775 w 144686"/>
                <a:gd name="connsiteY68" fmla="*/ 163122 h 379339"/>
                <a:gd name="connsiteX69" fmla="*/ 50822 w 144686"/>
                <a:gd name="connsiteY69" fmla="*/ 156741 h 379339"/>
                <a:gd name="connsiteX70" fmla="*/ 38249 w 144686"/>
                <a:gd name="connsiteY70" fmla="*/ 120736 h 379339"/>
                <a:gd name="connsiteX71" fmla="*/ 44059 w 144686"/>
                <a:gd name="connsiteY71" fmla="*/ 108639 h 379339"/>
                <a:gd name="connsiteX72" fmla="*/ 44059 w 144686"/>
                <a:gd name="connsiteY72" fmla="*/ 108639 h 379339"/>
                <a:gd name="connsiteX73" fmla="*/ 56251 w 144686"/>
                <a:gd name="connsiteY73" fmla="*/ 114450 h 379339"/>
                <a:gd name="connsiteX74" fmla="*/ 56251 w 144686"/>
                <a:gd name="connsiteY74" fmla="*/ 114450 h 379339"/>
                <a:gd name="connsiteX75" fmla="*/ 50346 w 144686"/>
                <a:gd name="connsiteY75" fmla="*/ 126546 h 379339"/>
                <a:gd name="connsiteX76" fmla="*/ 50346 w 144686"/>
                <a:gd name="connsiteY76" fmla="*/ 126546 h 379339"/>
                <a:gd name="connsiteX77" fmla="*/ 47202 w 144686"/>
                <a:gd name="connsiteY77" fmla="*/ 127118 h 379339"/>
                <a:gd name="connsiteX78" fmla="*/ 47202 w 144686"/>
                <a:gd name="connsiteY78" fmla="*/ 127118 h 379339"/>
                <a:gd name="connsiteX79" fmla="*/ 38249 w 144686"/>
                <a:gd name="connsiteY79" fmla="*/ 120736 h 379339"/>
                <a:gd name="connsiteX80" fmla="*/ 25676 w 144686"/>
                <a:gd name="connsiteY80" fmla="*/ 84732 h 379339"/>
                <a:gd name="connsiteX81" fmla="*/ 31486 w 144686"/>
                <a:gd name="connsiteY81" fmla="*/ 72540 h 379339"/>
                <a:gd name="connsiteX82" fmla="*/ 31486 w 144686"/>
                <a:gd name="connsiteY82" fmla="*/ 72540 h 379339"/>
                <a:gd name="connsiteX83" fmla="*/ 43678 w 144686"/>
                <a:gd name="connsiteY83" fmla="*/ 78350 h 379339"/>
                <a:gd name="connsiteX84" fmla="*/ 43678 w 144686"/>
                <a:gd name="connsiteY84" fmla="*/ 78350 h 379339"/>
                <a:gd name="connsiteX85" fmla="*/ 37773 w 144686"/>
                <a:gd name="connsiteY85" fmla="*/ 90542 h 379339"/>
                <a:gd name="connsiteX86" fmla="*/ 37773 w 144686"/>
                <a:gd name="connsiteY86" fmla="*/ 90542 h 379339"/>
                <a:gd name="connsiteX87" fmla="*/ 34629 w 144686"/>
                <a:gd name="connsiteY87" fmla="*/ 91113 h 379339"/>
                <a:gd name="connsiteX88" fmla="*/ 34629 w 144686"/>
                <a:gd name="connsiteY88" fmla="*/ 91113 h 379339"/>
                <a:gd name="connsiteX89" fmla="*/ 25676 w 144686"/>
                <a:gd name="connsiteY89" fmla="*/ 84732 h 379339"/>
                <a:gd name="connsiteX90" fmla="*/ 13103 w 144686"/>
                <a:gd name="connsiteY90" fmla="*/ 48632 h 379339"/>
                <a:gd name="connsiteX91" fmla="*/ 19008 w 144686"/>
                <a:gd name="connsiteY91" fmla="*/ 36535 h 379339"/>
                <a:gd name="connsiteX92" fmla="*/ 19008 w 144686"/>
                <a:gd name="connsiteY92" fmla="*/ 36535 h 379339"/>
                <a:gd name="connsiteX93" fmla="*/ 31105 w 144686"/>
                <a:gd name="connsiteY93" fmla="*/ 42345 h 379339"/>
                <a:gd name="connsiteX94" fmla="*/ 31105 w 144686"/>
                <a:gd name="connsiteY94" fmla="*/ 42345 h 379339"/>
                <a:gd name="connsiteX95" fmla="*/ 25200 w 144686"/>
                <a:gd name="connsiteY95" fmla="*/ 54537 h 379339"/>
                <a:gd name="connsiteX96" fmla="*/ 25200 w 144686"/>
                <a:gd name="connsiteY96" fmla="*/ 54537 h 379339"/>
                <a:gd name="connsiteX97" fmla="*/ 22056 w 144686"/>
                <a:gd name="connsiteY97" fmla="*/ 55014 h 379339"/>
                <a:gd name="connsiteX98" fmla="*/ 22056 w 144686"/>
                <a:gd name="connsiteY98" fmla="*/ 55014 h 379339"/>
                <a:gd name="connsiteX99" fmla="*/ 13103 w 144686"/>
                <a:gd name="connsiteY99" fmla="*/ 48632 h 379339"/>
                <a:gd name="connsiteX100" fmla="*/ 530 w 144686"/>
                <a:gd name="connsiteY100" fmla="*/ 12627 h 379339"/>
                <a:gd name="connsiteX101" fmla="*/ 6435 w 144686"/>
                <a:gd name="connsiteY101" fmla="*/ 531 h 379339"/>
                <a:gd name="connsiteX102" fmla="*/ 6435 w 144686"/>
                <a:gd name="connsiteY102" fmla="*/ 531 h 379339"/>
                <a:gd name="connsiteX103" fmla="*/ 18532 w 144686"/>
                <a:gd name="connsiteY103" fmla="*/ 6341 h 379339"/>
                <a:gd name="connsiteX104" fmla="*/ 18532 w 144686"/>
                <a:gd name="connsiteY104" fmla="*/ 6341 h 379339"/>
                <a:gd name="connsiteX105" fmla="*/ 12722 w 144686"/>
                <a:gd name="connsiteY105" fmla="*/ 18438 h 379339"/>
                <a:gd name="connsiteX106" fmla="*/ 12722 w 144686"/>
                <a:gd name="connsiteY106" fmla="*/ 18438 h 379339"/>
                <a:gd name="connsiteX107" fmla="*/ 9579 w 144686"/>
                <a:gd name="connsiteY107" fmla="*/ 19009 h 379339"/>
                <a:gd name="connsiteX108" fmla="*/ 9579 w 144686"/>
                <a:gd name="connsiteY108" fmla="*/ 19009 h 379339"/>
                <a:gd name="connsiteX109" fmla="*/ 530 w 144686"/>
                <a:gd name="connsiteY109" fmla="*/ 12627 h 37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44686" h="379339">
                  <a:moveTo>
                    <a:pt x="126165" y="372958"/>
                  </a:moveTo>
                  <a:cubicBezTo>
                    <a:pt x="124355" y="368005"/>
                    <a:pt x="127022" y="362576"/>
                    <a:pt x="131975" y="360861"/>
                  </a:cubicBezTo>
                  <a:lnTo>
                    <a:pt x="131975" y="360861"/>
                  </a:lnTo>
                  <a:cubicBezTo>
                    <a:pt x="137023" y="359052"/>
                    <a:pt x="142357" y="361719"/>
                    <a:pt x="144167" y="366672"/>
                  </a:cubicBezTo>
                  <a:lnTo>
                    <a:pt x="144167" y="366672"/>
                  </a:lnTo>
                  <a:cubicBezTo>
                    <a:pt x="145881" y="371625"/>
                    <a:pt x="143214" y="377054"/>
                    <a:pt x="138261" y="378768"/>
                  </a:cubicBezTo>
                  <a:lnTo>
                    <a:pt x="138261" y="378768"/>
                  </a:lnTo>
                  <a:cubicBezTo>
                    <a:pt x="137214" y="379149"/>
                    <a:pt x="136166" y="379340"/>
                    <a:pt x="135118" y="379340"/>
                  </a:cubicBezTo>
                  <a:lnTo>
                    <a:pt x="135118" y="379340"/>
                  </a:lnTo>
                  <a:cubicBezTo>
                    <a:pt x="131213" y="379340"/>
                    <a:pt x="127498" y="376863"/>
                    <a:pt x="126165" y="372958"/>
                  </a:cubicBezTo>
                  <a:close/>
                  <a:moveTo>
                    <a:pt x="113592" y="336954"/>
                  </a:moveTo>
                  <a:cubicBezTo>
                    <a:pt x="111877" y="331905"/>
                    <a:pt x="114449" y="326476"/>
                    <a:pt x="119402" y="324762"/>
                  </a:cubicBezTo>
                  <a:lnTo>
                    <a:pt x="119402" y="324762"/>
                  </a:lnTo>
                  <a:cubicBezTo>
                    <a:pt x="124355" y="323047"/>
                    <a:pt x="129879" y="325619"/>
                    <a:pt x="131594" y="330667"/>
                  </a:cubicBezTo>
                  <a:lnTo>
                    <a:pt x="131594" y="330667"/>
                  </a:lnTo>
                  <a:cubicBezTo>
                    <a:pt x="133308" y="335620"/>
                    <a:pt x="130737" y="341049"/>
                    <a:pt x="125688" y="342764"/>
                  </a:cubicBezTo>
                  <a:lnTo>
                    <a:pt x="125688" y="342764"/>
                  </a:lnTo>
                  <a:cubicBezTo>
                    <a:pt x="124641" y="343145"/>
                    <a:pt x="123593" y="343335"/>
                    <a:pt x="122545" y="343335"/>
                  </a:cubicBezTo>
                  <a:lnTo>
                    <a:pt x="122545" y="343335"/>
                  </a:lnTo>
                  <a:cubicBezTo>
                    <a:pt x="118640" y="343335"/>
                    <a:pt x="114925" y="340859"/>
                    <a:pt x="113592" y="336954"/>
                  </a:cubicBezTo>
                  <a:close/>
                  <a:moveTo>
                    <a:pt x="101019" y="300854"/>
                  </a:moveTo>
                  <a:cubicBezTo>
                    <a:pt x="99304" y="295901"/>
                    <a:pt x="101876" y="290472"/>
                    <a:pt x="106924" y="288757"/>
                  </a:cubicBezTo>
                  <a:lnTo>
                    <a:pt x="106924" y="288757"/>
                  </a:lnTo>
                  <a:cubicBezTo>
                    <a:pt x="111877" y="287043"/>
                    <a:pt x="117306" y="289614"/>
                    <a:pt x="119021" y="294567"/>
                  </a:cubicBezTo>
                  <a:lnTo>
                    <a:pt x="119021" y="294567"/>
                  </a:lnTo>
                  <a:cubicBezTo>
                    <a:pt x="120735" y="299520"/>
                    <a:pt x="118068" y="305045"/>
                    <a:pt x="113115" y="306759"/>
                  </a:cubicBezTo>
                  <a:lnTo>
                    <a:pt x="113115" y="306759"/>
                  </a:lnTo>
                  <a:cubicBezTo>
                    <a:pt x="112068" y="307045"/>
                    <a:pt x="111020" y="307236"/>
                    <a:pt x="109972" y="307236"/>
                  </a:cubicBezTo>
                  <a:lnTo>
                    <a:pt x="109972" y="307236"/>
                  </a:lnTo>
                  <a:cubicBezTo>
                    <a:pt x="106067" y="307236"/>
                    <a:pt x="102352" y="304759"/>
                    <a:pt x="101019" y="300854"/>
                  </a:cubicBezTo>
                  <a:close/>
                  <a:moveTo>
                    <a:pt x="88446" y="264849"/>
                  </a:moveTo>
                  <a:cubicBezTo>
                    <a:pt x="86731" y="259896"/>
                    <a:pt x="89398" y="254467"/>
                    <a:pt x="94351" y="252753"/>
                  </a:cubicBezTo>
                  <a:lnTo>
                    <a:pt x="94351" y="252753"/>
                  </a:lnTo>
                  <a:cubicBezTo>
                    <a:pt x="99304" y="250943"/>
                    <a:pt x="104733" y="253610"/>
                    <a:pt x="106448" y="258563"/>
                  </a:cubicBezTo>
                  <a:lnTo>
                    <a:pt x="106448" y="258563"/>
                  </a:lnTo>
                  <a:cubicBezTo>
                    <a:pt x="108162" y="263516"/>
                    <a:pt x="105591" y="268945"/>
                    <a:pt x="100638" y="270660"/>
                  </a:cubicBezTo>
                  <a:lnTo>
                    <a:pt x="100638" y="270660"/>
                  </a:lnTo>
                  <a:cubicBezTo>
                    <a:pt x="99590" y="271041"/>
                    <a:pt x="98542" y="271231"/>
                    <a:pt x="97494" y="271231"/>
                  </a:cubicBezTo>
                  <a:lnTo>
                    <a:pt x="97494" y="271231"/>
                  </a:lnTo>
                  <a:cubicBezTo>
                    <a:pt x="93494" y="271231"/>
                    <a:pt x="89874" y="268755"/>
                    <a:pt x="88446" y="264849"/>
                  </a:cubicBezTo>
                  <a:close/>
                  <a:moveTo>
                    <a:pt x="75873" y="228845"/>
                  </a:moveTo>
                  <a:cubicBezTo>
                    <a:pt x="74158" y="223892"/>
                    <a:pt x="76825" y="218463"/>
                    <a:pt x="81778" y="216653"/>
                  </a:cubicBezTo>
                  <a:lnTo>
                    <a:pt x="81778" y="216653"/>
                  </a:lnTo>
                  <a:cubicBezTo>
                    <a:pt x="86731" y="214938"/>
                    <a:pt x="92160" y="217605"/>
                    <a:pt x="93875" y="222558"/>
                  </a:cubicBezTo>
                  <a:lnTo>
                    <a:pt x="93875" y="222558"/>
                  </a:lnTo>
                  <a:cubicBezTo>
                    <a:pt x="95685" y="227511"/>
                    <a:pt x="93018" y="232941"/>
                    <a:pt x="88065" y="234655"/>
                  </a:cubicBezTo>
                  <a:lnTo>
                    <a:pt x="88065" y="234655"/>
                  </a:lnTo>
                  <a:cubicBezTo>
                    <a:pt x="87017" y="235036"/>
                    <a:pt x="85969" y="235227"/>
                    <a:pt x="84921" y="235227"/>
                  </a:cubicBezTo>
                  <a:lnTo>
                    <a:pt x="84921" y="235227"/>
                  </a:lnTo>
                  <a:cubicBezTo>
                    <a:pt x="80921" y="235227"/>
                    <a:pt x="77301" y="232750"/>
                    <a:pt x="75873" y="228845"/>
                  </a:cubicBezTo>
                  <a:close/>
                  <a:moveTo>
                    <a:pt x="63395" y="192840"/>
                  </a:moveTo>
                  <a:cubicBezTo>
                    <a:pt x="61585" y="187792"/>
                    <a:pt x="64252" y="182363"/>
                    <a:pt x="69205" y="180648"/>
                  </a:cubicBezTo>
                  <a:lnTo>
                    <a:pt x="69205" y="180648"/>
                  </a:lnTo>
                  <a:cubicBezTo>
                    <a:pt x="74158" y="178934"/>
                    <a:pt x="79587" y="181506"/>
                    <a:pt x="81302" y="186459"/>
                  </a:cubicBezTo>
                  <a:lnTo>
                    <a:pt x="81302" y="186459"/>
                  </a:lnTo>
                  <a:cubicBezTo>
                    <a:pt x="83016" y="191412"/>
                    <a:pt x="80445" y="196936"/>
                    <a:pt x="75492" y="198651"/>
                  </a:cubicBezTo>
                  <a:lnTo>
                    <a:pt x="75492" y="198651"/>
                  </a:lnTo>
                  <a:cubicBezTo>
                    <a:pt x="74444" y="199032"/>
                    <a:pt x="73396" y="199222"/>
                    <a:pt x="72348" y="199222"/>
                  </a:cubicBezTo>
                  <a:lnTo>
                    <a:pt x="72348" y="199222"/>
                  </a:lnTo>
                  <a:cubicBezTo>
                    <a:pt x="68443" y="199222"/>
                    <a:pt x="64728" y="196746"/>
                    <a:pt x="63395" y="192840"/>
                  </a:cubicBezTo>
                  <a:close/>
                  <a:moveTo>
                    <a:pt x="50822" y="156741"/>
                  </a:moveTo>
                  <a:cubicBezTo>
                    <a:pt x="49107" y="151788"/>
                    <a:pt x="51679" y="146358"/>
                    <a:pt x="56632" y="144644"/>
                  </a:cubicBezTo>
                  <a:lnTo>
                    <a:pt x="56632" y="144644"/>
                  </a:lnTo>
                  <a:cubicBezTo>
                    <a:pt x="61585" y="142929"/>
                    <a:pt x="67014" y="145501"/>
                    <a:pt x="68729" y="150454"/>
                  </a:cubicBezTo>
                  <a:lnTo>
                    <a:pt x="68729" y="150454"/>
                  </a:lnTo>
                  <a:cubicBezTo>
                    <a:pt x="70539" y="155407"/>
                    <a:pt x="67872" y="160932"/>
                    <a:pt x="62919" y="162551"/>
                  </a:cubicBezTo>
                  <a:lnTo>
                    <a:pt x="62919" y="162551"/>
                  </a:lnTo>
                  <a:cubicBezTo>
                    <a:pt x="61871" y="162932"/>
                    <a:pt x="60823" y="163122"/>
                    <a:pt x="59775" y="163122"/>
                  </a:cubicBezTo>
                  <a:lnTo>
                    <a:pt x="59775" y="163122"/>
                  </a:lnTo>
                  <a:cubicBezTo>
                    <a:pt x="55870" y="163122"/>
                    <a:pt x="52155" y="160646"/>
                    <a:pt x="50822" y="156741"/>
                  </a:cubicBezTo>
                  <a:close/>
                  <a:moveTo>
                    <a:pt x="38249" y="120736"/>
                  </a:moveTo>
                  <a:cubicBezTo>
                    <a:pt x="36439" y="115783"/>
                    <a:pt x="39106" y="110354"/>
                    <a:pt x="44059" y="108639"/>
                  </a:cubicBezTo>
                  <a:lnTo>
                    <a:pt x="44059" y="108639"/>
                  </a:lnTo>
                  <a:cubicBezTo>
                    <a:pt x="49107" y="106830"/>
                    <a:pt x="54537" y="109497"/>
                    <a:pt x="56251" y="114450"/>
                  </a:cubicBezTo>
                  <a:lnTo>
                    <a:pt x="56251" y="114450"/>
                  </a:lnTo>
                  <a:cubicBezTo>
                    <a:pt x="57966" y="119403"/>
                    <a:pt x="55299" y="124832"/>
                    <a:pt x="50346" y="126546"/>
                  </a:cubicBezTo>
                  <a:lnTo>
                    <a:pt x="50346" y="126546"/>
                  </a:lnTo>
                  <a:cubicBezTo>
                    <a:pt x="49298" y="126927"/>
                    <a:pt x="48250" y="127118"/>
                    <a:pt x="47202" y="127118"/>
                  </a:cubicBezTo>
                  <a:lnTo>
                    <a:pt x="47202" y="127118"/>
                  </a:lnTo>
                  <a:cubicBezTo>
                    <a:pt x="43297" y="127118"/>
                    <a:pt x="39582" y="124641"/>
                    <a:pt x="38249" y="120736"/>
                  </a:cubicBezTo>
                  <a:close/>
                  <a:moveTo>
                    <a:pt x="25676" y="84732"/>
                  </a:moveTo>
                  <a:cubicBezTo>
                    <a:pt x="23961" y="79779"/>
                    <a:pt x="26533" y="74254"/>
                    <a:pt x="31486" y="72540"/>
                  </a:cubicBezTo>
                  <a:lnTo>
                    <a:pt x="31486" y="72540"/>
                  </a:lnTo>
                  <a:cubicBezTo>
                    <a:pt x="36439" y="70825"/>
                    <a:pt x="41868" y="73397"/>
                    <a:pt x="43678" y="78350"/>
                  </a:cubicBezTo>
                  <a:lnTo>
                    <a:pt x="43678" y="78350"/>
                  </a:lnTo>
                  <a:cubicBezTo>
                    <a:pt x="45393" y="83398"/>
                    <a:pt x="42726" y="88827"/>
                    <a:pt x="37773" y="90542"/>
                  </a:cubicBezTo>
                  <a:lnTo>
                    <a:pt x="37773" y="90542"/>
                  </a:lnTo>
                  <a:cubicBezTo>
                    <a:pt x="36725" y="90923"/>
                    <a:pt x="35677" y="91113"/>
                    <a:pt x="34629" y="91113"/>
                  </a:cubicBezTo>
                  <a:lnTo>
                    <a:pt x="34629" y="91113"/>
                  </a:lnTo>
                  <a:cubicBezTo>
                    <a:pt x="30724" y="91113"/>
                    <a:pt x="27009" y="88637"/>
                    <a:pt x="25676" y="84732"/>
                  </a:cubicBezTo>
                  <a:close/>
                  <a:moveTo>
                    <a:pt x="13103" y="48632"/>
                  </a:moveTo>
                  <a:cubicBezTo>
                    <a:pt x="11388" y="43679"/>
                    <a:pt x="13960" y="38250"/>
                    <a:pt x="19008" y="36535"/>
                  </a:cubicBezTo>
                  <a:lnTo>
                    <a:pt x="19008" y="36535"/>
                  </a:lnTo>
                  <a:cubicBezTo>
                    <a:pt x="23961" y="34821"/>
                    <a:pt x="29391" y="37392"/>
                    <a:pt x="31105" y="42345"/>
                  </a:cubicBezTo>
                  <a:lnTo>
                    <a:pt x="31105" y="42345"/>
                  </a:lnTo>
                  <a:cubicBezTo>
                    <a:pt x="32820" y="47298"/>
                    <a:pt x="30248" y="52728"/>
                    <a:pt x="25200" y="54537"/>
                  </a:cubicBezTo>
                  <a:lnTo>
                    <a:pt x="25200" y="54537"/>
                  </a:lnTo>
                  <a:cubicBezTo>
                    <a:pt x="24152" y="54823"/>
                    <a:pt x="23104" y="55014"/>
                    <a:pt x="22056" y="55014"/>
                  </a:cubicBezTo>
                  <a:lnTo>
                    <a:pt x="22056" y="55014"/>
                  </a:lnTo>
                  <a:cubicBezTo>
                    <a:pt x="18151" y="55014"/>
                    <a:pt x="14436" y="52537"/>
                    <a:pt x="13103" y="48632"/>
                  </a:cubicBezTo>
                  <a:close/>
                  <a:moveTo>
                    <a:pt x="530" y="12627"/>
                  </a:moveTo>
                  <a:cubicBezTo>
                    <a:pt x="-1185" y="7674"/>
                    <a:pt x="1387" y="2245"/>
                    <a:pt x="6435" y="531"/>
                  </a:cubicBezTo>
                  <a:lnTo>
                    <a:pt x="6435" y="531"/>
                  </a:lnTo>
                  <a:cubicBezTo>
                    <a:pt x="11388" y="-1184"/>
                    <a:pt x="16818" y="1388"/>
                    <a:pt x="18532" y="6341"/>
                  </a:cubicBezTo>
                  <a:lnTo>
                    <a:pt x="18532" y="6341"/>
                  </a:lnTo>
                  <a:cubicBezTo>
                    <a:pt x="20247" y="11294"/>
                    <a:pt x="17675" y="16723"/>
                    <a:pt x="12722" y="18438"/>
                  </a:cubicBezTo>
                  <a:lnTo>
                    <a:pt x="12722" y="18438"/>
                  </a:lnTo>
                  <a:cubicBezTo>
                    <a:pt x="11674" y="18819"/>
                    <a:pt x="10626" y="19009"/>
                    <a:pt x="9579" y="19009"/>
                  </a:cubicBezTo>
                  <a:lnTo>
                    <a:pt x="9579" y="19009"/>
                  </a:lnTo>
                  <a:cubicBezTo>
                    <a:pt x="5578" y="19009"/>
                    <a:pt x="1959" y="16533"/>
                    <a:pt x="530" y="126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5E961EF-2EE5-E4D8-C62D-BDE541B3001E}"/>
                </a:ext>
              </a:extLst>
            </p:cNvPr>
            <p:cNvSpPr/>
            <p:nvPr/>
          </p:nvSpPr>
          <p:spPr>
            <a:xfrm>
              <a:off x="5835777" y="3607021"/>
              <a:ext cx="535971" cy="19050"/>
            </a:xfrm>
            <a:custGeom>
              <a:avLst/>
              <a:gdLst>
                <a:gd name="connsiteX0" fmla="*/ 517017 w 535971"/>
                <a:gd name="connsiteY0" fmla="*/ 9525 h 19050"/>
                <a:gd name="connsiteX1" fmla="*/ 526542 w 535971"/>
                <a:gd name="connsiteY1" fmla="*/ 0 h 19050"/>
                <a:gd name="connsiteX2" fmla="*/ 526542 w 535971"/>
                <a:gd name="connsiteY2" fmla="*/ 0 h 19050"/>
                <a:gd name="connsiteX3" fmla="*/ 535972 w 535971"/>
                <a:gd name="connsiteY3" fmla="*/ 9525 h 19050"/>
                <a:gd name="connsiteX4" fmla="*/ 535972 w 535971"/>
                <a:gd name="connsiteY4" fmla="*/ 9525 h 19050"/>
                <a:gd name="connsiteX5" fmla="*/ 526542 w 535971"/>
                <a:gd name="connsiteY5" fmla="*/ 19050 h 19050"/>
                <a:gd name="connsiteX6" fmla="*/ 526542 w 535971"/>
                <a:gd name="connsiteY6" fmla="*/ 19050 h 19050"/>
                <a:gd name="connsiteX7" fmla="*/ 517017 w 535971"/>
                <a:gd name="connsiteY7" fmla="*/ 9525 h 19050"/>
                <a:gd name="connsiteX8" fmla="*/ 480060 w 535971"/>
                <a:gd name="connsiteY8" fmla="*/ 9525 h 19050"/>
                <a:gd name="connsiteX9" fmla="*/ 489585 w 535971"/>
                <a:gd name="connsiteY9" fmla="*/ 0 h 19050"/>
                <a:gd name="connsiteX10" fmla="*/ 489585 w 535971"/>
                <a:gd name="connsiteY10" fmla="*/ 0 h 19050"/>
                <a:gd name="connsiteX11" fmla="*/ 499110 w 535971"/>
                <a:gd name="connsiteY11" fmla="*/ 9525 h 19050"/>
                <a:gd name="connsiteX12" fmla="*/ 499110 w 535971"/>
                <a:gd name="connsiteY12" fmla="*/ 9525 h 19050"/>
                <a:gd name="connsiteX13" fmla="*/ 489585 w 535971"/>
                <a:gd name="connsiteY13" fmla="*/ 19050 h 19050"/>
                <a:gd name="connsiteX14" fmla="*/ 489585 w 535971"/>
                <a:gd name="connsiteY14" fmla="*/ 19050 h 19050"/>
                <a:gd name="connsiteX15" fmla="*/ 480060 w 535971"/>
                <a:gd name="connsiteY15" fmla="*/ 9525 h 19050"/>
                <a:gd name="connsiteX16" fmla="*/ 443103 w 535971"/>
                <a:gd name="connsiteY16" fmla="*/ 9525 h 19050"/>
                <a:gd name="connsiteX17" fmla="*/ 452628 w 535971"/>
                <a:gd name="connsiteY17" fmla="*/ 0 h 19050"/>
                <a:gd name="connsiteX18" fmla="*/ 452628 w 535971"/>
                <a:gd name="connsiteY18" fmla="*/ 0 h 19050"/>
                <a:gd name="connsiteX19" fmla="*/ 462153 w 535971"/>
                <a:gd name="connsiteY19" fmla="*/ 9525 h 19050"/>
                <a:gd name="connsiteX20" fmla="*/ 462153 w 535971"/>
                <a:gd name="connsiteY20" fmla="*/ 9525 h 19050"/>
                <a:gd name="connsiteX21" fmla="*/ 452628 w 535971"/>
                <a:gd name="connsiteY21" fmla="*/ 19050 h 19050"/>
                <a:gd name="connsiteX22" fmla="*/ 452628 w 535971"/>
                <a:gd name="connsiteY22" fmla="*/ 19050 h 19050"/>
                <a:gd name="connsiteX23" fmla="*/ 443103 w 535971"/>
                <a:gd name="connsiteY23" fmla="*/ 9525 h 19050"/>
                <a:gd name="connsiteX24" fmla="*/ 406146 w 535971"/>
                <a:gd name="connsiteY24" fmla="*/ 9525 h 19050"/>
                <a:gd name="connsiteX25" fmla="*/ 415671 w 535971"/>
                <a:gd name="connsiteY25" fmla="*/ 0 h 19050"/>
                <a:gd name="connsiteX26" fmla="*/ 415671 w 535971"/>
                <a:gd name="connsiteY26" fmla="*/ 0 h 19050"/>
                <a:gd name="connsiteX27" fmla="*/ 425291 w 535971"/>
                <a:gd name="connsiteY27" fmla="*/ 9525 h 19050"/>
                <a:gd name="connsiteX28" fmla="*/ 425291 w 535971"/>
                <a:gd name="connsiteY28" fmla="*/ 9525 h 19050"/>
                <a:gd name="connsiteX29" fmla="*/ 415671 w 535971"/>
                <a:gd name="connsiteY29" fmla="*/ 19050 h 19050"/>
                <a:gd name="connsiteX30" fmla="*/ 415671 w 535971"/>
                <a:gd name="connsiteY30" fmla="*/ 19050 h 19050"/>
                <a:gd name="connsiteX31" fmla="*/ 406146 w 535971"/>
                <a:gd name="connsiteY31" fmla="*/ 9525 h 19050"/>
                <a:gd name="connsiteX32" fmla="*/ 369284 w 535971"/>
                <a:gd name="connsiteY32" fmla="*/ 9525 h 19050"/>
                <a:gd name="connsiteX33" fmla="*/ 378809 w 535971"/>
                <a:gd name="connsiteY33" fmla="*/ 0 h 19050"/>
                <a:gd name="connsiteX34" fmla="*/ 378809 w 535971"/>
                <a:gd name="connsiteY34" fmla="*/ 0 h 19050"/>
                <a:gd name="connsiteX35" fmla="*/ 388334 w 535971"/>
                <a:gd name="connsiteY35" fmla="*/ 9525 h 19050"/>
                <a:gd name="connsiteX36" fmla="*/ 388334 w 535971"/>
                <a:gd name="connsiteY36" fmla="*/ 9525 h 19050"/>
                <a:gd name="connsiteX37" fmla="*/ 378809 w 535971"/>
                <a:gd name="connsiteY37" fmla="*/ 19050 h 19050"/>
                <a:gd name="connsiteX38" fmla="*/ 378809 w 535971"/>
                <a:gd name="connsiteY38" fmla="*/ 19050 h 19050"/>
                <a:gd name="connsiteX39" fmla="*/ 369284 w 535971"/>
                <a:gd name="connsiteY39" fmla="*/ 9525 h 19050"/>
                <a:gd name="connsiteX40" fmla="*/ 332327 w 535971"/>
                <a:gd name="connsiteY40" fmla="*/ 9525 h 19050"/>
                <a:gd name="connsiteX41" fmla="*/ 341852 w 535971"/>
                <a:gd name="connsiteY41" fmla="*/ 0 h 19050"/>
                <a:gd name="connsiteX42" fmla="*/ 341852 w 535971"/>
                <a:gd name="connsiteY42" fmla="*/ 0 h 19050"/>
                <a:gd name="connsiteX43" fmla="*/ 351377 w 535971"/>
                <a:gd name="connsiteY43" fmla="*/ 9525 h 19050"/>
                <a:gd name="connsiteX44" fmla="*/ 351377 w 535971"/>
                <a:gd name="connsiteY44" fmla="*/ 9525 h 19050"/>
                <a:gd name="connsiteX45" fmla="*/ 341852 w 535971"/>
                <a:gd name="connsiteY45" fmla="*/ 19050 h 19050"/>
                <a:gd name="connsiteX46" fmla="*/ 341852 w 535971"/>
                <a:gd name="connsiteY46" fmla="*/ 19050 h 19050"/>
                <a:gd name="connsiteX47" fmla="*/ 332327 w 535971"/>
                <a:gd name="connsiteY47" fmla="*/ 9525 h 19050"/>
                <a:gd name="connsiteX48" fmla="*/ 295466 w 535971"/>
                <a:gd name="connsiteY48" fmla="*/ 9525 h 19050"/>
                <a:gd name="connsiteX49" fmla="*/ 304991 w 535971"/>
                <a:gd name="connsiteY49" fmla="*/ 0 h 19050"/>
                <a:gd name="connsiteX50" fmla="*/ 304991 w 535971"/>
                <a:gd name="connsiteY50" fmla="*/ 0 h 19050"/>
                <a:gd name="connsiteX51" fmla="*/ 314420 w 535971"/>
                <a:gd name="connsiteY51" fmla="*/ 9525 h 19050"/>
                <a:gd name="connsiteX52" fmla="*/ 314420 w 535971"/>
                <a:gd name="connsiteY52" fmla="*/ 9525 h 19050"/>
                <a:gd name="connsiteX53" fmla="*/ 304991 w 535971"/>
                <a:gd name="connsiteY53" fmla="*/ 19050 h 19050"/>
                <a:gd name="connsiteX54" fmla="*/ 304991 w 535971"/>
                <a:gd name="connsiteY54" fmla="*/ 19050 h 19050"/>
                <a:gd name="connsiteX55" fmla="*/ 295466 w 535971"/>
                <a:gd name="connsiteY55" fmla="*/ 9525 h 19050"/>
                <a:gd name="connsiteX56" fmla="*/ 258509 w 535971"/>
                <a:gd name="connsiteY56" fmla="*/ 9525 h 19050"/>
                <a:gd name="connsiteX57" fmla="*/ 268034 w 535971"/>
                <a:gd name="connsiteY57" fmla="*/ 0 h 19050"/>
                <a:gd name="connsiteX58" fmla="*/ 268034 w 535971"/>
                <a:gd name="connsiteY58" fmla="*/ 0 h 19050"/>
                <a:gd name="connsiteX59" fmla="*/ 277559 w 535971"/>
                <a:gd name="connsiteY59" fmla="*/ 9525 h 19050"/>
                <a:gd name="connsiteX60" fmla="*/ 277559 w 535971"/>
                <a:gd name="connsiteY60" fmla="*/ 9525 h 19050"/>
                <a:gd name="connsiteX61" fmla="*/ 268034 w 535971"/>
                <a:gd name="connsiteY61" fmla="*/ 19050 h 19050"/>
                <a:gd name="connsiteX62" fmla="*/ 268034 w 535971"/>
                <a:gd name="connsiteY62" fmla="*/ 19050 h 19050"/>
                <a:gd name="connsiteX63" fmla="*/ 258509 w 535971"/>
                <a:gd name="connsiteY63" fmla="*/ 9525 h 19050"/>
                <a:gd name="connsiteX64" fmla="*/ 221551 w 535971"/>
                <a:gd name="connsiteY64" fmla="*/ 9525 h 19050"/>
                <a:gd name="connsiteX65" fmla="*/ 231076 w 535971"/>
                <a:gd name="connsiteY65" fmla="*/ 0 h 19050"/>
                <a:gd name="connsiteX66" fmla="*/ 231076 w 535971"/>
                <a:gd name="connsiteY66" fmla="*/ 0 h 19050"/>
                <a:gd name="connsiteX67" fmla="*/ 240601 w 535971"/>
                <a:gd name="connsiteY67" fmla="*/ 9525 h 19050"/>
                <a:gd name="connsiteX68" fmla="*/ 240601 w 535971"/>
                <a:gd name="connsiteY68" fmla="*/ 9525 h 19050"/>
                <a:gd name="connsiteX69" fmla="*/ 231076 w 535971"/>
                <a:gd name="connsiteY69" fmla="*/ 19050 h 19050"/>
                <a:gd name="connsiteX70" fmla="*/ 231076 w 535971"/>
                <a:gd name="connsiteY70" fmla="*/ 19050 h 19050"/>
                <a:gd name="connsiteX71" fmla="*/ 221551 w 535971"/>
                <a:gd name="connsiteY71" fmla="*/ 9525 h 19050"/>
                <a:gd name="connsiteX72" fmla="*/ 184595 w 535971"/>
                <a:gd name="connsiteY72" fmla="*/ 9525 h 19050"/>
                <a:gd name="connsiteX73" fmla="*/ 194120 w 535971"/>
                <a:gd name="connsiteY73" fmla="*/ 0 h 19050"/>
                <a:gd name="connsiteX74" fmla="*/ 194120 w 535971"/>
                <a:gd name="connsiteY74" fmla="*/ 0 h 19050"/>
                <a:gd name="connsiteX75" fmla="*/ 203645 w 535971"/>
                <a:gd name="connsiteY75" fmla="*/ 9525 h 19050"/>
                <a:gd name="connsiteX76" fmla="*/ 203645 w 535971"/>
                <a:gd name="connsiteY76" fmla="*/ 9525 h 19050"/>
                <a:gd name="connsiteX77" fmla="*/ 194120 w 535971"/>
                <a:gd name="connsiteY77" fmla="*/ 19050 h 19050"/>
                <a:gd name="connsiteX78" fmla="*/ 194120 w 535971"/>
                <a:gd name="connsiteY78" fmla="*/ 19050 h 19050"/>
                <a:gd name="connsiteX79" fmla="*/ 184595 w 535971"/>
                <a:gd name="connsiteY79" fmla="*/ 9525 h 19050"/>
                <a:gd name="connsiteX80" fmla="*/ 147638 w 535971"/>
                <a:gd name="connsiteY80" fmla="*/ 9525 h 19050"/>
                <a:gd name="connsiteX81" fmla="*/ 157258 w 535971"/>
                <a:gd name="connsiteY81" fmla="*/ 0 h 19050"/>
                <a:gd name="connsiteX82" fmla="*/ 157258 w 535971"/>
                <a:gd name="connsiteY82" fmla="*/ 0 h 19050"/>
                <a:gd name="connsiteX83" fmla="*/ 166783 w 535971"/>
                <a:gd name="connsiteY83" fmla="*/ 9525 h 19050"/>
                <a:gd name="connsiteX84" fmla="*/ 166783 w 535971"/>
                <a:gd name="connsiteY84" fmla="*/ 9525 h 19050"/>
                <a:gd name="connsiteX85" fmla="*/ 157258 w 535971"/>
                <a:gd name="connsiteY85" fmla="*/ 19050 h 19050"/>
                <a:gd name="connsiteX86" fmla="*/ 157258 w 535971"/>
                <a:gd name="connsiteY86" fmla="*/ 19050 h 19050"/>
                <a:gd name="connsiteX87" fmla="*/ 147638 w 535971"/>
                <a:gd name="connsiteY87" fmla="*/ 9525 h 19050"/>
                <a:gd name="connsiteX88" fmla="*/ 110776 w 535971"/>
                <a:gd name="connsiteY88" fmla="*/ 9525 h 19050"/>
                <a:gd name="connsiteX89" fmla="*/ 120301 w 535971"/>
                <a:gd name="connsiteY89" fmla="*/ 0 h 19050"/>
                <a:gd name="connsiteX90" fmla="*/ 120301 w 535971"/>
                <a:gd name="connsiteY90" fmla="*/ 0 h 19050"/>
                <a:gd name="connsiteX91" fmla="*/ 129826 w 535971"/>
                <a:gd name="connsiteY91" fmla="*/ 9525 h 19050"/>
                <a:gd name="connsiteX92" fmla="*/ 129826 w 535971"/>
                <a:gd name="connsiteY92" fmla="*/ 9525 h 19050"/>
                <a:gd name="connsiteX93" fmla="*/ 120301 w 535971"/>
                <a:gd name="connsiteY93" fmla="*/ 19050 h 19050"/>
                <a:gd name="connsiteX94" fmla="*/ 120301 w 535971"/>
                <a:gd name="connsiteY94" fmla="*/ 19050 h 19050"/>
                <a:gd name="connsiteX95" fmla="*/ 110776 w 535971"/>
                <a:gd name="connsiteY95" fmla="*/ 9525 h 19050"/>
                <a:gd name="connsiteX96" fmla="*/ 73819 w 535971"/>
                <a:gd name="connsiteY96" fmla="*/ 9525 h 19050"/>
                <a:gd name="connsiteX97" fmla="*/ 83344 w 535971"/>
                <a:gd name="connsiteY97" fmla="*/ 0 h 19050"/>
                <a:gd name="connsiteX98" fmla="*/ 83344 w 535971"/>
                <a:gd name="connsiteY98" fmla="*/ 0 h 19050"/>
                <a:gd name="connsiteX99" fmla="*/ 92869 w 535971"/>
                <a:gd name="connsiteY99" fmla="*/ 9525 h 19050"/>
                <a:gd name="connsiteX100" fmla="*/ 92869 w 535971"/>
                <a:gd name="connsiteY100" fmla="*/ 9525 h 19050"/>
                <a:gd name="connsiteX101" fmla="*/ 83344 w 535971"/>
                <a:gd name="connsiteY101" fmla="*/ 19050 h 19050"/>
                <a:gd name="connsiteX102" fmla="*/ 83344 w 535971"/>
                <a:gd name="connsiteY102" fmla="*/ 19050 h 19050"/>
                <a:gd name="connsiteX103" fmla="*/ 73819 w 535971"/>
                <a:gd name="connsiteY103" fmla="*/ 9525 h 19050"/>
                <a:gd name="connsiteX104" fmla="*/ 36957 w 535971"/>
                <a:gd name="connsiteY104" fmla="*/ 9525 h 19050"/>
                <a:gd name="connsiteX105" fmla="*/ 46482 w 535971"/>
                <a:gd name="connsiteY105" fmla="*/ 0 h 19050"/>
                <a:gd name="connsiteX106" fmla="*/ 46482 w 535971"/>
                <a:gd name="connsiteY106" fmla="*/ 0 h 19050"/>
                <a:gd name="connsiteX107" fmla="*/ 55912 w 535971"/>
                <a:gd name="connsiteY107" fmla="*/ 9525 h 19050"/>
                <a:gd name="connsiteX108" fmla="*/ 55912 w 535971"/>
                <a:gd name="connsiteY108" fmla="*/ 9525 h 19050"/>
                <a:gd name="connsiteX109" fmla="*/ 46482 w 535971"/>
                <a:gd name="connsiteY109" fmla="*/ 19050 h 19050"/>
                <a:gd name="connsiteX110" fmla="*/ 46482 w 535971"/>
                <a:gd name="connsiteY110" fmla="*/ 19050 h 19050"/>
                <a:gd name="connsiteX111" fmla="*/ 36957 w 535971"/>
                <a:gd name="connsiteY111" fmla="*/ 9525 h 19050"/>
                <a:gd name="connsiteX112" fmla="*/ 0 w 535971"/>
                <a:gd name="connsiteY112" fmla="*/ 9525 h 19050"/>
                <a:gd name="connsiteX113" fmla="*/ 9525 w 535971"/>
                <a:gd name="connsiteY113" fmla="*/ 0 h 19050"/>
                <a:gd name="connsiteX114" fmla="*/ 9525 w 535971"/>
                <a:gd name="connsiteY114" fmla="*/ 0 h 19050"/>
                <a:gd name="connsiteX115" fmla="*/ 19050 w 535971"/>
                <a:gd name="connsiteY115" fmla="*/ 9525 h 19050"/>
                <a:gd name="connsiteX116" fmla="*/ 19050 w 535971"/>
                <a:gd name="connsiteY116" fmla="*/ 9525 h 19050"/>
                <a:gd name="connsiteX117" fmla="*/ 9525 w 535971"/>
                <a:gd name="connsiteY117" fmla="*/ 19050 h 19050"/>
                <a:gd name="connsiteX118" fmla="*/ 9525 w 535971"/>
                <a:gd name="connsiteY118" fmla="*/ 19050 h 19050"/>
                <a:gd name="connsiteX119" fmla="*/ 0 w 535971"/>
                <a:gd name="connsiteY119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535971" h="19050">
                  <a:moveTo>
                    <a:pt x="517017" y="9525"/>
                  </a:moveTo>
                  <a:cubicBezTo>
                    <a:pt x="517017" y="4286"/>
                    <a:pt x="521208" y="0"/>
                    <a:pt x="526542" y="0"/>
                  </a:cubicBezTo>
                  <a:lnTo>
                    <a:pt x="526542" y="0"/>
                  </a:lnTo>
                  <a:cubicBezTo>
                    <a:pt x="531781" y="0"/>
                    <a:pt x="535972" y="4286"/>
                    <a:pt x="535972" y="9525"/>
                  </a:cubicBezTo>
                  <a:lnTo>
                    <a:pt x="535972" y="9525"/>
                  </a:lnTo>
                  <a:cubicBezTo>
                    <a:pt x="535972" y="14764"/>
                    <a:pt x="531781" y="19050"/>
                    <a:pt x="526542" y="19050"/>
                  </a:cubicBezTo>
                  <a:lnTo>
                    <a:pt x="526542" y="19050"/>
                  </a:lnTo>
                  <a:cubicBezTo>
                    <a:pt x="521208" y="19050"/>
                    <a:pt x="517017" y="14764"/>
                    <a:pt x="517017" y="9525"/>
                  </a:cubicBezTo>
                  <a:close/>
                  <a:moveTo>
                    <a:pt x="480060" y="9525"/>
                  </a:moveTo>
                  <a:cubicBezTo>
                    <a:pt x="480060" y="4286"/>
                    <a:pt x="484346" y="0"/>
                    <a:pt x="489585" y="0"/>
                  </a:cubicBezTo>
                  <a:lnTo>
                    <a:pt x="489585" y="0"/>
                  </a:lnTo>
                  <a:cubicBezTo>
                    <a:pt x="494824" y="0"/>
                    <a:pt x="499110" y="4286"/>
                    <a:pt x="499110" y="9525"/>
                  </a:cubicBezTo>
                  <a:lnTo>
                    <a:pt x="499110" y="9525"/>
                  </a:lnTo>
                  <a:cubicBezTo>
                    <a:pt x="499110" y="14764"/>
                    <a:pt x="494824" y="19050"/>
                    <a:pt x="489585" y="19050"/>
                  </a:cubicBezTo>
                  <a:lnTo>
                    <a:pt x="489585" y="19050"/>
                  </a:lnTo>
                  <a:cubicBezTo>
                    <a:pt x="484346" y="19050"/>
                    <a:pt x="480060" y="14764"/>
                    <a:pt x="480060" y="9525"/>
                  </a:cubicBezTo>
                  <a:close/>
                  <a:moveTo>
                    <a:pt x="443103" y="9525"/>
                  </a:moveTo>
                  <a:cubicBezTo>
                    <a:pt x="443103" y="4286"/>
                    <a:pt x="447389" y="0"/>
                    <a:pt x="452628" y="0"/>
                  </a:cubicBezTo>
                  <a:lnTo>
                    <a:pt x="452628" y="0"/>
                  </a:lnTo>
                  <a:cubicBezTo>
                    <a:pt x="457867" y="0"/>
                    <a:pt x="462153" y="4286"/>
                    <a:pt x="462153" y="9525"/>
                  </a:cubicBezTo>
                  <a:lnTo>
                    <a:pt x="462153" y="9525"/>
                  </a:lnTo>
                  <a:cubicBezTo>
                    <a:pt x="462153" y="14764"/>
                    <a:pt x="457867" y="19050"/>
                    <a:pt x="452628" y="19050"/>
                  </a:cubicBezTo>
                  <a:lnTo>
                    <a:pt x="452628" y="19050"/>
                  </a:lnTo>
                  <a:cubicBezTo>
                    <a:pt x="447389" y="19050"/>
                    <a:pt x="443103" y="14764"/>
                    <a:pt x="443103" y="9525"/>
                  </a:cubicBezTo>
                  <a:close/>
                  <a:moveTo>
                    <a:pt x="406146" y="9525"/>
                  </a:moveTo>
                  <a:cubicBezTo>
                    <a:pt x="406146" y="4286"/>
                    <a:pt x="410432" y="0"/>
                    <a:pt x="415671" y="0"/>
                  </a:cubicBezTo>
                  <a:lnTo>
                    <a:pt x="415671" y="0"/>
                  </a:lnTo>
                  <a:cubicBezTo>
                    <a:pt x="421005" y="0"/>
                    <a:pt x="425291" y="4286"/>
                    <a:pt x="425291" y="9525"/>
                  </a:cubicBezTo>
                  <a:lnTo>
                    <a:pt x="425291" y="9525"/>
                  </a:lnTo>
                  <a:cubicBezTo>
                    <a:pt x="425291" y="14764"/>
                    <a:pt x="421005" y="19050"/>
                    <a:pt x="415671" y="19050"/>
                  </a:cubicBezTo>
                  <a:lnTo>
                    <a:pt x="415671" y="19050"/>
                  </a:lnTo>
                  <a:cubicBezTo>
                    <a:pt x="410432" y="19050"/>
                    <a:pt x="406146" y="14764"/>
                    <a:pt x="406146" y="9525"/>
                  </a:cubicBezTo>
                  <a:close/>
                  <a:moveTo>
                    <a:pt x="369284" y="9525"/>
                  </a:moveTo>
                  <a:cubicBezTo>
                    <a:pt x="369284" y="4286"/>
                    <a:pt x="373475" y="0"/>
                    <a:pt x="378809" y="0"/>
                  </a:cubicBezTo>
                  <a:lnTo>
                    <a:pt x="378809" y="0"/>
                  </a:lnTo>
                  <a:cubicBezTo>
                    <a:pt x="384048" y="0"/>
                    <a:pt x="388334" y="4286"/>
                    <a:pt x="388334" y="9525"/>
                  </a:cubicBezTo>
                  <a:lnTo>
                    <a:pt x="388334" y="9525"/>
                  </a:lnTo>
                  <a:cubicBezTo>
                    <a:pt x="388334" y="14764"/>
                    <a:pt x="384048" y="19050"/>
                    <a:pt x="378809" y="19050"/>
                  </a:cubicBezTo>
                  <a:lnTo>
                    <a:pt x="378809" y="19050"/>
                  </a:lnTo>
                  <a:cubicBezTo>
                    <a:pt x="373475" y="19050"/>
                    <a:pt x="369284" y="14764"/>
                    <a:pt x="369284" y="9525"/>
                  </a:cubicBezTo>
                  <a:close/>
                  <a:moveTo>
                    <a:pt x="332327" y="9525"/>
                  </a:moveTo>
                  <a:cubicBezTo>
                    <a:pt x="332327" y="4286"/>
                    <a:pt x="336614" y="0"/>
                    <a:pt x="341852" y="0"/>
                  </a:cubicBezTo>
                  <a:lnTo>
                    <a:pt x="341852" y="0"/>
                  </a:lnTo>
                  <a:cubicBezTo>
                    <a:pt x="347091" y="0"/>
                    <a:pt x="351377" y="4286"/>
                    <a:pt x="351377" y="9525"/>
                  </a:cubicBezTo>
                  <a:lnTo>
                    <a:pt x="351377" y="9525"/>
                  </a:lnTo>
                  <a:cubicBezTo>
                    <a:pt x="351377" y="14764"/>
                    <a:pt x="347091" y="19050"/>
                    <a:pt x="341852" y="19050"/>
                  </a:cubicBezTo>
                  <a:lnTo>
                    <a:pt x="341852" y="19050"/>
                  </a:lnTo>
                  <a:cubicBezTo>
                    <a:pt x="336614" y="19050"/>
                    <a:pt x="332327" y="14764"/>
                    <a:pt x="332327" y="9525"/>
                  </a:cubicBezTo>
                  <a:close/>
                  <a:moveTo>
                    <a:pt x="295466" y="9525"/>
                  </a:moveTo>
                  <a:cubicBezTo>
                    <a:pt x="295466" y="4286"/>
                    <a:pt x="299657" y="0"/>
                    <a:pt x="304991" y="0"/>
                  </a:cubicBezTo>
                  <a:lnTo>
                    <a:pt x="304991" y="0"/>
                  </a:lnTo>
                  <a:cubicBezTo>
                    <a:pt x="310229" y="0"/>
                    <a:pt x="314420" y="4286"/>
                    <a:pt x="314420" y="9525"/>
                  </a:cubicBezTo>
                  <a:lnTo>
                    <a:pt x="314420" y="9525"/>
                  </a:lnTo>
                  <a:cubicBezTo>
                    <a:pt x="314420" y="14764"/>
                    <a:pt x="310229" y="19050"/>
                    <a:pt x="304991" y="19050"/>
                  </a:cubicBezTo>
                  <a:lnTo>
                    <a:pt x="304991" y="19050"/>
                  </a:lnTo>
                  <a:cubicBezTo>
                    <a:pt x="299657" y="19050"/>
                    <a:pt x="295466" y="14764"/>
                    <a:pt x="295466" y="9525"/>
                  </a:cubicBezTo>
                  <a:close/>
                  <a:moveTo>
                    <a:pt x="258509" y="9525"/>
                  </a:moveTo>
                  <a:cubicBezTo>
                    <a:pt x="258509" y="4286"/>
                    <a:pt x="262699" y="0"/>
                    <a:pt x="268034" y="0"/>
                  </a:cubicBezTo>
                  <a:lnTo>
                    <a:pt x="268034" y="0"/>
                  </a:lnTo>
                  <a:cubicBezTo>
                    <a:pt x="273272" y="0"/>
                    <a:pt x="277559" y="4286"/>
                    <a:pt x="277559" y="9525"/>
                  </a:cubicBezTo>
                  <a:lnTo>
                    <a:pt x="277559" y="9525"/>
                  </a:lnTo>
                  <a:cubicBezTo>
                    <a:pt x="277559" y="14764"/>
                    <a:pt x="273272" y="19050"/>
                    <a:pt x="268034" y="19050"/>
                  </a:cubicBezTo>
                  <a:lnTo>
                    <a:pt x="268034" y="19050"/>
                  </a:lnTo>
                  <a:cubicBezTo>
                    <a:pt x="262699" y="19050"/>
                    <a:pt x="258509" y="14764"/>
                    <a:pt x="258509" y="9525"/>
                  </a:cubicBezTo>
                  <a:close/>
                  <a:moveTo>
                    <a:pt x="221551" y="9525"/>
                  </a:moveTo>
                  <a:cubicBezTo>
                    <a:pt x="221551" y="4286"/>
                    <a:pt x="225838" y="0"/>
                    <a:pt x="231076" y="0"/>
                  </a:cubicBezTo>
                  <a:lnTo>
                    <a:pt x="231076" y="0"/>
                  </a:lnTo>
                  <a:cubicBezTo>
                    <a:pt x="236315" y="0"/>
                    <a:pt x="240601" y="4286"/>
                    <a:pt x="240601" y="9525"/>
                  </a:cubicBezTo>
                  <a:lnTo>
                    <a:pt x="240601" y="9525"/>
                  </a:lnTo>
                  <a:cubicBezTo>
                    <a:pt x="240601" y="14764"/>
                    <a:pt x="236315" y="19050"/>
                    <a:pt x="231076" y="19050"/>
                  </a:cubicBezTo>
                  <a:lnTo>
                    <a:pt x="231076" y="19050"/>
                  </a:lnTo>
                  <a:cubicBezTo>
                    <a:pt x="225838" y="19050"/>
                    <a:pt x="221551" y="14764"/>
                    <a:pt x="221551" y="9525"/>
                  </a:cubicBezTo>
                  <a:close/>
                  <a:moveTo>
                    <a:pt x="184595" y="9525"/>
                  </a:moveTo>
                  <a:cubicBezTo>
                    <a:pt x="184595" y="4286"/>
                    <a:pt x="188881" y="0"/>
                    <a:pt x="194120" y="0"/>
                  </a:cubicBezTo>
                  <a:lnTo>
                    <a:pt x="194120" y="0"/>
                  </a:lnTo>
                  <a:cubicBezTo>
                    <a:pt x="199453" y="0"/>
                    <a:pt x="203645" y="4286"/>
                    <a:pt x="203645" y="9525"/>
                  </a:cubicBezTo>
                  <a:lnTo>
                    <a:pt x="203645" y="9525"/>
                  </a:lnTo>
                  <a:cubicBezTo>
                    <a:pt x="203645" y="14764"/>
                    <a:pt x="199453" y="19050"/>
                    <a:pt x="194120" y="19050"/>
                  </a:cubicBezTo>
                  <a:lnTo>
                    <a:pt x="194120" y="19050"/>
                  </a:lnTo>
                  <a:cubicBezTo>
                    <a:pt x="188881" y="19050"/>
                    <a:pt x="184595" y="14764"/>
                    <a:pt x="184595" y="9525"/>
                  </a:cubicBezTo>
                  <a:close/>
                  <a:moveTo>
                    <a:pt x="147638" y="9525"/>
                  </a:moveTo>
                  <a:cubicBezTo>
                    <a:pt x="147638" y="4286"/>
                    <a:pt x="151924" y="0"/>
                    <a:pt x="157258" y="0"/>
                  </a:cubicBezTo>
                  <a:lnTo>
                    <a:pt x="157258" y="0"/>
                  </a:lnTo>
                  <a:cubicBezTo>
                    <a:pt x="162497" y="0"/>
                    <a:pt x="166783" y="4286"/>
                    <a:pt x="166783" y="9525"/>
                  </a:cubicBezTo>
                  <a:lnTo>
                    <a:pt x="166783" y="9525"/>
                  </a:lnTo>
                  <a:cubicBezTo>
                    <a:pt x="166783" y="14764"/>
                    <a:pt x="162497" y="19050"/>
                    <a:pt x="157258" y="19050"/>
                  </a:cubicBezTo>
                  <a:lnTo>
                    <a:pt x="157258" y="19050"/>
                  </a:lnTo>
                  <a:cubicBezTo>
                    <a:pt x="151924" y="19050"/>
                    <a:pt x="147638" y="14764"/>
                    <a:pt x="147638" y="9525"/>
                  </a:cubicBezTo>
                  <a:close/>
                  <a:moveTo>
                    <a:pt x="110776" y="9525"/>
                  </a:moveTo>
                  <a:cubicBezTo>
                    <a:pt x="110776" y="4286"/>
                    <a:pt x="114967" y="0"/>
                    <a:pt x="120301" y="0"/>
                  </a:cubicBezTo>
                  <a:lnTo>
                    <a:pt x="120301" y="0"/>
                  </a:lnTo>
                  <a:cubicBezTo>
                    <a:pt x="125540" y="0"/>
                    <a:pt x="129826" y="4286"/>
                    <a:pt x="129826" y="9525"/>
                  </a:cubicBezTo>
                  <a:lnTo>
                    <a:pt x="129826" y="9525"/>
                  </a:lnTo>
                  <a:cubicBezTo>
                    <a:pt x="129826" y="14764"/>
                    <a:pt x="125540" y="19050"/>
                    <a:pt x="120301" y="19050"/>
                  </a:cubicBezTo>
                  <a:lnTo>
                    <a:pt x="120301" y="19050"/>
                  </a:lnTo>
                  <a:cubicBezTo>
                    <a:pt x="114967" y="19050"/>
                    <a:pt x="110776" y="14764"/>
                    <a:pt x="110776" y="9525"/>
                  </a:cubicBezTo>
                  <a:close/>
                  <a:moveTo>
                    <a:pt x="73819" y="9525"/>
                  </a:moveTo>
                  <a:cubicBezTo>
                    <a:pt x="73819" y="4286"/>
                    <a:pt x="78105" y="0"/>
                    <a:pt x="83344" y="0"/>
                  </a:cubicBezTo>
                  <a:lnTo>
                    <a:pt x="83344" y="0"/>
                  </a:lnTo>
                  <a:cubicBezTo>
                    <a:pt x="88582" y="0"/>
                    <a:pt x="92869" y="4286"/>
                    <a:pt x="92869" y="9525"/>
                  </a:cubicBezTo>
                  <a:lnTo>
                    <a:pt x="92869" y="9525"/>
                  </a:lnTo>
                  <a:cubicBezTo>
                    <a:pt x="92869" y="14764"/>
                    <a:pt x="88582" y="19050"/>
                    <a:pt x="83344" y="19050"/>
                  </a:cubicBezTo>
                  <a:lnTo>
                    <a:pt x="83344" y="19050"/>
                  </a:lnTo>
                  <a:cubicBezTo>
                    <a:pt x="78105" y="19050"/>
                    <a:pt x="73819" y="14764"/>
                    <a:pt x="73819" y="9525"/>
                  </a:cubicBezTo>
                  <a:close/>
                  <a:moveTo>
                    <a:pt x="36957" y="9525"/>
                  </a:moveTo>
                  <a:cubicBezTo>
                    <a:pt x="36957" y="4286"/>
                    <a:pt x="41148" y="0"/>
                    <a:pt x="46482" y="0"/>
                  </a:cubicBezTo>
                  <a:lnTo>
                    <a:pt x="46482" y="0"/>
                  </a:lnTo>
                  <a:cubicBezTo>
                    <a:pt x="51721" y="0"/>
                    <a:pt x="55912" y="4286"/>
                    <a:pt x="55912" y="9525"/>
                  </a:cubicBezTo>
                  <a:lnTo>
                    <a:pt x="55912" y="9525"/>
                  </a:lnTo>
                  <a:cubicBezTo>
                    <a:pt x="55912" y="14764"/>
                    <a:pt x="51721" y="19050"/>
                    <a:pt x="46482" y="19050"/>
                  </a:cubicBezTo>
                  <a:lnTo>
                    <a:pt x="46482" y="19050"/>
                  </a:lnTo>
                  <a:cubicBezTo>
                    <a:pt x="41148" y="19050"/>
                    <a:pt x="36957" y="14764"/>
                    <a:pt x="36957" y="9525"/>
                  </a:cubicBezTo>
                  <a:close/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F70AEB9-7EA3-1390-5A69-0AA39A533DAF}"/>
                </a:ext>
              </a:extLst>
            </p:cNvPr>
            <p:cNvSpPr/>
            <p:nvPr/>
          </p:nvSpPr>
          <p:spPr>
            <a:xfrm>
              <a:off x="6538341" y="341585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3099495-D8F8-0C3F-615B-9C953E9F1B12}"/>
                </a:ext>
              </a:extLst>
            </p:cNvPr>
            <p:cNvSpPr/>
            <p:nvPr/>
          </p:nvSpPr>
          <p:spPr>
            <a:xfrm>
              <a:off x="6535483" y="361121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3EA20D1-36E7-4E9A-782E-F0192BE5BC00}"/>
                </a:ext>
              </a:extLst>
            </p:cNvPr>
            <p:cNvSpPr/>
            <p:nvPr/>
          </p:nvSpPr>
          <p:spPr>
            <a:xfrm>
              <a:off x="6483381" y="370255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3CC50DC-0755-7B84-8270-98EC8B768D41}"/>
                </a:ext>
              </a:extLst>
            </p:cNvPr>
            <p:cNvSpPr/>
            <p:nvPr/>
          </p:nvSpPr>
          <p:spPr>
            <a:xfrm>
              <a:off x="5801296" y="361016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CD1D551-74D5-0474-9EFB-2652A5C29166}"/>
                </a:ext>
              </a:extLst>
            </p:cNvPr>
            <p:cNvSpPr/>
            <p:nvPr/>
          </p:nvSpPr>
          <p:spPr>
            <a:xfrm>
              <a:off x="5641943" y="3618547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7DAC0DC-B8BA-5602-EE2C-735411801996}"/>
                </a:ext>
              </a:extLst>
            </p:cNvPr>
            <p:cNvSpPr/>
            <p:nvPr/>
          </p:nvSpPr>
          <p:spPr>
            <a:xfrm>
              <a:off x="5639180" y="3454526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7228D4C-7BBA-7761-7367-5395D67AD7EA}"/>
                </a:ext>
              </a:extLst>
            </p:cNvPr>
            <p:cNvSpPr/>
            <p:nvPr/>
          </p:nvSpPr>
          <p:spPr>
            <a:xfrm>
              <a:off x="5640038" y="322630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985B9345-9D00-71E9-3525-0AA9AA05CA19}"/>
                </a:ext>
              </a:extLst>
            </p:cNvPr>
            <p:cNvSpPr/>
            <p:nvPr/>
          </p:nvSpPr>
          <p:spPr>
            <a:xfrm>
              <a:off x="5696902" y="312753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08F80DA-9ED4-63B7-A275-A07995FE969B}"/>
                </a:ext>
              </a:extLst>
            </p:cNvPr>
            <p:cNvSpPr/>
            <p:nvPr/>
          </p:nvSpPr>
          <p:spPr>
            <a:xfrm>
              <a:off x="6036087" y="293646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A0F029B-1650-24F7-9B16-8FF90F78C3EF}"/>
                </a:ext>
              </a:extLst>
            </p:cNvPr>
            <p:cNvSpPr/>
            <p:nvPr/>
          </p:nvSpPr>
          <p:spPr>
            <a:xfrm>
              <a:off x="6143243" y="2933699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E6E9707-125A-CEF6-8FC1-6BD7AB28EAA1}"/>
                </a:ext>
              </a:extLst>
            </p:cNvPr>
            <p:cNvSpPr/>
            <p:nvPr/>
          </p:nvSpPr>
          <p:spPr>
            <a:xfrm>
              <a:off x="6088284" y="3122866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418CDD9-D21C-BE83-5925-E9E690A028D0}"/>
                </a:ext>
              </a:extLst>
            </p:cNvPr>
            <p:cNvSpPr/>
            <p:nvPr/>
          </p:nvSpPr>
          <p:spPr>
            <a:xfrm>
              <a:off x="6391084" y="3604545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19CC24A-3869-8DFA-7E86-60F0945D4BAF}"/>
                </a:ext>
              </a:extLst>
            </p:cNvPr>
            <p:cNvSpPr/>
            <p:nvPr/>
          </p:nvSpPr>
          <p:spPr>
            <a:xfrm>
              <a:off x="6537388" y="322259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1258AD56-E57B-7980-7B03-90710AD841E8}"/>
                </a:ext>
              </a:extLst>
            </p:cNvPr>
            <p:cNvSpPr/>
            <p:nvPr/>
          </p:nvSpPr>
          <p:spPr>
            <a:xfrm>
              <a:off x="6069901" y="3911250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0B335FD-E200-33B8-B798-E7ED44DBDC21}"/>
                </a:ext>
              </a:extLst>
            </p:cNvPr>
            <p:cNvSpPr/>
            <p:nvPr/>
          </p:nvSpPr>
          <p:spPr>
            <a:xfrm>
              <a:off x="5692235" y="370627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0B9F5C3-02B8-9CD5-072F-6E050D4698AD}"/>
                </a:ext>
              </a:extLst>
            </p:cNvPr>
            <p:cNvSpPr/>
            <p:nvPr/>
          </p:nvSpPr>
          <p:spPr>
            <a:xfrm>
              <a:off x="6033611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76E47E9-0DEB-887E-C9AF-DF93826BC986}"/>
                </a:ext>
              </a:extLst>
            </p:cNvPr>
            <p:cNvSpPr/>
            <p:nvPr/>
          </p:nvSpPr>
          <p:spPr>
            <a:xfrm>
              <a:off x="6149149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37AD295-3DA6-A5B9-8945-7E70D7B3188F}"/>
                </a:ext>
              </a:extLst>
            </p:cNvPr>
            <p:cNvSpPr/>
            <p:nvPr/>
          </p:nvSpPr>
          <p:spPr>
            <a:xfrm>
              <a:off x="6121812" y="391258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67" name="Graphic 3">
            <a:extLst>
              <a:ext uri="{FF2B5EF4-FFF2-40B4-BE49-F238E27FC236}">
                <a16:creationId xmlns:a16="http://schemas.microsoft.com/office/drawing/2014/main" id="{A7FE16F9-DA46-9915-6A01-42CB97501377}"/>
              </a:ext>
            </a:extLst>
          </p:cNvPr>
          <p:cNvSpPr/>
          <p:nvPr userDrawn="1"/>
        </p:nvSpPr>
        <p:spPr>
          <a:xfrm rot="1202162">
            <a:off x="10031947" y="6092324"/>
            <a:ext cx="1568079" cy="1717017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4A69F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8" name="Graphic 2">
            <a:extLst>
              <a:ext uri="{FF2B5EF4-FFF2-40B4-BE49-F238E27FC236}">
                <a16:creationId xmlns:a16="http://schemas.microsoft.com/office/drawing/2014/main" id="{6E912A64-FA79-04FA-88DB-722874DC0454}"/>
              </a:ext>
            </a:extLst>
          </p:cNvPr>
          <p:cNvSpPr/>
          <p:nvPr userDrawn="1"/>
        </p:nvSpPr>
        <p:spPr>
          <a:xfrm rot="19380252">
            <a:off x="11424628" y="5684418"/>
            <a:ext cx="496340" cy="443666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0496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6">
            <a:extLst>
              <a:ext uri="{FF2B5EF4-FFF2-40B4-BE49-F238E27FC236}">
                <a16:creationId xmlns:a16="http://schemas.microsoft.com/office/drawing/2014/main" id="{FBFA1C52-CAFE-6300-45E8-0171D3571FBE}"/>
              </a:ext>
            </a:extLst>
          </p:cNvPr>
          <p:cNvSpPr/>
          <p:nvPr userDrawn="1"/>
        </p:nvSpPr>
        <p:spPr>
          <a:xfrm rot="1214966">
            <a:off x="10753726" y="3065387"/>
            <a:ext cx="1004286" cy="897137"/>
          </a:xfrm>
          <a:custGeom>
            <a:avLst/>
            <a:gdLst>
              <a:gd name="connsiteX0" fmla="*/ 501937 w 1004286"/>
              <a:gd name="connsiteY0" fmla="*/ 897138 h 897137"/>
              <a:gd name="connsiteX1" fmla="*/ 95791 w 1004286"/>
              <a:gd name="connsiteY1" fmla="*/ 897138 h 897137"/>
              <a:gd name="connsiteX2" fmla="*/ 29497 w 1004286"/>
              <a:gd name="connsiteY2" fmla="*/ 873802 h 897137"/>
              <a:gd name="connsiteX3" fmla="*/ 13971 w 1004286"/>
              <a:gd name="connsiteY3" fmla="*/ 757216 h 897137"/>
              <a:gd name="connsiteX4" fmla="*/ 127509 w 1004286"/>
              <a:gd name="connsiteY4" fmla="*/ 560143 h 897137"/>
              <a:gd name="connsiteX5" fmla="*/ 422594 w 1004286"/>
              <a:gd name="connsiteY5" fmla="*/ 46936 h 897137"/>
              <a:gd name="connsiteX6" fmla="*/ 582233 w 1004286"/>
              <a:gd name="connsiteY6" fmla="*/ 46746 h 897137"/>
              <a:gd name="connsiteX7" fmla="*/ 719107 w 1004286"/>
              <a:gd name="connsiteY7" fmla="*/ 285538 h 897137"/>
              <a:gd name="connsiteX8" fmla="*/ 990855 w 1004286"/>
              <a:gd name="connsiteY8" fmla="*/ 758168 h 897137"/>
              <a:gd name="connsiteX9" fmla="*/ 968852 w 1004286"/>
              <a:gd name="connsiteY9" fmla="*/ 879326 h 897137"/>
              <a:gd name="connsiteX10" fmla="*/ 909035 w 1004286"/>
              <a:gd name="connsiteY10" fmla="*/ 897138 h 897137"/>
              <a:gd name="connsiteX11" fmla="*/ 501842 w 1004286"/>
              <a:gd name="connsiteY11" fmla="*/ 897138 h 89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4286" h="897137">
                <a:moveTo>
                  <a:pt x="501937" y="897138"/>
                </a:moveTo>
                <a:cubicBezTo>
                  <a:pt x="366587" y="897138"/>
                  <a:pt x="231236" y="897138"/>
                  <a:pt x="95791" y="897138"/>
                </a:cubicBezTo>
                <a:cubicBezTo>
                  <a:pt x="70835" y="897138"/>
                  <a:pt x="48356" y="890756"/>
                  <a:pt x="29497" y="873802"/>
                </a:cubicBezTo>
                <a:cubicBezTo>
                  <a:pt x="-2983" y="844465"/>
                  <a:pt x="-9365" y="797887"/>
                  <a:pt x="13971" y="757216"/>
                </a:cubicBezTo>
                <a:cubicBezTo>
                  <a:pt x="51690" y="691398"/>
                  <a:pt x="89695" y="625866"/>
                  <a:pt x="127509" y="560143"/>
                </a:cubicBezTo>
                <a:cubicBezTo>
                  <a:pt x="226093" y="389170"/>
                  <a:pt x="325820" y="218958"/>
                  <a:pt x="422594" y="46936"/>
                </a:cubicBezTo>
                <a:cubicBezTo>
                  <a:pt x="456598" y="-13547"/>
                  <a:pt x="546038" y="-17643"/>
                  <a:pt x="582233" y="46746"/>
                </a:cubicBezTo>
                <a:cubicBezTo>
                  <a:pt x="627191" y="126661"/>
                  <a:pt x="673387" y="206004"/>
                  <a:pt x="719107" y="285538"/>
                </a:cubicBezTo>
                <a:cubicBezTo>
                  <a:pt x="809594" y="443176"/>
                  <a:pt x="899701" y="601006"/>
                  <a:pt x="990855" y="758168"/>
                </a:cubicBezTo>
                <a:cubicBezTo>
                  <a:pt x="1017049" y="803412"/>
                  <a:pt x="1002380" y="853228"/>
                  <a:pt x="968852" y="879326"/>
                </a:cubicBezTo>
                <a:cubicBezTo>
                  <a:pt x="951326" y="893042"/>
                  <a:pt x="930848" y="897138"/>
                  <a:pt x="909035" y="897138"/>
                </a:cubicBezTo>
                <a:cubicBezTo>
                  <a:pt x="773304" y="897138"/>
                  <a:pt x="637573" y="897138"/>
                  <a:pt x="501842" y="897138"/>
                </a:cubicBezTo>
                <a:close/>
              </a:path>
            </a:pathLst>
          </a:custGeom>
          <a:noFill/>
          <a:ln w="28575" cap="flat">
            <a:solidFill>
              <a:srgbClr val="4B64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D06FB691-5A62-3769-E1CD-7E3F46F5B7B1}"/>
              </a:ext>
            </a:extLst>
          </p:cNvPr>
          <p:cNvSpPr/>
          <p:nvPr userDrawn="1"/>
        </p:nvSpPr>
        <p:spPr>
          <a:xfrm rot="572195">
            <a:off x="2852912" y="5854258"/>
            <a:ext cx="2327482" cy="2548551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rgbClr val="AA292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BA9FC7-83EC-15EC-326A-0ED689367662}"/>
              </a:ext>
            </a:extLst>
          </p:cNvPr>
          <p:cNvGrpSpPr/>
          <p:nvPr userDrawn="1"/>
        </p:nvGrpSpPr>
        <p:grpSpPr>
          <a:xfrm>
            <a:off x="2157203" y="5911289"/>
            <a:ext cx="1001346" cy="1108087"/>
            <a:chOff x="5638800" y="2919409"/>
            <a:chExt cx="918591" cy="1016510"/>
          </a:xfrm>
          <a:solidFill>
            <a:srgbClr val="3CAB68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8015B78-E504-35A9-FDAA-E8E02973B943}"/>
                </a:ext>
              </a:extLst>
            </p:cNvPr>
            <p:cNvSpPr/>
            <p:nvPr/>
          </p:nvSpPr>
          <p:spPr>
            <a:xfrm>
              <a:off x="6537674" y="3456241"/>
              <a:ext cx="19050" cy="136302"/>
            </a:xfrm>
            <a:custGeom>
              <a:avLst/>
              <a:gdLst>
                <a:gd name="connsiteX0" fmla="*/ 0 w 19050"/>
                <a:gd name="connsiteY0" fmla="*/ 126778 h 136302"/>
                <a:gd name="connsiteX1" fmla="*/ 9430 w 19050"/>
                <a:gd name="connsiteY1" fmla="*/ 117253 h 136302"/>
                <a:gd name="connsiteX2" fmla="*/ 9430 w 19050"/>
                <a:gd name="connsiteY2" fmla="*/ 117253 h 136302"/>
                <a:gd name="connsiteX3" fmla="*/ 19050 w 19050"/>
                <a:gd name="connsiteY3" fmla="*/ 126778 h 136302"/>
                <a:gd name="connsiteX4" fmla="*/ 19050 w 19050"/>
                <a:gd name="connsiteY4" fmla="*/ 126778 h 136302"/>
                <a:gd name="connsiteX5" fmla="*/ 9525 w 19050"/>
                <a:gd name="connsiteY5" fmla="*/ 136303 h 136302"/>
                <a:gd name="connsiteX6" fmla="*/ 9525 w 19050"/>
                <a:gd name="connsiteY6" fmla="*/ 136303 h 136302"/>
                <a:gd name="connsiteX7" fmla="*/ 95 w 19050"/>
                <a:gd name="connsiteY7" fmla="*/ 126778 h 136302"/>
                <a:gd name="connsiteX8" fmla="*/ 0 w 19050"/>
                <a:gd name="connsiteY8" fmla="*/ 87725 h 136302"/>
                <a:gd name="connsiteX9" fmla="*/ 9525 w 19050"/>
                <a:gd name="connsiteY9" fmla="*/ 78200 h 136302"/>
                <a:gd name="connsiteX10" fmla="*/ 9525 w 19050"/>
                <a:gd name="connsiteY10" fmla="*/ 78200 h 136302"/>
                <a:gd name="connsiteX11" fmla="*/ 19050 w 19050"/>
                <a:gd name="connsiteY11" fmla="*/ 87725 h 136302"/>
                <a:gd name="connsiteX12" fmla="*/ 19050 w 19050"/>
                <a:gd name="connsiteY12" fmla="*/ 87725 h 136302"/>
                <a:gd name="connsiteX13" fmla="*/ 9525 w 19050"/>
                <a:gd name="connsiteY13" fmla="*/ 97250 h 136302"/>
                <a:gd name="connsiteX14" fmla="*/ 9525 w 19050"/>
                <a:gd name="connsiteY14" fmla="*/ 97250 h 136302"/>
                <a:gd name="connsiteX15" fmla="*/ 0 w 19050"/>
                <a:gd name="connsiteY15" fmla="*/ 87725 h 136302"/>
                <a:gd name="connsiteX16" fmla="*/ 0 w 19050"/>
                <a:gd name="connsiteY16" fmla="*/ 48577 h 136302"/>
                <a:gd name="connsiteX17" fmla="*/ 9525 w 19050"/>
                <a:gd name="connsiteY17" fmla="*/ 39052 h 136302"/>
                <a:gd name="connsiteX18" fmla="*/ 9525 w 19050"/>
                <a:gd name="connsiteY18" fmla="*/ 39052 h 136302"/>
                <a:gd name="connsiteX19" fmla="*/ 19050 w 19050"/>
                <a:gd name="connsiteY19" fmla="*/ 48673 h 136302"/>
                <a:gd name="connsiteX20" fmla="*/ 19050 w 19050"/>
                <a:gd name="connsiteY20" fmla="*/ 48673 h 136302"/>
                <a:gd name="connsiteX21" fmla="*/ 9525 w 19050"/>
                <a:gd name="connsiteY21" fmla="*/ 58102 h 136302"/>
                <a:gd name="connsiteX22" fmla="*/ 9525 w 19050"/>
                <a:gd name="connsiteY22" fmla="*/ 58102 h 136302"/>
                <a:gd name="connsiteX23" fmla="*/ 0 w 19050"/>
                <a:gd name="connsiteY23" fmla="*/ 48577 h 136302"/>
                <a:gd name="connsiteX24" fmla="*/ 0 w 19050"/>
                <a:gd name="connsiteY24" fmla="*/ 9525 h 136302"/>
                <a:gd name="connsiteX25" fmla="*/ 0 w 19050"/>
                <a:gd name="connsiteY25" fmla="*/ 9525 h 136302"/>
                <a:gd name="connsiteX26" fmla="*/ 9525 w 19050"/>
                <a:gd name="connsiteY26" fmla="*/ 0 h 136302"/>
                <a:gd name="connsiteX27" fmla="*/ 9525 w 19050"/>
                <a:gd name="connsiteY27" fmla="*/ 0 h 136302"/>
                <a:gd name="connsiteX28" fmla="*/ 19050 w 19050"/>
                <a:gd name="connsiteY28" fmla="*/ 9525 h 136302"/>
                <a:gd name="connsiteX29" fmla="*/ 19050 w 19050"/>
                <a:gd name="connsiteY29" fmla="*/ 9525 h 136302"/>
                <a:gd name="connsiteX30" fmla="*/ 9525 w 19050"/>
                <a:gd name="connsiteY30" fmla="*/ 19050 h 136302"/>
                <a:gd name="connsiteX31" fmla="*/ 9525 w 19050"/>
                <a:gd name="connsiteY31" fmla="*/ 19050 h 136302"/>
                <a:gd name="connsiteX32" fmla="*/ 0 w 19050"/>
                <a:gd name="connsiteY32" fmla="*/ 9525 h 1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9050" h="136302">
                  <a:moveTo>
                    <a:pt x="0" y="126778"/>
                  </a:moveTo>
                  <a:cubicBezTo>
                    <a:pt x="0" y="121539"/>
                    <a:pt x="4191" y="117253"/>
                    <a:pt x="9430" y="117253"/>
                  </a:cubicBezTo>
                  <a:lnTo>
                    <a:pt x="9430" y="117253"/>
                  </a:lnTo>
                  <a:cubicBezTo>
                    <a:pt x="14669" y="117253"/>
                    <a:pt x="18955" y="121444"/>
                    <a:pt x="19050" y="126778"/>
                  </a:cubicBezTo>
                  <a:lnTo>
                    <a:pt x="19050" y="126778"/>
                  </a:lnTo>
                  <a:cubicBezTo>
                    <a:pt x="19050" y="132017"/>
                    <a:pt x="14764" y="136303"/>
                    <a:pt x="9525" y="136303"/>
                  </a:cubicBezTo>
                  <a:lnTo>
                    <a:pt x="9525" y="136303"/>
                  </a:lnTo>
                  <a:cubicBezTo>
                    <a:pt x="4286" y="136303"/>
                    <a:pt x="95" y="132017"/>
                    <a:pt x="95" y="126778"/>
                  </a:cubicBezTo>
                  <a:close/>
                  <a:moveTo>
                    <a:pt x="0" y="87725"/>
                  </a:moveTo>
                  <a:cubicBezTo>
                    <a:pt x="0" y="82391"/>
                    <a:pt x="4286" y="78200"/>
                    <a:pt x="9525" y="78200"/>
                  </a:cubicBezTo>
                  <a:lnTo>
                    <a:pt x="9525" y="78200"/>
                  </a:lnTo>
                  <a:cubicBezTo>
                    <a:pt x="14764" y="78200"/>
                    <a:pt x="19050" y="82391"/>
                    <a:pt x="19050" y="87725"/>
                  </a:cubicBezTo>
                  <a:lnTo>
                    <a:pt x="19050" y="87725"/>
                  </a:lnTo>
                  <a:cubicBezTo>
                    <a:pt x="19050" y="92964"/>
                    <a:pt x="14764" y="97250"/>
                    <a:pt x="9525" y="97250"/>
                  </a:cubicBezTo>
                  <a:lnTo>
                    <a:pt x="9525" y="97250"/>
                  </a:lnTo>
                  <a:cubicBezTo>
                    <a:pt x="4286" y="97250"/>
                    <a:pt x="0" y="92964"/>
                    <a:pt x="0" y="87725"/>
                  </a:cubicBezTo>
                  <a:close/>
                  <a:moveTo>
                    <a:pt x="0" y="48577"/>
                  </a:moveTo>
                  <a:cubicBezTo>
                    <a:pt x="0" y="43339"/>
                    <a:pt x="4286" y="39052"/>
                    <a:pt x="9525" y="39052"/>
                  </a:cubicBezTo>
                  <a:lnTo>
                    <a:pt x="9525" y="39052"/>
                  </a:lnTo>
                  <a:cubicBezTo>
                    <a:pt x="14859" y="39052"/>
                    <a:pt x="19050" y="43339"/>
                    <a:pt x="19050" y="48673"/>
                  </a:cubicBezTo>
                  <a:lnTo>
                    <a:pt x="19050" y="48673"/>
                  </a:lnTo>
                  <a:cubicBezTo>
                    <a:pt x="19050" y="53912"/>
                    <a:pt x="14764" y="58102"/>
                    <a:pt x="9525" y="58102"/>
                  </a:cubicBezTo>
                  <a:lnTo>
                    <a:pt x="9525" y="58102"/>
                  </a:lnTo>
                  <a:cubicBezTo>
                    <a:pt x="4286" y="58102"/>
                    <a:pt x="0" y="53816"/>
                    <a:pt x="0" y="48577"/>
                  </a:cubicBezTo>
                  <a:close/>
                  <a:moveTo>
                    <a:pt x="0" y="9525"/>
                  </a:moveTo>
                  <a:lnTo>
                    <a:pt x="0" y="9525"/>
                  </a:ln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357B374-2CD7-4A57-C9C2-5563AFE0370D}"/>
                </a:ext>
              </a:extLst>
            </p:cNvPr>
            <p:cNvSpPr/>
            <p:nvPr/>
          </p:nvSpPr>
          <p:spPr>
            <a:xfrm>
              <a:off x="6513778" y="3649374"/>
              <a:ext cx="37702" cy="51087"/>
            </a:xfrm>
            <a:custGeom>
              <a:avLst/>
              <a:gdLst>
                <a:gd name="connsiteX0" fmla="*/ 3131 w 37702"/>
                <a:gd name="connsiteY0" fmla="*/ 48706 h 51087"/>
                <a:gd name="connsiteX1" fmla="*/ 2464 w 37702"/>
                <a:gd name="connsiteY1" fmla="*/ 35181 h 51087"/>
                <a:gd name="connsiteX2" fmla="*/ 2464 w 37702"/>
                <a:gd name="connsiteY2" fmla="*/ 35181 h 51087"/>
                <a:gd name="connsiteX3" fmla="*/ 15894 w 37702"/>
                <a:gd name="connsiteY3" fmla="*/ 34514 h 51087"/>
                <a:gd name="connsiteX4" fmla="*/ 15894 w 37702"/>
                <a:gd name="connsiteY4" fmla="*/ 34514 h 51087"/>
                <a:gd name="connsiteX5" fmla="*/ 16656 w 37702"/>
                <a:gd name="connsiteY5" fmla="*/ 47944 h 51087"/>
                <a:gd name="connsiteX6" fmla="*/ 16656 w 37702"/>
                <a:gd name="connsiteY6" fmla="*/ 47944 h 51087"/>
                <a:gd name="connsiteX7" fmla="*/ 9513 w 37702"/>
                <a:gd name="connsiteY7" fmla="*/ 51088 h 51087"/>
                <a:gd name="connsiteX8" fmla="*/ 9513 w 37702"/>
                <a:gd name="connsiteY8" fmla="*/ 51088 h 51087"/>
                <a:gd name="connsiteX9" fmla="*/ 3131 w 37702"/>
                <a:gd name="connsiteY9" fmla="*/ 48706 h 51087"/>
                <a:gd name="connsiteX10" fmla="*/ 25134 w 37702"/>
                <a:gd name="connsiteY10" fmla="*/ 18512 h 51087"/>
                <a:gd name="connsiteX11" fmla="*/ 19133 w 37702"/>
                <a:gd name="connsiteY11" fmla="*/ 6511 h 51087"/>
                <a:gd name="connsiteX12" fmla="*/ 19133 w 37702"/>
                <a:gd name="connsiteY12" fmla="*/ 6511 h 51087"/>
                <a:gd name="connsiteX13" fmla="*/ 31134 w 37702"/>
                <a:gd name="connsiteY13" fmla="*/ 510 h 51087"/>
                <a:gd name="connsiteX14" fmla="*/ 31134 w 37702"/>
                <a:gd name="connsiteY14" fmla="*/ 510 h 51087"/>
                <a:gd name="connsiteX15" fmla="*/ 37230 w 37702"/>
                <a:gd name="connsiteY15" fmla="*/ 12511 h 51087"/>
                <a:gd name="connsiteX16" fmla="*/ 37230 w 37702"/>
                <a:gd name="connsiteY16" fmla="*/ 12511 h 51087"/>
                <a:gd name="connsiteX17" fmla="*/ 28182 w 37702"/>
                <a:gd name="connsiteY17" fmla="*/ 19084 h 51087"/>
                <a:gd name="connsiteX18" fmla="*/ 28182 w 37702"/>
                <a:gd name="connsiteY18" fmla="*/ 19084 h 51087"/>
                <a:gd name="connsiteX19" fmla="*/ 25134 w 37702"/>
                <a:gd name="connsiteY19" fmla="*/ 18512 h 51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702" h="51087">
                  <a:moveTo>
                    <a:pt x="3131" y="48706"/>
                  </a:moveTo>
                  <a:cubicBezTo>
                    <a:pt x="-774" y="45182"/>
                    <a:pt x="-1060" y="39181"/>
                    <a:pt x="2464" y="35181"/>
                  </a:cubicBezTo>
                  <a:lnTo>
                    <a:pt x="2464" y="35181"/>
                  </a:lnTo>
                  <a:cubicBezTo>
                    <a:pt x="5988" y="31276"/>
                    <a:pt x="11989" y="30990"/>
                    <a:pt x="15894" y="34514"/>
                  </a:cubicBezTo>
                  <a:lnTo>
                    <a:pt x="15894" y="34514"/>
                  </a:lnTo>
                  <a:cubicBezTo>
                    <a:pt x="19800" y="37943"/>
                    <a:pt x="20181" y="44039"/>
                    <a:pt x="16656" y="47944"/>
                  </a:cubicBezTo>
                  <a:lnTo>
                    <a:pt x="16656" y="47944"/>
                  </a:lnTo>
                  <a:cubicBezTo>
                    <a:pt x="14751" y="50040"/>
                    <a:pt x="12180" y="51088"/>
                    <a:pt x="9513" y="51088"/>
                  </a:cubicBezTo>
                  <a:lnTo>
                    <a:pt x="9513" y="51088"/>
                  </a:lnTo>
                  <a:cubicBezTo>
                    <a:pt x="7227" y="51088"/>
                    <a:pt x="4941" y="50326"/>
                    <a:pt x="3131" y="48706"/>
                  </a:cubicBezTo>
                  <a:close/>
                  <a:moveTo>
                    <a:pt x="25134" y="18512"/>
                  </a:moveTo>
                  <a:cubicBezTo>
                    <a:pt x="20181" y="16893"/>
                    <a:pt x="17514" y="11464"/>
                    <a:pt x="19133" y="6511"/>
                  </a:cubicBezTo>
                  <a:lnTo>
                    <a:pt x="19133" y="6511"/>
                  </a:lnTo>
                  <a:cubicBezTo>
                    <a:pt x="20847" y="1558"/>
                    <a:pt x="26181" y="-1205"/>
                    <a:pt x="31134" y="510"/>
                  </a:cubicBezTo>
                  <a:lnTo>
                    <a:pt x="31134" y="510"/>
                  </a:lnTo>
                  <a:cubicBezTo>
                    <a:pt x="36183" y="2129"/>
                    <a:pt x="38850" y="7558"/>
                    <a:pt x="37230" y="12511"/>
                  </a:cubicBezTo>
                  <a:lnTo>
                    <a:pt x="37230" y="12511"/>
                  </a:lnTo>
                  <a:cubicBezTo>
                    <a:pt x="35897" y="16512"/>
                    <a:pt x="32182" y="19084"/>
                    <a:pt x="28182" y="19084"/>
                  </a:cubicBezTo>
                  <a:lnTo>
                    <a:pt x="28182" y="19084"/>
                  </a:lnTo>
                  <a:cubicBezTo>
                    <a:pt x="27134" y="19084"/>
                    <a:pt x="26181" y="18893"/>
                    <a:pt x="25134" y="185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DD49CD9-5785-7CFF-7D0B-4022C7CB7601}"/>
                </a:ext>
              </a:extLst>
            </p:cNvPr>
            <p:cNvSpPr/>
            <p:nvPr/>
          </p:nvSpPr>
          <p:spPr>
            <a:xfrm>
              <a:off x="6177576" y="3724034"/>
              <a:ext cx="291906" cy="176071"/>
            </a:xfrm>
            <a:custGeom>
              <a:avLst/>
              <a:gdLst>
                <a:gd name="connsiteX0" fmla="*/ 1291 w 291906"/>
                <a:gd name="connsiteY0" fmla="*/ 171309 h 176071"/>
                <a:gd name="connsiteX1" fmla="*/ 4720 w 291906"/>
                <a:gd name="connsiteY1" fmla="*/ 158260 h 176071"/>
                <a:gd name="connsiteX2" fmla="*/ 4720 w 291906"/>
                <a:gd name="connsiteY2" fmla="*/ 158260 h 176071"/>
                <a:gd name="connsiteX3" fmla="*/ 17770 w 291906"/>
                <a:gd name="connsiteY3" fmla="*/ 161784 h 176071"/>
                <a:gd name="connsiteX4" fmla="*/ 17770 w 291906"/>
                <a:gd name="connsiteY4" fmla="*/ 161784 h 176071"/>
                <a:gd name="connsiteX5" fmla="*/ 14245 w 291906"/>
                <a:gd name="connsiteY5" fmla="*/ 174738 h 176071"/>
                <a:gd name="connsiteX6" fmla="*/ 14245 w 291906"/>
                <a:gd name="connsiteY6" fmla="*/ 174738 h 176071"/>
                <a:gd name="connsiteX7" fmla="*/ 9483 w 291906"/>
                <a:gd name="connsiteY7" fmla="*/ 176072 h 176071"/>
                <a:gd name="connsiteX8" fmla="*/ 9483 w 291906"/>
                <a:gd name="connsiteY8" fmla="*/ 176072 h 176071"/>
                <a:gd name="connsiteX9" fmla="*/ 1291 w 291906"/>
                <a:gd name="connsiteY9" fmla="*/ 171309 h 176071"/>
                <a:gd name="connsiteX10" fmla="*/ 35391 w 291906"/>
                <a:gd name="connsiteY10" fmla="*/ 151592 h 176071"/>
                <a:gd name="connsiteX11" fmla="*/ 38820 w 291906"/>
                <a:gd name="connsiteY11" fmla="*/ 138638 h 176071"/>
                <a:gd name="connsiteX12" fmla="*/ 38820 w 291906"/>
                <a:gd name="connsiteY12" fmla="*/ 138638 h 176071"/>
                <a:gd name="connsiteX13" fmla="*/ 51869 w 291906"/>
                <a:gd name="connsiteY13" fmla="*/ 142067 h 176071"/>
                <a:gd name="connsiteX14" fmla="*/ 51869 w 291906"/>
                <a:gd name="connsiteY14" fmla="*/ 142067 h 176071"/>
                <a:gd name="connsiteX15" fmla="*/ 48345 w 291906"/>
                <a:gd name="connsiteY15" fmla="*/ 155117 h 176071"/>
                <a:gd name="connsiteX16" fmla="*/ 48345 w 291906"/>
                <a:gd name="connsiteY16" fmla="*/ 155117 h 176071"/>
                <a:gd name="connsiteX17" fmla="*/ 43582 w 291906"/>
                <a:gd name="connsiteY17" fmla="*/ 156355 h 176071"/>
                <a:gd name="connsiteX18" fmla="*/ 43582 w 291906"/>
                <a:gd name="connsiteY18" fmla="*/ 156355 h 176071"/>
                <a:gd name="connsiteX19" fmla="*/ 35391 w 291906"/>
                <a:gd name="connsiteY19" fmla="*/ 151592 h 176071"/>
                <a:gd name="connsiteX20" fmla="*/ 69395 w 291906"/>
                <a:gd name="connsiteY20" fmla="*/ 131971 h 176071"/>
                <a:gd name="connsiteX21" fmla="*/ 72919 w 291906"/>
                <a:gd name="connsiteY21" fmla="*/ 118922 h 176071"/>
                <a:gd name="connsiteX22" fmla="*/ 72919 w 291906"/>
                <a:gd name="connsiteY22" fmla="*/ 118922 h 176071"/>
                <a:gd name="connsiteX23" fmla="*/ 85969 w 291906"/>
                <a:gd name="connsiteY23" fmla="*/ 122446 h 176071"/>
                <a:gd name="connsiteX24" fmla="*/ 85969 w 291906"/>
                <a:gd name="connsiteY24" fmla="*/ 122446 h 176071"/>
                <a:gd name="connsiteX25" fmla="*/ 82444 w 291906"/>
                <a:gd name="connsiteY25" fmla="*/ 135400 h 176071"/>
                <a:gd name="connsiteX26" fmla="*/ 82444 w 291906"/>
                <a:gd name="connsiteY26" fmla="*/ 135400 h 176071"/>
                <a:gd name="connsiteX27" fmla="*/ 77682 w 291906"/>
                <a:gd name="connsiteY27" fmla="*/ 136734 h 176071"/>
                <a:gd name="connsiteX28" fmla="*/ 77682 w 291906"/>
                <a:gd name="connsiteY28" fmla="*/ 136734 h 176071"/>
                <a:gd name="connsiteX29" fmla="*/ 69395 w 291906"/>
                <a:gd name="connsiteY29" fmla="*/ 131971 h 176071"/>
                <a:gd name="connsiteX30" fmla="*/ 103495 w 291906"/>
                <a:gd name="connsiteY30" fmla="*/ 112254 h 176071"/>
                <a:gd name="connsiteX31" fmla="*/ 107019 w 291906"/>
                <a:gd name="connsiteY31" fmla="*/ 99300 h 176071"/>
                <a:gd name="connsiteX32" fmla="*/ 107019 w 291906"/>
                <a:gd name="connsiteY32" fmla="*/ 99300 h 176071"/>
                <a:gd name="connsiteX33" fmla="*/ 120068 w 291906"/>
                <a:gd name="connsiteY33" fmla="*/ 102824 h 176071"/>
                <a:gd name="connsiteX34" fmla="*/ 120068 w 291906"/>
                <a:gd name="connsiteY34" fmla="*/ 102824 h 176071"/>
                <a:gd name="connsiteX35" fmla="*/ 116544 w 291906"/>
                <a:gd name="connsiteY35" fmla="*/ 115778 h 176071"/>
                <a:gd name="connsiteX36" fmla="*/ 116544 w 291906"/>
                <a:gd name="connsiteY36" fmla="*/ 115778 h 176071"/>
                <a:gd name="connsiteX37" fmla="*/ 111781 w 291906"/>
                <a:gd name="connsiteY37" fmla="*/ 117112 h 176071"/>
                <a:gd name="connsiteX38" fmla="*/ 111781 w 291906"/>
                <a:gd name="connsiteY38" fmla="*/ 117112 h 176071"/>
                <a:gd name="connsiteX39" fmla="*/ 103495 w 291906"/>
                <a:gd name="connsiteY39" fmla="*/ 112254 h 176071"/>
                <a:gd name="connsiteX40" fmla="*/ 137594 w 291906"/>
                <a:gd name="connsiteY40" fmla="*/ 92633 h 176071"/>
                <a:gd name="connsiteX41" fmla="*/ 141118 w 291906"/>
                <a:gd name="connsiteY41" fmla="*/ 79679 h 176071"/>
                <a:gd name="connsiteX42" fmla="*/ 141118 w 291906"/>
                <a:gd name="connsiteY42" fmla="*/ 79679 h 176071"/>
                <a:gd name="connsiteX43" fmla="*/ 154168 w 291906"/>
                <a:gd name="connsiteY43" fmla="*/ 83203 h 176071"/>
                <a:gd name="connsiteX44" fmla="*/ 154168 w 291906"/>
                <a:gd name="connsiteY44" fmla="*/ 83203 h 176071"/>
                <a:gd name="connsiteX45" fmla="*/ 150643 w 291906"/>
                <a:gd name="connsiteY45" fmla="*/ 96157 h 176071"/>
                <a:gd name="connsiteX46" fmla="*/ 150643 w 291906"/>
                <a:gd name="connsiteY46" fmla="*/ 96157 h 176071"/>
                <a:gd name="connsiteX47" fmla="*/ 145881 w 291906"/>
                <a:gd name="connsiteY47" fmla="*/ 97395 h 176071"/>
                <a:gd name="connsiteX48" fmla="*/ 145881 w 291906"/>
                <a:gd name="connsiteY48" fmla="*/ 97395 h 176071"/>
                <a:gd name="connsiteX49" fmla="*/ 137594 w 291906"/>
                <a:gd name="connsiteY49" fmla="*/ 92633 h 176071"/>
                <a:gd name="connsiteX50" fmla="*/ 171694 w 291906"/>
                <a:gd name="connsiteY50" fmla="*/ 73011 h 176071"/>
                <a:gd name="connsiteX51" fmla="*/ 175218 w 291906"/>
                <a:gd name="connsiteY51" fmla="*/ 60057 h 176071"/>
                <a:gd name="connsiteX52" fmla="*/ 175218 w 291906"/>
                <a:gd name="connsiteY52" fmla="*/ 60057 h 176071"/>
                <a:gd name="connsiteX53" fmla="*/ 188267 w 291906"/>
                <a:gd name="connsiteY53" fmla="*/ 63581 h 176071"/>
                <a:gd name="connsiteX54" fmla="*/ 188267 w 291906"/>
                <a:gd name="connsiteY54" fmla="*/ 63581 h 176071"/>
                <a:gd name="connsiteX55" fmla="*/ 184743 w 291906"/>
                <a:gd name="connsiteY55" fmla="*/ 76536 h 176071"/>
                <a:gd name="connsiteX56" fmla="*/ 184743 w 291906"/>
                <a:gd name="connsiteY56" fmla="*/ 76536 h 176071"/>
                <a:gd name="connsiteX57" fmla="*/ 179980 w 291906"/>
                <a:gd name="connsiteY57" fmla="*/ 77869 h 176071"/>
                <a:gd name="connsiteX58" fmla="*/ 179980 w 291906"/>
                <a:gd name="connsiteY58" fmla="*/ 77869 h 176071"/>
                <a:gd name="connsiteX59" fmla="*/ 171694 w 291906"/>
                <a:gd name="connsiteY59" fmla="*/ 73011 h 176071"/>
                <a:gd name="connsiteX60" fmla="*/ 205888 w 291906"/>
                <a:gd name="connsiteY60" fmla="*/ 53485 h 176071"/>
                <a:gd name="connsiteX61" fmla="*/ 209317 w 291906"/>
                <a:gd name="connsiteY61" fmla="*/ 40436 h 176071"/>
                <a:gd name="connsiteX62" fmla="*/ 209317 w 291906"/>
                <a:gd name="connsiteY62" fmla="*/ 40436 h 176071"/>
                <a:gd name="connsiteX63" fmla="*/ 222367 w 291906"/>
                <a:gd name="connsiteY63" fmla="*/ 43960 h 176071"/>
                <a:gd name="connsiteX64" fmla="*/ 222367 w 291906"/>
                <a:gd name="connsiteY64" fmla="*/ 43960 h 176071"/>
                <a:gd name="connsiteX65" fmla="*/ 218842 w 291906"/>
                <a:gd name="connsiteY65" fmla="*/ 56914 h 176071"/>
                <a:gd name="connsiteX66" fmla="*/ 218842 w 291906"/>
                <a:gd name="connsiteY66" fmla="*/ 56914 h 176071"/>
                <a:gd name="connsiteX67" fmla="*/ 214080 w 291906"/>
                <a:gd name="connsiteY67" fmla="*/ 58247 h 176071"/>
                <a:gd name="connsiteX68" fmla="*/ 214080 w 291906"/>
                <a:gd name="connsiteY68" fmla="*/ 58247 h 176071"/>
                <a:gd name="connsiteX69" fmla="*/ 205888 w 291906"/>
                <a:gd name="connsiteY69" fmla="*/ 53485 h 176071"/>
                <a:gd name="connsiteX70" fmla="*/ 239988 w 291906"/>
                <a:gd name="connsiteY70" fmla="*/ 33863 h 176071"/>
                <a:gd name="connsiteX71" fmla="*/ 243512 w 291906"/>
                <a:gd name="connsiteY71" fmla="*/ 20814 h 176071"/>
                <a:gd name="connsiteX72" fmla="*/ 243512 w 291906"/>
                <a:gd name="connsiteY72" fmla="*/ 20814 h 176071"/>
                <a:gd name="connsiteX73" fmla="*/ 256466 w 291906"/>
                <a:gd name="connsiteY73" fmla="*/ 24338 h 176071"/>
                <a:gd name="connsiteX74" fmla="*/ 256466 w 291906"/>
                <a:gd name="connsiteY74" fmla="*/ 24338 h 176071"/>
                <a:gd name="connsiteX75" fmla="*/ 252942 w 291906"/>
                <a:gd name="connsiteY75" fmla="*/ 37388 h 176071"/>
                <a:gd name="connsiteX76" fmla="*/ 252942 w 291906"/>
                <a:gd name="connsiteY76" fmla="*/ 37388 h 176071"/>
                <a:gd name="connsiteX77" fmla="*/ 248275 w 291906"/>
                <a:gd name="connsiteY77" fmla="*/ 38626 h 176071"/>
                <a:gd name="connsiteX78" fmla="*/ 248275 w 291906"/>
                <a:gd name="connsiteY78" fmla="*/ 38626 h 176071"/>
                <a:gd name="connsiteX79" fmla="*/ 239988 w 291906"/>
                <a:gd name="connsiteY79" fmla="*/ 33863 h 176071"/>
                <a:gd name="connsiteX80" fmla="*/ 274087 w 291906"/>
                <a:gd name="connsiteY80" fmla="*/ 14242 h 176071"/>
                <a:gd name="connsiteX81" fmla="*/ 277612 w 291906"/>
                <a:gd name="connsiteY81" fmla="*/ 1288 h 176071"/>
                <a:gd name="connsiteX82" fmla="*/ 277612 w 291906"/>
                <a:gd name="connsiteY82" fmla="*/ 1288 h 176071"/>
                <a:gd name="connsiteX83" fmla="*/ 290661 w 291906"/>
                <a:gd name="connsiteY83" fmla="*/ 4812 h 176071"/>
                <a:gd name="connsiteX84" fmla="*/ 290661 w 291906"/>
                <a:gd name="connsiteY84" fmla="*/ 4812 h 176071"/>
                <a:gd name="connsiteX85" fmla="*/ 287137 w 291906"/>
                <a:gd name="connsiteY85" fmla="*/ 17766 h 176071"/>
                <a:gd name="connsiteX86" fmla="*/ 287137 w 291906"/>
                <a:gd name="connsiteY86" fmla="*/ 17766 h 176071"/>
                <a:gd name="connsiteX87" fmla="*/ 282374 w 291906"/>
                <a:gd name="connsiteY87" fmla="*/ 19100 h 176071"/>
                <a:gd name="connsiteX88" fmla="*/ 282374 w 291906"/>
                <a:gd name="connsiteY88" fmla="*/ 19100 h 176071"/>
                <a:gd name="connsiteX89" fmla="*/ 274087 w 291906"/>
                <a:gd name="connsiteY89" fmla="*/ 14242 h 17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906" h="176071">
                  <a:moveTo>
                    <a:pt x="1291" y="171309"/>
                  </a:moveTo>
                  <a:cubicBezTo>
                    <a:pt x="-1376" y="166737"/>
                    <a:pt x="244" y="160927"/>
                    <a:pt x="4720" y="158260"/>
                  </a:cubicBezTo>
                  <a:lnTo>
                    <a:pt x="4720" y="158260"/>
                  </a:lnTo>
                  <a:cubicBezTo>
                    <a:pt x="9292" y="155593"/>
                    <a:pt x="15198" y="157212"/>
                    <a:pt x="17770" y="161784"/>
                  </a:cubicBezTo>
                  <a:lnTo>
                    <a:pt x="17770" y="161784"/>
                  </a:lnTo>
                  <a:cubicBezTo>
                    <a:pt x="20437" y="166261"/>
                    <a:pt x="18817" y="172167"/>
                    <a:pt x="14245" y="174738"/>
                  </a:cubicBezTo>
                  <a:lnTo>
                    <a:pt x="14245" y="174738"/>
                  </a:lnTo>
                  <a:cubicBezTo>
                    <a:pt x="12817" y="175596"/>
                    <a:pt x="11102" y="176072"/>
                    <a:pt x="9483" y="176072"/>
                  </a:cubicBezTo>
                  <a:lnTo>
                    <a:pt x="9483" y="176072"/>
                  </a:lnTo>
                  <a:cubicBezTo>
                    <a:pt x="6244" y="176072"/>
                    <a:pt x="3006" y="174357"/>
                    <a:pt x="1291" y="171309"/>
                  </a:cubicBezTo>
                  <a:close/>
                  <a:moveTo>
                    <a:pt x="35391" y="151592"/>
                  </a:moveTo>
                  <a:cubicBezTo>
                    <a:pt x="32724" y="147021"/>
                    <a:pt x="34343" y="141210"/>
                    <a:pt x="38820" y="138638"/>
                  </a:cubicBezTo>
                  <a:lnTo>
                    <a:pt x="38820" y="138638"/>
                  </a:lnTo>
                  <a:cubicBezTo>
                    <a:pt x="43392" y="135971"/>
                    <a:pt x="49202" y="137496"/>
                    <a:pt x="51869" y="142067"/>
                  </a:cubicBezTo>
                  <a:lnTo>
                    <a:pt x="51869" y="142067"/>
                  </a:lnTo>
                  <a:cubicBezTo>
                    <a:pt x="54441" y="146640"/>
                    <a:pt x="52917" y="152450"/>
                    <a:pt x="48345" y="155117"/>
                  </a:cubicBezTo>
                  <a:lnTo>
                    <a:pt x="48345" y="155117"/>
                  </a:lnTo>
                  <a:cubicBezTo>
                    <a:pt x="46916" y="155974"/>
                    <a:pt x="45202" y="156355"/>
                    <a:pt x="43582" y="156355"/>
                  </a:cubicBezTo>
                  <a:lnTo>
                    <a:pt x="43582" y="156355"/>
                  </a:lnTo>
                  <a:cubicBezTo>
                    <a:pt x="40344" y="156355"/>
                    <a:pt x="37105" y="154640"/>
                    <a:pt x="35391" y="151592"/>
                  </a:cubicBezTo>
                  <a:close/>
                  <a:moveTo>
                    <a:pt x="69395" y="131971"/>
                  </a:moveTo>
                  <a:cubicBezTo>
                    <a:pt x="66823" y="127399"/>
                    <a:pt x="68347" y="121589"/>
                    <a:pt x="72919" y="118922"/>
                  </a:cubicBezTo>
                  <a:lnTo>
                    <a:pt x="72919" y="118922"/>
                  </a:lnTo>
                  <a:cubicBezTo>
                    <a:pt x="77491" y="116350"/>
                    <a:pt x="83302" y="117874"/>
                    <a:pt x="85969" y="122446"/>
                  </a:cubicBezTo>
                  <a:lnTo>
                    <a:pt x="85969" y="122446"/>
                  </a:lnTo>
                  <a:cubicBezTo>
                    <a:pt x="88540" y="127018"/>
                    <a:pt x="87016" y="132828"/>
                    <a:pt x="82444" y="135400"/>
                  </a:cubicBezTo>
                  <a:lnTo>
                    <a:pt x="82444" y="135400"/>
                  </a:lnTo>
                  <a:cubicBezTo>
                    <a:pt x="80920" y="136257"/>
                    <a:pt x="79301" y="136734"/>
                    <a:pt x="77682" y="136734"/>
                  </a:cubicBezTo>
                  <a:lnTo>
                    <a:pt x="77682" y="136734"/>
                  </a:lnTo>
                  <a:cubicBezTo>
                    <a:pt x="74443" y="136734"/>
                    <a:pt x="71205" y="135019"/>
                    <a:pt x="69395" y="131971"/>
                  </a:cubicBezTo>
                  <a:close/>
                  <a:moveTo>
                    <a:pt x="103495" y="112254"/>
                  </a:moveTo>
                  <a:cubicBezTo>
                    <a:pt x="100923" y="107682"/>
                    <a:pt x="102447" y="101967"/>
                    <a:pt x="107019" y="99300"/>
                  </a:cubicBezTo>
                  <a:lnTo>
                    <a:pt x="107019" y="99300"/>
                  </a:lnTo>
                  <a:cubicBezTo>
                    <a:pt x="111591" y="96633"/>
                    <a:pt x="117401" y="98252"/>
                    <a:pt x="120068" y="102824"/>
                  </a:cubicBezTo>
                  <a:lnTo>
                    <a:pt x="120068" y="102824"/>
                  </a:lnTo>
                  <a:cubicBezTo>
                    <a:pt x="122640" y="107301"/>
                    <a:pt x="121116" y="113111"/>
                    <a:pt x="116544" y="115778"/>
                  </a:cubicBezTo>
                  <a:lnTo>
                    <a:pt x="116544" y="115778"/>
                  </a:lnTo>
                  <a:cubicBezTo>
                    <a:pt x="115020" y="116636"/>
                    <a:pt x="113401" y="117112"/>
                    <a:pt x="111781" y="117112"/>
                  </a:cubicBezTo>
                  <a:lnTo>
                    <a:pt x="111781" y="117112"/>
                  </a:lnTo>
                  <a:cubicBezTo>
                    <a:pt x="108543" y="117112"/>
                    <a:pt x="105304" y="115397"/>
                    <a:pt x="103495" y="112254"/>
                  </a:cubicBezTo>
                  <a:close/>
                  <a:moveTo>
                    <a:pt x="137594" y="92633"/>
                  </a:moveTo>
                  <a:cubicBezTo>
                    <a:pt x="135022" y="88156"/>
                    <a:pt x="136546" y="82250"/>
                    <a:pt x="141118" y="79679"/>
                  </a:cubicBezTo>
                  <a:lnTo>
                    <a:pt x="141118" y="79679"/>
                  </a:lnTo>
                  <a:cubicBezTo>
                    <a:pt x="145690" y="77012"/>
                    <a:pt x="151501" y="78631"/>
                    <a:pt x="154168" y="83203"/>
                  </a:cubicBezTo>
                  <a:lnTo>
                    <a:pt x="154168" y="83203"/>
                  </a:lnTo>
                  <a:cubicBezTo>
                    <a:pt x="156739" y="87680"/>
                    <a:pt x="155215" y="93585"/>
                    <a:pt x="150643" y="96157"/>
                  </a:cubicBezTo>
                  <a:lnTo>
                    <a:pt x="150643" y="96157"/>
                  </a:lnTo>
                  <a:cubicBezTo>
                    <a:pt x="149119" y="97014"/>
                    <a:pt x="147500" y="97395"/>
                    <a:pt x="145881" y="97395"/>
                  </a:cubicBezTo>
                  <a:lnTo>
                    <a:pt x="145881" y="97395"/>
                  </a:lnTo>
                  <a:cubicBezTo>
                    <a:pt x="142642" y="97395"/>
                    <a:pt x="139404" y="95681"/>
                    <a:pt x="137594" y="92633"/>
                  </a:cubicBezTo>
                  <a:close/>
                  <a:moveTo>
                    <a:pt x="171694" y="73011"/>
                  </a:moveTo>
                  <a:cubicBezTo>
                    <a:pt x="169122" y="68439"/>
                    <a:pt x="170646" y="62629"/>
                    <a:pt x="175218" y="60057"/>
                  </a:cubicBezTo>
                  <a:lnTo>
                    <a:pt x="175218" y="60057"/>
                  </a:lnTo>
                  <a:cubicBezTo>
                    <a:pt x="179790" y="57390"/>
                    <a:pt x="185600" y="59009"/>
                    <a:pt x="188267" y="63581"/>
                  </a:cubicBezTo>
                  <a:lnTo>
                    <a:pt x="188267" y="63581"/>
                  </a:lnTo>
                  <a:cubicBezTo>
                    <a:pt x="190839" y="68153"/>
                    <a:pt x="189315" y="73869"/>
                    <a:pt x="184743" y="76536"/>
                  </a:cubicBezTo>
                  <a:lnTo>
                    <a:pt x="184743" y="76536"/>
                  </a:lnTo>
                  <a:cubicBezTo>
                    <a:pt x="183219" y="77393"/>
                    <a:pt x="181600" y="77869"/>
                    <a:pt x="179980" y="77869"/>
                  </a:cubicBezTo>
                  <a:lnTo>
                    <a:pt x="179980" y="77869"/>
                  </a:lnTo>
                  <a:cubicBezTo>
                    <a:pt x="176647" y="77869"/>
                    <a:pt x="173503" y="76154"/>
                    <a:pt x="171694" y="73011"/>
                  </a:cubicBezTo>
                  <a:close/>
                  <a:moveTo>
                    <a:pt x="205888" y="53485"/>
                  </a:moveTo>
                  <a:cubicBezTo>
                    <a:pt x="203221" y="48818"/>
                    <a:pt x="204841" y="43007"/>
                    <a:pt x="209317" y="40436"/>
                  </a:cubicBezTo>
                  <a:lnTo>
                    <a:pt x="209317" y="40436"/>
                  </a:lnTo>
                  <a:cubicBezTo>
                    <a:pt x="213889" y="37769"/>
                    <a:pt x="219700" y="39388"/>
                    <a:pt x="222367" y="43960"/>
                  </a:cubicBezTo>
                  <a:lnTo>
                    <a:pt x="222367" y="43960"/>
                  </a:lnTo>
                  <a:cubicBezTo>
                    <a:pt x="224938" y="48532"/>
                    <a:pt x="223414" y="54342"/>
                    <a:pt x="218842" y="56914"/>
                  </a:cubicBezTo>
                  <a:lnTo>
                    <a:pt x="218842" y="56914"/>
                  </a:lnTo>
                  <a:cubicBezTo>
                    <a:pt x="217318" y="57771"/>
                    <a:pt x="215699" y="58247"/>
                    <a:pt x="214080" y="58247"/>
                  </a:cubicBezTo>
                  <a:lnTo>
                    <a:pt x="214080" y="58247"/>
                  </a:lnTo>
                  <a:cubicBezTo>
                    <a:pt x="210841" y="58247"/>
                    <a:pt x="207603" y="56533"/>
                    <a:pt x="205888" y="53485"/>
                  </a:cubicBezTo>
                  <a:close/>
                  <a:moveTo>
                    <a:pt x="239988" y="33863"/>
                  </a:moveTo>
                  <a:cubicBezTo>
                    <a:pt x="237321" y="29292"/>
                    <a:pt x="238940" y="23481"/>
                    <a:pt x="243512" y="20814"/>
                  </a:cubicBezTo>
                  <a:lnTo>
                    <a:pt x="243512" y="20814"/>
                  </a:lnTo>
                  <a:cubicBezTo>
                    <a:pt x="248084" y="18242"/>
                    <a:pt x="253894" y="19767"/>
                    <a:pt x="256466" y="24338"/>
                  </a:cubicBezTo>
                  <a:lnTo>
                    <a:pt x="256466" y="24338"/>
                  </a:lnTo>
                  <a:cubicBezTo>
                    <a:pt x="259133" y="28910"/>
                    <a:pt x="257514" y="34721"/>
                    <a:pt x="252942" y="37388"/>
                  </a:cubicBezTo>
                  <a:lnTo>
                    <a:pt x="252942" y="37388"/>
                  </a:lnTo>
                  <a:cubicBezTo>
                    <a:pt x="251513" y="38245"/>
                    <a:pt x="249894" y="38626"/>
                    <a:pt x="248275" y="38626"/>
                  </a:cubicBezTo>
                  <a:lnTo>
                    <a:pt x="248275" y="38626"/>
                  </a:lnTo>
                  <a:cubicBezTo>
                    <a:pt x="244941" y="38626"/>
                    <a:pt x="241702" y="36911"/>
                    <a:pt x="239988" y="33863"/>
                  </a:cubicBezTo>
                  <a:close/>
                  <a:moveTo>
                    <a:pt x="274087" y="14242"/>
                  </a:moveTo>
                  <a:cubicBezTo>
                    <a:pt x="271420" y="9670"/>
                    <a:pt x="273040" y="3860"/>
                    <a:pt x="277612" y="1288"/>
                  </a:cubicBezTo>
                  <a:lnTo>
                    <a:pt x="277612" y="1288"/>
                  </a:lnTo>
                  <a:cubicBezTo>
                    <a:pt x="282184" y="-1379"/>
                    <a:pt x="287994" y="240"/>
                    <a:pt x="290661" y="4812"/>
                  </a:cubicBezTo>
                  <a:lnTo>
                    <a:pt x="290661" y="4812"/>
                  </a:lnTo>
                  <a:cubicBezTo>
                    <a:pt x="293233" y="9384"/>
                    <a:pt x="291709" y="15194"/>
                    <a:pt x="287137" y="17766"/>
                  </a:cubicBezTo>
                  <a:lnTo>
                    <a:pt x="287137" y="17766"/>
                  </a:lnTo>
                  <a:cubicBezTo>
                    <a:pt x="285613" y="18623"/>
                    <a:pt x="283993" y="19100"/>
                    <a:pt x="282374" y="19100"/>
                  </a:cubicBezTo>
                  <a:lnTo>
                    <a:pt x="282374" y="19100"/>
                  </a:lnTo>
                  <a:cubicBezTo>
                    <a:pt x="279040" y="19100"/>
                    <a:pt x="275897" y="17385"/>
                    <a:pt x="274087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8FFEA5D-E940-CB9F-F6F5-F9D2FB055A58}"/>
                </a:ext>
              </a:extLst>
            </p:cNvPr>
            <p:cNvSpPr/>
            <p:nvPr/>
          </p:nvSpPr>
          <p:spPr>
            <a:xfrm>
              <a:off x="5722326" y="3721748"/>
              <a:ext cx="295903" cy="178453"/>
            </a:xfrm>
            <a:custGeom>
              <a:avLst/>
              <a:gdLst>
                <a:gd name="connsiteX0" fmla="*/ 281662 w 295903"/>
                <a:gd name="connsiteY0" fmla="*/ 177120 h 178453"/>
                <a:gd name="connsiteX1" fmla="*/ 281662 w 295903"/>
                <a:gd name="connsiteY1" fmla="*/ 177120 h 178453"/>
                <a:gd name="connsiteX2" fmla="*/ 278137 w 295903"/>
                <a:gd name="connsiteY2" fmla="*/ 164166 h 178453"/>
                <a:gd name="connsiteX3" fmla="*/ 278137 w 295903"/>
                <a:gd name="connsiteY3" fmla="*/ 164166 h 178453"/>
                <a:gd name="connsiteX4" fmla="*/ 291091 w 295903"/>
                <a:gd name="connsiteY4" fmla="*/ 160641 h 178453"/>
                <a:gd name="connsiteX5" fmla="*/ 291091 w 295903"/>
                <a:gd name="connsiteY5" fmla="*/ 160641 h 178453"/>
                <a:gd name="connsiteX6" fmla="*/ 294616 w 295903"/>
                <a:gd name="connsiteY6" fmla="*/ 173691 h 178453"/>
                <a:gd name="connsiteX7" fmla="*/ 294616 w 295903"/>
                <a:gd name="connsiteY7" fmla="*/ 173691 h 178453"/>
                <a:gd name="connsiteX8" fmla="*/ 286329 w 295903"/>
                <a:gd name="connsiteY8" fmla="*/ 178453 h 178453"/>
                <a:gd name="connsiteX9" fmla="*/ 286329 w 295903"/>
                <a:gd name="connsiteY9" fmla="*/ 178453 h 178453"/>
                <a:gd name="connsiteX10" fmla="*/ 281566 w 295903"/>
                <a:gd name="connsiteY10" fmla="*/ 177120 h 178453"/>
                <a:gd name="connsiteX11" fmla="*/ 247086 w 295903"/>
                <a:gd name="connsiteY11" fmla="*/ 157212 h 178453"/>
                <a:gd name="connsiteX12" fmla="*/ 243562 w 295903"/>
                <a:gd name="connsiteY12" fmla="*/ 144163 h 178453"/>
                <a:gd name="connsiteX13" fmla="*/ 243562 w 295903"/>
                <a:gd name="connsiteY13" fmla="*/ 144163 h 178453"/>
                <a:gd name="connsiteX14" fmla="*/ 256611 w 295903"/>
                <a:gd name="connsiteY14" fmla="*/ 140734 h 178453"/>
                <a:gd name="connsiteX15" fmla="*/ 256611 w 295903"/>
                <a:gd name="connsiteY15" fmla="*/ 140734 h 178453"/>
                <a:gd name="connsiteX16" fmla="*/ 260135 w 295903"/>
                <a:gd name="connsiteY16" fmla="*/ 153688 h 178453"/>
                <a:gd name="connsiteX17" fmla="*/ 260135 w 295903"/>
                <a:gd name="connsiteY17" fmla="*/ 153688 h 178453"/>
                <a:gd name="connsiteX18" fmla="*/ 251848 w 295903"/>
                <a:gd name="connsiteY18" fmla="*/ 158451 h 178453"/>
                <a:gd name="connsiteX19" fmla="*/ 251848 w 295903"/>
                <a:gd name="connsiteY19" fmla="*/ 158451 h 178453"/>
                <a:gd name="connsiteX20" fmla="*/ 247086 w 295903"/>
                <a:gd name="connsiteY20" fmla="*/ 157212 h 178453"/>
                <a:gd name="connsiteX21" fmla="*/ 212510 w 295903"/>
                <a:gd name="connsiteY21" fmla="*/ 137305 h 178453"/>
                <a:gd name="connsiteX22" fmla="*/ 208986 w 295903"/>
                <a:gd name="connsiteY22" fmla="*/ 124256 h 178453"/>
                <a:gd name="connsiteX23" fmla="*/ 208986 w 295903"/>
                <a:gd name="connsiteY23" fmla="*/ 124256 h 178453"/>
                <a:gd name="connsiteX24" fmla="*/ 221940 w 295903"/>
                <a:gd name="connsiteY24" fmla="*/ 120732 h 178453"/>
                <a:gd name="connsiteX25" fmla="*/ 221940 w 295903"/>
                <a:gd name="connsiteY25" fmla="*/ 120732 h 178453"/>
                <a:gd name="connsiteX26" fmla="*/ 225464 w 295903"/>
                <a:gd name="connsiteY26" fmla="*/ 133781 h 178453"/>
                <a:gd name="connsiteX27" fmla="*/ 225464 w 295903"/>
                <a:gd name="connsiteY27" fmla="*/ 133781 h 178453"/>
                <a:gd name="connsiteX28" fmla="*/ 217177 w 295903"/>
                <a:gd name="connsiteY28" fmla="*/ 138543 h 178453"/>
                <a:gd name="connsiteX29" fmla="*/ 217177 w 295903"/>
                <a:gd name="connsiteY29" fmla="*/ 138543 h 178453"/>
                <a:gd name="connsiteX30" fmla="*/ 212510 w 295903"/>
                <a:gd name="connsiteY30" fmla="*/ 137305 h 178453"/>
                <a:gd name="connsiteX31" fmla="*/ 177839 w 295903"/>
                <a:gd name="connsiteY31" fmla="*/ 117398 h 178453"/>
                <a:gd name="connsiteX32" fmla="*/ 177839 w 295903"/>
                <a:gd name="connsiteY32" fmla="*/ 117398 h 178453"/>
                <a:gd name="connsiteX33" fmla="*/ 174220 w 295903"/>
                <a:gd name="connsiteY33" fmla="*/ 104349 h 178453"/>
                <a:gd name="connsiteX34" fmla="*/ 174220 w 295903"/>
                <a:gd name="connsiteY34" fmla="*/ 104349 h 178453"/>
                <a:gd name="connsiteX35" fmla="*/ 187269 w 295903"/>
                <a:gd name="connsiteY35" fmla="*/ 100824 h 178453"/>
                <a:gd name="connsiteX36" fmla="*/ 187269 w 295903"/>
                <a:gd name="connsiteY36" fmla="*/ 100824 h 178453"/>
                <a:gd name="connsiteX37" fmla="*/ 190793 w 295903"/>
                <a:gd name="connsiteY37" fmla="*/ 113874 h 178453"/>
                <a:gd name="connsiteX38" fmla="*/ 190793 w 295903"/>
                <a:gd name="connsiteY38" fmla="*/ 113874 h 178453"/>
                <a:gd name="connsiteX39" fmla="*/ 182506 w 295903"/>
                <a:gd name="connsiteY39" fmla="*/ 118636 h 178453"/>
                <a:gd name="connsiteX40" fmla="*/ 182506 w 295903"/>
                <a:gd name="connsiteY40" fmla="*/ 118636 h 178453"/>
                <a:gd name="connsiteX41" fmla="*/ 177744 w 295903"/>
                <a:gd name="connsiteY41" fmla="*/ 117398 h 178453"/>
                <a:gd name="connsiteX42" fmla="*/ 143263 w 295903"/>
                <a:gd name="connsiteY42" fmla="*/ 97491 h 178453"/>
                <a:gd name="connsiteX43" fmla="*/ 139739 w 295903"/>
                <a:gd name="connsiteY43" fmla="*/ 84441 h 178453"/>
                <a:gd name="connsiteX44" fmla="*/ 139739 w 295903"/>
                <a:gd name="connsiteY44" fmla="*/ 84441 h 178453"/>
                <a:gd name="connsiteX45" fmla="*/ 152788 w 295903"/>
                <a:gd name="connsiteY45" fmla="*/ 80917 h 178453"/>
                <a:gd name="connsiteX46" fmla="*/ 152788 w 295903"/>
                <a:gd name="connsiteY46" fmla="*/ 80917 h 178453"/>
                <a:gd name="connsiteX47" fmla="*/ 156217 w 295903"/>
                <a:gd name="connsiteY47" fmla="*/ 93966 h 178453"/>
                <a:gd name="connsiteX48" fmla="*/ 156217 w 295903"/>
                <a:gd name="connsiteY48" fmla="*/ 93966 h 178453"/>
                <a:gd name="connsiteX49" fmla="*/ 147931 w 295903"/>
                <a:gd name="connsiteY49" fmla="*/ 98729 h 178453"/>
                <a:gd name="connsiteX50" fmla="*/ 147931 w 295903"/>
                <a:gd name="connsiteY50" fmla="*/ 98729 h 178453"/>
                <a:gd name="connsiteX51" fmla="*/ 143263 w 295903"/>
                <a:gd name="connsiteY51" fmla="*/ 97491 h 178453"/>
                <a:gd name="connsiteX52" fmla="*/ 108592 w 295903"/>
                <a:gd name="connsiteY52" fmla="*/ 77583 h 178453"/>
                <a:gd name="connsiteX53" fmla="*/ 105068 w 295903"/>
                <a:gd name="connsiteY53" fmla="*/ 64534 h 178453"/>
                <a:gd name="connsiteX54" fmla="*/ 105068 w 295903"/>
                <a:gd name="connsiteY54" fmla="*/ 64534 h 178453"/>
                <a:gd name="connsiteX55" fmla="*/ 118117 w 295903"/>
                <a:gd name="connsiteY55" fmla="*/ 61010 h 178453"/>
                <a:gd name="connsiteX56" fmla="*/ 118117 w 295903"/>
                <a:gd name="connsiteY56" fmla="*/ 61010 h 178453"/>
                <a:gd name="connsiteX57" fmla="*/ 121642 w 295903"/>
                <a:gd name="connsiteY57" fmla="*/ 74059 h 178453"/>
                <a:gd name="connsiteX58" fmla="*/ 121642 w 295903"/>
                <a:gd name="connsiteY58" fmla="*/ 74059 h 178453"/>
                <a:gd name="connsiteX59" fmla="*/ 113355 w 295903"/>
                <a:gd name="connsiteY59" fmla="*/ 78822 h 178453"/>
                <a:gd name="connsiteX60" fmla="*/ 113355 w 295903"/>
                <a:gd name="connsiteY60" fmla="*/ 78822 h 178453"/>
                <a:gd name="connsiteX61" fmla="*/ 108592 w 295903"/>
                <a:gd name="connsiteY61" fmla="*/ 77583 h 178453"/>
                <a:gd name="connsiteX62" fmla="*/ 74017 w 295903"/>
                <a:gd name="connsiteY62" fmla="*/ 57581 h 178453"/>
                <a:gd name="connsiteX63" fmla="*/ 70492 w 295903"/>
                <a:gd name="connsiteY63" fmla="*/ 44627 h 178453"/>
                <a:gd name="connsiteX64" fmla="*/ 70492 w 295903"/>
                <a:gd name="connsiteY64" fmla="*/ 44627 h 178453"/>
                <a:gd name="connsiteX65" fmla="*/ 83542 w 295903"/>
                <a:gd name="connsiteY65" fmla="*/ 41103 h 178453"/>
                <a:gd name="connsiteX66" fmla="*/ 83542 w 295903"/>
                <a:gd name="connsiteY66" fmla="*/ 41103 h 178453"/>
                <a:gd name="connsiteX67" fmla="*/ 86971 w 295903"/>
                <a:gd name="connsiteY67" fmla="*/ 54152 h 178453"/>
                <a:gd name="connsiteX68" fmla="*/ 86971 w 295903"/>
                <a:gd name="connsiteY68" fmla="*/ 54152 h 178453"/>
                <a:gd name="connsiteX69" fmla="*/ 78779 w 295903"/>
                <a:gd name="connsiteY69" fmla="*/ 58914 h 178453"/>
                <a:gd name="connsiteX70" fmla="*/ 78779 w 295903"/>
                <a:gd name="connsiteY70" fmla="*/ 58914 h 178453"/>
                <a:gd name="connsiteX71" fmla="*/ 74017 w 295903"/>
                <a:gd name="connsiteY71" fmla="*/ 57581 h 178453"/>
                <a:gd name="connsiteX72" fmla="*/ 39346 w 295903"/>
                <a:gd name="connsiteY72" fmla="*/ 37674 h 178453"/>
                <a:gd name="connsiteX73" fmla="*/ 35917 w 295903"/>
                <a:gd name="connsiteY73" fmla="*/ 24720 h 178453"/>
                <a:gd name="connsiteX74" fmla="*/ 35917 w 295903"/>
                <a:gd name="connsiteY74" fmla="*/ 24720 h 178453"/>
                <a:gd name="connsiteX75" fmla="*/ 48871 w 295903"/>
                <a:gd name="connsiteY75" fmla="*/ 21195 h 178453"/>
                <a:gd name="connsiteX76" fmla="*/ 48871 w 295903"/>
                <a:gd name="connsiteY76" fmla="*/ 21195 h 178453"/>
                <a:gd name="connsiteX77" fmla="*/ 52395 w 295903"/>
                <a:gd name="connsiteY77" fmla="*/ 34245 h 178453"/>
                <a:gd name="connsiteX78" fmla="*/ 52395 w 295903"/>
                <a:gd name="connsiteY78" fmla="*/ 34245 h 178453"/>
                <a:gd name="connsiteX79" fmla="*/ 44108 w 295903"/>
                <a:gd name="connsiteY79" fmla="*/ 39007 h 178453"/>
                <a:gd name="connsiteX80" fmla="*/ 44108 w 295903"/>
                <a:gd name="connsiteY80" fmla="*/ 39007 h 178453"/>
                <a:gd name="connsiteX81" fmla="*/ 39346 w 295903"/>
                <a:gd name="connsiteY81" fmla="*/ 37674 h 178453"/>
                <a:gd name="connsiteX82" fmla="*/ 4770 w 295903"/>
                <a:gd name="connsiteY82" fmla="*/ 17766 h 178453"/>
                <a:gd name="connsiteX83" fmla="*/ 1246 w 295903"/>
                <a:gd name="connsiteY83" fmla="*/ 4812 h 178453"/>
                <a:gd name="connsiteX84" fmla="*/ 1246 w 295903"/>
                <a:gd name="connsiteY84" fmla="*/ 4812 h 178453"/>
                <a:gd name="connsiteX85" fmla="*/ 14295 w 295903"/>
                <a:gd name="connsiteY85" fmla="*/ 1288 h 178453"/>
                <a:gd name="connsiteX86" fmla="*/ 14295 w 295903"/>
                <a:gd name="connsiteY86" fmla="*/ 1288 h 178453"/>
                <a:gd name="connsiteX87" fmla="*/ 17819 w 295903"/>
                <a:gd name="connsiteY87" fmla="*/ 14242 h 178453"/>
                <a:gd name="connsiteX88" fmla="*/ 17819 w 295903"/>
                <a:gd name="connsiteY88" fmla="*/ 14242 h 178453"/>
                <a:gd name="connsiteX89" fmla="*/ 9532 w 295903"/>
                <a:gd name="connsiteY89" fmla="*/ 19100 h 178453"/>
                <a:gd name="connsiteX90" fmla="*/ 9532 w 295903"/>
                <a:gd name="connsiteY90" fmla="*/ 19100 h 178453"/>
                <a:gd name="connsiteX91" fmla="*/ 4770 w 295903"/>
                <a:gd name="connsiteY91" fmla="*/ 17766 h 178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295903" h="178453">
                  <a:moveTo>
                    <a:pt x="281662" y="177120"/>
                  </a:moveTo>
                  <a:lnTo>
                    <a:pt x="281662" y="177120"/>
                  </a:lnTo>
                  <a:cubicBezTo>
                    <a:pt x="277090" y="174548"/>
                    <a:pt x="275470" y="168642"/>
                    <a:pt x="278137" y="164166"/>
                  </a:cubicBezTo>
                  <a:lnTo>
                    <a:pt x="278137" y="164166"/>
                  </a:lnTo>
                  <a:cubicBezTo>
                    <a:pt x="280709" y="159593"/>
                    <a:pt x="286519" y="157974"/>
                    <a:pt x="291091" y="160641"/>
                  </a:cubicBezTo>
                  <a:lnTo>
                    <a:pt x="291091" y="160641"/>
                  </a:lnTo>
                  <a:cubicBezTo>
                    <a:pt x="295663" y="163308"/>
                    <a:pt x="297283" y="169118"/>
                    <a:pt x="294616" y="173691"/>
                  </a:cubicBezTo>
                  <a:lnTo>
                    <a:pt x="294616" y="173691"/>
                  </a:lnTo>
                  <a:cubicBezTo>
                    <a:pt x="292806" y="176739"/>
                    <a:pt x="289663" y="178453"/>
                    <a:pt x="286329" y="178453"/>
                  </a:cubicBezTo>
                  <a:lnTo>
                    <a:pt x="286329" y="178453"/>
                  </a:lnTo>
                  <a:cubicBezTo>
                    <a:pt x="284710" y="178453"/>
                    <a:pt x="283090" y="177977"/>
                    <a:pt x="281566" y="177120"/>
                  </a:cubicBezTo>
                  <a:close/>
                  <a:moveTo>
                    <a:pt x="247086" y="157212"/>
                  </a:moveTo>
                  <a:cubicBezTo>
                    <a:pt x="242514" y="154545"/>
                    <a:pt x="240990" y="148735"/>
                    <a:pt x="243562" y="144163"/>
                  </a:cubicBezTo>
                  <a:lnTo>
                    <a:pt x="243562" y="144163"/>
                  </a:lnTo>
                  <a:cubicBezTo>
                    <a:pt x="246229" y="139591"/>
                    <a:pt x="252039" y="138067"/>
                    <a:pt x="256611" y="140734"/>
                  </a:cubicBezTo>
                  <a:lnTo>
                    <a:pt x="256611" y="140734"/>
                  </a:lnTo>
                  <a:cubicBezTo>
                    <a:pt x="261183" y="143306"/>
                    <a:pt x="262707" y="149116"/>
                    <a:pt x="260135" y="153688"/>
                  </a:cubicBezTo>
                  <a:lnTo>
                    <a:pt x="260135" y="153688"/>
                  </a:lnTo>
                  <a:cubicBezTo>
                    <a:pt x="258325" y="156736"/>
                    <a:pt x="255087" y="158451"/>
                    <a:pt x="251848" y="158451"/>
                  </a:cubicBezTo>
                  <a:lnTo>
                    <a:pt x="251848" y="158451"/>
                  </a:lnTo>
                  <a:cubicBezTo>
                    <a:pt x="250229" y="158451"/>
                    <a:pt x="248610" y="158070"/>
                    <a:pt x="247086" y="157212"/>
                  </a:cubicBezTo>
                  <a:close/>
                  <a:moveTo>
                    <a:pt x="212510" y="137305"/>
                  </a:moveTo>
                  <a:cubicBezTo>
                    <a:pt x="207938" y="134638"/>
                    <a:pt x="206319" y="128828"/>
                    <a:pt x="208986" y="124256"/>
                  </a:cubicBezTo>
                  <a:lnTo>
                    <a:pt x="208986" y="124256"/>
                  </a:lnTo>
                  <a:cubicBezTo>
                    <a:pt x="211653" y="119684"/>
                    <a:pt x="217463" y="118160"/>
                    <a:pt x="221940" y="120732"/>
                  </a:cubicBezTo>
                  <a:lnTo>
                    <a:pt x="221940" y="120732"/>
                  </a:lnTo>
                  <a:cubicBezTo>
                    <a:pt x="226512" y="123399"/>
                    <a:pt x="228131" y="129209"/>
                    <a:pt x="225464" y="133781"/>
                  </a:cubicBezTo>
                  <a:lnTo>
                    <a:pt x="225464" y="133781"/>
                  </a:lnTo>
                  <a:cubicBezTo>
                    <a:pt x="223750" y="136829"/>
                    <a:pt x="220511" y="138543"/>
                    <a:pt x="217177" y="138543"/>
                  </a:cubicBezTo>
                  <a:lnTo>
                    <a:pt x="217177" y="138543"/>
                  </a:lnTo>
                  <a:cubicBezTo>
                    <a:pt x="215653" y="138543"/>
                    <a:pt x="213939" y="138162"/>
                    <a:pt x="212510" y="137305"/>
                  </a:cubicBezTo>
                  <a:close/>
                  <a:moveTo>
                    <a:pt x="177839" y="117398"/>
                  </a:moveTo>
                  <a:lnTo>
                    <a:pt x="177839" y="117398"/>
                  </a:lnTo>
                  <a:cubicBezTo>
                    <a:pt x="173172" y="114731"/>
                    <a:pt x="171648" y="108920"/>
                    <a:pt x="174220" y="104349"/>
                  </a:cubicBezTo>
                  <a:lnTo>
                    <a:pt x="174220" y="104349"/>
                  </a:lnTo>
                  <a:cubicBezTo>
                    <a:pt x="176887" y="99776"/>
                    <a:pt x="182697" y="98253"/>
                    <a:pt x="187269" y="100824"/>
                  </a:cubicBezTo>
                  <a:lnTo>
                    <a:pt x="187269" y="100824"/>
                  </a:lnTo>
                  <a:cubicBezTo>
                    <a:pt x="191841" y="103491"/>
                    <a:pt x="193365" y="109301"/>
                    <a:pt x="190793" y="113874"/>
                  </a:cubicBezTo>
                  <a:lnTo>
                    <a:pt x="190793" y="113874"/>
                  </a:lnTo>
                  <a:cubicBezTo>
                    <a:pt x="188983" y="116922"/>
                    <a:pt x="185840" y="118636"/>
                    <a:pt x="182506" y="118636"/>
                  </a:cubicBezTo>
                  <a:lnTo>
                    <a:pt x="182506" y="118636"/>
                  </a:lnTo>
                  <a:cubicBezTo>
                    <a:pt x="180887" y="118636"/>
                    <a:pt x="179268" y="118255"/>
                    <a:pt x="177744" y="117398"/>
                  </a:cubicBezTo>
                  <a:close/>
                  <a:moveTo>
                    <a:pt x="143263" y="97491"/>
                  </a:moveTo>
                  <a:cubicBezTo>
                    <a:pt x="138691" y="94824"/>
                    <a:pt x="137072" y="89013"/>
                    <a:pt x="139739" y="84441"/>
                  </a:cubicBezTo>
                  <a:lnTo>
                    <a:pt x="139739" y="84441"/>
                  </a:lnTo>
                  <a:cubicBezTo>
                    <a:pt x="142311" y="79869"/>
                    <a:pt x="148216" y="78345"/>
                    <a:pt x="152788" y="80917"/>
                  </a:cubicBezTo>
                  <a:lnTo>
                    <a:pt x="152788" y="80917"/>
                  </a:lnTo>
                  <a:cubicBezTo>
                    <a:pt x="157360" y="83584"/>
                    <a:pt x="158884" y="89394"/>
                    <a:pt x="156217" y="93966"/>
                  </a:cubicBezTo>
                  <a:lnTo>
                    <a:pt x="156217" y="93966"/>
                  </a:lnTo>
                  <a:cubicBezTo>
                    <a:pt x="154503" y="97014"/>
                    <a:pt x="151264" y="98729"/>
                    <a:pt x="147931" y="98729"/>
                  </a:cubicBezTo>
                  <a:lnTo>
                    <a:pt x="147931" y="98729"/>
                  </a:lnTo>
                  <a:cubicBezTo>
                    <a:pt x="146407" y="98729"/>
                    <a:pt x="144692" y="98348"/>
                    <a:pt x="143263" y="97491"/>
                  </a:cubicBezTo>
                  <a:close/>
                  <a:moveTo>
                    <a:pt x="108592" y="77583"/>
                  </a:moveTo>
                  <a:cubicBezTo>
                    <a:pt x="104020" y="74916"/>
                    <a:pt x="102496" y="69106"/>
                    <a:pt x="105068" y="64534"/>
                  </a:cubicBezTo>
                  <a:lnTo>
                    <a:pt x="105068" y="64534"/>
                  </a:lnTo>
                  <a:cubicBezTo>
                    <a:pt x="107735" y="59962"/>
                    <a:pt x="113545" y="58438"/>
                    <a:pt x="118117" y="61010"/>
                  </a:cubicBezTo>
                  <a:lnTo>
                    <a:pt x="118117" y="61010"/>
                  </a:lnTo>
                  <a:cubicBezTo>
                    <a:pt x="122689" y="63677"/>
                    <a:pt x="124309" y="69487"/>
                    <a:pt x="121642" y="74059"/>
                  </a:cubicBezTo>
                  <a:lnTo>
                    <a:pt x="121642" y="74059"/>
                  </a:lnTo>
                  <a:cubicBezTo>
                    <a:pt x="119832" y="77107"/>
                    <a:pt x="116689" y="78822"/>
                    <a:pt x="113355" y="78822"/>
                  </a:cubicBezTo>
                  <a:lnTo>
                    <a:pt x="113355" y="78822"/>
                  </a:lnTo>
                  <a:cubicBezTo>
                    <a:pt x="111736" y="78822"/>
                    <a:pt x="110116" y="78441"/>
                    <a:pt x="108592" y="77583"/>
                  </a:cubicBezTo>
                  <a:close/>
                  <a:moveTo>
                    <a:pt x="74017" y="57581"/>
                  </a:moveTo>
                  <a:cubicBezTo>
                    <a:pt x="69445" y="55009"/>
                    <a:pt x="67921" y="49199"/>
                    <a:pt x="70492" y="44627"/>
                  </a:cubicBezTo>
                  <a:lnTo>
                    <a:pt x="70492" y="44627"/>
                  </a:lnTo>
                  <a:cubicBezTo>
                    <a:pt x="73159" y="40055"/>
                    <a:pt x="78970" y="38531"/>
                    <a:pt x="83542" y="41103"/>
                  </a:cubicBezTo>
                  <a:lnTo>
                    <a:pt x="83542" y="41103"/>
                  </a:lnTo>
                  <a:cubicBezTo>
                    <a:pt x="88018" y="43770"/>
                    <a:pt x="89638" y="49580"/>
                    <a:pt x="86971" y="54152"/>
                  </a:cubicBezTo>
                  <a:lnTo>
                    <a:pt x="86971" y="54152"/>
                  </a:lnTo>
                  <a:cubicBezTo>
                    <a:pt x="85256" y="57200"/>
                    <a:pt x="82018" y="58914"/>
                    <a:pt x="78779" y="58914"/>
                  </a:cubicBezTo>
                  <a:lnTo>
                    <a:pt x="78779" y="58914"/>
                  </a:lnTo>
                  <a:cubicBezTo>
                    <a:pt x="77160" y="58914"/>
                    <a:pt x="75541" y="58438"/>
                    <a:pt x="74017" y="57581"/>
                  </a:cubicBezTo>
                  <a:close/>
                  <a:moveTo>
                    <a:pt x="39346" y="37674"/>
                  </a:moveTo>
                  <a:cubicBezTo>
                    <a:pt x="34869" y="35102"/>
                    <a:pt x="33250" y="29291"/>
                    <a:pt x="35917" y="24720"/>
                  </a:cubicBezTo>
                  <a:lnTo>
                    <a:pt x="35917" y="24720"/>
                  </a:lnTo>
                  <a:cubicBezTo>
                    <a:pt x="38488" y="20147"/>
                    <a:pt x="44299" y="18528"/>
                    <a:pt x="48871" y="21195"/>
                  </a:cubicBezTo>
                  <a:lnTo>
                    <a:pt x="48871" y="21195"/>
                  </a:lnTo>
                  <a:cubicBezTo>
                    <a:pt x="53443" y="23862"/>
                    <a:pt x="54967" y="29672"/>
                    <a:pt x="52395" y="34245"/>
                  </a:cubicBezTo>
                  <a:lnTo>
                    <a:pt x="52395" y="34245"/>
                  </a:lnTo>
                  <a:cubicBezTo>
                    <a:pt x="50585" y="37293"/>
                    <a:pt x="47442" y="39007"/>
                    <a:pt x="44108" y="39007"/>
                  </a:cubicBezTo>
                  <a:lnTo>
                    <a:pt x="44108" y="39007"/>
                  </a:lnTo>
                  <a:cubicBezTo>
                    <a:pt x="42489" y="39007"/>
                    <a:pt x="40870" y="38626"/>
                    <a:pt x="39346" y="37674"/>
                  </a:cubicBezTo>
                  <a:close/>
                  <a:moveTo>
                    <a:pt x="4770" y="17766"/>
                  </a:moveTo>
                  <a:cubicBezTo>
                    <a:pt x="198" y="15099"/>
                    <a:pt x="-1326" y="9289"/>
                    <a:pt x="1246" y="4812"/>
                  </a:cubicBezTo>
                  <a:lnTo>
                    <a:pt x="1246" y="4812"/>
                  </a:lnTo>
                  <a:cubicBezTo>
                    <a:pt x="3913" y="240"/>
                    <a:pt x="9723" y="-1379"/>
                    <a:pt x="14295" y="1288"/>
                  </a:cubicBezTo>
                  <a:lnTo>
                    <a:pt x="14295" y="1288"/>
                  </a:lnTo>
                  <a:cubicBezTo>
                    <a:pt x="18867" y="3955"/>
                    <a:pt x="20391" y="9765"/>
                    <a:pt x="17819" y="14242"/>
                  </a:cubicBezTo>
                  <a:lnTo>
                    <a:pt x="17819" y="14242"/>
                  </a:lnTo>
                  <a:cubicBezTo>
                    <a:pt x="16009" y="17385"/>
                    <a:pt x="12771" y="19100"/>
                    <a:pt x="9532" y="19100"/>
                  </a:cubicBezTo>
                  <a:lnTo>
                    <a:pt x="9532" y="19100"/>
                  </a:lnTo>
                  <a:cubicBezTo>
                    <a:pt x="7913" y="19100"/>
                    <a:pt x="6294" y="18624"/>
                    <a:pt x="4770" y="1776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7DF76B3-A2D6-90E5-74C6-0A39E2C35381}"/>
                </a:ext>
              </a:extLst>
            </p:cNvPr>
            <p:cNvSpPr/>
            <p:nvPr/>
          </p:nvSpPr>
          <p:spPr>
            <a:xfrm>
              <a:off x="5645396" y="3655039"/>
              <a:ext cx="36116" cy="46089"/>
            </a:xfrm>
            <a:custGeom>
              <a:avLst/>
              <a:gdLst>
                <a:gd name="connsiteX0" fmla="*/ 19597 w 36116"/>
                <a:gd name="connsiteY0" fmla="*/ 43041 h 46089"/>
                <a:gd name="connsiteX1" fmla="*/ 20073 w 36116"/>
                <a:gd name="connsiteY1" fmla="*/ 29611 h 46089"/>
                <a:gd name="connsiteX2" fmla="*/ 20073 w 36116"/>
                <a:gd name="connsiteY2" fmla="*/ 29611 h 46089"/>
                <a:gd name="connsiteX3" fmla="*/ 33599 w 36116"/>
                <a:gd name="connsiteY3" fmla="*/ 30087 h 46089"/>
                <a:gd name="connsiteX4" fmla="*/ 33599 w 36116"/>
                <a:gd name="connsiteY4" fmla="*/ 30087 h 46089"/>
                <a:gd name="connsiteX5" fmla="*/ 33123 w 36116"/>
                <a:gd name="connsiteY5" fmla="*/ 43518 h 46089"/>
                <a:gd name="connsiteX6" fmla="*/ 33123 w 36116"/>
                <a:gd name="connsiteY6" fmla="*/ 43518 h 46089"/>
                <a:gd name="connsiteX7" fmla="*/ 26646 w 36116"/>
                <a:gd name="connsiteY7" fmla="*/ 46089 h 46089"/>
                <a:gd name="connsiteX8" fmla="*/ 26646 w 36116"/>
                <a:gd name="connsiteY8" fmla="*/ 46089 h 46089"/>
                <a:gd name="connsiteX9" fmla="*/ 19597 w 36116"/>
                <a:gd name="connsiteY9" fmla="*/ 43041 h 46089"/>
                <a:gd name="connsiteX10" fmla="*/ 642 w 36116"/>
                <a:gd name="connsiteY10" fmla="*/ 12942 h 46089"/>
                <a:gd name="connsiteX11" fmla="*/ 6167 w 36116"/>
                <a:gd name="connsiteY11" fmla="*/ 655 h 46089"/>
                <a:gd name="connsiteX12" fmla="*/ 6167 w 36116"/>
                <a:gd name="connsiteY12" fmla="*/ 655 h 46089"/>
                <a:gd name="connsiteX13" fmla="*/ 18454 w 36116"/>
                <a:gd name="connsiteY13" fmla="*/ 6084 h 46089"/>
                <a:gd name="connsiteX14" fmla="*/ 18454 w 36116"/>
                <a:gd name="connsiteY14" fmla="*/ 6084 h 46089"/>
                <a:gd name="connsiteX15" fmla="*/ 12930 w 36116"/>
                <a:gd name="connsiteY15" fmla="*/ 18372 h 46089"/>
                <a:gd name="connsiteX16" fmla="*/ 12930 w 36116"/>
                <a:gd name="connsiteY16" fmla="*/ 18372 h 46089"/>
                <a:gd name="connsiteX17" fmla="*/ 9596 w 36116"/>
                <a:gd name="connsiteY17" fmla="*/ 19038 h 46089"/>
                <a:gd name="connsiteX18" fmla="*/ 9596 w 36116"/>
                <a:gd name="connsiteY18" fmla="*/ 19038 h 46089"/>
                <a:gd name="connsiteX19" fmla="*/ 642 w 36116"/>
                <a:gd name="connsiteY19" fmla="*/ 12942 h 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116" h="46089">
                  <a:moveTo>
                    <a:pt x="19597" y="43041"/>
                  </a:moveTo>
                  <a:cubicBezTo>
                    <a:pt x="16073" y="39231"/>
                    <a:pt x="16263" y="33135"/>
                    <a:pt x="20073" y="29611"/>
                  </a:cubicBezTo>
                  <a:lnTo>
                    <a:pt x="20073" y="29611"/>
                  </a:lnTo>
                  <a:cubicBezTo>
                    <a:pt x="23979" y="25992"/>
                    <a:pt x="29979" y="26182"/>
                    <a:pt x="33599" y="30087"/>
                  </a:cubicBezTo>
                  <a:lnTo>
                    <a:pt x="33599" y="30087"/>
                  </a:lnTo>
                  <a:cubicBezTo>
                    <a:pt x="37123" y="33993"/>
                    <a:pt x="36933" y="39993"/>
                    <a:pt x="33123" y="43518"/>
                  </a:cubicBezTo>
                  <a:lnTo>
                    <a:pt x="33123" y="43518"/>
                  </a:lnTo>
                  <a:cubicBezTo>
                    <a:pt x="31218" y="45232"/>
                    <a:pt x="28932" y="46089"/>
                    <a:pt x="26646" y="46089"/>
                  </a:cubicBezTo>
                  <a:lnTo>
                    <a:pt x="26646" y="46089"/>
                  </a:lnTo>
                  <a:cubicBezTo>
                    <a:pt x="24074" y="46089"/>
                    <a:pt x="21502" y="45042"/>
                    <a:pt x="19597" y="43041"/>
                  </a:cubicBezTo>
                  <a:close/>
                  <a:moveTo>
                    <a:pt x="642" y="12942"/>
                  </a:moveTo>
                  <a:cubicBezTo>
                    <a:pt x="-1263" y="7989"/>
                    <a:pt x="1214" y="2465"/>
                    <a:pt x="6167" y="655"/>
                  </a:cubicBezTo>
                  <a:lnTo>
                    <a:pt x="6167" y="655"/>
                  </a:lnTo>
                  <a:cubicBezTo>
                    <a:pt x="11025" y="-1250"/>
                    <a:pt x="16549" y="1131"/>
                    <a:pt x="18454" y="6084"/>
                  </a:cubicBezTo>
                  <a:lnTo>
                    <a:pt x="18454" y="6084"/>
                  </a:lnTo>
                  <a:cubicBezTo>
                    <a:pt x="20359" y="10942"/>
                    <a:pt x="17883" y="16467"/>
                    <a:pt x="12930" y="18372"/>
                  </a:cubicBezTo>
                  <a:lnTo>
                    <a:pt x="12930" y="18372"/>
                  </a:lnTo>
                  <a:cubicBezTo>
                    <a:pt x="11882" y="18848"/>
                    <a:pt x="10739" y="19038"/>
                    <a:pt x="9596" y="19038"/>
                  </a:cubicBezTo>
                  <a:lnTo>
                    <a:pt x="9596" y="19038"/>
                  </a:lnTo>
                  <a:cubicBezTo>
                    <a:pt x="5691" y="19038"/>
                    <a:pt x="2166" y="16752"/>
                    <a:pt x="642" y="129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998BCB1-E124-121C-D2A4-18BAB4DC8C16}"/>
                </a:ext>
              </a:extLst>
            </p:cNvPr>
            <p:cNvSpPr/>
            <p:nvPr/>
          </p:nvSpPr>
          <p:spPr>
            <a:xfrm>
              <a:off x="5638800" y="3496722"/>
              <a:ext cx="19240" cy="103631"/>
            </a:xfrm>
            <a:custGeom>
              <a:avLst/>
              <a:gdLst>
                <a:gd name="connsiteX0" fmla="*/ 191 w 19240"/>
                <a:gd name="connsiteY0" fmla="*/ 94107 h 103631"/>
                <a:gd name="connsiteX1" fmla="*/ 9620 w 19240"/>
                <a:gd name="connsiteY1" fmla="*/ 84582 h 103631"/>
                <a:gd name="connsiteX2" fmla="*/ 9620 w 19240"/>
                <a:gd name="connsiteY2" fmla="*/ 84582 h 103631"/>
                <a:gd name="connsiteX3" fmla="*/ 19241 w 19240"/>
                <a:gd name="connsiteY3" fmla="*/ 94012 h 103631"/>
                <a:gd name="connsiteX4" fmla="*/ 19241 w 19240"/>
                <a:gd name="connsiteY4" fmla="*/ 94012 h 103631"/>
                <a:gd name="connsiteX5" fmla="*/ 9811 w 19240"/>
                <a:gd name="connsiteY5" fmla="*/ 103632 h 103631"/>
                <a:gd name="connsiteX6" fmla="*/ 9811 w 19240"/>
                <a:gd name="connsiteY6" fmla="*/ 103632 h 103631"/>
                <a:gd name="connsiteX7" fmla="*/ 286 w 19240"/>
                <a:gd name="connsiteY7" fmla="*/ 94107 h 103631"/>
                <a:gd name="connsiteX8" fmla="*/ 0 w 19240"/>
                <a:gd name="connsiteY8" fmla="*/ 51816 h 103631"/>
                <a:gd name="connsiteX9" fmla="*/ 9525 w 19240"/>
                <a:gd name="connsiteY9" fmla="*/ 42291 h 103631"/>
                <a:gd name="connsiteX10" fmla="*/ 9525 w 19240"/>
                <a:gd name="connsiteY10" fmla="*/ 42291 h 103631"/>
                <a:gd name="connsiteX11" fmla="*/ 19050 w 19240"/>
                <a:gd name="connsiteY11" fmla="*/ 51816 h 103631"/>
                <a:gd name="connsiteX12" fmla="*/ 19050 w 19240"/>
                <a:gd name="connsiteY12" fmla="*/ 51816 h 103631"/>
                <a:gd name="connsiteX13" fmla="*/ 9525 w 19240"/>
                <a:gd name="connsiteY13" fmla="*/ 61341 h 103631"/>
                <a:gd name="connsiteX14" fmla="*/ 9525 w 19240"/>
                <a:gd name="connsiteY14" fmla="*/ 61341 h 103631"/>
                <a:gd name="connsiteX15" fmla="*/ 0 w 19240"/>
                <a:gd name="connsiteY15" fmla="*/ 51816 h 103631"/>
                <a:gd name="connsiteX16" fmla="*/ 0 w 19240"/>
                <a:gd name="connsiteY16" fmla="*/ 9525 h 103631"/>
                <a:gd name="connsiteX17" fmla="*/ 9620 w 19240"/>
                <a:gd name="connsiteY17" fmla="*/ 0 h 103631"/>
                <a:gd name="connsiteX18" fmla="*/ 9620 w 19240"/>
                <a:gd name="connsiteY18" fmla="*/ 0 h 103631"/>
                <a:gd name="connsiteX19" fmla="*/ 19050 w 19240"/>
                <a:gd name="connsiteY19" fmla="*/ 9525 h 103631"/>
                <a:gd name="connsiteX20" fmla="*/ 19050 w 19240"/>
                <a:gd name="connsiteY20" fmla="*/ 9525 h 103631"/>
                <a:gd name="connsiteX21" fmla="*/ 9525 w 19240"/>
                <a:gd name="connsiteY21" fmla="*/ 19050 h 103631"/>
                <a:gd name="connsiteX22" fmla="*/ 9525 w 19240"/>
                <a:gd name="connsiteY22" fmla="*/ 19050 h 103631"/>
                <a:gd name="connsiteX23" fmla="*/ 0 w 19240"/>
                <a:gd name="connsiteY23" fmla="*/ 9525 h 103631"/>
                <a:gd name="connsiteX24" fmla="*/ 19050 w 19240"/>
                <a:gd name="connsiteY24" fmla="*/ 9525 h 103631"/>
                <a:gd name="connsiteX25" fmla="*/ 19050 w 19240"/>
                <a:gd name="connsiteY25" fmla="*/ 9525 h 103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40" h="103631">
                  <a:moveTo>
                    <a:pt x="191" y="94107"/>
                  </a:moveTo>
                  <a:cubicBezTo>
                    <a:pt x="191" y="88868"/>
                    <a:pt x="4382" y="84582"/>
                    <a:pt x="9620" y="84582"/>
                  </a:cubicBezTo>
                  <a:lnTo>
                    <a:pt x="9620" y="84582"/>
                  </a:lnTo>
                  <a:cubicBezTo>
                    <a:pt x="14954" y="84487"/>
                    <a:pt x="19145" y="88773"/>
                    <a:pt x="19241" y="94012"/>
                  </a:cubicBezTo>
                  <a:lnTo>
                    <a:pt x="19241" y="94012"/>
                  </a:lnTo>
                  <a:cubicBezTo>
                    <a:pt x="19241" y="99250"/>
                    <a:pt x="15050" y="103537"/>
                    <a:pt x="9811" y="103632"/>
                  </a:cubicBezTo>
                  <a:lnTo>
                    <a:pt x="9811" y="103632"/>
                  </a:lnTo>
                  <a:cubicBezTo>
                    <a:pt x="4572" y="103632"/>
                    <a:pt x="381" y="99346"/>
                    <a:pt x="286" y="94107"/>
                  </a:cubicBezTo>
                  <a:close/>
                  <a:moveTo>
                    <a:pt x="0" y="51816"/>
                  </a:moveTo>
                  <a:cubicBezTo>
                    <a:pt x="0" y="46482"/>
                    <a:pt x="4286" y="42291"/>
                    <a:pt x="9525" y="42291"/>
                  </a:cubicBezTo>
                  <a:lnTo>
                    <a:pt x="9525" y="42291"/>
                  </a:lnTo>
                  <a:cubicBezTo>
                    <a:pt x="14764" y="42291"/>
                    <a:pt x="19050" y="46482"/>
                    <a:pt x="19050" y="51816"/>
                  </a:cubicBezTo>
                  <a:lnTo>
                    <a:pt x="19050" y="51816"/>
                  </a:lnTo>
                  <a:cubicBezTo>
                    <a:pt x="19050" y="57055"/>
                    <a:pt x="14859" y="61341"/>
                    <a:pt x="9525" y="61341"/>
                  </a:cubicBezTo>
                  <a:lnTo>
                    <a:pt x="9525" y="61341"/>
                  </a:lnTo>
                  <a:cubicBezTo>
                    <a:pt x="4286" y="61341"/>
                    <a:pt x="0" y="57055"/>
                    <a:pt x="0" y="51816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145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  <a:moveTo>
                    <a:pt x="19050" y="9525"/>
                  </a:moveTo>
                  <a:lnTo>
                    <a:pt x="19050" y="952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9276739-1762-1717-DD36-C70178FAE97A}"/>
                </a:ext>
              </a:extLst>
            </p:cNvPr>
            <p:cNvSpPr/>
            <p:nvPr/>
          </p:nvSpPr>
          <p:spPr>
            <a:xfrm>
              <a:off x="5638800" y="3261264"/>
              <a:ext cx="19240" cy="173545"/>
            </a:xfrm>
            <a:custGeom>
              <a:avLst/>
              <a:gdLst>
                <a:gd name="connsiteX0" fmla="*/ 0 w 19240"/>
                <a:gd name="connsiteY0" fmla="*/ 164021 h 173545"/>
                <a:gd name="connsiteX1" fmla="*/ 9525 w 19240"/>
                <a:gd name="connsiteY1" fmla="*/ 154496 h 173545"/>
                <a:gd name="connsiteX2" fmla="*/ 9525 w 19240"/>
                <a:gd name="connsiteY2" fmla="*/ 154496 h 173545"/>
                <a:gd name="connsiteX3" fmla="*/ 19050 w 19240"/>
                <a:gd name="connsiteY3" fmla="*/ 164021 h 173545"/>
                <a:gd name="connsiteX4" fmla="*/ 19050 w 19240"/>
                <a:gd name="connsiteY4" fmla="*/ 164021 h 173545"/>
                <a:gd name="connsiteX5" fmla="*/ 9525 w 19240"/>
                <a:gd name="connsiteY5" fmla="*/ 173546 h 173545"/>
                <a:gd name="connsiteX6" fmla="*/ 9525 w 19240"/>
                <a:gd name="connsiteY6" fmla="*/ 173546 h 173545"/>
                <a:gd name="connsiteX7" fmla="*/ 0 w 19240"/>
                <a:gd name="connsiteY7" fmla="*/ 164021 h 173545"/>
                <a:gd name="connsiteX8" fmla="*/ 0 w 19240"/>
                <a:gd name="connsiteY8" fmla="*/ 125444 h 173545"/>
                <a:gd name="connsiteX9" fmla="*/ 0 w 19240"/>
                <a:gd name="connsiteY9" fmla="*/ 125444 h 173545"/>
                <a:gd name="connsiteX10" fmla="*/ 9620 w 19240"/>
                <a:gd name="connsiteY10" fmla="*/ 115919 h 173545"/>
                <a:gd name="connsiteX11" fmla="*/ 9620 w 19240"/>
                <a:gd name="connsiteY11" fmla="*/ 115919 h 173545"/>
                <a:gd name="connsiteX12" fmla="*/ 19050 w 19240"/>
                <a:gd name="connsiteY12" fmla="*/ 125444 h 173545"/>
                <a:gd name="connsiteX13" fmla="*/ 19050 w 19240"/>
                <a:gd name="connsiteY13" fmla="*/ 125444 h 173545"/>
                <a:gd name="connsiteX14" fmla="*/ 9525 w 19240"/>
                <a:gd name="connsiteY14" fmla="*/ 134969 h 173545"/>
                <a:gd name="connsiteX15" fmla="*/ 9525 w 19240"/>
                <a:gd name="connsiteY15" fmla="*/ 134969 h 173545"/>
                <a:gd name="connsiteX16" fmla="*/ 0 w 19240"/>
                <a:gd name="connsiteY16" fmla="*/ 125444 h 173545"/>
                <a:gd name="connsiteX17" fmla="*/ 0 w 19240"/>
                <a:gd name="connsiteY17" fmla="*/ 86773 h 173545"/>
                <a:gd name="connsiteX18" fmla="*/ 9525 w 19240"/>
                <a:gd name="connsiteY18" fmla="*/ 77248 h 173545"/>
                <a:gd name="connsiteX19" fmla="*/ 9525 w 19240"/>
                <a:gd name="connsiteY19" fmla="*/ 77248 h 173545"/>
                <a:gd name="connsiteX20" fmla="*/ 19050 w 19240"/>
                <a:gd name="connsiteY20" fmla="*/ 86773 h 173545"/>
                <a:gd name="connsiteX21" fmla="*/ 19050 w 19240"/>
                <a:gd name="connsiteY21" fmla="*/ 86773 h 173545"/>
                <a:gd name="connsiteX22" fmla="*/ 9525 w 19240"/>
                <a:gd name="connsiteY22" fmla="*/ 96298 h 173545"/>
                <a:gd name="connsiteX23" fmla="*/ 9525 w 19240"/>
                <a:gd name="connsiteY23" fmla="*/ 96298 h 173545"/>
                <a:gd name="connsiteX24" fmla="*/ 0 w 19240"/>
                <a:gd name="connsiteY24" fmla="*/ 86773 h 173545"/>
                <a:gd name="connsiteX25" fmla="*/ 191 w 19240"/>
                <a:gd name="connsiteY25" fmla="*/ 48101 h 173545"/>
                <a:gd name="connsiteX26" fmla="*/ 9716 w 19240"/>
                <a:gd name="connsiteY26" fmla="*/ 38576 h 173545"/>
                <a:gd name="connsiteX27" fmla="*/ 9716 w 19240"/>
                <a:gd name="connsiteY27" fmla="*/ 38576 h 173545"/>
                <a:gd name="connsiteX28" fmla="*/ 19241 w 19240"/>
                <a:gd name="connsiteY28" fmla="*/ 48101 h 173545"/>
                <a:gd name="connsiteX29" fmla="*/ 19241 w 19240"/>
                <a:gd name="connsiteY29" fmla="*/ 48101 h 173545"/>
                <a:gd name="connsiteX30" fmla="*/ 9716 w 19240"/>
                <a:gd name="connsiteY30" fmla="*/ 57626 h 173545"/>
                <a:gd name="connsiteX31" fmla="*/ 9716 w 19240"/>
                <a:gd name="connsiteY31" fmla="*/ 57626 h 173545"/>
                <a:gd name="connsiteX32" fmla="*/ 191 w 19240"/>
                <a:gd name="connsiteY32" fmla="*/ 48101 h 173545"/>
                <a:gd name="connsiteX33" fmla="*/ 19241 w 19240"/>
                <a:gd name="connsiteY33" fmla="*/ 48101 h 173545"/>
                <a:gd name="connsiteX34" fmla="*/ 19241 w 19240"/>
                <a:gd name="connsiteY34" fmla="*/ 48101 h 173545"/>
                <a:gd name="connsiteX35" fmla="*/ 0 w 19240"/>
                <a:gd name="connsiteY35" fmla="*/ 9525 h 173545"/>
                <a:gd name="connsiteX36" fmla="*/ 9525 w 19240"/>
                <a:gd name="connsiteY36" fmla="*/ 0 h 173545"/>
                <a:gd name="connsiteX37" fmla="*/ 9525 w 19240"/>
                <a:gd name="connsiteY37" fmla="*/ 0 h 173545"/>
                <a:gd name="connsiteX38" fmla="*/ 19050 w 19240"/>
                <a:gd name="connsiteY38" fmla="*/ 9430 h 173545"/>
                <a:gd name="connsiteX39" fmla="*/ 19050 w 19240"/>
                <a:gd name="connsiteY39" fmla="*/ 9430 h 173545"/>
                <a:gd name="connsiteX40" fmla="*/ 9525 w 19240"/>
                <a:gd name="connsiteY40" fmla="*/ 19050 h 173545"/>
                <a:gd name="connsiteX41" fmla="*/ 9525 w 19240"/>
                <a:gd name="connsiteY41" fmla="*/ 19050 h 173545"/>
                <a:gd name="connsiteX42" fmla="*/ 0 w 19240"/>
                <a:gd name="connsiteY42" fmla="*/ 9525 h 173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240" h="173545">
                  <a:moveTo>
                    <a:pt x="0" y="164021"/>
                  </a:moveTo>
                  <a:cubicBezTo>
                    <a:pt x="0" y="158782"/>
                    <a:pt x="4286" y="154496"/>
                    <a:pt x="9525" y="154496"/>
                  </a:cubicBezTo>
                  <a:lnTo>
                    <a:pt x="9525" y="154496"/>
                  </a:lnTo>
                  <a:cubicBezTo>
                    <a:pt x="14764" y="154496"/>
                    <a:pt x="19050" y="158782"/>
                    <a:pt x="19050" y="164021"/>
                  </a:cubicBezTo>
                  <a:lnTo>
                    <a:pt x="19050" y="164021"/>
                  </a:lnTo>
                  <a:cubicBezTo>
                    <a:pt x="19050" y="169259"/>
                    <a:pt x="14764" y="173546"/>
                    <a:pt x="9525" y="173546"/>
                  </a:cubicBezTo>
                  <a:lnTo>
                    <a:pt x="9525" y="173546"/>
                  </a:lnTo>
                  <a:cubicBezTo>
                    <a:pt x="4191" y="173546"/>
                    <a:pt x="0" y="169259"/>
                    <a:pt x="0" y="164021"/>
                  </a:cubicBezTo>
                  <a:close/>
                  <a:moveTo>
                    <a:pt x="0" y="125444"/>
                  </a:moveTo>
                  <a:lnTo>
                    <a:pt x="0" y="125444"/>
                  </a:lnTo>
                  <a:cubicBezTo>
                    <a:pt x="0" y="120110"/>
                    <a:pt x="4286" y="115824"/>
                    <a:pt x="9620" y="115919"/>
                  </a:cubicBezTo>
                  <a:lnTo>
                    <a:pt x="9620" y="115919"/>
                  </a:lnTo>
                  <a:cubicBezTo>
                    <a:pt x="14859" y="115919"/>
                    <a:pt x="19050" y="120205"/>
                    <a:pt x="19050" y="125444"/>
                  </a:cubicBezTo>
                  <a:lnTo>
                    <a:pt x="19050" y="125444"/>
                  </a:lnTo>
                  <a:cubicBezTo>
                    <a:pt x="19050" y="130683"/>
                    <a:pt x="14764" y="134969"/>
                    <a:pt x="9525" y="134969"/>
                  </a:cubicBezTo>
                  <a:lnTo>
                    <a:pt x="9525" y="134969"/>
                  </a:lnTo>
                  <a:cubicBezTo>
                    <a:pt x="4286" y="134969"/>
                    <a:pt x="0" y="130683"/>
                    <a:pt x="0" y="125444"/>
                  </a:cubicBezTo>
                  <a:close/>
                  <a:moveTo>
                    <a:pt x="0" y="86773"/>
                  </a:moveTo>
                  <a:cubicBezTo>
                    <a:pt x="0" y="81534"/>
                    <a:pt x="4286" y="77248"/>
                    <a:pt x="9525" y="77248"/>
                  </a:cubicBezTo>
                  <a:lnTo>
                    <a:pt x="9525" y="77248"/>
                  </a:lnTo>
                  <a:cubicBezTo>
                    <a:pt x="14764" y="77248"/>
                    <a:pt x="19050" y="81534"/>
                    <a:pt x="19050" y="86773"/>
                  </a:cubicBezTo>
                  <a:lnTo>
                    <a:pt x="19050" y="86773"/>
                  </a:lnTo>
                  <a:cubicBezTo>
                    <a:pt x="19050" y="92012"/>
                    <a:pt x="14764" y="96298"/>
                    <a:pt x="9525" y="96298"/>
                  </a:cubicBezTo>
                  <a:lnTo>
                    <a:pt x="9525" y="96298"/>
                  </a:lnTo>
                  <a:cubicBezTo>
                    <a:pt x="4286" y="96298"/>
                    <a:pt x="0" y="92012"/>
                    <a:pt x="0" y="86773"/>
                  </a:cubicBezTo>
                  <a:close/>
                  <a:moveTo>
                    <a:pt x="191" y="48101"/>
                  </a:moveTo>
                  <a:cubicBezTo>
                    <a:pt x="191" y="42863"/>
                    <a:pt x="4477" y="38576"/>
                    <a:pt x="9716" y="38576"/>
                  </a:cubicBezTo>
                  <a:lnTo>
                    <a:pt x="9716" y="38576"/>
                  </a:lnTo>
                  <a:cubicBezTo>
                    <a:pt x="14954" y="38576"/>
                    <a:pt x="19241" y="42863"/>
                    <a:pt x="19241" y="48101"/>
                  </a:cubicBezTo>
                  <a:lnTo>
                    <a:pt x="19241" y="48101"/>
                  </a:lnTo>
                  <a:cubicBezTo>
                    <a:pt x="19241" y="53340"/>
                    <a:pt x="14954" y="57626"/>
                    <a:pt x="9716" y="57626"/>
                  </a:cubicBezTo>
                  <a:lnTo>
                    <a:pt x="9716" y="57626"/>
                  </a:lnTo>
                  <a:cubicBezTo>
                    <a:pt x="4477" y="57626"/>
                    <a:pt x="191" y="53340"/>
                    <a:pt x="191" y="48101"/>
                  </a:cubicBezTo>
                  <a:close/>
                  <a:moveTo>
                    <a:pt x="19241" y="48101"/>
                  </a:moveTo>
                  <a:lnTo>
                    <a:pt x="19241" y="48101"/>
                  </a:lnTo>
                  <a:close/>
                  <a:moveTo>
                    <a:pt x="0" y="9525"/>
                  </a:moveTo>
                  <a:cubicBezTo>
                    <a:pt x="0" y="4191"/>
                    <a:pt x="4191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430"/>
                  </a:cubicBezTo>
                  <a:lnTo>
                    <a:pt x="19050" y="9430"/>
                  </a:lnTo>
                  <a:cubicBezTo>
                    <a:pt x="19050" y="14669"/>
                    <a:pt x="14764" y="18955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4B6B603-6924-5E24-F12A-4783D06EC3FF}"/>
                </a:ext>
              </a:extLst>
            </p:cNvPr>
            <p:cNvSpPr/>
            <p:nvPr/>
          </p:nvSpPr>
          <p:spPr>
            <a:xfrm>
              <a:off x="5644232" y="3151072"/>
              <a:ext cx="38464" cy="52375"/>
            </a:xfrm>
            <a:custGeom>
              <a:avLst/>
              <a:gdLst>
                <a:gd name="connsiteX0" fmla="*/ 6569 w 38464"/>
                <a:gd name="connsiteY0" fmla="*/ 51899 h 52375"/>
                <a:gd name="connsiteX1" fmla="*/ 473 w 38464"/>
                <a:gd name="connsiteY1" fmla="*/ 39802 h 52375"/>
                <a:gd name="connsiteX2" fmla="*/ 473 w 38464"/>
                <a:gd name="connsiteY2" fmla="*/ 39802 h 52375"/>
                <a:gd name="connsiteX3" fmla="*/ 12569 w 38464"/>
                <a:gd name="connsiteY3" fmla="*/ 33801 h 52375"/>
                <a:gd name="connsiteX4" fmla="*/ 12569 w 38464"/>
                <a:gd name="connsiteY4" fmla="*/ 33801 h 52375"/>
                <a:gd name="connsiteX5" fmla="*/ 18570 w 38464"/>
                <a:gd name="connsiteY5" fmla="*/ 45803 h 52375"/>
                <a:gd name="connsiteX6" fmla="*/ 18570 w 38464"/>
                <a:gd name="connsiteY6" fmla="*/ 45803 h 52375"/>
                <a:gd name="connsiteX7" fmla="*/ 9521 w 38464"/>
                <a:gd name="connsiteY7" fmla="*/ 52375 h 52375"/>
                <a:gd name="connsiteX8" fmla="*/ 9521 w 38464"/>
                <a:gd name="connsiteY8" fmla="*/ 52375 h 52375"/>
                <a:gd name="connsiteX9" fmla="*/ 6569 w 38464"/>
                <a:gd name="connsiteY9" fmla="*/ 51899 h 52375"/>
                <a:gd name="connsiteX10" fmla="*/ 22571 w 38464"/>
                <a:gd name="connsiteY10" fmla="*/ 16561 h 52375"/>
                <a:gd name="connsiteX11" fmla="*/ 21904 w 38464"/>
                <a:gd name="connsiteY11" fmla="*/ 3131 h 52375"/>
                <a:gd name="connsiteX12" fmla="*/ 21904 w 38464"/>
                <a:gd name="connsiteY12" fmla="*/ 3131 h 52375"/>
                <a:gd name="connsiteX13" fmla="*/ 35334 w 38464"/>
                <a:gd name="connsiteY13" fmla="*/ 2464 h 52375"/>
                <a:gd name="connsiteX14" fmla="*/ 35334 w 38464"/>
                <a:gd name="connsiteY14" fmla="*/ 2464 h 52375"/>
                <a:gd name="connsiteX15" fmla="*/ 36001 w 38464"/>
                <a:gd name="connsiteY15" fmla="*/ 15894 h 52375"/>
                <a:gd name="connsiteX16" fmla="*/ 36001 w 38464"/>
                <a:gd name="connsiteY16" fmla="*/ 15894 h 52375"/>
                <a:gd name="connsiteX17" fmla="*/ 28952 w 38464"/>
                <a:gd name="connsiteY17" fmla="*/ 19038 h 52375"/>
                <a:gd name="connsiteX18" fmla="*/ 28952 w 38464"/>
                <a:gd name="connsiteY18" fmla="*/ 19038 h 52375"/>
                <a:gd name="connsiteX19" fmla="*/ 22571 w 38464"/>
                <a:gd name="connsiteY19" fmla="*/ 16561 h 52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464" h="52375">
                  <a:moveTo>
                    <a:pt x="6569" y="51899"/>
                  </a:moveTo>
                  <a:cubicBezTo>
                    <a:pt x="1520" y="50184"/>
                    <a:pt x="-1147" y="44755"/>
                    <a:pt x="473" y="39802"/>
                  </a:cubicBezTo>
                  <a:lnTo>
                    <a:pt x="473" y="39802"/>
                  </a:lnTo>
                  <a:cubicBezTo>
                    <a:pt x="2187" y="34849"/>
                    <a:pt x="7521" y="32087"/>
                    <a:pt x="12569" y="33801"/>
                  </a:cubicBezTo>
                  <a:lnTo>
                    <a:pt x="12569" y="33801"/>
                  </a:lnTo>
                  <a:cubicBezTo>
                    <a:pt x="17522" y="35421"/>
                    <a:pt x="20189" y="40755"/>
                    <a:pt x="18570" y="45803"/>
                  </a:cubicBezTo>
                  <a:lnTo>
                    <a:pt x="18570" y="45803"/>
                  </a:lnTo>
                  <a:cubicBezTo>
                    <a:pt x="17237" y="49803"/>
                    <a:pt x="13522" y="52375"/>
                    <a:pt x="9521" y="52375"/>
                  </a:cubicBezTo>
                  <a:lnTo>
                    <a:pt x="9521" y="52375"/>
                  </a:lnTo>
                  <a:cubicBezTo>
                    <a:pt x="8569" y="52375"/>
                    <a:pt x="7521" y="52185"/>
                    <a:pt x="6569" y="51899"/>
                  </a:cubicBezTo>
                  <a:close/>
                  <a:moveTo>
                    <a:pt x="22571" y="16561"/>
                  </a:moveTo>
                  <a:cubicBezTo>
                    <a:pt x="18665" y="13037"/>
                    <a:pt x="18380" y="7036"/>
                    <a:pt x="21904" y="3131"/>
                  </a:cubicBezTo>
                  <a:lnTo>
                    <a:pt x="21904" y="3131"/>
                  </a:lnTo>
                  <a:cubicBezTo>
                    <a:pt x="25428" y="-774"/>
                    <a:pt x="31429" y="-1060"/>
                    <a:pt x="35334" y="2464"/>
                  </a:cubicBezTo>
                  <a:lnTo>
                    <a:pt x="35334" y="2464"/>
                  </a:lnTo>
                  <a:cubicBezTo>
                    <a:pt x="39239" y="5988"/>
                    <a:pt x="39525" y="11989"/>
                    <a:pt x="36001" y="15894"/>
                  </a:cubicBezTo>
                  <a:lnTo>
                    <a:pt x="36001" y="15894"/>
                  </a:lnTo>
                  <a:cubicBezTo>
                    <a:pt x="34096" y="17990"/>
                    <a:pt x="31524" y="19038"/>
                    <a:pt x="28952" y="19038"/>
                  </a:cubicBezTo>
                  <a:lnTo>
                    <a:pt x="28952" y="19038"/>
                  </a:lnTo>
                  <a:cubicBezTo>
                    <a:pt x="26666" y="19038"/>
                    <a:pt x="24380" y="18180"/>
                    <a:pt x="22571" y="1656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E00014A-C92B-9CC8-6877-70B4DC5CF9C3}"/>
                </a:ext>
              </a:extLst>
            </p:cNvPr>
            <p:cNvSpPr/>
            <p:nvPr/>
          </p:nvSpPr>
          <p:spPr>
            <a:xfrm>
              <a:off x="5728235" y="2952795"/>
              <a:ext cx="291614" cy="174166"/>
            </a:xfrm>
            <a:custGeom>
              <a:avLst/>
              <a:gdLst>
                <a:gd name="connsiteX0" fmla="*/ 1242 w 291614"/>
                <a:gd name="connsiteY0" fmla="*/ 169404 h 174166"/>
                <a:gd name="connsiteX1" fmla="*/ 4862 w 291614"/>
                <a:gd name="connsiteY1" fmla="*/ 156355 h 174166"/>
                <a:gd name="connsiteX2" fmla="*/ 4862 w 291614"/>
                <a:gd name="connsiteY2" fmla="*/ 156355 h 174166"/>
                <a:gd name="connsiteX3" fmla="*/ 17816 w 291614"/>
                <a:gd name="connsiteY3" fmla="*/ 159974 h 174166"/>
                <a:gd name="connsiteX4" fmla="*/ 17816 w 291614"/>
                <a:gd name="connsiteY4" fmla="*/ 159974 h 174166"/>
                <a:gd name="connsiteX5" fmla="*/ 14196 w 291614"/>
                <a:gd name="connsiteY5" fmla="*/ 173024 h 174166"/>
                <a:gd name="connsiteX6" fmla="*/ 14196 w 291614"/>
                <a:gd name="connsiteY6" fmla="*/ 173024 h 174166"/>
                <a:gd name="connsiteX7" fmla="*/ 9529 w 291614"/>
                <a:gd name="connsiteY7" fmla="*/ 174167 h 174166"/>
                <a:gd name="connsiteX8" fmla="*/ 9529 w 291614"/>
                <a:gd name="connsiteY8" fmla="*/ 174167 h 174166"/>
                <a:gd name="connsiteX9" fmla="*/ 1242 w 291614"/>
                <a:gd name="connsiteY9" fmla="*/ 169404 h 174166"/>
                <a:gd name="connsiteX10" fmla="*/ 35342 w 291614"/>
                <a:gd name="connsiteY10" fmla="*/ 150068 h 174166"/>
                <a:gd name="connsiteX11" fmla="*/ 38866 w 291614"/>
                <a:gd name="connsiteY11" fmla="*/ 137019 h 174166"/>
                <a:gd name="connsiteX12" fmla="*/ 38866 w 291614"/>
                <a:gd name="connsiteY12" fmla="*/ 137019 h 174166"/>
                <a:gd name="connsiteX13" fmla="*/ 51915 w 291614"/>
                <a:gd name="connsiteY13" fmla="*/ 140639 h 174166"/>
                <a:gd name="connsiteX14" fmla="*/ 51915 w 291614"/>
                <a:gd name="connsiteY14" fmla="*/ 140639 h 174166"/>
                <a:gd name="connsiteX15" fmla="*/ 48296 w 291614"/>
                <a:gd name="connsiteY15" fmla="*/ 153593 h 174166"/>
                <a:gd name="connsiteX16" fmla="*/ 48296 w 291614"/>
                <a:gd name="connsiteY16" fmla="*/ 153593 h 174166"/>
                <a:gd name="connsiteX17" fmla="*/ 43629 w 291614"/>
                <a:gd name="connsiteY17" fmla="*/ 154831 h 174166"/>
                <a:gd name="connsiteX18" fmla="*/ 43629 w 291614"/>
                <a:gd name="connsiteY18" fmla="*/ 154831 h 174166"/>
                <a:gd name="connsiteX19" fmla="*/ 35342 w 291614"/>
                <a:gd name="connsiteY19" fmla="*/ 150068 h 174166"/>
                <a:gd name="connsiteX20" fmla="*/ 69441 w 291614"/>
                <a:gd name="connsiteY20" fmla="*/ 130733 h 174166"/>
                <a:gd name="connsiteX21" fmla="*/ 72966 w 291614"/>
                <a:gd name="connsiteY21" fmla="*/ 117683 h 174166"/>
                <a:gd name="connsiteX22" fmla="*/ 72966 w 291614"/>
                <a:gd name="connsiteY22" fmla="*/ 117683 h 174166"/>
                <a:gd name="connsiteX23" fmla="*/ 85920 w 291614"/>
                <a:gd name="connsiteY23" fmla="*/ 121303 h 174166"/>
                <a:gd name="connsiteX24" fmla="*/ 85920 w 291614"/>
                <a:gd name="connsiteY24" fmla="*/ 121303 h 174166"/>
                <a:gd name="connsiteX25" fmla="*/ 82300 w 291614"/>
                <a:gd name="connsiteY25" fmla="*/ 134257 h 174166"/>
                <a:gd name="connsiteX26" fmla="*/ 82300 w 291614"/>
                <a:gd name="connsiteY26" fmla="*/ 134257 h 174166"/>
                <a:gd name="connsiteX27" fmla="*/ 77633 w 291614"/>
                <a:gd name="connsiteY27" fmla="*/ 135495 h 174166"/>
                <a:gd name="connsiteX28" fmla="*/ 77633 w 291614"/>
                <a:gd name="connsiteY28" fmla="*/ 135495 h 174166"/>
                <a:gd name="connsiteX29" fmla="*/ 69346 w 291614"/>
                <a:gd name="connsiteY29" fmla="*/ 130733 h 174166"/>
                <a:gd name="connsiteX30" fmla="*/ 103541 w 291614"/>
                <a:gd name="connsiteY30" fmla="*/ 111302 h 174166"/>
                <a:gd name="connsiteX31" fmla="*/ 107065 w 291614"/>
                <a:gd name="connsiteY31" fmla="*/ 98348 h 174166"/>
                <a:gd name="connsiteX32" fmla="*/ 107065 w 291614"/>
                <a:gd name="connsiteY32" fmla="*/ 98348 h 174166"/>
                <a:gd name="connsiteX33" fmla="*/ 120114 w 291614"/>
                <a:gd name="connsiteY33" fmla="*/ 101872 h 174166"/>
                <a:gd name="connsiteX34" fmla="*/ 120114 w 291614"/>
                <a:gd name="connsiteY34" fmla="*/ 101872 h 174166"/>
                <a:gd name="connsiteX35" fmla="*/ 116495 w 291614"/>
                <a:gd name="connsiteY35" fmla="*/ 114921 h 174166"/>
                <a:gd name="connsiteX36" fmla="*/ 116495 w 291614"/>
                <a:gd name="connsiteY36" fmla="*/ 114921 h 174166"/>
                <a:gd name="connsiteX37" fmla="*/ 111828 w 291614"/>
                <a:gd name="connsiteY37" fmla="*/ 116159 h 174166"/>
                <a:gd name="connsiteX38" fmla="*/ 111828 w 291614"/>
                <a:gd name="connsiteY38" fmla="*/ 116159 h 174166"/>
                <a:gd name="connsiteX39" fmla="*/ 103541 w 291614"/>
                <a:gd name="connsiteY39" fmla="*/ 111302 h 174166"/>
                <a:gd name="connsiteX40" fmla="*/ 137545 w 291614"/>
                <a:gd name="connsiteY40" fmla="*/ 91966 h 174166"/>
                <a:gd name="connsiteX41" fmla="*/ 141165 w 291614"/>
                <a:gd name="connsiteY41" fmla="*/ 79012 h 174166"/>
                <a:gd name="connsiteX42" fmla="*/ 141165 w 291614"/>
                <a:gd name="connsiteY42" fmla="*/ 79012 h 174166"/>
                <a:gd name="connsiteX43" fmla="*/ 154119 w 291614"/>
                <a:gd name="connsiteY43" fmla="*/ 82536 h 174166"/>
                <a:gd name="connsiteX44" fmla="*/ 154119 w 291614"/>
                <a:gd name="connsiteY44" fmla="*/ 82536 h 174166"/>
                <a:gd name="connsiteX45" fmla="*/ 150594 w 291614"/>
                <a:gd name="connsiteY45" fmla="*/ 95490 h 174166"/>
                <a:gd name="connsiteX46" fmla="*/ 150594 w 291614"/>
                <a:gd name="connsiteY46" fmla="*/ 95490 h 174166"/>
                <a:gd name="connsiteX47" fmla="*/ 145927 w 291614"/>
                <a:gd name="connsiteY47" fmla="*/ 96728 h 174166"/>
                <a:gd name="connsiteX48" fmla="*/ 145927 w 291614"/>
                <a:gd name="connsiteY48" fmla="*/ 96728 h 174166"/>
                <a:gd name="connsiteX49" fmla="*/ 137545 w 291614"/>
                <a:gd name="connsiteY49" fmla="*/ 91966 h 174166"/>
                <a:gd name="connsiteX50" fmla="*/ 171645 w 291614"/>
                <a:gd name="connsiteY50" fmla="*/ 72535 h 174166"/>
                <a:gd name="connsiteX51" fmla="*/ 175264 w 291614"/>
                <a:gd name="connsiteY51" fmla="*/ 59581 h 174166"/>
                <a:gd name="connsiteX52" fmla="*/ 175264 w 291614"/>
                <a:gd name="connsiteY52" fmla="*/ 59581 h 174166"/>
                <a:gd name="connsiteX53" fmla="*/ 188218 w 291614"/>
                <a:gd name="connsiteY53" fmla="*/ 63105 h 174166"/>
                <a:gd name="connsiteX54" fmla="*/ 188218 w 291614"/>
                <a:gd name="connsiteY54" fmla="*/ 63105 h 174166"/>
                <a:gd name="connsiteX55" fmla="*/ 184694 w 291614"/>
                <a:gd name="connsiteY55" fmla="*/ 76059 h 174166"/>
                <a:gd name="connsiteX56" fmla="*/ 184694 w 291614"/>
                <a:gd name="connsiteY56" fmla="*/ 76059 h 174166"/>
                <a:gd name="connsiteX57" fmla="*/ 179931 w 291614"/>
                <a:gd name="connsiteY57" fmla="*/ 77393 h 174166"/>
                <a:gd name="connsiteX58" fmla="*/ 179931 w 291614"/>
                <a:gd name="connsiteY58" fmla="*/ 77393 h 174166"/>
                <a:gd name="connsiteX59" fmla="*/ 171645 w 291614"/>
                <a:gd name="connsiteY59" fmla="*/ 72535 h 174166"/>
                <a:gd name="connsiteX60" fmla="*/ 205744 w 291614"/>
                <a:gd name="connsiteY60" fmla="*/ 53104 h 174166"/>
                <a:gd name="connsiteX61" fmla="*/ 209268 w 291614"/>
                <a:gd name="connsiteY61" fmla="*/ 40150 h 174166"/>
                <a:gd name="connsiteX62" fmla="*/ 209268 w 291614"/>
                <a:gd name="connsiteY62" fmla="*/ 40150 h 174166"/>
                <a:gd name="connsiteX63" fmla="*/ 222222 w 291614"/>
                <a:gd name="connsiteY63" fmla="*/ 43674 h 174166"/>
                <a:gd name="connsiteX64" fmla="*/ 222222 w 291614"/>
                <a:gd name="connsiteY64" fmla="*/ 43674 h 174166"/>
                <a:gd name="connsiteX65" fmla="*/ 218698 w 291614"/>
                <a:gd name="connsiteY65" fmla="*/ 56628 h 174166"/>
                <a:gd name="connsiteX66" fmla="*/ 218698 w 291614"/>
                <a:gd name="connsiteY66" fmla="*/ 56628 h 174166"/>
                <a:gd name="connsiteX67" fmla="*/ 214031 w 291614"/>
                <a:gd name="connsiteY67" fmla="*/ 57962 h 174166"/>
                <a:gd name="connsiteX68" fmla="*/ 214031 w 291614"/>
                <a:gd name="connsiteY68" fmla="*/ 57962 h 174166"/>
                <a:gd name="connsiteX69" fmla="*/ 205744 w 291614"/>
                <a:gd name="connsiteY69" fmla="*/ 53104 h 174166"/>
                <a:gd name="connsiteX70" fmla="*/ 239748 w 291614"/>
                <a:gd name="connsiteY70" fmla="*/ 33673 h 174166"/>
                <a:gd name="connsiteX71" fmla="*/ 243273 w 291614"/>
                <a:gd name="connsiteY71" fmla="*/ 20719 h 174166"/>
                <a:gd name="connsiteX72" fmla="*/ 243273 w 291614"/>
                <a:gd name="connsiteY72" fmla="*/ 20719 h 174166"/>
                <a:gd name="connsiteX73" fmla="*/ 256322 w 291614"/>
                <a:gd name="connsiteY73" fmla="*/ 24243 h 174166"/>
                <a:gd name="connsiteX74" fmla="*/ 256322 w 291614"/>
                <a:gd name="connsiteY74" fmla="*/ 24243 h 174166"/>
                <a:gd name="connsiteX75" fmla="*/ 252798 w 291614"/>
                <a:gd name="connsiteY75" fmla="*/ 37197 h 174166"/>
                <a:gd name="connsiteX76" fmla="*/ 252798 w 291614"/>
                <a:gd name="connsiteY76" fmla="*/ 37197 h 174166"/>
                <a:gd name="connsiteX77" fmla="*/ 248035 w 291614"/>
                <a:gd name="connsiteY77" fmla="*/ 38435 h 174166"/>
                <a:gd name="connsiteX78" fmla="*/ 248035 w 291614"/>
                <a:gd name="connsiteY78" fmla="*/ 38435 h 174166"/>
                <a:gd name="connsiteX79" fmla="*/ 239748 w 291614"/>
                <a:gd name="connsiteY79" fmla="*/ 33673 h 174166"/>
                <a:gd name="connsiteX80" fmla="*/ 273753 w 291614"/>
                <a:gd name="connsiteY80" fmla="*/ 14242 h 174166"/>
                <a:gd name="connsiteX81" fmla="*/ 277372 w 291614"/>
                <a:gd name="connsiteY81" fmla="*/ 1288 h 174166"/>
                <a:gd name="connsiteX82" fmla="*/ 277372 w 291614"/>
                <a:gd name="connsiteY82" fmla="*/ 1288 h 174166"/>
                <a:gd name="connsiteX83" fmla="*/ 290326 w 291614"/>
                <a:gd name="connsiteY83" fmla="*/ 4812 h 174166"/>
                <a:gd name="connsiteX84" fmla="*/ 290326 w 291614"/>
                <a:gd name="connsiteY84" fmla="*/ 4812 h 174166"/>
                <a:gd name="connsiteX85" fmla="*/ 286802 w 291614"/>
                <a:gd name="connsiteY85" fmla="*/ 17766 h 174166"/>
                <a:gd name="connsiteX86" fmla="*/ 286802 w 291614"/>
                <a:gd name="connsiteY86" fmla="*/ 17766 h 174166"/>
                <a:gd name="connsiteX87" fmla="*/ 282039 w 291614"/>
                <a:gd name="connsiteY87" fmla="*/ 19004 h 174166"/>
                <a:gd name="connsiteX88" fmla="*/ 282039 w 291614"/>
                <a:gd name="connsiteY88" fmla="*/ 19004 h 174166"/>
                <a:gd name="connsiteX89" fmla="*/ 273753 w 291614"/>
                <a:gd name="connsiteY89" fmla="*/ 14242 h 174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291614" h="174166">
                  <a:moveTo>
                    <a:pt x="1242" y="169404"/>
                  </a:moveTo>
                  <a:cubicBezTo>
                    <a:pt x="-1329" y="164832"/>
                    <a:pt x="195" y="158927"/>
                    <a:pt x="4862" y="156355"/>
                  </a:cubicBezTo>
                  <a:lnTo>
                    <a:pt x="4862" y="156355"/>
                  </a:lnTo>
                  <a:cubicBezTo>
                    <a:pt x="9434" y="153783"/>
                    <a:pt x="15244" y="155402"/>
                    <a:pt x="17816" y="159974"/>
                  </a:cubicBezTo>
                  <a:lnTo>
                    <a:pt x="17816" y="159974"/>
                  </a:lnTo>
                  <a:cubicBezTo>
                    <a:pt x="20388" y="164547"/>
                    <a:pt x="18768" y="170357"/>
                    <a:pt x="14196" y="173024"/>
                  </a:cubicBezTo>
                  <a:lnTo>
                    <a:pt x="14196" y="173024"/>
                  </a:lnTo>
                  <a:cubicBezTo>
                    <a:pt x="12768" y="173786"/>
                    <a:pt x="11148" y="174167"/>
                    <a:pt x="9529" y="174167"/>
                  </a:cubicBezTo>
                  <a:lnTo>
                    <a:pt x="9529" y="174167"/>
                  </a:lnTo>
                  <a:cubicBezTo>
                    <a:pt x="6195" y="174167"/>
                    <a:pt x="2957" y="172452"/>
                    <a:pt x="1242" y="169404"/>
                  </a:cubicBezTo>
                  <a:close/>
                  <a:moveTo>
                    <a:pt x="35342" y="150068"/>
                  </a:moveTo>
                  <a:cubicBezTo>
                    <a:pt x="32770" y="145497"/>
                    <a:pt x="34389" y="139686"/>
                    <a:pt x="38866" y="137019"/>
                  </a:cubicBezTo>
                  <a:lnTo>
                    <a:pt x="38866" y="137019"/>
                  </a:lnTo>
                  <a:cubicBezTo>
                    <a:pt x="43533" y="134448"/>
                    <a:pt x="49344" y="136067"/>
                    <a:pt x="51915" y="140639"/>
                  </a:cubicBezTo>
                  <a:lnTo>
                    <a:pt x="51915" y="140639"/>
                  </a:lnTo>
                  <a:cubicBezTo>
                    <a:pt x="54487" y="145211"/>
                    <a:pt x="52868" y="151021"/>
                    <a:pt x="48296" y="153593"/>
                  </a:cubicBezTo>
                  <a:lnTo>
                    <a:pt x="48296" y="153593"/>
                  </a:lnTo>
                  <a:cubicBezTo>
                    <a:pt x="46867" y="154450"/>
                    <a:pt x="45248" y="154831"/>
                    <a:pt x="43629" y="154831"/>
                  </a:cubicBezTo>
                  <a:lnTo>
                    <a:pt x="43629" y="154831"/>
                  </a:lnTo>
                  <a:cubicBezTo>
                    <a:pt x="40295" y="154831"/>
                    <a:pt x="37056" y="153116"/>
                    <a:pt x="35342" y="150068"/>
                  </a:cubicBezTo>
                  <a:close/>
                  <a:moveTo>
                    <a:pt x="69441" y="130733"/>
                  </a:moveTo>
                  <a:cubicBezTo>
                    <a:pt x="66870" y="126065"/>
                    <a:pt x="68394" y="120350"/>
                    <a:pt x="72966" y="117683"/>
                  </a:cubicBezTo>
                  <a:lnTo>
                    <a:pt x="72966" y="117683"/>
                  </a:lnTo>
                  <a:cubicBezTo>
                    <a:pt x="77538" y="115112"/>
                    <a:pt x="83348" y="116731"/>
                    <a:pt x="85920" y="121303"/>
                  </a:cubicBezTo>
                  <a:lnTo>
                    <a:pt x="85920" y="121303"/>
                  </a:lnTo>
                  <a:cubicBezTo>
                    <a:pt x="88491" y="125875"/>
                    <a:pt x="86872" y="131685"/>
                    <a:pt x="82300" y="134257"/>
                  </a:cubicBezTo>
                  <a:lnTo>
                    <a:pt x="82300" y="134257"/>
                  </a:lnTo>
                  <a:cubicBezTo>
                    <a:pt x="80871" y="135114"/>
                    <a:pt x="79252" y="135495"/>
                    <a:pt x="77633" y="135495"/>
                  </a:cubicBezTo>
                  <a:lnTo>
                    <a:pt x="77633" y="135495"/>
                  </a:lnTo>
                  <a:cubicBezTo>
                    <a:pt x="74299" y="135495"/>
                    <a:pt x="71061" y="133781"/>
                    <a:pt x="69346" y="130733"/>
                  </a:cubicBezTo>
                  <a:close/>
                  <a:moveTo>
                    <a:pt x="103541" y="111302"/>
                  </a:moveTo>
                  <a:cubicBezTo>
                    <a:pt x="100969" y="106730"/>
                    <a:pt x="102493" y="100919"/>
                    <a:pt x="107065" y="98348"/>
                  </a:cubicBezTo>
                  <a:lnTo>
                    <a:pt x="107065" y="98348"/>
                  </a:lnTo>
                  <a:cubicBezTo>
                    <a:pt x="111637" y="95776"/>
                    <a:pt x="117447" y="97395"/>
                    <a:pt x="120114" y="101872"/>
                  </a:cubicBezTo>
                  <a:lnTo>
                    <a:pt x="120114" y="101872"/>
                  </a:lnTo>
                  <a:cubicBezTo>
                    <a:pt x="122686" y="106444"/>
                    <a:pt x="121067" y="112349"/>
                    <a:pt x="116495" y="114921"/>
                  </a:cubicBezTo>
                  <a:lnTo>
                    <a:pt x="116495" y="114921"/>
                  </a:lnTo>
                  <a:cubicBezTo>
                    <a:pt x="115066" y="115778"/>
                    <a:pt x="113447" y="116159"/>
                    <a:pt x="111828" y="116159"/>
                  </a:cubicBezTo>
                  <a:lnTo>
                    <a:pt x="111828" y="116159"/>
                  </a:lnTo>
                  <a:cubicBezTo>
                    <a:pt x="108494" y="116159"/>
                    <a:pt x="105255" y="114445"/>
                    <a:pt x="103541" y="111302"/>
                  </a:cubicBezTo>
                  <a:close/>
                  <a:moveTo>
                    <a:pt x="137545" y="91966"/>
                  </a:moveTo>
                  <a:cubicBezTo>
                    <a:pt x="134973" y="87394"/>
                    <a:pt x="136593" y="81584"/>
                    <a:pt x="141165" y="79012"/>
                  </a:cubicBezTo>
                  <a:lnTo>
                    <a:pt x="141165" y="79012"/>
                  </a:lnTo>
                  <a:cubicBezTo>
                    <a:pt x="145737" y="76345"/>
                    <a:pt x="151547" y="77964"/>
                    <a:pt x="154119" y="82536"/>
                  </a:cubicBezTo>
                  <a:lnTo>
                    <a:pt x="154119" y="82536"/>
                  </a:lnTo>
                  <a:cubicBezTo>
                    <a:pt x="156786" y="87108"/>
                    <a:pt x="155166" y="92918"/>
                    <a:pt x="150594" y="95490"/>
                  </a:cubicBezTo>
                  <a:lnTo>
                    <a:pt x="150594" y="95490"/>
                  </a:lnTo>
                  <a:cubicBezTo>
                    <a:pt x="149070" y="96347"/>
                    <a:pt x="147451" y="96728"/>
                    <a:pt x="145927" y="96728"/>
                  </a:cubicBezTo>
                  <a:lnTo>
                    <a:pt x="145927" y="96728"/>
                  </a:lnTo>
                  <a:cubicBezTo>
                    <a:pt x="142593" y="96728"/>
                    <a:pt x="139355" y="95014"/>
                    <a:pt x="137545" y="91966"/>
                  </a:cubicBezTo>
                  <a:close/>
                  <a:moveTo>
                    <a:pt x="171645" y="72535"/>
                  </a:moveTo>
                  <a:cubicBezTo>
                    <a:pt x="169073" y="67963"/>
                    <a:pt x="170692" y="62153"/>
                    <a:pt x="175264" y="59581"/>
                  </a:cubicBezTo>
                  <a:lnTo>
                    <a:pt x="175264" y="59581"/>
                  </a:lnTo>
                  <a:cubicBezTo>
                    <a:pt x="179836" y="56914"/>
                    <a:pt x="185551" y="58533"/>
                    <a:pt x="188218" y="63105"/>
                  </a:cubicBezTo>
                  <a:lnTo>
                    <a:pt x="188218" y="63105"/>
                  </a:lnTo>
                  <a:cubicBezTo>
                    <a:pt x="190790" y="67677"/>
                    <a:pt x="189171" y="73487"/>
                    <a:pt x="184694" y="76059"/>
                  </a:cubicBezTo>
                  <a:lnTo>
                    <a:pt x="184694" y="76059"/>
                  </a:lnTo>
                  <a:cubicBezTo>
                    <a:pt x="183170" y="76916"/>
                    <a:pt x="181551" y="77393"/>
                    <a:pt x="179931" y="77393"/>
                  </a:cubicBezTo>
                  <a:lnTo>
                    <a:pt x="179931" y="77393"/>
                  </a:lnTo>
                  <a:cubicBezTo>
                    <a:pt x="176598" y="77393"/>
                    <a:pt x="173454" y="75583"/>
                    <a:pt x="171645" y="72535"/>
                  </a:cubicBezTo>
                  <a:close/>
                  <a:moveTo>
                    <a:pt x="205744" y="53104"/>
                  </a:moveTo>
                  <a:cubicBezTo>
                    <a:pt x="203077" y="48532"/>
                    <a:pt x="204696" y="42722"/>
                    <a:pt x="209268" y="40150"/>
                  </a:cubicBezTo>
                  <a:lnTo>
                    <a:pt x="209268" y="40150"/>
                  </a:lnTo>
                  <a:cubicBezTo>
                    <a:pt x="213840" y="37483"/>
                    <a:pt x="219651" y="39102"/>
                    <a:pt x="222222" y="43674"/>
                  </a:cubicBezTo>
                  <a:lnTo>
                    <a:pt x="222222" y="43674"/>
                  </a:lnTo>
                  <a:cubicBezTo>
                    <a:pt x="224889" y="48246"/>
                    <a:pt x="223270" y="54056"/>
                    <a:pt x="218698" y="56628"/>
                  </a:cubicBezTo>
                  <a:lnTo>
                    <a:pt x="218698" y="56628"/>
                  </a:lnTo>
                  <a:cubicBezTo>
                    <a:pt x="217269" y="57485"/>
                    <a:pt x="215650" y="57962"/>
                    <a:pt x="214031" y="57962"/>
                  </a:cubicBezTo>
                  <a:lnTo>
                    <a:pt x="214031" y="57962"/>
                  </a:lnTo>
                  <a:cubicBezTo>
                    <a:pt x="210697" y="57962"/>
                    <a:pt x="207459" y="56152"/>
                    <a:pt x="205744" y="53104"/>
                  </a:cubicBezTo>
                  <a:close/>
                  <a:moveTo>
                    <a:pt x="239748" y="33673"/>
                  </a:moveTo>
                  <a:cubicBezTo>
                    <a:pt x="237177" y="29101"/>
                    <a:pt x="238701" y="23291"/>
                    <a:pt x="243273" y="20719"/>
                  </a:cubicBezTo>
                  <a:lnTo>
                    <a:pt x="243273" y="20719"/>
                  </a:lnTo>
                  <a:cubicBezTo>
                    <a:pt x="247845" y="18052"/>
                    <a:pt x="253655" y="19671"/>
                    <a:pt x="256322" y="24243"/>
                  </a:cubicBezTo>
                  <a:lnTo>
                    <a:pt x="256322" y="24243"/>
                  </a:lnTo>
                  <a:cubicBezTo>
                    <a:pt x="258894" y="28815"/>
                    <a:pt x="257370" y="34625"/>
                    <a:pt x="252798" y="37197"/>
                  </a:cubicBezTo>
                  <a:lnTo>
                    <a:pt x="252798" y="37197"/>
                  </a:lnTo>
                  <a:cubicBezTo>
                    <a:pt x="251274" y="38054"/>
                    <a:pt x="249654" y="38435"/>
                    <a:pt x="248035" y="38435"/>
                  </a:cubicBezTo>
                  <a:lnTo>
                    <a:pt x="248035" y="38435"/>
                  </a:lnTo>
                  <a:cubicBezTo>
                    <a:pt x="244797" y="38435"/>
                    <a:pt x="241558" y="36721"/>
                    <a:pt x="239748" y="33673"/>
                  </a:cubicBezTo>
                  <a:close/>
                  <a:moveTo>
                    <a:pt x="273753" y="14242"/>
                  </a:moveTo>
                  <a:cubicBezTo>
                    <a:pt x="271181" y="9670"/>
                    <a:pt x="272800" y="3860"/>
                    <a:pt x="277372" y="1288"/>
                  </a:cubicBezTo>
                  <a:lnTo>
                    <a:pt x="277372" y="1288"/>
                  </a:lnTo>
                  <a:cubicBezTo>
                    <a:pt x="281944" y="-1379"/>
                    <a:pt x="287754" y="240"/>
                    <a:pt x="290326" y="4812"/>
                  </a:cubicBezTo>
                  <a:lnTo>
                    <a:pt x="290326" y="4812"/>
                  </a:lnTo>
                  <a:cubicBezTo>
                    <a:pt x="292993" y="9289"/>
                    <a:pt x="291374" y="15194"/>
                    <a:pt x="286802" y="17766"/>
                  </a:cubicBezTo>
                  <a:lnTo>
                    <a:pt x="286802" y="17766"/>
                  </a:lnTo>
                  <a:cubicBezTo>
                    <a:pt x="285278" y="18623"/>
                    <a:pt x="283659" y="19004"/>
                    <a:pt x="282039" y="19004"/>
                  </a:cubicBezTo>
                  <a:lnTo>
                    <a:pt x="282039" y="19004"/>
                  </a:lnTo>
                  <a:cubicBezTo>
                    <a:pt x="278801" y="19004"/>
                    <a:pt x="275562" y="17290"/>
                    <a:pt x="273753" y="1424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49A476-18E2-BC10-20BB-DCF56A578E88}"/>
                </a:ext>
              </a:extLst>
            </p:cNvPr>
            <p:cNvSpPr/>
            <p:nvPr/>
          </p:nvSpPr>
          <p:spPr>
            <a:xfrm>
              <a:off x="6070562" y="2919409"/>
              <a:ext cx="57253" cy="19052"/>
            </a:xfrm>
            <a:custGeom>
              <a:avLst/>
              <a:gdLst>
                <a:gd name="connsiteX0" fmla="*/ 196 w 57253"/>
                <a:gd name="connsiteY0" fmla="*/ 11432 h 19052"/>
                <a:gd name="connsiteX1" fmla="*/ 7626 w 57253"/>
                <a:gd name="connsiteY1" fmla="*/ 193 h 19052"/>
                <a:gd name="connsiteX2" fmla="*/ 7626 w 57253"/>
                <a:gd name="connsiteY2" fmla="*/ 193 h 19052"/>
                <a:gd name="connsiteX3" fmla="*/ 18770 w 57253"/>
                <a:gd name="connsiteY3" fmla="*/ 7622 h 19052"/>
                <a:gd name="connsiteX4" fmla="*/ 18770 w 57253"/>
                <a:gd name="connsiteY4" fmla="*/ 7622 h 19052"/>
                <a:gd name="connsiteX5" fmla="*/ 11436 w 57253"/>
                <a:gd name="connsiteY5" fmla="*/ 18862 h 19052"/>
                <a:gd name="connsiteX6" fmla="*/ 11436 w 57253"/>
                <a:gd name="connsiteY6" fmla="*/ 18862 h 19052"/>
                <a:gd name="connsiteX7" fmla="*/ 9531 w 57253"/>
                <a:gd name="connsiteY7" fmla="*/ 19052 h 19052"/>
                <a:gd name="connsiteX8" fmla="*/ 9531 w 57253"/>
                <a:gd name="connsiteY8" fmla="*/ 19052 h 19052"/>
                <a:gd name="connsiteX9" fmla="*/ 196 w 57253"/>
                <a:gd name="connsiteY9" fmla="*/ 11432 h 19052"/>
                <a:gd name="connsiteX10" fmla="*/ 45821 w 57253"/>
                <a:gd name="connsiteY10" fmla="*/ 18862 h 19052"/>
                <a:gd name="connsiteX11" fmla="*/ 38392 w 57253"/>
                <a:gd name="connsiteY11" fmla="*/ 7622 h 19052"/>
                <a:gd name="connsiteX12" fmla="*/ 38392 w 57253"/>
                <a:gd name="connsiteY12" fmla="*/ 7622 h 19052"/>
                <a:gd name="connsiteX13" fmla="*/ 49631 w 57253"/>
                <a:gd name="connsiteY13" fmla="*/ 193 h 19052"/>
                <a:gd name="connsiteX14" fmla="*/ 49631 w 57253"/>
                <a:gd name="connsiteY14" fmla="*/ 193 h 19052"/>
                <a:gd name="connsiteX15" fmla="*/ 57061 w 57253"/>
                <a:gd name="connsiteY15" fmla="*/ 11337 h 19052"/>
                <a:gd name="connsiteX16" fmla="*/ 57061 w 57253"/>
                <a:gd name="connsiteY16" fmla="*/ 11337 h 19052"/>
                <a:gd name="connsiteX17" fmla="*/ 47726 w 57253"/>
                <a:gd name="connsiteY17" fmla="*/ 19052 h 19052"/>
                <a:gd name="connsiteX18" fmla="*/ 47726 w 57253"/>
                <a:gd name="connsiteY18" fmla="*/ 19052 h 19052"/>
                <a:gd name="connsiteX19" fmla="*/ 45821 w 57253"/>
                <a:gd name="connsiteY19" fmla="*/ 18862 h 1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253" h="19052">
                  <a:moveTo>
                    <a:pt x="196" y="11432"/>
                  </a:moveTo>
                  <a:cubicBezTo>
                    <a:pt x="-851" y="6289"/>
                    <a:pt x="2387" y="1240"/>
                    <a:pt x="7626" y="193"/>
                  </a:cubicBezTo>
                  <a:lnTo>
                    <a:pt x="7626" y="193"/>
                  </a:lnTo>
                  <a:cubicBezTo>
                    <a:pt x="12769" y="-855"/>
                    <a:pt x="17818" y="2479"/>
                    <a:pt x="18770" y="7622"/>
                  </a:cubicBezTo>
                  <a:lnTo>
                    <a:pt x="18770" y="7622"/>
                  </a:lnTo>
                  <a:cubicBezTo>
                    <a:pt x="19818" y="12766"/>
                    <a:pt x="16579" y="17814"/>
                    <a:pt x="11436" y="18862"/>
                  </a:cubicBezTo>
                  <a:lnTo>
                    <a:pt x="11436" y="18862"/>
                  </a:lnTo>
                  <a:cubicBezTo>
                    <a:pt x="10769" y="19052"/>
                    <a:pt x="10102" y="19052"/>
                    <a:pt x="9531" y="19052"/>
                  </a:cubicBezTo>
                  <a:lnTo>
                    <a:pt x="9531" y="19052"/>
                  </a:lnTo>
                  <a:cubicBezTo>
                    <a:pt x="5054" y="19052"/>
                    <a:pt x="1054" y="16004"/>
                    <a:pt x="196" y="11432"/>
                  </a:cubicBezTo>
                  <a:close/>
                  <a:moveTo>
                    <a:pt x="45821" y="18862"/>
                  </a:moveTo>
                  <a:cubicBezTo>
                    <a:pt x="40678" y="17814"/>
                    <a:pt x="37344" y="12766"/>
                    <a:pt x="38392" y="7622"/>
                  </a:cubicBezTo>
                  <a:lnTo>
                    <a:pt x="38392" y="7622"/>
                  </a:lnTo>
                  <a:cubicBezTo>
                    <a:pt x="39439" y="2479"/>
                    <a:pt x="44488" y="-855"/>
                    <a:pt x="49631" y="193"/>
                  </a:cubicBezTo>
                  <a:lnTo>
                    <a:pt x="49631" y="193"/>
                  </a:lnTo>
                  <a:cubicBezTo>
                    <a:pt x="54775" y="1240"/>
                    <a:pt x="58108" y="6193"/>
                    <a:pt x="57061" y="11337"/>
                  </a:cubicBezTo>
                  <a:lnTo>
                    <a:pt x="57061" y="11337"/>
                  </a:lnTo>
                  <a:cubicBezTo>
                    <a:pt x="56108" y="15909"/>
                    <a:pt x="52203" y="19052"/>
                    <a:pt x="47726" y="19052"/>
                  </a:cubicBezTo>
                  <a:lnTo>
                    <a:pt x="47726" y="19052"/>
                  </a:lnTo>
                  <a:cubicBezTo>
                    <a:pt x="47059" y="19052"/>
                    <a:pt x="46488" y="19052"/>
                    <a:pt x="45821" y="1886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C898F62-1067-7B6D-D76D-3FCC3B77CAC6}"/>
                </a:ext>
              </a:extLst>
            </p:cNvPr>
            <p:cNvSpPr/>
            <p:nvPr/>
          </p:nvSpPr>
          <p:spPr>
            <a:xfrm>
              <a:off x="6178669" y="2953027"/>
              <a:ext cx="293170" cy="176315"/>
            </a:xfrm>
            <a:custGeom>
              <a:avLst/>
              <a:gdLst>
                <a:gd name="connsiteX0" fmla="*/ 278899 w 293170"/>
                <a:gd name="connsiteY0" fmla="*/ 175077 h 176315"/>
                <a:gd name="connsiteX1" fmla="*/ 275375 w 293170"/>
                <a:gd name="connsiteY1" fmla="*/ 162028 h 176315"/>
                <a:gd name="connsiteX2" fmla="*/ 275375 w 293170"/>
                <a:gd name="connsiteY2" fmla="*/ 162028 h 176315"/>
                <a:gd name="connsiteX3" fmla="*/ 288329 w 293170"/>
                <a:gd name="connsiteY3" fmla="*/ 158503 h 176315"/>
                <a:gd name="connsiteX4" fmla="*/ 288329 w 293170"/>
                <a:gd name="connsiteY4" fmla="*/ 158503 h 176315"/>
                <a:gd name="connsiteX5" fmla="*/ 291949 w 293170"/>
                <a:gd name="connsiteY5" fmla="*/ 171553 h 176315"/>
                <a:gd name="connsiteX6" fmla="*/ 291949 w 293170"/>
                <a:gd name="connsiteY6" fmla="*/ 171553 h 176315"/>
                <a:gd name="connsiteX7" fmla="*/ 283662 w 293170"/>
                <a:gd name="connsiteY7" fmla="*/ 176315 h 176315"/>
                <a:gd name="connsiteX8" fmla="*/ 283662 w 293170"/>
                <a:gd name="connsiteY8" fmla="*/ 176315 h 176315"/>
                <a:gd name="connsiteX9" fmla="*/ 278899 w 293170"/>
                <a:gd name="connsiteY9" fmla="*/ 175077 h 176315"/>
                <a:gd name="connsiteX10" fmla="*/ 244609 w 293170"/>
                <a:gd name="connsiteY10" fmla="*/ 155455 h 176315"/>
                <a:gd name="connsiteX11" fmla="*/ 241085 w 293170"/>
                <a:gd name="connsiteY11" fmla="*/ 142406 h 176315"/>
                <a:gd name="connsiteX12" fmla="*/ 241085 w 293170"/>
                <a:gd name="connsiteY12" fmla="*/ 142406 h 176315"/>
                <a:gd name="connsiteX13" fmla="*/ 254039 w 293170"/>
                <a:gd name="connsiteY13" fmla="*/ 138882 h 176315"/>
                <a:gd name="connsiteX14" fmla="*/ 254039 w 293170"/>
                <a:gd name="connsiteY14" fmla="*/ 138882 h 176315"/>
                <a:gd name="connsiteX15" fmla="*/ 257659 w 293170"/>
                <a:gd name="connsiteY15" fmla="*/ 151931 h 176315"/>
                <a:gd name="connsiteX16" fmla="*/ 257659 w 293170"/>
                <a:gd name="connsiteY16" fmla="*/ 151931 h 176315"/>
                <a:gd name="connsiteX17" fmla="*/ 249372 w 293170"/>
                <a:gd name="connsiteY17" fmla="*/ 156694 h 176315"/>
                <a:gd name="connsiteX18" fmla="*/ 249372 w 293170"/>
                <a:gd name="connsiteY18" fmla="*/ 156694 h 176315"/>
                <a:gd name="connsiteX19" fmla="*/ 244609 w 293170"/>
                <a:gd name="connsiteY19" fmla="*/ 155455 h 176315"/>
                <a:gd name="connsiteX20" fmla="*/ 210319 w 293170"/>
                <a:gd name="connsiteY20" fmla="*/ 135739 h 176315"/>
                <a:gd name="connsiteX21" fmla="*/ 210319 w 293170"/>
                <a:gd name="connsiteY21" fmla="*/ 135739 h 176315"/>
                <a:gd name="connsiteX22" fmla="*/ 206795 w 293170"/>
                <a:gd name="connsiteY22" fmla="*/ 122785 h 176315"/>
                <a:gd name="connsiteX23" fmla="*/ 206795 w 293170"/>
                <a:gd name="connsiteY23" fmla="*/ 122785 h 176315"/>
                <a:gd name="connsiteX24" fmla="*/ 219844 w 293170"/>
                <a:gd name="connsiteY24" fmla="*/ 119260 h 176315"/>
                <a:gd name="connsiteX25" fmla="*/ 219844 w 293170"/>
                <a:gd name="connsiteY25" fmla="*/ 119260 h 176315"/>
                <a:gd name="connsiteX26" fmla="*/ 223369 w 293170"/>
                <a:gd name="connsiteY26" fmla="*/ 132214 h 176315"/>
                <a:gd name="connsiteX27" fmla="*/ 223369 w 293170"/>
                <a:gd name="connsiteY27" fmla="*/ 132214 h 176315"/>
                <a:gd name="connsiteX28" fmla="*/ 215082 w 293170"/>
                <a:gd name="connsiteY28" fmla="*/ 137072 h 176315"/>
                <a:gd name="connsiteX29" fmla="*/ 215082 w 293170"/>
                <a:gd name="connsiteY29" fmla="*/ 137072 h 176315"/>
                <a:gd name="connsiteX30" fmla="*/ 210319 w 293170"/>
                <a:gd name="connsiteY30" fmla="*/ 135739 h 176315"/>
                <a:gd name="connsiteX31" fmla="*/ 176125 w 293170"/>
                <a:gd name="connsiteY31" fmla="*/ 116117 h 176315"/>
                <a:gd name="connsiteX32" fmla="*/ 176029 w 293170"/>
                <a:gd name="connsiteY32" fmla="*/ 116117 h 176315"/>
                <a:gd name="connsiteX33" fmla="*/ 172505 w 293170"/>
                <a:gd name="connsiteY33" fmla="*/ 103163 h 176315"/>
                <a:gd name="connsiteX34" fmla="*/ 172505 w 293170"/>
                <a:gd name="connsiteY34" fmla="*/ 103163 h 176315"/>
                <a:gd name="connsiteX35" fmla="*/ 185554 w 293170"/>
                <a:gd name="connsiteY35" fmla="*/ 99544 h 176315"/>
                <a:gd name="connsiteX36" fmla="*/ 185554 w 293170"/>
                <a:gd name="connsiteY36" fmla="*/ 99544 h 176315"/>
                <a:gd name="connsiteX37" fmla="*/ 189079 w 293170"/>
                <a:gd name="connsiteY37" fmla="*/ 112593 h 176315"/>
                <a:gd name="connsiteX38" fmla="*/ 189079 w 293170"/>
                <a:gd name="connsiteY38" fmla="*/ 112593 h 176315"/>
                <a:gd name="connsiteX39" fmla="*/ 180792 w 293170"/>
                <a:gd name="connsiteY39" fmla="*/ 117355 h 176315"/>
                <a:gd name="connsiteX40" fmla="*/ 180792 w 293170"/>
                <a:gd name="connsiteY40" fmla="*/ 117355 h 176315"/>
                <a:gd name="connsiteX41" fmla="*/ 176125 w 293170"/>
                <a:gd name="connsiteY41" fmla="*/ 116117 h 176315"/>
                <a:gd name="connsiteX42" fmla="*/ 141835 w 293170"/>
                <a:gd name="connsiteY42" fmla="*/ 96496 h 176315"/>
                <a:gd name="connsiteX43" fmla="*/ 138310 w 293170"/>
                <a:gd name="connsiteY43" fmla="*/ 83446 h 176315"/>
                <a:gd name="connsiteX44" fmla="*/ 138310 w 293170"/>
                <a:gd name="connsiteY44" fmla="*/ 83446 h 176315"/>
                <a:gd name="connsiteX45" fmla="*/ 151264 w 293170"/>
                <a:gd name="connsiteY45" fmla="*/ 79922 h 176315"/>
                <a:gd name="connsiteX46" fmla="*/ 151264 w 293170"/>
                <a:gd name="connsiteY46" fmla="*/ 79922 h 176315"/>
                <a:gd name="connsiteX47" fmla="*/ 154789 w 293170"/>
                <a:gd name="connsiteY47" fmla="*/ 92971 h 176315"/>
                <a:gd name="connsiteX48" fmla="*/ 154789 w 293170"/>
                <a:gd name="connsiteY48" fmla="*/ 92971 h 176315"/>
                <a:gd name="connsiteX49" fmla="*/ 146502 w 293170"/>
                <a:gd name="connsiteY49" fmla="*/ 97734 h 176315"/>
                <a:gd name="connsiteX50" fmla="*/ 146502 w 293170"/>
                <a:gd name="connsiteY50" fmla="*/ 97734 h 176315"/>
                <a:gd name="connsiteX51" fmla="*/ 141835 w 293170"/>
                <a:gd name="connsiteY51" fmla="*/ 96496 h 176315"/>
                <a:gd name="connsiteX52" fmla="*/ 107545 w 293170"/>
                <a:gd name="connsiteY52" fmla="*/ 76779 h 176315"/>
                <a:gd name="connsiteX53" fmla="*/ 104020 w 293170"/>
                <a:gd name="connsiteY53" fmla="*/ 63825 h 176315"/>
                <a:gd name="connsiteX54" fmla="*/ 104020 w 293170"/>
                <a:gd name="connsiteY54" fmla="*/ 63825 h 176315"/>
                <a:gd name="connsiteX55" fmla="*/ 116974 w 293170"/>
                <a:gd name="connsiteY55" fmla="*/ 60301 h 176315"/>
                <a:gd name="connsiteX56" fmla="*/ 116974 w 293170"/>
                <a:gd name="connsiteY56" fmla="*/ 60301 h 176315"/>
                <a:gd name="connsiteX57" fmla="*/ 120499 w 293170"/>
                <a:gd name="connsiteY57" fmla="*/ 73255 h 176315"/>
                <a:gd name="connsiteX58" fmla="*/ 120499 w 293170"/>
                <a:gd name="connsiteY58" fmla="*/ 73255 h 176315"/>
                <a:gd name="connsiteX59" fmla="*/ 112307 w 293170"/>
                <a:gd name="connsiteY59" fmla="*/ 78112 h 176315"/>
                <a:gd name="connsiteX60" fmla="*/ 112307 w 293170"/>
                <a:gd name="connsiteY60" fmla="*/ 78112 h 176315"/>
                <a:gd name="connsiteX61" fmla="*/ 107545 w 293170"/>
                <a:gd name="connsiteY61" fmla="*/ 76779 h 176315"/>
                <a:gd name="connsiteX62" fmla="*/ 73255 w 293170"/>
                <a:gd name="connsiteY62" fmla="*/ 57157 h 176315"/>
                <a:gd name="connsiteX63" fmla="*/ 69730 w 293170"/>
                <a:gd name="connsiteY63" fmla="*/ 44108 h 176315"/>
                <a:gd name="connsiteX64" fmla="*/ 69730 w 293170"/>
                <a:gd name="connsiteY64" fmla="*/ 44108 h 176315"/>
                <a:gd name="connsiteX65" fmla="*/ 82780 w 293170"/>
                <a:gd name="connsiteY65" fmla="*/ 40679 h 176315"/>
                <a:gd name="connsiteX66" fmla="*/ 82780 w 293170"/>
                <a:gd name="connsiteY66" fmla="*/ 40679 h 176315"/>
                <a:gd name="connsiteX67" fmla="*/ 86304 w 293170"/>
                <a:gd name="connsiteY67" fmla="*/ 53633 h 176315"/>
                <a:gd name="connsiteX68" fmla="*/ 86304 w 293170"/>
                <a:gd name="connsiteY68" fmla="*/ 53633 h 176315"/>
                <a:gd name="connsiteX69" fmla="*/ 78017 w 293170"/>
                <a:gd name="connsiteY69" fmla="*/ 58396 h 176315"/>
                <a:gd name="connsiteX70" fmla="*/ 78017 w 293170"/>
                <a:gd name="connsiteY70" fmla="*/ 58396 h 176315"/>
                <a:gd name="connsiteX71" fmla="*/ 73255 w 293170"/>
                <a:gd name="connsiteY71" fmla="*/ 57157 h 176315"/>
                <a:gd name="connsiteX72" fmla="*/ 39060 w 293170"/>
                <a:gd name="connsiteY72" fmla="*/ 37441 h 176315"/>
                <a:gd name="connsiteX73" fmla="*/ 35536 w 293170"/>
                <a:gd name="connsiteY73" fmla="*/ 24487 h 176315"/>
                <a:gd name="connsiteX74" fmla="*/ 35536 w 293170"/>
                <a:gd name="connsiteY74" fmla="*/ 24487 h 176315"/>
                <a:gd name="connsiteX75" fmla="*/ 48490 w 293170"/>
                <a:gd name="connsiteY75" fmla="*/ 20962 h 176315"/>
                <a:gd name="connsiteX76" fmla="*/ 48490 w 293170"/>
                <a:gd name="connsiteY76" fmla="*/ 20962 h 176315"/>
                <a:gd name="connsiteX77" fmla="*/ 52014 w 293170"/>
                <a:gd name="connsiteY77" fmla="*/ 33916 h 176315"/>
                <a:gd name="connsiteX78" fmla="*/ 52014 w 293170"/>
                <a:gd name="connsiteY78" fmla="*/ 33916 h 176315"/>
                <a:gd name="connsiteX79" fmla="*/ 43727 w 293170"/>
                <a:gd name="connsiteY79" fmla="*/ 38774 h 176315"/>
                <a:gd name="connsiteX80" fmla="*/ 43727 w 293170"/>
                <a:gd name="connsiteY80" fmla="*/ 38774 h 176315"/>
                <a:gd name="connsiteX81" fmla="*/ 39060 w 293170"/>
                <a:gd name="connsiteY81" fmla="*/ 37441 h 176315"/>
                <a:gd name="connsiteX82" fmla="*/ 4770 w 293170"/>
                <a:gd name="connsiteY82" fmla="*/ 17724 h 176315"/>
                <a:gd name="connsiteX83" fmla="*/ 4770 w 293170"/>
                <a:gd name="connsiteY83" fmla="*/ 17724 h 176315"/>
                <a:gd name="connsiteX84" fmla="*/ 1246 w 293170"/>
                <a:gd name="connsiteY84" fmla="*/ 4770 h 176315"/>
                <a:gd name="connsiteX85" fmla="*/ 1246 w 293170"/>
                <a:gd name="connsiteY85" fmla="*/ 4770 h 176315"/>
                <a:gd name="connsiteX86" fmla="*/ 14295 w 293170"/>
                <a:gd name="connsiteY86" fmla="*/ 1246 h 176315"/>
                <a:gd name="connsiteX87" fmla="*/ 14295 w 293170"/>
                <a:gd name="connsiteY87" fmla="*/ 1246 h 176315"/>
                <a:gd name="connsiteX88" fmla="*/ 17819 w 293170"/>
                <a:gd name="connsiteY88" fmla="*/ 14295 h 176315"/>
                <a:gd name="connsiteX89" fmla="*/ 17819 w 293170"/>
                <a:gd name="connsiteY89" fmla="*/ 14295 h 176315"/>
                <a:gd name="connsiteX90" fmla="*/ 9532 w 293170"/>
                <a:gd name="connsiteY90" fmla="*/ 19057 h 176315"/>
                <a:gd name="connsiteX91" fmla="*/ 9532 w 293170"/>
                <a:gd name="connsiteY91" fmla="*/ 19057 h 176315"/>
                <a:gd name="connsiteX92" fmla="*/ 4770 w 293170"/>
                <a:gd name="connsiteY92" fmla="*/ 17724 h 176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93170" h="176315">
                  <a:moveTo>
                    <a:pt x="278899" y="175077"/>
                  </a:moveTo>
                  <a:cubicBezTo>
                    <a:pt x="274327" y="172410"/>
                    <a:pt x="272708" y="166600"/>
                    <a:pt x="275375" y="162028"/>
                  </a:cubicBezTo>
                  <a:lnTo>
                    <a:pt x="275375" y="162028"/>
                  </a:lnTo>
                  <a:cubicBezTo>
                    <a:pt x="277947" y="157456"/>
                    <a:pt x="283757" y="155932"/>
                    <a:pt x="288329" y="158503"/>
                  </a:cubicBezTo>
                  <a:lnTo>
                    <a:pt x="288329" y="158503"/>
                  </a:lnTo>
                  <a:cubicBezTo>
                    <a:pt x="292901" y="161170"/>
                    <a:pt x="294520" y="166981"/>
                    <a:pt x="291949" y="171553"/>
                  </a:cubicBezTo>
                  <a:lnTo>
                    <a:pt x="291949" y="171553"/>
                  </a:lnTo>
                  <a:cubicBezTo>
                    <a:pt x="290139" y="174601"/>
                    <a:pt x="286900" y="176315"/>
                    <a:pt x="283662" y="176315"/>
                  </a:cubicBezTo>
                  <a:lnTo>
                    <a:pt x="283662" y="176315"/>
                  </a:lnTo>
                  <a:cubicBezTo>
                    <a:pt x="282043" y="176315"/>
                    <a:pt x="280423" y="175934"/>
                    <a:pt x="278899" y="175077"/>
                  </a:cubicBezTo>
                  <a:close/>
                  <a:moveTo>
                    <a:pt x="244609" y="155455"/>
                  </a:moveTo>
                  <a:cubicBezTo>
                    <a:pt x="240037" y="152788"/>
                    <a:pt x="238513" y="146978"/>
                    <a:pt x="241085" y="142406"/>
                  </a:cubicBezTo>
                  <a:lnTo>
                    <a:pt x="241085" y="142406"/>
                  </a:lnTo>
                  <a:cubicBezTo>
                    <a:pt x="243752" y="137834"/>
                    <a:pt x="249562" y="136215"/>
                    <a:pt x="254039" y="138882"/>
                  </a:cubicBezTo>
                  <a:lnTo>
                    <a:pt x="254039" y="138882"/>
                  </a:lnTo>
                  <a:cubicBezTo>
                    <a:pt x="258611" y="141454"/>
                    <a:pt x="260230" y="147359"/>
                    <a:pt x="257659" y="151931"/>
                  </a:cubicBezTo>
                  <a:lnTo>
                    <a:pt x="257659" y="151931"/>
                  </a:lnTo>
                  <a:cubicBezTo>
                    <a:pt x="255849" y="154979"/>
                    <a:pt x="252706" y="156694"/>
                    <a:pt x="249372" y="156694"/>
                  </a:cubicBezTo>
                  <a:lnTo>
                    <a:pt x="249372" y="156694"/>
                  </a:lnTo>
                  <a:cubicBezTo>
                    <a:pt x="247753" y="156694"/>
                    <a:pt x="246133" y="156217"/>
                    <a:pt x="244609" y="155455"/>
                  </a:cubicBezTo>
                  <a:close/>
                  <a:moveTo>
                    <a:pt x="210319" y="135739"/>
                  </a:moveTo>
                  <a:lnTo>
                    <a:pt x="210319" y="135739"/>
                  </a:lnTo>
                  <a:cubicBezTo>
                    <a:pt x="205747" y="133167"/>
                    <a:pt x="204223" y="127357"/>
                    <a:pt x="206795" y="122785"/>
                  </a:cubicBezTo>
                  <a:lnTo>
                    <a:pt x="206795" y="122785"/>
                  </a:lnTo>
                  <a:cubicBezTo>
                    <a:pt x="209462" y="118213"/>
                    <a:pt x="215272" y="116593"/>
                    <a:pt x="219844" y="119260"/>
                  </a:cubicBezTo>
                  <a:lnTo>
                    <a:pt x="219844" y="119260"/>
                  </a:lnTo>
                  <a:cubicBezTo>
                    <a:pt x="224416" y="121927"/>
                    <a:pt x="225940" y="127642"/>
                    <a:pt x="223369" y="132214"/>
                  </a:cubicBezTo>
                  <a:lnTo>
                    <a:pt x="223369" y="132214"/>
                  </a:lnTo>
                  <a:cubicBezTo>
                    <a:pt x="221559" y="135358"/>
                    <a:pt x="218416" y="137072"/>
                    <a:pt x="215082" y="137072"/>
                  </a:cubicBezTo>
                  <a:lnTo>
                    <a:pt x="215082" y="137072"/>
                  </a:lnTo>
                  <a:cubicBezTo>
                    <a:pt x="213463" y="137072"/>
                    <a:pt x="211843" y="136596"/>
                    <a:pt x="210319" y="135739"/>
                  </a:cubicBezTo>
                  <a:close/>
                  <a:moveTo>
                    <a:pt x="176125" y="116117"/>
                  </a:moveTo>
                  <a:lnTo>
                    <a:pt x="176029" y="116117"/>
                  </a:lnTo>
                  <a:cubicBezTo>
                    <a:pt x="171457" y="113545"/>
                    <a:pt x="169933" y="107640"/>
                    <a:pt x="172505" y="103163"/>
                  </a:cubicBezTo>
                  <a:lnTo>
                    <a:pt x="172505" y="103163"/>
                  </a:lnTo>
                  <a:cubicBezTo>
                    <a:pt x="175172" y="98591"/>
                    <a:pt x="180982" y="96972"/>
                    <a:pt x="185554" y="99544"/>
                  </a:cubicBezTo>
                  <a:lnTo>
                    <a:pt x="185554" y="99544"/>
                  </a:lnTo>
                  <a:cubicBezTo>
                    <a:pt x="190126" y="102211"/>
                    <a:pt x="191650" y="108021"/>
                    <a:pt x="189079" y="112593"/>
                  </a:cubicBezTo>
                  <a:lnTo>
                    <a:pt x="189079" y="112593"/>
                  </a:lnTo>
                  <a:cubicBezTo>
                    <a:pt x="187269" y="115641"/>
                    <a:pt x="184126" y="117355"/>
                    <a:pt x="180792" y="117355"/>
                  </a:cubicBezTo>
                  <a:lnTo>
                    <a:pt x="180792" y="117355"/>
                  </a:lnTo>
                  <a:cubicBezTo>
                    <a:pt x="179173" y="117355"/>
                    <a:pt x="177553" y="116974"/>
                    <a:pt x="176125" y="116117"/>
                  </a:cubicBezTo>
                  <a:close/>
                  <a:moveTo>
                    <a:pt x="141835" y="96496"/>
                  </a:moveTo>
                  <a:cubicBezTo>
                    <a:pt x="137263" y="93829"/>
                    <a:pt x="135643" y="88018"/>
                    <a:pt x="138310" y="83446"/>
                  </a:cubicBezTo>
                  <a:lnTo>
                    <a:pt x="138310" y="83446"/>
                  </a:lnTo>
                  <a:cubicBezTo>
                    <a:pt x="140882" y="78874"/>
                    <a:pt x="146692" y="77350"/>
                    <a:pt x="151264" y="79922"/>
                  </a:cubicBezTo>
                  <a:lnTo>
                    <a:pt x="151264" y="79922"/>
                  </a:lnTo>
                  <a:cubicBezTo>
                    <a:pt x="155836" y="82589"/>
                    <a:pt x="157456" y="88399"/>
                    <a:pt x="154789" y="92971"/>
                  </a:cubicBezTo>
                  <a:lnTo>
                    <a:pt x="154789" y="92971"/>
                  </a:lnTo>
                  <a:cubicBezTo>
                    <a:pt x="153074" y="96019"/>
                    <a:pt x="149836" y="97734"/>
                    <a:pt x="146502" y="97734"/>
                  </a:cubicBezTo>
                  <a:lnTo>
                    <a:pt x="146502" y="97734"/>
                  </a:lnTo>
                  <a:cubicBezTo>
                    <a:pt x="144883" y="97734"/>
                    <a:pt x="143263" y="97353"/>
                    <a:pt x="141835" y="96496"/>
                  </a:cubicBezTo>
                  <a:close/>
                  <a:moveTo>
                    <a:pt x="107545" y="76779"/>
                  </a:moveTo>
                  <a:cubicBezTo>
                    <a:pt x="102973" y="74207"/>
                    <a:pt x="101449" y="68397"/>
                    <a:pt x="104020" y="63825"/>
                  </a:cubicBezTo>
                  <a:lnTo>
                    <a:pt x="104020" y="63825"/>
                  </a:lnTo>
                  <a:cubicBezTo>
                    <a:pt x="106687" y="59253"/>
                    <a:pt x="112498" y="57634"/>
                    <a:pt x="116974" y="60301"/>
                  </a:cubicBezTo>
                  <a:lnTo>
                    <a:pt x="116974" y="60301"/>
                  </a:lnTo>
                  <a:cubicBezTo>
                    <a:pt x="121546" y="62872"/>
                    <a:pt x="123166" y="68778"/>
                    <a:pt x="120499" y="73255"/>
                  </a:cubicBezTo>
                  <a:lnTo>
                    <a:pt x="120499" y="73255"/>
                  </a:lnTo>
                  <a:cubicBezTo>
                    <a:pt x="118784" y="76398"/>
                    <a:pt x="115546" y="78112"/>
                    <a:pt x="112307" y="78112"/>
                  </a:cubicBezTo>
                  <a:lnTo>
                    <a:pt x="112307" y="78112"/>
                  </a:lnTo>
                  <a:cubicBezTo>
                    <a:pt x="110688" y="78112"/>
                    <a:pt x="109069" y="77636"/>
                    <a:pt x="107545" y="76779"/>
                  </a:cubicBezTo>
                  <a:close/>
                  <a:moveTo>
                    <a:pt x="73255" y="57157"/>
                  </a:moveTo>
                  <a:cubicBezTo>
                    <a:pt x="68683" y="54490"/>
                    <a:pt x="67159" y="48680"/>
                    <a:pt x="69730" y="44108"/>
                  </a:cubicBezTo>
                  <a:lnTo>
                    <a:pt x="69730" y="44108"/>
                  </a:lnTo>
                  <a:cubicBezTo>
                    <a:pt x="72397" y="39536"/>
                    <a:pt x="78208" y="38012"/>
                    <a:pt x="82780" y="40679"/>
                  </a:cubicBezTo>
                  <a:lnTo>
                    <a:pt x="82780" y="40679"/>
                  </a:lnTo>
                  <a:cubicBezTo>
                    <a:pt x="87352" y="43251"/>
                    <a:pt x="88876" y="49061"/>
                    <a:pt x="86304" y="53633"/>
                  </a:cubicBezTo>
                  <a:lnTo>
                    <a:pt x="86304" y="53633"/>
                  </a:lnTo>
                  <a:cubicBezTo>
                    <a:pt x="84494" y="56681"/>
                    <a:pt x="81351" y="58396"/>
                    <a:pt x="78017" y="58396"/>
                  </a:cubicBezTo>
                  <a:lnTo>
                    <a:pt x="78017" y="58396"/>
                  </a:lnTo>
                  <a:cubicBezTo>
                    <a:pt x="76398" y="58396"/>
                    <a:pt x="74779" y="58015"/>
                    <a:pt x="73255" y="57157"/>
                  </a:cubicBezTo>
                  <a:close/>
                  <a:moveTo>
                    <a:pt x="39060" y="37441"/>
                  </a:moveTo>
                  <a:cubicBezTo>
                    <a:pt x="34488" y="34869"/>
                    <a:pt x="32869" y="28963"/>
                    <a:pt x="35536" y="24487"/>
                  </a:cubicBezTo>
                  <a:lnTo>
                    <a:pt x="35536" y="24487"/>
                  </a:lnTo>
                  <a:cubicBezTo>
                    <a:pt x="38203" y="19915"/>
                    <a:pt x="43918" y="18295"/>
                    <a:pt x="48490" y="20962"/>
                  </a:cubicBezTo>
                  <a:lnTo>
                    <a:pt x="48490" y="20962"/>
                  </a:lnTo>
                  <a:cubicBezTo>
                    <a:pt x="53062" y="23534"/>
                    <a:pt x="54681" y="29344"/>
                    <a:pt x="52014" y="33916"/>
                  </a:cubicBezTo>
                  <a:lnTo>
                    <a:pt x="52014" y="33916"/>
                  </a:lnTo>
                  <a:cubicBezTo>
                    <a:pt x="50299" y="36964"/>
                    <a:pt x="47061" y="38774"/>
                    <a:pt x="43727" y="38774"/>
                  </a:cubicBezTo>
                  <a:lnTo>
                    <a:pt x="43727" y="38774"/>
                  </a:lnTo>
                  <a:cubicBezTo>
                    <a:pt x="42108" y="38774"/>
                    <a:pt x="40489" y="38298"/>
                    <a:pt x="39060" y="37441"/>
                  </a:cubicBezTo>
                  <a:close/>
                  <a:moveTo>
                    <a:pt x="4770" y="17724"/>
                  </a:moveTo>
                  <a:lnTo>
                    <a:pt x="4770" y="17724"/>
                  </a:lnTo>
                  <a:cubicBezTo>
                    <a:pt x="198" y="15152"/>
                    <a:pt x="-1326" y="9342"/>
                    <a:pt x="1246" y="4770"/>
                  </a:cubicBezTo>
                  <a:lnTo>
                    <a:pt x="1246" y="4770"/>
                  </a:lnTo>
                  <a:cubicBezTo>
                    <a:pt x="3913" y="198"/>
                    <a:pt x="9723" y="-1326"/>
                    <a:pt x="14295" y="1246"/>
                  </a:cubicBezTo>
                  <a:lnTo>
                    <a:pt x="14295" y="1246"/>
                  </a:lnTo>
                  <a:cubicBezTo>
                    <a:pt x="18867" y="3817"/>
                    <a:pt x="20391" y="9723"/>
                    <a:pt x="17819" y="14295"/>
                  </a:cubicBezTo>
                  <a:lnTo>
                    <a:pt x="17819" y="14295"/>
                  </a:lnTo>
                  <a:cubicBezTo>
                    <a:pt x="16009" y="17343"/>
                    <a:pt x="12866" y="19057"/>
                    <a:pt x="9532" y="19057"/>
                  </a:cubicBezTo>
                  <a:lnTo>
                    <a:pt x="9532" y="19057"/>
                  </a:lnTo>
                  <a:cubicBezTo>
                    <a:pt x="7913" y="19057"/>
                    <a:pt x="6294" y="18581"/>
                    <a:pt x="4770" y="177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87F36CD-5B72-F968-E0A0-FE7DA489D0A4}"/>
                </a:ext>
              </a:extLst>
            </p:cNvPr>
            <p:cNvSpPr/>
            <p:nvPr/>
          </p:nvSpPr>
          <p:spPr>
            <a:xfrm>
              <a:off x="6514663" y="3151957"/>
              <a:ext cx="36637" cy="49585"/>
            </a:xfrm>
            <a:custGeom>
              <a:avLst/>
              <a:gdLst>
                <a:gd name="connsiteX0" fmla="*/ 18153 w 36637"/>
                <a:gd name="connsiteY0" fmla="*/ 43108 h 49585"/>
                <a:gd name="connsiteX1" fmla="*/ 24058 w 36637"/>
                <a:gd name="connsiteY1" fmla="*/ 31012 h 49585"/>
                <a:gd name="connsiteX2" fmla="*/ 24058 w 36637"/>
                <a:gd name="connsiteY2" fmla="*/ 31012 h 49585"/>
                <a:gd name="connsiteX3" fmla="*/ 36155 w 36637"/>
                <a:gd name="connsiteY3" fmla="*/ 37012 h 49585"/>
                <a:gd name="connsiteX4" fmla="*/ 36155 w 36637"/>
                <a:gd name="connsiteY4" fmla="*/ 37012 h 49585"/>
                <a:gd name="connsiteX5" fmla="*/ 30154 w 36637"/>
                <a:gd name="connsiteY5" fmla="*/ 49014 h 49585"/>
                <a:gd name="connsiteX6" fmla="*/ 30154 w 36637"/>
                <a:gd name="connsiteY6" fmla="*/ 49014 h 49585"/>
                <a:gd name="connsiteX7" fmla="*/ 27106 w 36637"/>
                <a:gd name="connsiteY7" fmla="*/ 49585 h 49585"/>
                <a:gd name="connsiteX8" fmla="*/ 27106 w 36637"/>
                <a:gd name="connsiteY8" fmla="*/ 49585 h 49585"/>
                <a:gd name="connsiteX9" fmla="*/ 18153 w 36637"/>
                <a:gd name="connsiteY9" fmla="*/ 43108 h 49585"/>
                <a:gd name="connsiteX10" fmla="*/ 2341 w 36637"/>
                <a:gd name="connsiteY10" fmla="*/ 15867 h 49585"/>
                <a:gd name="connsiteX11" fmla="*/ 3199 w 36637"/>
                <a:gd name="connsiteY11" fmla="*/ 2341 h 49585"/>
                <a:gd name="connsiteX12" fmla="*/ 3199 w 36637"/>
                <a:gd name="connsiteY12" fmla="*/ 2341 h 49585"/>
                <a:gd name="connsiteX13" fmla="*/ 16629 w 36637"/>
                <a:gd name="connsiteY13" fmla="*/ 3199 h 49585"/>
                <a:gd name="connsiteX14" fmla="*/ 16629 w 36637"/>
                <a:gd name="connsiteY14" fmla="*/ 3199 h 49585"/>
                <a:gd name="connsiteX15" fmla="*/ 15772 w 36637"/>
                <a:gd name="connsiteY15" fmla="*/ 16724 h 49585"/>
                <a:gd name="connsiteX16" fmla="*/ 15772 w 36637"/>
                <a:gd name="connsiteY16" fmla="*/ 16724 h 49585"/>
                <a:gd name="connsiteX17" fmla="*/ 9485 w 36637"/>
                <a:gd name="connsiteY17" fmla="*/ 19010 h 49585"/>
                <a:gd name="connsiteX18" fmla="*/ 9485 w 36637"/>
                <a:gd name="connsiteY18" fmla="*/ 19010 h 49585"/>
                <a:gd name="connsiteX19" fmla="*/ 2341 w 36637"/>
                <a:gd name="connsiteY19" fmla="*/ 15867 h 4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637" h="49585">
                  <a:moveTo>
                    <a:pt x="18153" y="43108"/>
                  </a:moveTo>
                  <a:cubicBezTo>
                    <a:pt x="16438" y="38060"/>
                    <a:pt x="19105" y="32726"/>
                    <a:pt x="24058" y="31012"/>
                  </a:cubicBezTo>
                  <a:lnTo>
                    <a:pt x="24058" y="31012"/>
                  </a:lnTo>
                  <a:cubicBezTo>
                    <a:pt x="29011" y="29297"/>
                    <a:pt x="34536" y="32059"/>
                    <a:pt x="36155" y="37012"/>
                  </a:cubicBezTo>
                  <a:lnTo>
                    <a:pt x="36155" y="37012"/>
                  </a:lnTo>
                  <a:cubicBezTo>
                    <a:pt x="37774" y="41965"/>
                    <a:pt x="35203" y="47395"/>
                    <a:pt x="30154" y="49014"/>
                  </a:cubicBezTo>
                  <a:lnTo>
                    <a:pt x="30154" y="49014"/>
                  </a:lnTo>
                  <a:cubicBezTo>
                    <a:pt x="29202" y="49395"/>
                    <a:pt x="28154" y="49585"/>
                    <a:pt x="27106" y="49585"/>
                  </a:cubicBezTo>
                  <a:lnTo>
                    <a:pt x="27106" y="49585"/>
                  </a:lnTo>
                  <a:cubicBezTo>
                    <a:pt x="23201" y="49585"/>
                    <a:pt x="19486" y="47014"/>
                    <a:pt x="18153" y="43108"/>
                  </a:cubicBezTo>
                  <a:close/>
                  <a:moveTo>
                    <a:pt x="2341" y="15867"/>
                  </a:moveTo>
                  <a:cubicBezTo>
                    <a:pt x="-1088" y="11866"/>
                    <a:pt x="-707" y="5866"/>
                    <a:pt x="3199" y="2341"/>
                  </a:cubicBezTo>
                  <a:lnTo>
                    <a:pt x="3199" y="2341"/>
                  </a:lnTo>
                  <a:cubicBezTo>
                    <a:pt x="7104" y="-1088"/>
                    <a:pt x="13105" y="-707"/>
                    <a:pt x="16629" y="3199"/>
                  </a:cubicBezTo>
                  <a:lnTo>
                    <a:pt x="16629" y="3199"/>
                  </a:lnTo>
                  <a:cubicBezTo>
                    <a:pt x="20153" y="7199"/>
                    <a:pt x="19772" y="13200"/>
                    <a:pt x="15772" y="16724"/>
                  </a:cubicBezTo>
                  <a:lnTo>
                    <a:pt x="15772" y="16724"/>
                  </a:lnTo>
                  <a:cubicBezTo>
                    <a:pt x="13962" y="18248"/>
                    <a:pt x="11771" y="19010"/>
                    <a:pt x="9485" y="19010"/>
                  </a:cubicBezTo>
                  <a:lnTo>
                    <a:pt x="9485" y="19010"/>
                  </a:lnTo>
                  <a:cubicBezTo>
                    <a:pt x="6818" y="19010"/>
                    <a:pt x="4246" y="17962"/>
                    <a:pt x="2341" y="158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F07BF63-E7D5-B97B-0453-D951DDB26452}"/>
                </a:ext>
              </a:extLst>
            </p:cNvPr>
            <p:cNvSpPr/>
            <p:nvPr/>
          </p:nvSpPr>
          <p:spPr>
            <a:xfrm>
              <a:off x="6537674" y="3257358"/>
              <a:ext cx="19145" cy="138874"/>
            </a:xfrm>
            <a:custGeom>
              <a:avLst/>
              <a:gdLst>
                <a:gd name="connsiteX0" fmla="*/ 0 w 19145"/>
                <a:gd name="connsiteY0" fmla="*/ 129350 h 138874"/>
                <a:gd name="connsiteX1" fmla="*/ 9525 w 19145"/>
                <a:gd name="connsiteY1" fmla="*/ 119825 h 138874"/>
                <a:gd name="connsiteX2" fmla="*/ 9525 w 19145"/>
                <a:gd name="connsiteY2" fmla="*/ 119825 h 138874"/>
                <a:gd name="connsiteX3" fmla="*/ 19050 w 19145"/>
                <a:gd name="connsiteY3" fmla="*/ 129350 h 138874"/>
                <a:gd name="connsiteX4" fmla="*/ 19050 w 19145"/>
                <a:gd name="connsiteY4" fmla="*/ 129350 h 138874"/>
                <a:gd name="connsiteX5" fmla="*/ 9525 w 19145"/>
                <a:gd name="connsiteY5" fmla="*/ 138875 h 138874"/>
                <a:gd name="connsiteX6" fmla="*/ 9525 w 19145"/>
                <a:gd name="connsiteY6" fmla="*/ 138875 h 138874"/>
                <a:gd name="connsiteX7" fmla="*/ 0 w 19145"/>
                <a:gd name="connsiteY7" fmla="*/ 129350 h 138874"/>
                <a:gd name="connsiteX8" fmla="*/ 0 w 19145"/>
                <a:gd name="connsiteY8" fmla="*/ 89440 h 138874"/>
                <a:gd name="connsiteX9" fmla="*/ 9620 w 19145"/>
                <a:gd name="connsiteY9" fmla="*/ 79915 h 138874"/>
                <a:gd name="connsiteX10" fmla="*/ 9620 w 19145"/>
                <a:gd name="connsiteY10" fmla="*/ 79915 h 138874"/>
                <a:gd name="connsiteX11" fmla="*/ 19050 w 19145"/>
                <a:gd name="connsiteY11" fmla="*/ 89440 h 138874"/>
                <a:gd name="connsiteX12" fmla="*/ 19050 w 19145"/>
                <a:gd name="connsiteY12" fmla="*/ 89440 h 138874"/>
                <a:gd name="connsiteX13" fmla="*/ 9525 w 19145"/>
                <a:gd name="connsiteY13" fmla="*/ 98965 h 138874"/>
                <a:gd name="connsiteX14" fmla="*/ 9525 w 19145"/>
                <a:gd name="connsiteY14" fmla="*/ 98965 h 138874"/>
                <a:gd name="connsiteX15" fmla="*/ 0 w 19145"/>
                <a:gd name="connsiteY15" fmla="*/ 89440 h 138874"/>
                <a:gd name="connsiteX16" fmla="*/ 0 w 19145"/>
                <a:gd name="connsiteY16" fmla="*/ 89440 h 138874"/>
                <a:gd name="connsiteX17" fmla="*/ 0 w 19145"/>
                <a:gd name="connsiteY17" fmla="*/ 89440 h 138874"/>
                <a:gd name="connsiteX18" fmla="*/ 95 w 19145"/>
                <a:gd name="connsiteY18" fmla="*/ 49435 h 138874"/>
                <a:gd name="connsiteX19" fmla="*/ 9620 w 19145"/>
                <a:gd name="connsiteY19" fmla="*/ 40005 h 138874"/>
                <a:gd name="connsiteX20" fmla="*/ 9620 w 19145"/>
                <a:gd name="connsiteY20" fmla="*/ 40005 h 138874"/>
                <a:gd name="connsiteX21" fmla="*/ 19145 w 19145"/>
                <a:gd name="connsiteY21" fmla="*/ 49435 h 138874"/>
                <a:gd name="connsiteX22" fmla="*/ 19145 w 19145"/>
                <a:gd name="connsiteY22" fmla="*/ 49435 h 138874"/>
                <a:gd name="connsiteX23" fmla="*/ 9620 w 19145"/>
                <a:gd name="connsiteY23" fmla="*/ 59055 h 138874"/>
                <a:gd name="connsiteX24" fmla="*/ 9620 w 19145"/>
                <a:gd name="connsiteY24" fmla="*/ 59055 h 138874"/>
                <a:gd name="connsiteX25" fmla="*/ 95 w 19145"/>
                <a:gd name="connsiteY25" fmla="*/ 49435 h 138874"/>
                <a:gd name="connsiteX26" fmla="*/ 95 w 19145"/>
                <a:gd name="connsiteY26" fmla="*/ 9525 h 138874"/>
                <a:gd name="connsiteX27" fmla="*/ 9620 w 19145"/>
                <a:gd name="connsiteY27" fmla="*/ 0 h 138874"/>
                <a:gd name="connsiteX28" fmla="*/ 9620 w 19145"/>
                <a:gd name="connsiteY28" fmla="*/ 0 h 138874"/>
                <a:gd name="connsiteX29" fmla="*/ 19050 w 19145"/>
                <a:gd name="connsiteY29" fmla="*/ 9525 h 138874"/>
                <a:gd name="connsiteX30" fmla="*/ 19145 w 19145"/>
                <a:gd name="connsiteY30" fmla="*/ 9525 h 138874"/>
                <a:gd name="connsiteX31" fmla="*/ 9620 w 19145"/>
                <a:gd name="connsiteY31" fmla="*/ 19050 h 138874"/>
                <a:gd name="connsiteX32" fmla="*/ 9620 w 19145"/>
                <a:gd name="connsiteY32" fmla="*/ 19050 h 138874"/>
                <a:gd name="connsiteX33" fmla="*/ 95 w 19145"/>
                <a:gd name="connsiteY33" fmla="*/ 9525 h 13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45" h="138874">
                  <a:moveTo>
                    <a:pt x="0" y="129350"/>
                  </a:moveTo>
                  <a:cubicBezTo>
                    <a:pt x="0" y="124111"/>
                    <a:pt x="4286" y="119825"/>
                    <a:pt x="9525" y="119825"/>
                  </a:cubicBezTo>
                  <a:lnTo>
                    <a:pt x="9525" y="119825"/>
                  </a:lnTo>
                  <a:cubicBezTo>
                    <a:pt x="14859" y="119825"/>
                    <a:pt x="19050" y="124111"/>
                    <a:pt x="19050" y="129350"/>
                  </a:cubicBezTo>
                  <a:lnTo>
                    <a:pt x="19050" y="129350"/>
                  </a:lnTo>
                  <a:cubicBezTo>
                    <a:pt x="19050" y="134588"/>
                    <a:pt x="14859" y="138875"/>
                    <a:pt x="9525" y="138875"/>
                  </a:cubicBezTo>
                  <a:lnTo>
                    <a:pt x="9525" y="138875"/>
                  </a:lnTo>
                  <a:cubicBezTo>
                    <a:pt x="4286" y="138875"/>
                    <a:pt x="0" y="134588"/>
                    <a:pt x="0" y="129350"/>
                  </a:cubicBezTo>
                  <a:close/>
                  <a:moveTo>
                    <a:pt x="0" y="89440"/>
                  </a:moveTo>
                  <a:cubicBezTo>
                    <a:pt x="95" y="84106"/>
                    <a:pt x="4286" y="79915"/>
                    <a:pt x="9620" y="79915"/>
                  </a:cubicBezTo>
                  <a:lnTo>
                    <a:pt x="9620" y="79915"/>
                  </a:lnTo>
                  <a:cubicBezTo>
                    <a:pt x="14859" y="79915"/>
                    <a:pt x="19050" y="84201"/>
                    <a:pt x="19050" y="89440"/>
                  </a:cubicBezTo>
                  <a:lnTo>
                    <a:pt x="19050" y="89440"/>
                  </a:lnTo>
                  <a:cubicBezTo>
                    <a:pt x="19050" y="94678"/>
                    <a:pt x="14859" y="98965"/>
                    <a:pt x="9525" y="98965"/>
                  </a:cubicBezTo>
                  <a:lnTo>
                    <a:pt x="9525" y="98965"/>
                  </a:lnTo>
                  <a:cubicBezTo>
                    <a:pt x="4286" y="98965"/>
                    <a:pt x="95" y="94678"/>
                    <a:pt x="0" y="89440"/>
                  </a:cubicBezTo>
                  <a:close/>
                  <a:moveTo>
                    <a:pt x="0" y="89440"/>
                  </a:moveTo>
                  <a:lnTo>
                    <a:pt x="0" y="89440"/>
                  </a:lnTo>
                  <a:close/>
                  <a:moveTo>
                    <a:pt x="95" y="49435"/>
                  </a:moveTo>
                  <a:cubicBezTo>
                    <a:pt x="95" y="44196"/>
                    <a:pt x="4286" y="40005"/>
                    <a:pt x="9620" y="40005"/>
                  </a:cubicBezTo>
                  <a:lnTo>
                    <a:pt x="9620" y="40005"/>
                  </a:lnTo>
                  <a:cubicBezTo>
                    <a:pt x="14859" y="40005"/>
                    <a:pt x="19145" y="44196"/>
                    <a:pt x="19145" y="49435"/>
                  </a:cubicBezTo>
                  <a:lnTo>
                    <a:pt x="19145" y="49435"/>
                  </a:lnTo>
                  <a:cubicBezTo>
                    <a:pt x="19145" y="54769"/>
                    <a:pt x="14859" y="59055"/>
                    <a:pt x="9620" y="59055"/>
                  </a:cubicBezTo>
                  <a:lnTo>
                    <a:pt x="9620" y="59055"/>
                  </a:lnTo>
                  <a:cubicBezTo>
                    <a:pt x="4286" y="59055"/>
                    <a:pt x="95" y="54769"/>
                    <a:pt x="95" y="49435"/>
                  </a:cubicBezTo>
                  <a:close/>
                  <a:moveTo>
                    <a:pt x="95" y="9525"/>
                  </a:moveTo>
                  <a:cubicBezTo>
                    <a:pt x="95" y="4286"/>
                    <a:pt x="4286" y="0"/>
                    <a:pt x="9620" y="0"/>
                  </a:cubicBezTo>
                  <a:lnTo>
                    <a:pt x="9620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145" y="9525"/>
                  </a:lnTo>
                  <a:cubicBezTo>
                    <a:pt x="19145" y="14764"/>
                    <a:pt x="14859" y="19050"/>
                    <a:pt x="9620" y="19050"/>
                  </a:cubicBezTo>
                  <a:lnTo>
                    <a:pt x="9620" y="19050"/>
                  </a:lnTo>
                  <a:cubicBezTo>
                    <a:pt x="4286" y="19050"/>
                    <a:pt x="95" y="14764"/>
                    <a:pt x="95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F2F62A6-EB0C-BC3C-2793-A7CA0FA51A5C}"/>
                </a:ext>
              </a:extLst>
            </p:cNvPr>
            <p:cNvSpPr/>
            <p:nvPr/>
          </p:nvSpPr>
          <p:spPr>
            <a:xfrm>
              <a:off x="6088284" y="2959321"/>
              <a:ext cx="19050" cy="144494"/>
            </a:xfrm>
            <a:custGeom>
              <a:avLst/>
              <a:gdLst>
                <a:gd name="connsiteX0" fmla="*/ 0 w 19050"/>
                <a:gd name="connsiteY0" fmla="*/ 134969 h 144494"/>
                <a:gd name="connsiteX1" fmla="*/ 9525 w 19050"/>
                <a:gd name="connsiteY1" fmla="*/ 125444 h 144494"/>
                <a:gd name="connsiteX2" fmla="*/ 9525 w 19050"/>
                <a:gd name="connsiteY2" fmla="*/ 125444 h 144494"/>
                <a:gd name="connsiteX3" fmla="*/ 19050 w 19050"/>
                <a:gd name="connsiteY3" fmla="*/ 134969 h 144494"/>
                <a:gd name="connsiteX4" fmla="*/ 19050 w 19050"/>
                <a:gd name="connsiteY4" fmla="*/ 134969 h 144494"/>
                <a:gd name="connsiteX5" fmla="*/ 9525 w 19050"/>
                <a:gd name="connsiteY5" fmla="*/ 144494 h 144494"/>
                <a:gd name="connsiteX6" fmla="*/ 9525 w 19050"/>
                <a:gd name="connsiteY6" fmla="*/ 144494 h 144494"/>
                <a:gd name="connsiteX7" fmla="*/ 0 w 19050"/>
                <a:gd name="connsiteY7" fmla="*/ 134969 h 144494"/>
                <a:gd name="connsiteX8" fmla="*/ 0 w 19050"/>
                <a:gd name="connsiteY8" fmla="*/ 93155 h 144494"/>
                <a:gd name="connsiteX9" fmla="*/ 9525 w 19050"/>
                <a:gd name="connsiteY9" fmla="*/ 83630 h 144494"/>
                <a:gd name="connsiteX10" fmla="*/ 9525 w 19050"/>
                <a:gd name="connsiteY10" fmla="*/ 83630 h 144494"/>
                <a:gd name="connsiteX11" fmla="*/ 19050 w 19050"/>
                <a:gd name="connsiteY11" fmla="*/ 93155 h 144494"/>
                <a:gd name="connsiteX12" fmla="*/ 19050 w 19050"/>
                <a:gd name="connsiteY12" fmla="*/ 93155 h 144494"/>
                <a:gd name="connsiteX13" fmla="*/ 9525 w 19050"/>
                <a:gd name="connsiteY13" fmla="*/ 102680 h 144494"/>
                <a:gd name="connsiteX14" fmla="*/ 9525 w 19050"/>
                <a:gd name="connsiteY14" fmla="*/ 102680 h 144494"/>
                <a:gd name="connsiteX15" fmla="*/ 0 w 19050"/>
                <a:gd name="connsiteY15" fmla="*/ 93155 h 144494"/>
                <a:gd name="connsiteX16" fmla="*/ 0 w 19050"/>
                <a:gd name="connsiteY16" fmla="*/ 51340 h 144494"/>
                <a:gd name="connsiteX17" fmla="*/ 9525 w 19050"/>
                <a:gd name="connsiteY17" fmla="*/ 41815 h 144494"/>
                <a:gd name="connsiteX18" fmla="*/ 9525 w 19050"/>
                <a:gd name="connsiteY18" fmla="*/ 41815 h 144494"/>
                <a:gd name="connsiteX19" fmla="*/ 19050 w 19050"/>
                <a:gd name="connsiteY19" fmla="*/ 51340 h 144494"/>
                <a:gd name="connsiteX20" fmla="*/ 19050 w 19050"/>
                <a:gd name="connsiteY20" fmla="*/ 51340 h 144494"/>
                <a:gd name="connsiteX21" fmla="*/ 9525 w 19050"/>
                <a:gd name="connsiteY21" fmla="*/ 60865 h 144494"/>
                <a:gd name="connsiteX22" fmla="*/ 9525 w 19050"/>
                <a:gd name="connsiteY22" fmla="*/ 60865 h 144494"/>
                <a:gd name="connsiteX23" fmla="*/ 0 w 19050"/>
                <a:gd name="connsiteY23" fmla="*/ 51340 h 144494"/>
                <a:gd name="connsiteX24" fmla="*/ 0 w 19050"/>
                <a:gd name="connsiteY24" fmla="*/ 9525 h 144494"/>
                <a:gd name="connsiteX25" fmla="*/ 9525 w 19050"/>
                <a:gd name="connsiteY25" fmla="*/ 0 h 144494"/>
                <a:gd name="connsiteX26" fmla="*/ 9525 w 19050"/>
                <a:gd name="connsiteY26" fmla="*/ 0 h 144494"/>
                <a:gd name="connsiteX27" fmla="*/ 19050 w 19050"/>
                <a:gd name="connsiteY27" fmla="*/ 9525 h 144494"/>
                <a:gd name="connsiteX28" fmla="*/ 19050 w 19050"/>
                <a:gd name="connsiteY28" fmla="*/ 9525 h 144494"/>
                <a:gd name="connsiteX29" fmla="*/ 9525 w 19050"/>
                <a:gd name="connsiteY29" fmla="*/ 19050 h 144494"/>
                <a:gd name="connsiteX30" fmla="*/ 9525 w 19050"/>
                <a:gd name="connsiteY30" fmla="*/ 19050 h 144494"/>
                <a:gd name="connsiteX31" fmla="*/ 0 w 19050"/>
                <a:gd name="connsiteY31" fmla="*/ 9525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050" h="144494">
                  <a:moveTo>
                    <a:pt x="0" y="134969"/>
                  </a:moveTo>
                  <a:cubicBezTo>
                    <a:pt x="0" y="129730"/>
                    <a:pt x="4286" y="125444"/>
                    <a:pt x="9525" y="125444"/>
                  </a:cubicBezTo>
                  <a:lnTo>
                    <a:pt x="9525" y="125444"/>
                  </a:lnTo>
                  <a:cubicBezTo>
                    <a:pt x="14764" y="125444"/>
                    <a:pt x="19050" y="129730"/>
                    <a:pt x="19050" y="134969"/>
                  </a:cubicBezTo>
                  <a:lnTo>
                    <a:pt x="19050" y="134969"/>
                  </a:lnTo>
                  <a:cubicBezTo>
                    <a:pt x="19050" y="140208"/>
                    <a:pt x="14764" y="144494"/>
                    <a:pt x="9525" y="144494"/>
                  </a:cubicBezTo>
                  <a:lnTo>
                    <a:pt x="9525" y="144494"/>
                  </a:lnTo>
                  <a:cubicBezTo>
                    <a:pt x="4286" y="144494"/>
                    <a:pt x="0" y="140208"/>
                    <a:pt x="0" y="134969"/>
                  </a:cubicBezTo>
                  <a:close/>
                  <a:moveTo>
                    <a:pt x="0" y="93155"/>
                  </a:moveTo>
                  <a:cubicBezTo>
                    <a:pt x="0" y="87916"/>
                    <a:pt x="4286" y="83630"/>
                    <a:pt x="9525" y="83630"/>
                  </a:cubicBezTo>
                  <a:lnTo>
                    <a:pt x="9525" y="83630"/>
                  </a:lnTo>
                  <a:cubicBezTo>
                    <a:pt x="14764" y="83630"/>
                    <a:pt x="19050" y="87916"/>
                    <a:pt x="19050" y="93155"/>
                  </a:cubicBezTo>
                  <a:lnTo>
                    <a:pt x="19050" y="93155"/>
                  </a:lnTo>
                  <a:cubicBezTo>
                    <a:pt x="19050" y="98393"/>
                    <a:pt x="14764" y="102680"/>
                    <a:pt x="9525" y="102680"/>
                  </a:cubicBezTo>
                  <a:lnTo>
                    <a:pt x="9525" y="102680"/>
                  </a:lnTo>
                  <a:cubicBezTo>
                    <a:pt x="4286" y="102680"/>
                    <a:pt x="0" y="98393"/>
                    <a:pt x="0" y="93155"/>
                  </a:cubicBezTo>
                  <a:close/>
                  <a:moveTo>
                    <a:pt x="0" y="51340"/>
                  </a:moveTo>
                  <a:cubicBezTo>
                    <a:pt x="0" y="46101"/>
                    <a:pt x="4286" y="41815"/>
                    <a:pt x="9525" y="41815"/>
                  </a:cubicBezTo>
                  <a:lnTo>
                    <a:pt x="9525" y="41815"/>
                  </a:lnTo>
                  <a:cubicBezTo>
                    <a:pt x="14764" y="41815"/>
                    <a:pt x="19050" y="46101"/>
                    <a:pt x="19050" y="51340"/>
                  </a:cubicBezTo>
                  <a:lnTo>
                    <a:pt x="19050" y="51340"/>
                  </a:lnTo>
                  <a:cubicBezTo>
                    <a:pt x="19050" y="56579"/>
                    <a:pt x="14764" y="60865"/>
                    <a:pt x="9525" y="60865"/>
                  </a:cubicBezTo>
                  <a:lnTo>
                    <a:pt x="9525" y="60865"/>
                  </a:lnTo>
                  <a:cubicBezTo>
                    <a:pt x="4286" y="60865"/>
                    <a:pt x="0" y="56579"/>
                    <a:pt x="0" y="51340"/>
                  </a:cubicBezTo>
                  <a:close/>
                  <a:moveTo>
                    <a:pt x="0" y="9525"/>
                  </a:moveTo>
                  <a:cubicBezTo>
                    <a:pt x="0" y="4191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191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11D23C0-B081-0392-0589-EAF0FAE2A427}"/>
                </a:ext>
              </a:extLst>
            </p:cNvPr>
            <p:cNvSpPr/>
            <p:nvPr/>
          </p:nvSpPr>
          <p:spPr>
            <a:xfrm>
              <a:off x="5819485" y="3158725"/>
              <a:ext cx="268616" cy="436390"/>
            </a:xfrm>
            <a:custGeom>
              <a:avLst/>
              <a:gdLst>
                <a:gd name="connsiteX0" fmla="*/ 4671 w 268616"/>
                <a:gd name="connsiteY0" fmla="*/ 435057 h 436390"/>
                <a:gd name="connsiteX1" fmla="*/ 1337 w 268616"/>
                <a:gd name="connsiteY1" fmla="*/ 422007 h 436390"/>
                <a:gd name="connsiteX2" fmla="*/ 1337 w 268616"/>
                <a:gd name="connsiteY2" fmla="*/ 422007 h 436390"/>
                <a:gd name="connsiteX3" fmla="*/ 14387 w 268616"/>
                <a:gd name="connsiteY3" fmla="*/ 418674 h 436390"/>
                <a:gd name="connsiteX4" fmla="*/ 14387 w 268616"/>
                <a:gd name="connsiteY4" fmla="*/ 418674 h 436390"/>
                <a:gd name="connsiteX5" fmla="*/ 17720 w 268616"/>
                <a:gd name="connsiteY5" fmla="*/ 431723 h 436390"/>
                <a:gd name="connsiteX6" fmla="*/ 17720 w 268616"/>
                <a:gd name="connsiteY6" fmla="*/ 431723 h 436390"/>
                <a:gd name="connsiteX7" fmla="*/ 9529 w 268616"/>
                <a:gd name="connsiteY7" fmla="*/ 436390 h 436390"/>
                <a:gd name="connsiteX8" fmla="*/ 9529 w 268616"/>
                <a:gd name="connsiteY8" fmla="*/ 436390 h 436390"/>
                <a:gd name="connsiteX9" fmla="*/ 4671 w 268616"/>
                <a:gd name="connsiteY9" fmla="*/ 435057 h 436390"/>
                <a:gd name="connsiteX10" fmla="*/ 23912 w 268616"/>
                <a:gd name="connsiteY10" fmla="*/ 402957 h 436390"/>
                <a:gd name="connsiteX11" fmla="*/ 20578 w 268616"/>
                <a:gd name="connsiteY11" fmla="*/ 389813 h 436390"/>
                <a:gd name="connsiteX12" fmla="*/ 20578 w 268616"/>
                <a:gd name="connsiteY12" fmla="*/ 389813 h 436390"/>
                <a:gd name="connsiteX13" fmla="*/ 33627 w 268616"/>
                <a:gd name="connsiteY13" fmla="*/ 386574 h 436390"/>
                <a:gd name="connsiteX14" fmla="*/ 33627 w 268616"/>
                <a:gd name="connsiteY14" fmla="*/ 386574 h 436390"/>
                <a:gd name="connsiteX15" fmla="*/ 36961 w 268616"/>
                <a:gd name="connsiteY15" fmla="*/ 399624 h 436390"/>
                <a:gd name="connsiteX16" fmla="*/ 36961 w 268616"/>
                <a:gd name="connsiteY16" fmla="*/ 399624 h 436390"/>
                <a:gd name="connsiteX17" fmla="*/ 28769 w 268616"/>
                <a:gd name="connsiteY17" fmla="*/ 404291 h 436390"/>
                <a:gd name="connsiteX18" fmla="*/ 28769 w 268616"/>
                <a:gd name="connsiteY18" fmla="*/ 404291 h 436390"/>
                <a:gd name="connsiteX19" fmla="*/ 23912 w 268616"/>
                <a:gd name="connsiteY19" fmla="*/ 402957 h 436390"/>
                <a:gd name="connsiteX20" fmla="*/ 43057 w 268616"/>
                <a:gd name="connsiteY20" fmla="*/ 370858 h 436390"/>
                <a:gd name="connsiteX21" fmla="*/ 39723 w 268616"/>
                <a:gd name="connsiteY21" fmla="*/ 357714 h 436390"/>
                <a:gd name="connsiteX22" fmla="*/ 39723 w 268616"/>
                <a:gd name="connsiteY22" fmla="*/ 357714 h 436390"/>
                <a:gd name="connsiteX23" fmla="*/ 52868 w 268616"/>
                <a:gd name="connsiteY23" fmla="*/ 354475 h 436390"/>
                <a:gd name="connsiteX24" fmla="*/ 52868 w 268616"/>
                <a:gd name="connsiteY24" fmla="*/ 354475 h 436390"/>
                <a:gd name="connsiteX25" fmla="*/ 56106 w 268616"/>
                <a:gd name="connsiteY25" fmla="*/ 367524 h 436390"/>
                <a:gd name="connsiteX26" fmla="*/ 56106 w 268616"/>
                <a:gd name="connsiteY26" fmla="*/ 367524 h 436390"/>
                <a:gd name="connsiteX27" fmla="*/ 47915 w 268616"/>
                <a:gd name="connsiteY27" fmla="*/ 372192 h 436390"/>
                <a:gd name="connsiteX28" fmla="*/ 47915 w 268616"/>
                <a:gd name="connsiteY28" fmla="*/ 372192 h 436390"/>
                <a:gd name="connsiteX29" fmla="*/ 43057 w 268616"/>
                <a:gd name="connsiteY29" fmla="*/ 370858 h 436390"/>
                <a:gd name="connsiteX30" fmla="*/ 62297 w 268616"/>
                <a:gd name="connsiteY30" fmla="*/ 338759 h 436390"/>
                <a:gd name="connsiteX31" fmla="*/ 58964 w 268616"/>
                <a:gd name="connsiteY31" fmla="*/ 325614 h 436390"/>
                <a:gd name="connsiteX32" fmla="*/ 58964 w 268616"/>
                <a:gd name="connsiteY32" fmla="*/ 325614 h 436390"/>
                <a:gd name="connsiteX33" fmla="*/ 72013 w 268616"/>
                <a:gd name="connsiteY33" fmla="*/ 322376 h 436390"/>
                <a:gd name="connsiteX34" fmla="*/ 72013 w 268616"/>
                <a:gd name="connsiteY34" fmla="*/ 322376 h 436390"/>
                <a:gd name="connsiteX35" fmla="*/ 75347 w 268616"/>
                <a:gd name="connsiteY35" fmla="*/ 335425 h 436390"/>
                <a:gd name="connsiteX36" fmla="*/ 75347 w 268616"/>
                <a:gd name="connsiteY36" fmla="*/ 335425 h 436390"/>
                <a:gd name="connsiteX37" fmla="*/ 67155 w 268616"/>
                <a:gd name="connsiteY37" fmla="*/ 340092 h 436390"/>
                <a:gd name="connsiteX38" fmla="*/ 67155 w 268616"/>
                <a:gd name="connsiteY38" fmla="*/ 340092 h 436390"/>
                <a:gd name="connsiteX39" fmla="*/ 62297 w 268616"/>
                <a:gd name="connsiteY39" fmla="*/ 338759 h 436390"/>
                <a:gd name="connsiteX40" fmla="*/ 81443 w 268616"/>
                <a:gd name="connsiteY40" fmla="*/ 306564 h 436390"/>
                <a:gd name="connsiteX41" fmla="*/ 78109 w 268616"/>
                <a:gd name="connsiteY41" fmla="*/ 293515 h 436390"/>
                <a:gd name="connsiteX42" fmla="*/ 78109 w 268616"/>
                <a:gd name="connsiteY42" fmla="*/ 293515 h 436390"/>
                <a:gd name="connsiteX43" fmla="*/ 91253 w 268616"/>
                <a:gd name="connsiteY43" fmla="*/ 290277 h 436390"/>
                <a:gd name="connsiteX44" fmla="*/ 91253 w 268616"/>
                <a:gd name="connsiteY44" fmla="*/ 290277 h 436390"/>
                <a:gd name="connsiteX45" fmla="*/ 94492 w 268616"/>
                <a:gd name="connsiteY45" fmla="*/ 303326 h 436390"/>
                <a:gd name="connsiteX46" fmla="*/ 94492 w 268616"/>
                <a:gd name="connsiteY46" fmla="*/ 303326 h 436390"/>
                <a:gd name="connsiteX47" fmla="*/ 86300 w 268616"/>
                <a:gd name="connsiteY47" fmla="*/ 307993 h 436390"/>
                <a:gd name="connsiteX48" fmla="*/ 86300 w 268616"/>
                <a:gd name="connsiteY48" fmla="*/ 307993 h 436390"/>
                <a:gd name="connsiteX49" fmla="*/ 81443 w 268616"/>
                <a:gd name="connsiteY49" fmla="*/ 306564 h 436390"/>
                <a:gd name="connsiteX50" fmla="*/ 100683 w 268616"/>
                <a:gd name="connsiteY50" fmla="*/ 274465 h 436390"/>
                <a:gd name="connsiteX51" fmla="*/ 97349 w 268616"/>
                <a:gd name="connsiteY51" fmla="*/ 261416 h 436390"/>
                <a:gd name="connsiteX52" fmla="*/ 97349 w 268616"/>
                <a:gd name="connsiteY52" fmla="*/ 261416 h 436390"/>
                <a:gd name="connsiteX53" fmla="*/ 110399 w 268616"/>
                <a:gd name="connsiteY53" fmla="*/ 258177 h 436390"/>
                <a:gd name="connsiteX54" fmla="*/ 110399 w 268616"/>
                <a:gd name="connsiteY54" fmla="*/ 258177 h 436390"/>
                <a:gd name="connsiteX55" fmla="*/ 113732 w 268616"/>
                <a:gd name="connsiteY55" fmla="*/ 271227 h 436390"/>
                <a:gd name="connsiteX56" fmla="*/ 113732 w 268616"/>
                <a:gd name="connsiteY56" fmla="*/ 271227 h 436390"/>
                <a:gd name="connsiteX57" fmla="*/ 105541 w 268616"/>
                <a:gd name="connsiteY57" fmla="*/ 275894 h 436390"/>
                <a:gd name="connsiteX58" fmla="*/ 105541 w 268616"/>
                <a:gd name="connsiteY58" fmla="*/ 275894 h 436390"/>
                <a:gd name="connsiteX59" fmla="*/ 100683 w 268616"/>
                <a:gd name="connsiteY59" fmla="*/ 274465 h 436390"/>
                <a:gd name="connsiteX60" fmla="*/ 119828 w 268616"/>
                <a:gd name="connsiteY60" fmla="*/ 242461 h 436390"/>
                <a:gd name="connsiteX61" fmla="*/ 116590 w 268616"/>
                <a:gd name="connsiteY61" fmla="*/ 229317 h 436390"/>
                <a:gd name="connsiteX62" fmla="*/ 116590 w 268616"/>
                <a:gd name="connsiteY62" fmla="*/ 229317 h 436390"/>
                <a:gd name="connsiteX63" fmla="*/ 129639 w 268616"/>
                <a:gd name="connsiteY63" fmla="*/ 226078 h 436390"/>
                <a:gd name="connsiteX64" fmla="*/ 129639 w 268616"/>
                <a:gd name="connsiteY64" fmla="*/ 226078 h 436390"/>
                <a:gd name="connsiteX65" fmla="*/ 132878 w 268616"/>
                <a:gd name="connsiteY65" fmla="*/ 239127 h 436390"/>
                <a:gd name="connsiteX66" fmla="*/ 132878 w 268616"/>
                <a:gd name="connsiteY66" fmla="*/ 239127 h 436390"/>
                <a:gd name="connsiteX67" fmla="*/ 124686 w 268616"/>
                <a:gd name="connsiteY67" fmla="*/ 243795 h 436390"/>
                <a:gd name="connsiteX68" fmla="*/ 124686 w 268616"/>
                <a:gd name="connsiteY68" fmla="*/ 243795 h 436390"/>
                <a:gd name="connsiteX69" fmla="*/ 119828 w 268616"/>
                <a:gd name="connsiteY69" fmla="*/ 242461 h 436390"/>
                <a:gd name="connsiteX70" fmla="*/ 139069 w 268616"/>
                <a:gd name="connsiteY70" fmla="*/ 210267 h 436390"/>
                <a:gd name="connsiteX71" fmla="*/ 135735 w 268616"/>
                <a:gd name="connsiteY71" fmla="*/ 197217 h 436390"/>
                <a:gd name="connsiteX72" fmla="*/ 135735 w 268616"/>
                <a:gd name="connsiteY72" fmla="*/ 197217 h 436390"/>
                <a:gd name="connsiteX73" fmla="*/ 148784 w 268616"/>
                <a:gd name="connsiteY73" fmla="*/ 193979 h 436390"/>
                <a:gd name="connsiteX74" fmla="*/ 148784 w 268616"/>
                <a:gd name="connsiteY74" fmla="*/ 193979 h 436390"/>
                <a:gd name="connsiteX75" fmla="*/ 152118 w 268616"/>
                <a:gd name="connsiteY75" fmla="*/ 207028 h 436390"/>
                <a:gd name="connsiteX76" fmla="*/ 152118 w 268616"/>
                <a:gd name="connsiteY76" fmla="*/ 207028 h 436390"/>
                <a:gd name="connsiteX77" fmla="*/ 143927 w 268616"/>
                <a:gd name="connsiteY77" fmla="*/ 211600 h 436390"/>
                <a:gd name="connsiteX78" fmla="*/ 143927 w 268616"/>
                <a:gd name="connsiteY78" fmla="*/ 211600 h 436390"/>
                <a:gd name="connsiteX79" fmla="*/ 139069 w 268616"/>
                <a:gd name="connsiteY79" fmla="*/ 210267 h 436390"/>
                <a:gd name="connsiteX80" fmla="*/ 158214 w 268616"/>
                <a:gd name="connsiteY80" fmla="*/ 178167 h 436390"/>
                <a:gd name="connsiteX81" fmla="*/ 154976 w 268616"/>
                <a:gd name="connsiteY81" fmla="*/ 165118 h 436390"/>
                <a:gd name="connsiteX82" fmla="*/ 154976 w 268616"/>
                <a:gd name="connsiteY82" fmla="*/ 165118 h 436390"/>
                <a:gd name="connsiteX83" fmla="*/ 168025 w 268616"/>
                <a:gd name="connsiteY83" fmla="*/ 161880 h 436390"/>
                <a:gd name="connsiteX84" fmla="*/ 168025 w 268616"/>
                <a:gd name="connsiteY84" fmla="*/ 161880 h 436390"/>
                <a:gd name="connsiteX85" fmla="*/ 171263 w 268616"/>
                <a:gd name="connsiteY85" fmla="*/ 174929 h 436390"/>
                <a:gd name="connsiteX86" fmla="*/ 171263 w 268616"/>
                <a:gd name="connsiteY86" fmla="*/ 174929 h 436390"/>
                <a:gd name="connsiteX87" fmla="*/ 163072 w 268616"/>
                <a:gd name="connsiteY87" fmla="*/ 179596 h 436390"/>
                <a:gd name="connsiteX88" fmla="*/ 163072 w 268616"/>
                <a:gd name="connsiteY88" fmla="*/ 179596 h 436390"/>
                <a:gd name="connsiteX89" fmla="*/ 158214 w 268616"/>
                <a:gd name="connsiteY89" fmla="*/ 178167 h 436390"/>
                <a:gd name="connsiteX90" fmla="*/ 177455 w 268616"/>
                <a:gd name="connsiteY90" fmla="*/ 146068 h 436390"/>
                <a:gd name="connsiteX91" fmla="*/ 174121 w 268616"/>
                <a:gd name="connsiteY91" fmla="*/ 133019 h 436390"/>
                <a:gd name="connsiteX92" fmla="*/ 174121 w 268616"/>
                <a:gd name="connsiteY92" fmla="*/ 133019 h 436390"/>
                <a:gd name="connsiteX93" fmla="*/ 187265 w 268616"/>
                <a:gd name="connsiteY93" fmla="*/ 129780 h 436390"/>
                <a:gd name="connsiteX94" fmla="*/ 187265 w 268616"/>
                <a:gd name="connsiteY94" fmla="*/ 129780 h 436390"/>
                <a:gd name="connsiteX95" fmla="*/ 190504 w 268616"/>
                <a:gd name="connsiteY95" fmla="*/ 142830 h 436390"/>
                <a:gd name="connsiteX96" fmla="*/ 190504 w 268616"/>
                <a:gd name="connsiteY96" fmla="*/ 142830 h 436390"/>
                <a:gd name="connsiteX97" fmla="*/ 182312 w 268616"/>
                <a:gd name="connsiteY97" fmla="*/ 147402 h 436390"/>
                <a:gd name="connsiteX98" fmla="*/ 182312 w 268616"/>
                <a:gd name="connsiteY98" fmla="*/ 147402 h 436390"/>
                <a:gd name="connsiteX99" fmla="*/ 177455 w 268616"/>
                <a:gd name="connsiteY99" fmla="*/ 146068 h 436390"/>
                <a:gd name="connsiteX100" fmla="*/ 196600 w 268616"/>
                <a:gd name="connsiteY100" fmla="*/ 113969 h 436390"/>
                <a:gd name="connsiteX101" fmla="*/ 193361 w 268616"/>
                <a:gd name="connsiteY101" fmla="*/ 100920 h 436390"/>
                <a:gd name="connsiteX102" fmla="*/ 193361 w 268616"/>
                <a:gd name="connsiteY102" fmla="*/ 100920 h 436390"/>
                <a:gd name="connsiteX103" fmla="*/ 206411 w 268616"/>
                <a:gd name="connsiteY103" fmla="*/ 97681 h 436390"/>
                <a:gd name="connsiteX104" fmla="*/ 206411 w 268616"/>
                <a:gd name="connsiteY104" fmla="*/ 97681 h 436390"/>
                <a:gd name="connsiteX105" fmla="*/ 209649 w 268616"/>
                <a:gd name="connsiteY105" fmla="*/ 110730 h 436390"/>
                <a:gd name="connsiteX106" fmla="*/ 209649 w 268616"/>
                <a:gd name="connsiteY106" fmla="*/ 110730 h 436390"/>
                <a:gd name="connsiteX107" fmla="*/ 201553 w 268616"/>
                <a:gd name="connsiteY107" fmla="*/ 115302 h 436390"/>
                <a:gd name="connsiteX108" fmla="*/ 201553 w 268616"/>
                <a:gd name="connsiteY108" fmla="*/ 115302 h 436390"/>
                <a:gd name="connsiteX109" fmla="*/ 196600 w 268616"/>
                <a:gd name="connsiteY109" fmla="*/ 113969 h 436390"/>
                <a:gd name="connsiteX110" fmla="*/ 215840 w 268616"/>
                <a:gd name="connsiteY110" fmla="*/ 81870 h 436390"/>
                <a:gd name="connsiteX111" fmla="*/ 212602 w 268616"/>
                <a:gd name="connsiteY111" fmla="*/ 68820 h 436390"/>
                <a:gd name="connsiteX112" fmla="*/ 212602 w 268616"/>
                <a:gd name="connsiteY112" fmla="*/ 68820 h 436390"/>
                <a:gd name="connsiteX113" fmla="*/ 225651 w 268616"/>
                <a:gd name="connsiteY113" fmla="*/ 65487 h 436390"/>
                <a:gd name="connsiteX114" fmla="*/ 225651 w 268616"/>
                <a:gd name="connsiteY114" fmla="*/ 65487 h 436390"/>
                <a:gd name="connsiteX115" fmla="*/ 228890 w 268616"/>
                <a:gd name="connsiteY115" fmla="*/ 78631 h 436390"/>
                <a:gd name="connsiteX116" fmla="*/ 228890 w 268616"/>
                <a:gd name="connsiteY116" fmla="*/ 78631 h 436390"/>
                <a:gd name="connsiteX117" fmla="*/ 220698 w 268616"/>
                <a:gd name="connsiteY117" fmla="*/ 83203 h 436390"/>
                <a:gd name="connsiteX118" fmla="*/ 220698 w 268616"/>
                <a:gd name="connsiteY118" fmla="*/ 83203 h 436390"/>
                <a:gd name="connsiteX119" fmla="*/ 215840 w 268616"/>
                <a:gd name="connsiteY119" fmla="*/ 81870 h 436390"/>
                <a:gd name="connsiteX120" fmla="*/ 234986 w 268616"/>
                <a:gd name="connsiteY120" fmla="*/ 49770 h 436390"/>
                <a:gd name="connsiteX121" fmla="*/ 231747 w 268616"/>
                <a:gd name="connsiteY121" fmla="*/ 36721 h 436390"/>
                <a:gd name="connsiteX122" fmla="*/ 231747 w 268616"/>
                <a:gd name="connsiteY122" fmla="*/ 36721 h 436390"/>
                <a:gd name="connsiteX123" fmla="*/ 244796 w 268616"/>
                <a:gd name="connsiteY123" fmla="*/ 33483 h 436390"/>
                <a:gd name="connsiteX124" fmla="*/ 244796 w 268616"/>
                <a:gd name="connsiteY124" fmla="*/ 33483 h 436390"/>
                <a:gd name="connsiteX125" fmla="*/ 248035 w 268616"/>
                <a:gd name="connsiteY125" fmla="*/ 46532 h 436390"/>
                <a:gd name="connsiteX126" fmla="*/ 248035 w 268616"/>
                <a:gd name="connsiteY126" fmla="*/ 46532 h 436390"/>
                <a:gd name="connsiteX127" fmla="*/ 239939 w 268616"/>
                <a:gd name="connsiteY127" fmla="*/ 51104 h 436390"/>
                <a:gd name="connsiteX128" fmla="*/ 239939 w 268616"/>
                <a:gd name="connsiteY128" fmla="*/ 51104 h 436390"/>
                <a:gd name="connsiteX129" fmla="*/ 234986 w 268616"/>
                <a:gd name="connsiteY129" fmla="*/ 49770 h 436390"/>
                <a:gd name="connsiteX130" fmla="*/ 254226 w 268616"/>
                <a:gd name="connsiteY130" fmla="*/ 17671 h 436390"/>
                <a:gd name="connsiteX131" fmla="*/ 250988 w 268616"/>
                <a:gd name="connsiteY131" fmla="*/ 4622 h 436390"/>
                <a:gd name="connsiteX132" fmla="*/ 250988 w 268616"/>
                <a:gd name="connsiteY132" fmla="*/ 4622 h 436390"/>
                <a:gd name="connsiteX133" fmla="*/ 264037 w 268616"/>
                <a:gd name="connsiteY133" fmla="*/ 1383 h 436390"/>
                <a:gd name="connsiteX134" fmla="*/ 264037 w 268616"/>
                <a:gd name="connsiteY134" fmla="*/ 1383 h 436390"/>
                <a:gd name="connsiteX135" fmla="*/ 267275 w 268616"/>
                <a:gd name="connsiteY135" fmla="*/ 14433 h 436390"/>
                <a:gd name="connsiteX136" fmla="*/ 267275 w 268616"/>
                <a:gd name="connsiteY136" fmla="*/ 14433 h 436390"/>
                <a:gd name="connsiteX137" fmla="*/ 259084 w 268616"/>
                <a:gd name="connsiteY137" fmla="*/ 19005 h 436390"/>
                <a:gd name="connsiteX138" fmla="*/ 259084 w 268616"/>
                <a:gd name="connsiteY138" fmla="*/ 19005 h 436390"/>
                <a:gd name="connsiteX139" fmla="*/ 254226 w 268616"/>
                <a:gd name="connsiteY139" fmla="*/ 17671 h 43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68616" h="436390">
                  <a:moveTo>
                    <a:pt x="4671" y="435057"/>
                  </a:moveTo>
                  <a:cubicBezTo>
                    <a:pt x="99" y="432294"/>
                    <a:pt x="-1330" y="426484"/>
                    <a:pt x="1337" y="422007"/>
                  </a:cubicBezTo>
                  <a:lnTo>
                    <a:pt x="1337" y="422007"/>
                  </a:lnTo>
                  <a:cubicBezTo>
                    <a:pt x="4100" y="417435"/>
                    <a:pt x="9910" y="415911"/>
                    <a:pt x="14387" y="418674"/>
                  </a:cubicBezTo>
                  <a:lnTo>
                    <a:pt x="14387" y="418674"/>
                  </a:lnTo>
                  <a:cubicBezTo>
                    <a:pt x="18959" y="421341"/>
                    <a:pt x="20483" y="427246"/>
                    <a:pt x="17720" y="431723"/>
                  </a:cubicBezTo>
                  <a:lnTo>
                    <a:pt x="17720" y="431723"/>
                  </a:lnTo>
                  <a:cubicBezTo>
                    <a:pt x="15911" y="434771"/>
                    <a:pt x="12767" y="436390"/>
                    <a:pt x="9529" y="436390"/>
                  </a:cubicBezTo>
                  <a:lnTo>
                    <a:pt x="9529" y="436390"/>
                  </a:lnTo>
                  <a:cubicBezTo>
                    <a:pt x="7910" y="436390"/>
                    <a:pt x="6195" y="435914"/>
                    <a:pt x="4671" y="435057"/>
                  </a:cubicBezTo>
                  <a:close/>
                  <a:moveTo>
                    <a:pt x="23912" y="402957"/>
                  </a:moveTo>
                  <a:cubicBezTo>
                    <a:pt x="19340" y="400195"/>
                    <a:pt x="17816" y="394385"/>
                    <a:pt x="20578" y="389813"/>
                  </a:cubicBezTo>
                  <a:lnTo>
                    <a:pt x="20578" y="389813"/>
                  </a:lnTo>
                  <a:cubicBezTo>
                    <a:pt x="23245" y="385336"/>
                    <a:pt x="29150" y="383907"/>
                    <a:pt x="33627" y="386574"/>
                  </a:cubicBezTo>
                  <a:lnTo>
                    <a:pt x="33627" y="386574"/>
                  </a:lnTo>
                  <a:cubicBezTo>
                    <a:pt x="38199" y="389241"/>
                    <a:pt x="39628" y="395147"/>
                    <a:pt x="36961" y="399624"/>
                  </a:cubicBezTo>
                  <a:lnTo>
                    <a:pt x="36961" y="399624"/>
                  </a:lnTo>
                  <a:cubicBezTo>
                    <a:pt x="35151" y="402576"/>
                    <a:pt x="32008" y="404291"/>
                    <a:pt x="28769" y="404291"/>
                  </a:cubicBezTo>
                  <a:lnTo>
                    <a:pt x="28769" y="404291"/>
                  </a:lnTo>
                  <a:cubicBezTo>
                    <a:pt x="27055" y="404291"/>
                    <a:pt x="25436" y="403815"/>
                    <a:pt x="23912" y="402957"/>
                  </a:cubicBezTo>
                  <a:close/>
                  <a:moveTo>
                    <a:pt x="43057" y="370858"/>
                  </a:moveTo>
                  <a:cubicBezTo>
                    <a:pt x="38580" y="368096"/>
                    <a:pt x="37056" y="362286"/>
                    <a:pt x="39723" y="357714"/>
                  </a:cubicBezTo>
                  <a:lnTo>
                    <a:pt x="39723" y="357714"/>
                  </a:lnTo>
                  <a:cubicBezTo>
                    <a:pt x="42485" y="353237"/>
                    <a:pt x="48296" y="351808"/>
                    <a:pt x="52868" y="354475"/>
                  </a:cubicBezTo>
                  <a:lnTo>
                    <a:pt x="52868" y="354475"/>
                  </a:lnTo>
                  <a:cubicBezTo>
                    <a:pt x="57344" y="357142"/>
                    <a:pt x="58868" y="363048"/>
                    <a:pt x="56106" y="367524"/>
                  </a:cubicBezTo>
                  <a:lnTo>
                    <a:pt x="56106" y="367524"/>
                  </a:lnTo>
                  <a:cubicBezTo>
                    <a:pt x="54296" y="370477"/>
                    <a:pt x="51153" y="372192"/>
                    <a:pt x="47915" y="372192"/>
                  </a:cubicBezTo>
                  <a:lnTo>
                    <a:pt x="47915" y="372192"/>
                  </a:lnTo>
                  <a:cubicBezTo>
                    <a:pt x="46295" y="372192"/>
                    <a:pt x="44581" y="371715"/>
                    <a:pt x="43057" y="370858"/>
                  </a:cubicBezTo>
                  <a:close/>
                  <a:moveTo>
                    <a:pt x="62297" y="338759"/>
                  </a:moveTo>
                  <a:cubicBezTo>
                    <a:pt x="57725" y="335997"/>
                    <a:pt x="56297" y="330186"/>
                    <a:pt x="58964" y="325614"/>
                  </a:cubicBezTo>
                  <a:lnTo>
                    <a:pt x="58964" y="325614"/>
                  </a:lnTo>
                  <a:cubicBezTo>
                    <a:pt x="61631" y="321138"/>
                    <a:pt x="67536" y="319614"/>
                    <a:pt x="72013" y="322376"/>
                  </a:cubicBezTo>
                  <a:lnTo>
                    <a:pt x="72013" y="322376"/>
                  </a:lnTo>
                  <a:cubicBezTo>
                    <a:pt x="76585" y="325043"/>
                    <a:pt x="78014" y="330948"/>
                    <a:pt x="75347" y="335425"/>
                  </a:cubicBezTo>
                  <a:lnTo>
                    <a:pt x="75347" y="335425"/>
                  </a:lnTo>
                  <a:cubicBezTo>
                    <a:pt x="73537" y="338378"/>
                    <a:pt x="70394" y="340092"/>
                    <a:pt x="67155" y="340092"/>
                  </a:cubicBezTo>
                  <a:lnTo>
                    <a:pt x="67155" y="340092"/>
                  </a:lnTo>
                  <a:cubicBezTo>
                    <a:pt x="65441" y="340092"/>
                    <a:pt x="63821" y="339616"/>
                    <a:pt x="62297" y="338759"/>
                  </a:cubicBezTo>
                  <a:close/>
                  <a:moveTo>
                    <a:pt x="81443" y="306564"/>
                  </a:moveTo>
                  <a:cubicBezTo>
                    <a:pt x="76966" y="303897"/>
                    <a:pt x="75442" y="298087"/>
                    <a:pt x="78109" y="293515"/>
                  </a:cubicBezTo>
                  <a:lnTo>
                    <a:pt x="78109" y="293515"/>
                  </a:lnTo>
                  <a:cubicBezTo>
                    <a:pt x="80871" y="289038"/>
                    <a:pt x="86681" y="287610"/>
                    <a:pt x="91253" y="290277"/>
                  </a:cubicBezTo>
                  <a:lnTo>
                    <a:pt x="91253" y="290277"/>
                  </a:lnTo>
                  <a:cubicBezTo>
                    <a:pt x="95730" y="292944"/>
                    <a:pt x="97254" y="298754"/>
                    <a:pt x="94492" y="303326"/>
                  </a:cubicBezTo>
                  <a:lnTo>
                    <a:pt x="94492" y="303326"/>
                  </a:lnTo>
                  <a:cubicBezTo>
                    <a:pt x="92682" y="306279"/>
                    <a:pt x="89539" y="307993"/>
                    <a:pt x="86300" y="307993"/>
                  </a:cubicBezTo>
                  <a:lnTo>
                    <a:pt x="86300" y="307993"/>
                  </a:lnTo>
                  <a:cubicBezTo>
                    <a:pt x="84681" y="307993"/>
                    <a:pt x="82967" y="307517"/>
                    <a:pt x="81443" y="306564"/>
                  </a:cubicBezTo>
                  <a:close/>
                  <a:moveTo>
                    <a:pt x="100683" y="274465"/>
                  </a:moveTo>
                  <a:cubicBezTo>
                    <a:pt x="96111" y="271798"/>
                    <a:pt x="94682" y="265988"/>
                    <a:pt x="97349" y="261416"/>
                  </a:cubicBezTo>
                  <a:lnTo>
                    <a:pt x="97349" y="261416"/>
                  </a:lnTo>
                  <a:cubicBezTo>
                    <a:pt x="100016" y="256939"/>
                    <a:pt x="105922" y="255415"/>
                    <a:pt x="110399" y="258177"/>
                  </a:cubicBezTo>
                  <a:lnTo>
                    <a:pt x="110399" y="258177"/>
                  </a:lnTo>
                  <a:cubicBezTo>
                    <a:pt x="114971" y="260844"/>
                    <a:pt x="116399" y="266750"/>
                    <a:pt x="113732" y="271227"/>
                  </a:cubicBezTo>
                  <a:lnTo>
                    <a:pt x="113732" y="271227"/>
                  </a:lnTo>
                  <a:cubicBezTo>
                    <a:pt x="111923" y="274179"/>
                    <a:pt x="108779" y="275894"/>
                    <a:pt x="105541" y="275894"/>
                  </a:cubicBezTo>
                  <a:lnTo>
                    <a:pt x="105541" y="275894"/>
                  </a:lnTo>
                  <a:cubicBezTo>
                    <a:pt x="103922" y="275894"/>
                    <a:pt x="102207" y="275418"/>
                    <a:pt x="100683" y="274465"/>
                  </a:cubicBezTo>
                  <a:close/>
                  <a:moveTo>
                    <a:pt x="119828" y="242461"/>
                  </a:moveTo>
                  <a:cubicBezTo>
                    <a:pt x="115352" y="239699"/>
                    <a:pt x="113828" y="233889"/>
                    <a:pt x="116590" y="229317"/>
                  </a:cubicBezTo>
                  <a:lnTo>
                    <a:pt x="116590" y="229317"/>
                  </a:lnTo>
                  <a:cubicBezTo>
                    <a:pt x="119257" y="224840"/>
                    <a:pt x="125067" y="223316"/>
                    <a:pt x="129639" y="226078"/>
                  </a:cubicBezTo>
                  <a:lnTo>
                    <a:pt x="129639" y="226078"/>
                  </a:lnTo>
                  <a:cubicBezTo>
                    <a:pt x="134116" y="228745"/>
                    <a:pt x="135640" y="234651"/>
                    <a:pt x="132878" y="239127"/>
                  </a:cubicBezTo>
                  <a:lnTo>
                    <a:pt x="132878" y="239127"/>
                  </a:lnTo>
                  <a:cubicBezTo>
                    <a:pt x="131068" y="242080"/>
                    <a:pt x="127925" y="243795"/>
                    <a:pt x="124686" y="243795"/>
                  </a:cubicBezTo>
                  <a:lnTo>
                    <a:pt x="124686" y="243795"/>
                  </a:lnTo>
                  <a:cubicBezTo>
                    <a:pt x="123067" y="243795"/>
                    <a:pt x="121352" y="243318"/>
                    <a:pt x="119828" y="242461"/>
                  </a:cubicBezTo>
                  <a:close/>
                  <a:moveTo>
                    <a:pt x="139069" y="210267"/>
                  </a:moveTo>
                  <a:cubicBezTo>
                    <a:pt x="134497" y="207600"/>
                    <a:pt x="133068" y="201789"/>
                    <a:pt x="135735" y="197217"/>
                  </a:cubicBezTo>
                  <a:lnTo>
                    <a:pt x="135735" y="197217"/>
                  </a:lnTo>
                  <a:cubicBezTo>
                    <a:pt x="138402" y="192741"/>
                    <a:pt x="144308" y="191217"/>
                    <a:pt x="148784" y="193979"/>
                  </a:cubicBezTo>
                  <a:lnTo>
                    <a:pt x="148784" y="193979"/>
                  </a:lnTo>
                  <a:cubicBezTo>
                    <a:pt x="153356" y="196646"/>
                    <a:pt x="154785" y="202456"/>
                    <a:pt x="152118" y="207028"/>
                  </a:cubicBezTo>
                  <a:lnTo>
                    <a:pt x="152118" y="207028"/>
                  </a:lnTo>
                  <a:cubicBezTo>
                    <a:pt x="150308" y="209981"/>
                    <a:pt x="147165" y="211600"/>
                    <a:pt x="143927" y="211600"/>
                  </a:cubicBezTo>
                  <a:lnTo>
                    <a:pt x="143927" y="211600"/>
                  </a:lnTo>
                  <a:cubicBezTo>
                    <a:pt x="142307" y="211600"/>
                    <a:pt x="140593" y="211219"/>
                    <a:pt x="139069" y="210267"/>
                  </a:cubicBezTo>
                  <a:close/>
                  <a:moveTo>
                    <a:pt x="158214" y="178167"/>
                  </a:moveTo>
                  <a:cubicBezTo>
                    <a:pt x="153737" y="175500"/>
                    <a:pt x="152309" y="169595"/>
                    <a:pt x="154976" y="165118"/>
                  </a:cubicBezTo>
                  <a:lnTo>
                    <a:pt x="154976" y="165118"/>
                  </a:lnTo>
                  <a:cubicBezTo>
                    <a:pt x="157643" y="160641"/>
                    <a:pt x="163453" y="159117"/>
                    <a:pt x="168025" y="161880"/>
                  </a:cubicBezTo>
                  <a:lnTo>
                    <a:pt x="168025" y="161880"/>
                  </a:lnTo>
                  <a:cubicBezTo>
                    <a:pt x="172502" y="164547"/>
                    <a:pt x="174026" y="170452"/>
                    <a:pt x="171263" y="174929"/>
                  </a:cubicBezTo>
                  <a:lnTo>
                    <a:pt x="171263" y="174929"/>
                  </a:lnTo>
                  <a:cubicBezTo>
                    <a:pt x="169549" y="177882"/>
                    <a:pt x="166310" y="179596"/>
                    <a:pt x="163072" y="179596"/>
                  </a:cubicBezTo>
                  <a:lnTo>
                    <a:pt x="163072" y="179596"/>
                  </a:lnTo>
                  <a:cubicBezTo>
                    <a:pt x="161453" y="179596"/>
                    <a:pt x="159738" y="179120"/>
                    <a:pt x="158214" y="178167"/>
                  </a:cubicBezTo>
                  <a:close/>
                  <a:moveTo>
                    <a:pt x="177455" y="146068"/>
                  </a:moveTo>
                  <a:cubicBezTo>
                    <a:pt x="172978" y="143401"/>
                    <a:pt x="171454" y="137496"/>
                    <a:pt x="174121" y="133019"/>
                  </a:cubicBezTo>
                  <a:lnTo>
                    <a:pt x="174121" y="133019"/>
                  </a:lnTo>
                  <a:cubicBezTo>
                    <a:pt x="176883" y="128542"/>
                    <a:pt x="182693" y="127018"/>
                    <a:pt x="187265" y="129780"/>
                  </a:cubicBezTo>
                  <a:lnTo>
                    <a:pt x="187265" y="129780"/>
                  </a:lnTo>
                  <a:cubicBezTo>
                    <a:pt x="191742" y="132447"/>
                    <a:pt x="193171" y="138258"/>
                    <a:pt x="190504" y="142830"/>
                  </a:cubicBezTo>
                  <a:lnTo>
                    <a:pt x="190504" y="142830"/>
                  </a:lnTo>
                  <a:cubicBezTo>
                    <a:pt x="188694" y="145782"/>
                    <a:pt x="185551" y="147402"/>
                    <a:pt x="182312" y="147402"/>
                  </a:cubicBezTo>
                  <a:lnTo>
                    <a:pt x="182312" y="147402"/>
                  </a:lnTo>
                  <a:cubicBezTo>
                    <a:pt x="180693" y="147402"/>
                    <a:pt x="178979" y="147021"/>
                    <a:pt x="177455" y="146068"/>
                  </a:cubicBezTo>
                  <a:close/>
                  <a:moveTo>
                    <a:pt x="196600" y="113969"/>
                  </a:moveTo>
                  <a:cubicBezTo>
                    <a:pt x="192123" y="111302"/>
                    <a:pt x="190694" y="105492"/>
                    <a:pt x="193361" y="100920"/>
                  </a:cubicBezTo>
                  <a:lnTo>
                    <a:pt x="193361" y="100920"/>
                  </a:lnTo>
                  <a:cubicBezTo>
                    <a:pt x="196028" y="96443"/>
                    <a:pt x="201839" y="94919"/>
                    <a:pt x="206411" y="97681"/>
                  </a:cubicBezTo>
                  <a:lnTo>
                    <a:pt x="206411" y="97681"/>
                  </a:lnTo>
                  <a:cubicBezTo>
                    <a:pt x="210887" y="100348"/>
                    <a:pt x="212411" y="106158"/>
                    <a:pt x="209649" y="110730"/>
                  </a:cubicBezTo>
                  <a:lnTo>
                    <a:pt x="209649" y="110730"/>
                  </a:lnTo>
                  <a:cubicBezTo>
                    <a:pt x="207935" y="113683"/>
                    <a:pt x="204696" y="115302"/>
                    <a:pt x="201553" y="115302"/>
                  </a:cubicBezTo>
                  <a:lnTo>
                    <a:pt x="201553" y="115302"/>
                  </a:lnTo>
                  <a:cubicBezTo>
                    <a:pt x="199838" y="115302"/>
                    <a:pt x="198124" y="114921"/>
                    <a:pt x="196600" y="113969"/>
                  </a:cubicBezTo>
                  <a:close/>
                  <a:moveTo>
                    <a:pt x="215840" y="81870"/>
                  </a:moveTo>
                  <a:cubicBezTo>
                    <a:pt x="211364" y="79203"/>
                    <a:pt x="209840" y="73297"/>
                    <a:pt x="212602" y="68820"/>
                  </a:cubicBezTo>
                  <a:lnTo>
                    <a:pt x="212602" y="68820"/>
                  </a:lnTo>
                  <a:cubicBezTo>
                    <a:pt x="215269" y="64344"/>
                    <a:pt x="221079" y="62820"/>
                    <a:pt x="225651" y="65487"/>
                  </a:cubicBezTo>
                  <a:lnTo>
                    <a:pt x="225651" y="65487"/>
                  </a:lnTo>
                  <a:cubicBezTo>
                    <a:pt x="230128" y="68249"/>
                    <a:pt x="231557" y="74059"/>
                    <a:pt x="228890" y="78631"/>
                  </a:cubicBezTo>
                  <a:lnTo>
                    <a:pt x="228890" y="78631"/>
                  </a:lnTo>
                  <a:cubicBezTo>
                    <a:pt x="227080" y="81584"/>
                    <a:pt x="223937" y="83203"/>
                    <a:pt x="220698" y="83203"/>
                  </a:cubicBezTo>
                  <a:lnTo>
                    <a:pt x="220698" y="83203"/>
                  </a:lnTo>
                  <a:cubicBezTo>
                    <a:pt x="219079" y="83203"/>
                    <a:pt x="217364" y="82822"/>
                    <a:pt x="215840" y="81870"/>
                  </a:cubicBezTo>
                  <a:close/>
                  <a:moveTo>
                    <a:pt x="234986" y="49770"/>
                  </a:moveTo>
                  <a:cubicBezTo>
                    <a:pt x="230509" y="47103"/>
                    <a:pt x="229080" y="41198"/>
                    <a:pt x="231747" y="36721"/>
                  </a:cubicBezTo>
                  <a:lnTo>
                    <a:pt x="231747" y="36721"/>
                  </a:lnTo>
                  <a:cubicBezTo>
                    <a:pt x="234414" y="32244"/>
                    <a:pt x="240320" y="30720"/>
                    <a:pt x="244796" y="33483"/>
                  </a:cubicBezTo>
                  <a:lnTo>
                    <a:pt x="244796" y="33483"/>
                  </a:lnTo>
                  <a:cubicBezTo>
                    <a:pt x="249273" y="36150"/>
                    <a:pt x="250797" y="41960"/>
                    <a:pt x="248035" y="46532"/>
                  </a:cubicBezTo>
                  <a:lnTo>
                    <a:pt x="248035" y="46532"/>
                  </a:lnTo>
                  <a:cubicBezTo>
                    <a:pt x="246320" y="49485"/>
                    <a:pt x="243177" y="51104"/>
                    <a:pt x="239939" y="51104"/>
                  </a:cubicBezTo>
                  <a:lnTo>
                    <a:pt x="239939" y="51104"/>
                  </a:lnTo>
                  <a:cubicBezTo>
                    <a:pt x="238224" y="51104"/>
                    <a:pt x="236510" y="50723"/>
                    <a:pt x="234986" y="49770"/>
                  </a:cubicBezTo>
                  <a:close/>
                  <a:moveTo>
                    <a:pt x="254226" y="17671"/>
                  </a:moveTo>
                  <a:cubicBezTo>
                    <a:pt x="249749" y="15004"/>
                    <a:pt x="248225" y="9194"/>
                    <a:pt x="250988" y="4622"/>
                  </a:cubicBezTo>
                  <a:lnTo>
                    <a:pt x="250988" y="4622"/>
                  </a:lnTo>
                  <a:cubicBezTo>
                    <a:pt x="253655" y="145"/>
                    <a:pt x="259465" y="-1379"/>
                    <a:pt x="264037" y="1383"/>
                  </a:cubicBezTo>
                  <a:lnTo>
                    <a:pt x="264037" y="1383"/>
                  </a:lnTo>
                  <a:cubicBezTo>
                    <a:pt x="268514" y="4050"/>
                    <a:pt x="269942" y="9861"/>
                    <a:pt x="267275" y="14433"/>
                  </a:cubicBezTo>
                  <a:lnTo>
                    <a:pt x="267275" y="14433"/>
                  </a:lnTo>
                  <a:cubicBezTo>
                    <a:pt x="265466" y="17385"/>
                    <a:pt x="262322" y="19005"/>
                    <a:pt x="259084" y="19005"/>
                  </a:cubicBezTo>
                  <a:lnTo>
                    <a:pt x="259084" y="19005"/>
                  </a:lnTo>
                  <a:cubicBezTo>
                    <a:pt x="257465" y="19005"/>
                    <a:pt x="255750" y="18624"/>
                    <a:pt x="254226" y="176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0FB9F91-6071-45F9-B0C4-4C62BB73D08C}"/>
                </a:ext>
              </a:extLst>
            </p:cNvPr>
            <p:cNvSpPr/>
            <p:nvPr/>
          </p:nvSpPr>
          <p:spPr>
            <a:xfrm>
              <a:off x="5825597" y="3636237"/>
              <a:ext cx="246830" cy="271583"/>
            </a:xfrm>
            <a:custGeom>
              <a:avLst/>
              <a:gdLst>
                <a:gd name="connsiteX0" fmla="*/ 230207 w 246830"/>
                <a:gd name="connsiteY0" fmla="*/ 268440 h 271583"/>
                <a:gd name="connsiteX1" fmla="*/ 230969 w 246830"/>
                <a:gd name="connsiteY1" fmla="*/ 255010 h 271583"/>
                <a:gd name="connsiteX2" fmla="*/ 230969 w 246830"/>
                <a:gd name="connsiteY2" fmla="*/ 255010 h 271583"/>
                <a:gd name="connsiteX3" fmla="*/ 244399 w 246830"/>
                <a:gd name="connsiteY3" fmla="*/ 255677 h 271583"/>
                <a:gd name="connsiteX4" fmla="*/ 244399 w 246830"/>
                <a:gd name="connsiteY4" fmla="*/ 255677 h 271583"/>
                <a:gd name="connsiteX5" fmla="*/ 243732 w 246830"/>
                <a:gd name="connsiteY5" fmla="*/ 269107 h 271583"/>
                <a:gd name="connsiteX6" fmla="*/ 243732 w 246830"/>
                <a:gd name="connsiteY6" fmla="*/ 269107 h 271583"/>
                <a:gd name="connsiteX7" fmla="*/ 237351 w 246830"/>
                <a:gd name="connsiteY7" fmla="*/ 271583 h 271583"/>
                <a:gd name="connsiteX8" fmla="*/ 237351 w 246830"/>
                <a:gd name="connsiteY8" fmla="*/ 271583 h 271583"/>
                <a:gd name="connsiteX9" fmla="*/ 230207 w 246830"/>
                <a:gd name="connsiteY9" fmla="*/ 268440 h 271583"/>
                <a:gd name="connsiteX10" fmla="*/ 204966 w 246830"/>
                <a:gd name="connsiteY10" fmla="*/ 240341 h 271583"/>
                <a:gd name="connsiteX11" fmla="*/ 205632 w 246830"/>
                <a:gd name="connsiteY11" fmla="*/ 226911 h 271583"/>
                <a:gd name="connsiteX12" fmla="*/ 205632 w 246830"/>
                <a:gd name="connsiteY12" fmla="*/ 226911 h 271583"/>
                <a:gd name="connsiteX13" fmla="*/ 219063 w 246830"/>
                <a:gd name="connsiteY13" fmla="*/ 227578 h 271583"/>
                <a:gd name="connsiteX14" fmla="*/ 219063 w 246830"/>
                <a:gd name="connsiteY14" fmla="*/ 227578 h 271583"/>
                <a:gd name="connsiteX15" fmla="*/ 218396 w 246830"/>
                <a:gd name="connsiteY15" fmla="*/ 241103 h 271583"/>
                <a:gd name="connsiteX16" fmla="*/ 218396 w 246830"/>
                <a:gd name="connsiteY16" fmla="*/ 241103 h 271583"/>
                <a:gd name="connsiteX17" fmla="*/ 212014 w 246830"/>
                <a:gd name="connsiteY17" fmla="*/ 243485 h 271583"/>
                <a:gd name="connsiteX18" fmla="*/ 212014 w 246830"/>
                <a:gd name="connsiteY18" fmla="*/ 243485 h 271583"/>
                <a:gd name="connsiteX19" fmla="*/ 204966 w 246830"/>
                <a:gd name="connsiteY19" fmla="*/ 240341 h 271583"/>
                <a:gd name="connsiteX20" fmla="*/ 179629 w 246830"/>
                <a:gd name="connsiteY20" fmla="*/ 212338 h 271583"/>
                <a:gd name="connsiteX21" fmla="*/ 180296 w 246830"/>
                <a:gd name="connsiteY21" fmla="*/ 198812 h 271583"/>
                <a:gd name="connsiteX22" fmla="*/ 180296 w 246830"/>
                <a:gd name="connsiteY22" fmla="*/ 198812 h 271583"/>
                <a:gd name="connsiteX23" fmla="*/ 193821 w 246830"/>
                <a:gd name="connsiteY23" fmla="*/ 199574 h 271583"/>
                <a:gd name="connsiteX24" fmla="*/ 193821 w 246830"/>
                <a:gd name="connsiteY24" fmla="*/ 199574 h 271583"/>
                <a:gd name="connsiteX25" fmla="*/ 193059 w 246830"/>
                <a:gd name="connsiteY25" fmla="*/ 213005 h 271583"/>
                <a:gd name="connsiteX26" fmla="*/ 193059 w 246830"/>
                <a:gd name="connsiteY26" fmla="*/ 213005 h 271583"/>
                <a:gd name="connsiteX27" fmla="*/ 186678 w 246830"/>
                <a:gd name="connsiteY27" fmla="*/ 215481 h 271583"/>
                <a:gd name="connsiteX28" fmla="*/ 186678 w 246830"/>
                <a:gd name="connsiteY28" fmla="*/ 215481 h 271583"/>
                <a:gd name="connsiteX29" fmla="*/ 179629 w 246830"/>
                <a:gd name="connsiteY29" fmla="*/ 212338 h 271583"/>
                <a:gd name="connsiteX30" fmla="*/ 154293 w 246830"/>
                <a:gd name="connsiteY30" fmla="*/ 184239 h 271583"/>
                <a:gd name="connsiteX31" fmla="*/ 155055 w 246830"/>
                <a:gd name="connsiteY31" fmla="*/ 170809 h 271583"/>
                <a:gd name="connsiteX32" fmla="*/ 155055 w 246830"/>
                <a:gd name="connsiteY32" fmla="*/ 170809 h 271583"/>
                <a:gd name="connsiteX33" fmla="*/ 168485 w 246830"/>
                <a:gd name="connsiteY33" fmla="*/ 171476 h 271583"/>
                <a:gd name="connsiteX34" fmla="*/ 168485 w 246830"/>
                <a:gd name="connsiteY34" fmla="*/ 171476 h 271583"/>
                <a:gd name="connsiteX35" fmla="*/ 167723 w 246830"/>
                <a:gd name="connsiteY35" fmla="*/ 185001 h 271583"/>
                <a:gd name="connsiteX36" fmla="*/ 167723 w 246830"/>
                <a:gd name="connsiteY36" fmla="*/ 185001 h 271583"/>
                <a:gd name="connsiteX37" fmla="*/ 161436 w 246830"/>
                <a:gd name="connsiteY37" fmla="*/ 187382 h 271583"/>
                <a:gd name="connsiteX38" fmla="*/ 161436 w 246830"/>
                <a:gd name="connsiteY38" fmla="*/ 187382 h 271583"/>
                <a:gd name="connsiteX39" fmla="*/ 154293 w 246830"/>
                <a:gd name="connsiteY39" fmla="*/ 184239 h 271583"/>
                <a:gd name="connsiteX40" fmla="*/ 129051 w 246830"/>
                <a:gd name="connsiteY40" fmla="*/ 156236 h 271583"/>
                <a:gd name="connsiteX41" fmla="*/ 129718 w 246830"/>
                <a:gd name="connsiteY41" fmla="*/ 142710 h 271583"/>
                <a:gd name="connsiteX42" fmla="*/ 129718 w 246830"/>
                <a:gd name="connsiteY42" fmla="*/ 142710 h 271583"/>
                <a:gd name="connsiteX43" fmla="*/ 143148 w 246830"/>
                <a:gd name="connsiteY43" fmla="*/ 143472 h 271583"/>
                <a:gd name="connsiteX44" fmla="*/ 143148 w 246830"/>
                <a:gd name="connsiteY44" fmla="*/ 143472 h 271583"/>
                <a:gd name="connsiteX45" fmla="*/ 142482 w 246830"/>
                <a:gd name="connsiteY45" fmla="*/ 156902 h 271583"/>
                <a:gd name="connsiteX46" fmla="*/ 142482 w 246830"/>
                <a:gd name="connsiteY46" fmla="*/ 156902 h 271583"/>
                <a:gd name="connsiteX47" fmla="*/ 136100 w 246830"/>
                <a:gd name="connsiteY47" fmla="*/ 159284 h 271583"/>
                <a:gd name="connsiteX48" fmla="*/ 136100 w 246830"/>
                <a:gd name="connsiteY48" fmla="*/ 159284 h 271583"/>
                <a:gd name="connsiteX49" fmla="*/ 129051 w 246830"/>
                <a:gd name="connsiteY49" fmla="*/ 156236 h 271583"/>
                <a:gd name="connsiteX50" fmla="*/ 103715 w 246830"/>
                <a:gd name="connsiteY50" fmla="*/ 128137 h 271583"/>
                <a:gd name="connsiteX51" fmla="*/ 104382 w 246830"/>
                <a:gd name="connsiteY51" fmla="*/ 114707 h 271583"/>
                <a:gd name="connsiteX52" fmla="*/ 104382 w 246830"/>
                <a:gd name="connsiteY52" fmla="*/ 114707 h 271583"/>
                <a:gd name="connsiteX53" fmla="*/ 117812 w 246830"/>
                <a:gd name="connsiteY53" fmla="*/ 115373 h 271583"/>
                <a:gd name="connsiteX54" fmla="*/ 117812 w 246830"/>
                <a:gd name="connsiteY54" fmla="*/ 115373 h 271583"/>
                <a:gd name="connsiteX55" fmla="*/ 117145 w 246830"/>
                <a:gd name="connsiteY55" fmla="*/ 128804 h 271583"/>
                <a:gd name="connsiteX56" fmla="*/ 117145 w 246830"/>
                <a:gd name="connsiteY56" fmla="*/ 128804 h 271583"/>
                <a:gd name="connsiteX57" fmla="*/ 110763 w 246830"/>
                <a:gd name="connsiteY57" fmla="*/ 131280 h 271583"/>
                <a:gd name="connsiteX58" fmla="*/ 110763 w 246830"/>
                <a:gd name="connsiteY58" fmla="*/ 131280 h 271583"/>
                <a:gd name="connsiteX59" fmla="*/ 103715 w 246830"/>
                <a:gd name="connsiteY59" fmla="*/ 128137 h 271583"/>
                <a:gd name="connsiteX60" fmla="*/ 78378 w 246830"/>
                <a:gd name="connsiteY60" fmla="*/ 100038 h 271583"/>
                <a:gd name="connsiteX61" fmla="*/ 79140 w 246830"/>
                <a:gd name="connsiteY61" fmla="*/ 86608 h 271583"/>
                <a:gd name="connsiteX62" fmla="*/ 79140 w 246830"/>
                <a:gd name="connsiteY62" fmla="*/ 86608 h 271583"/>
                <a:gd name="connsiteX63" fmla="*/ 92571 w 246830"/>
                <a:gd name="connsiteY63" fmla="*/ 87370 h 271583"/>
                <a:gd name="connsiteX64" fmla="*/ 92571 w 246830"/>
                <a:gd name="connsiteY64" fmla="*/ 87370 h 271583"/>
                <a:gd name="connsiteX65" fmla="*/ 91809 w 246830"/>
                <a:gd name="connsiteY65" fmla="*/ 100800 h 271583"/>
                <a:gd name="connsiteX66" fmla="*/ 91809 w 246830"/>
                <a:gd name="connsiteY66" fmla="*/ 100800 h 271583"/>
                <a:gd name="connsiteX67" fmla="*/ 85427 w 246830"/>
                <a:gd name="connsiteY67" fmla="*/ 103181 h 271583"/>
                <a:gd name="connsiteX68" fmla="*/ 85427 w 246830"/>
                <a:gd name="connsiteY68" fmla="*/ 103181 h 271583"/>
                <a:gd name="connsiteX69" fmla="*/ 78378 w 246830"/>
                <a:gd name="connsiteY69" fmla="*/ 100038 h 271583"/>
                <a:gd name="connsiteX70" fmla="*/ 53042 w 246830"/>
                <a:gd name="connsiteY70" fmla="*/ 72035 h 271583"/>
                <a:gd name="connsiteX71" fmla="*/ 53804 w 246830"/>
                <a:gd name="connsiteY71" fmla="*/ 58604 h 271583"/>
                <a:gd name="connsiteX72" fmla="*/ 53804 w 246830"/>
                <a:gd name="connsiteY72" fmla="*/ 58604 h 271583"/>
                <a:gd name="connsiteX73" fmla="*/ 67234 w 246830"/>
                <a:gd name="connsiteY73" fmla="*/ 59271 h 271583"/>
                <a:gd name="connsiteX74" fmla="*/ 67234 w 246830"/>
                <a:gd name="connsiteY74" fmla="*/ 59271 h 271583"/>
                <a:gd name="connsiteX75" fmla="*/ 66472 w 246830"/>
                <a:gd name="connsiteY75" fmla="*/ 72701 h 271583"/>
                <a:gd name="connsiteX76" fmla="*/ 66472 w 246830"/>
                <a:gd name="connsiteY76" fmla="*/ 72701 h 271583"/>
                <a:gd name="connsiteX77" fmla="*/ 60186 w 246830"/>
                <a:gd name="connsiteY77" fmla="*/ 75178 h 271583"/>
                <a:gd name="connsiteX78" fmla="*/ 60186 w 246830"/>
                <a:gd name="connsiteY78" fmla="*/ 75178 h 271583"/>
                <a:gd name="connsiteX79" fmla="*/ 53042 w 246830"/>
                <a:gd name="connsiteY79" fmla="*/ 72035 h 271583"/>
                <a:gd name="connsiteX80" fmla="*/ 27801 w 246830"/>
                <a:gd name="connsiteY80" fmla="*/ 43936 h 271583"/>
                <a:gd name="connsiteX81" fmla="*/ 28467 w 246830"/>
                <a:gd name="connsiteY81" fmla="*/ 30506 h 271583"/>
                <a:gd name="connsiteX82" fmla="*/ 28467 w 246830"/>
                <a:gd name="connsiteY82" fmla="*/ 30506 h 271583"/>
                <a:gd name="connsiteX83" fmla="*/ 41898 w 246830"/>
                <a:gd name="connsiteY83" fmla="*/ 31172 h 271583"/>
                <a:gd name="connsiteX84" fmla="*/ 41898 w 246830"/>
                <a:gd name="connsiteY84" fmla="*/ 31172 h 271583"/>
                <a:gd name="connsiteX85" fmla="*/ 41231 w 246830"/>
                <a:gd name="connsiteY85" fmla="*/ 44603 h 271583"/>
                <a:gd name="connsiteX86" fmla="*/ 41231 w 246830"/>
                <a:gd name="connsiteY86" fmla="*/ 44603 h 271583"/>
                <a:gd name="connsiteX87" fmla="*/ 34849 w 246830"/>
                <a:gd name="connsiteY87" fmla="*/ 47079 h 271583"/>
                <a:gd name="connsiteX88" fmla="*/ 34849 w 246830"/>
                <a:gd name="connsiteY88" fmla="*/ 47079 h 271583"/>
                <a:gd name="connsiteX89" fmla="*/ 27801 w 246830"/>
                <a:gd name="connsiteY89" fmla="*/ 43936 h 271583"/>
                <a:gd name="connsiteX90" fmla="*/ 2464 w 246830"/>
                <a:gd name="connsiteY90" fmla="*/ 15932 h 271583"/>
                <a:gd name="connsiteX91" fmla="*/ 3131 w 246830"/>
                <a:gd name="connsiteY91" fmla="*/ 2502 h 271583"/>
                <a:gd name="connsiteX92" fmla="*/ 3131 w 246830"/>
                <a:gd name="connsiteY92" fmla="*/ 2502 h 271583"/>
                <a:gd name="connsiteX93" fmla="*/ 16561 w 246830"/>
                <a:gd name="connsiteY93" fmla="*/ 3169 h 271583"/>
                <a:gd name="connsiteX94" fmla="*/ 16561 w 246830"/>
                <a:gd name="connsiteY94" fmla="*/ 3169 h 271583"/>
                <a:gd name="connsiteX95" fmla="*/ 15894 w 246830"/>
                <a:gd name="connsiteY95" fmla="*/ 16599 h 271583"/>
                <a:gd name="connsiteX96" fmla="*/ 15894 w 246830"/>
                <a:gd name="connsiteY96" fmla="*/ 16599 h 271583"/>
                <a:gd name="connsiteX97" fmla="*/ 9513 w 246830"/>
                <a:gd name="connsiteY97" fmla="*/ 19076 h 271583"/>
                <a:gd name="connsiteX98" fmla="*/ 9513 w 246830"/>
                <a:gd name="connsiteY98" fmla="*/ 19076 h 271583"/>
                <a:gd name="connsiteX99" fmla="*/ 2464 w 246830"/>
                <a:gd name="connsiteY99" fmla="*/ 15932 h 271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46830" h="271583">
                  <a:moveTo>
                    <a:pt x="230207" y="268440"/>
                  </a:moveTo>
                  <a:cubicBezTo>
                    <a:pt x="226683" y="264535"/>
                    <a:pt x="226968" y="258439"/>
                    <a:pt x="230969" y="255010"/>
                  </a:cubicBezTo>
                  <a:lnTo>
                    <a:pt x="230969" y="255010"/>
                  </a:lnTo>
                  <a:cubicBezTo>
                    <a:pt x="234779" y="251390"/>
                    <a:pt x="240875" y="251771"/>
                    <a:pt x="244399" y="255677"/>
                  </a:cubicBezTo>
                  <a:lnTo>
                    <a:pt x="244399" y="255677"/>
                  </a:lnTo>
                  <a:cubicBezTo>
                    <a:pt x="247923" y="259582"/>
                    <a:pt x="247542" y="265583"/>
                    <a:pt x="243732" y="269107"/>
                  </a:cubicBezTo>
                  <a:lnTo>
                    <a:pt x="243732" y="269107"/>
                  </a:lnTo>
                  <a:cubicBezTo>
                    <a:pt x="241827" y="270726"/>
                    <a:pt x="239541" y="271583"/>
                    <a:pt x="237351" y="271583"/>
                  </a:cubicBezTo>
                  <a:lnTo>
                    <a:pt x="237351" y="271583"/>
                  </a:lnTo>
                  <a:cubicBezTo>
                    <a:pt x="234684" y="271583"/>
                    <a:pt x="232112" y="270536"/>
                    <a:pt x="230207" y="268440"/>
                  </a:cubicBezTo>
                  <a:close/>
                  <a:moveTo>
                    <a:pt x="204966" y="240341"/>
                  </a:moveTo>
                  <a:cubicBezTo>
                    <a:pt x="201346" y="236436"/>
                    <a:pt x="201727" y="230435"/>
                    <a:pt x="205632" y="226911"/>
                  </a:cubicBezTo>
                  <a:lnTo>
                    <a:pt x="205632" y="226911"/>
                  </a:lnTo>
                  <a:cubicBezTo>
                    <a:pt x="209538" y="223387"/>
                    <a:pt x="215538" y="223673"/>
                    <a:pt x="219063" y="227578"/>
                  </a:cubicBezTo>
                  <a:lnTo>
                    <a:pt x="219063" y="227578"/>
                  </a:lnTo>
                  <a:cubicBezTo>
                    <a:pt x="222587" y="231483"/>
                    <a:pt x="222301" y="237484"/>
                    <a:pt x="218396" y="241103"/>
                  </a:cubicBezTo>
                  <a:lnTo>
                    <a:pt x="218396" y="241103"/>
                  </a:lnTo>
                  <a:cubicBezTo>
                    <a:pt x="216586" y="242723"/>
                    <a:pt x="214300" y="243485"/>
                    <a:pt x="212014" y="243485"/>
                  </a:cubicBezTo>
                  <a:lnTo>
                    <a:pt x="212014" y="243485"/>
                  </a:lnTo>
                  <a:cubicBezTo>
                    <a:pt x="209347" y="243485"/>
                    <a:pt x="206775" y="242437"/>
                    <a:pt x="204966" y="240341"/>
                  </a:cubicBezTo>
                  <a:close/>
                  <a:moveTo>
                    <a:pt x="179629" y="212338"/>
                  </a:moveTo>
                  <a:cubicBezTo>
                    <a:pt x="176105" y="208433"/>
                    <a:pt x="176391" y="202337"/>
                    <a:pt x="180296" y="198812"/>
                  </a:cubicBezTo>
                  <a:lnTo>
                    <a:pt x="180296" y="198812"/>
                  </a:lnTo>
                  <a:cubicBezTo>
                    <a:pt x="184201" y="195288"/>
                    <a:pt x="190202" y="195669"/>
                    <a:pt x="193821" y="199574"/>
                  </a:cubicBezTo>
                  <a:lnTo>
                    <a:pt x="193821" y="199574"/>
                  </a:lnTo>
                  <a:cubicBezTo>
                    <a:pt x="197250" y="203480"/>
                    <a:pt x="196965" y="209480"/>
                    <a:pt x="193059" y="213005"/>
                  </a:cubicBezTo>
                  <a:lnTo>
                    <a:pt x="193059" y="213005"/>
                  </a:lnTo>
                  <a:cubicBezTo>
                    <a:pt x="191250" y="214624"/>
                    <a:pt x="188964" y="215481"/>
                    <a:pt x="186678" y="215481"/>
                  </a:cubicBezTo>
                  <a:lnTo>
                    <a:pt x="186678" y="215481"/>
                  </a:lnTo>
                  <a:cubicBezTo>
                    <a:pt x="184106" y="215481"/>
                    <a:pt x="181534" y="214433"/>
                    <a:pt x="179629" y="212338"/>
                  </a:cubicBezTo>
                  <a:close/>
                  <a:moveTo>
                    <a:pt x="154293" y="184239"/>
                  </a:moveTo>
                  <a:cubicBezTo>
                    <a:pt x="150768" y="180334"/>
                    <a:pt x="151054" y="174333"/>
                    <a:pt x="155055" y="170809"/>
                  </a:cubicBezTo>
                  <a:lnTo>
                    <a:pt x="155055" y="170809"/>
                  </a:lnTo>
                  <a:cubicBezTo>
                    <a:pt x="158865" y="167285"/>
                    <a:pt x="164961" y="167570"/>
                    <a:pt x="168485" y="171476"/>
                  </a:cubicBezTo>
                  <a:lnTo>
                    <a:pt x="168485" y="171476"/>
                  </a:lnTo>
                  <a:cubicBezTo>
                    <a:pt x="172009" y="175381"/>
                    <a:pt x="171628" y="181382"/>
                    <a:pt x="167723" y="185001"/>
                  </a:cubicBezTo>
                  <a:lnTo>
                    <a:pt x="167723" y="185001"/>
                  </a:lnTo>
                  <a:cubicBezTo>
                    <a:pt x="165913" y="186620"/>
                    <a:pt x="163627" y="187382"/>
                    <a:pt x="161436" y="187382"/>
                  </a:cubicBezTo>
                  <a:lnTo>
                    <a:pt x="161436" y="187382"/>
                  </a:lnTo>
                  <a:cubicBezTo>
                    <a:pt x="158769" y="187382"/>
                    <a:pt x="156198" y="186335"/>
                    <a:pt x="154293" y="184239"/>
                  </a:cubicBezTo>
                  <a:close/>
                  <a:moveTo>
                    <a:pt x="129051" y="156236"/>
                  </a:moveTo>
                  <a:cubicBezTo>
                    <a:pt x="125432" y="152235"/>
                    <a:pt x="125813" y="146234"/>
                    <a:pt x="129718" y="142710"/>
                  </a:cubicBezTo>
                  <a:lnTo>
                    <a:pt x="129718" y="142710"/>
                  </a:lnTo>
                  <a:cubicBezTo>
                    <a:pt x="133623" y="139186"/>
                    <a:pt x="139624" y="139472"/>
                    <a:pt x="143148" y="143472"/>
                  </a:cubicBezTo>
                  <a:lnTo>
                    <a:pt x="143148" y="143472"/>
                  </a:lnTo>
                  <a:cubicBezTo>
                    <a:pt x="146673" y="147377"/>
                    <a:pt x="146387" y="153378"/>
                    <a:pt x="142482" y="156902"/>
                  </a:cubicBezTo>
                  <a:lnTo>
                    <a:pt x="142482" y="156902"/>
                  </a:lnTo>
                  <a:cubicBezTo>
                    <a:pt x="140672" y="158522"/>
                    <a:pt x="138386" y="159284"/>
                    <a:pt x="136100" y="159284"/>
                  </a:cubicBezTo>
                  <a:lnTo>
                    <a:pt x="136100" y="159284"/>
                  </a:lnTo>
                  <a:cubicBezTo>
                    <a:pt x="133433" y="159284"/>
                    <a:pt x="130861" y="158236"/>
                    <a:pt x="129051" y="156236"/>
                  </a:cubicBezTo>
                  <a:close/>
                  <a:moveTo>
                    <a:pt x="103715" y="128137"/>
                  </a:moveTo>
                  <a:cubicBezTo>
                    <a:pt x="100191" y="124232"/>
                    <a:pt x="100476" y="118231"/>
                    <a:pt x="104382" y="114707"/>
                  </a:cubicBezTo>
                  <a:lnTo>
                    <a:pt x="104382" y="114707"/>
                  </a:lnTo>
                  <a:cubicBezTo>
                    <a:pt x="108287" y="111182"/>
                    <a:pt x="114288" y="111468"/>
                    <a:pt x="117812" y="115373"/>
                  </a:cubicBezTo>
                  <a:lnTo>
                    <a:pt x="117812" y="115373"/>
                  </a:lnTo>
                  <a:cubicBezTo>
                    <a:pt x="121336" y="119279"/>
                    <a:pt x="121050" y="125279"/>
                    <a:pt x="117145" y="128804"/>
                  </a:cubicBezTo>
                  <a:lnTo>
                    <a:pt x="117145" y="128804"/>
                  </a:lnTo>
                  <a:cubicBezTo>
                    <a:pt x="115335" y="130423"/>
                    <a:pt x="113049" y="131280"/>
                    <a:pt x="110763" y="131280"/>
                  </a:cubicBezTo>
                  <a:lnTo>
                    <a:pt x="110763" y="131280"/>
                  </a:lnTo>
                  <a:cubicBezTo>
                    <a:pt x="108192" y="131280"/>
                    <a:pt x="105525" y="130232"/>
                    <a:pt x="103715" y="128137"/>
                  </a:cubicBezTo>
                  <a:close/>
                  <a:moveTo>
                    <a:pt x="78378" y="100038"/>
                  </a:moveTo>
                  <a:cubicBezTo>
                    <a:pt x="74854" y="96133"/>
                    <a:pt x="75140" y="90132"/>
                    <a:pt x="79140" y="86608"/>
                  </a:cubicBezTo>
                  <a:lnTo>
                    <a:pt x="79140" y="86608"/>
                  </a:lnTo>
                  <a:cubicBezTo>
                    <a:pt x="82950" y="83084"/>
                    <a:pt x="89046" y="83369"/>
                    <a:pt x="92571" y="87370"/>
                  </a:cubicBezTo>
                  <a:lnTo>
                    <a:pt x="92571" y="87370"/>
                  </a:lnTo>
                  <a:cubicBezTo>
                    <a:pt x="96095" y="91180"/>
                    <a:pt x="95714" y="97276"/>
                    <a:pt x="91809" y="100800"/>
                  </a:cubicBezTo>
                  <a:lnTo>
                    <a:pt x="91809" y="100800"/>
                  </a:lnTo>
                  <a:cubicBezTo>
                    <a:pt x="89999" y="102419"/>
                    <a:pt x="87713" y="103181"/>
                    <a:pt x="85427" y="103181"/>
                  </a:cubicBezTo>
                  <a:lnTo>
                    <a:pt x="85427" y="103181"/>
                  </a:lnTo>
                  <a:cubicBezTo>
                    <a:pt x="82855" y="103181"/>
                    <a:pt x="80283" y="102134"/>
                    <a:pt x="78378" y="100038"/>
                  </a:cubicBezTo>
                  <a:close/>
                  <a:moveTo>
                    <a:pt x="53042" y="72035"/>
                  </a:moveTo>
                  <a:cubicBezTo>
                    <a:pt x="49518" y="68129"/>
                    <a:pt x="49899" y="62033"/>
                    <a:pt x="53804" y="58604"/>
                  </a:cubicBezTo>
                  <a:lnTo>
                    <a:pt x="53804" y="58604"/>
                  </a:lnTo>
                  <a:cubicBezTo>
                    <a:pt x="57709" y="54985"/>
                    <a:pt x="63710" y="55366"/>
                    <a:pt x="67234" y="59271"/>
                  </a:cubicBezTo>
                  <a:lnTo>
                    <a:pt x="67234" y="59271"/>
                  </a:lnTo>
                  <a:cubicBezTo>
                    <a:pt x="70758" y="63176"/>
                    <a:pt x="70473" y="69177"/>
                    <a:pt x="66472" y="72701"/>
                  </a:cubicBezTo>
                  <a:lnTo>
                    <a:pt x="66472" y="72701"/>
                  </a:lnTo>
                  <a:cubicBezTo>
                    <a:pt x="64758" y="74321"/>
                    <a:pt x="62472" y="75178"/>
                    <a:pt x="60186" y="75178"/>
                  </a:cubicBezTo>
                  <a:lnTo>
                    <a:pt x="60186" y="75178"/>
                  </a:lnTo>
                  <a:cubicBezTo>
                    <a:pt x="57614" y="75178"/>
                    <a:pt x="54947" y="74130"/>
                    <a:pt x="53042" y="72035"/>
                  </a:cubicBezTo>
                  <a:close/>
                  <a:moveTo>
                    <a:pt x="27801" y="43936"/>
                  </a:moveTo>
                  <a:cubicBezTo>
                    <a:pt x="24276" y="40031"/>
                    <a:pt x="24562" y="34030"/>
                    <a:pt x="28467" y="30506"/>
                  </a:cubicBezTo>
                  <a:lnTo>
                    <a:pt x="28467" y="30506"/>
                  </a:lnTo>
                  <a:cubicBezTo>
                    <a:pt x="32373" y="26981"/>
                    <a:pt x="38373" y="27267"/>
                    <a:pt x="41898" y="31172"/>
                  </a:cubicBezTo>
                  <a:lnTo>
                    <a:pt x="41898" y="31172"/>
                  </a:lnTo>
                  <a:cubicBezTo>
                    <a:pt x="45422" y="35078"/>
                    <a:pt x="45136" y="41078"/>
                    <a:pt x="41231" y="44603"/>
                  </a:cubicBezTo>
                  <a:lnTo>
                    <a:pt x="41231" y="44603"/>
                  </a:lnTo>
                  <a:cubicBezTo>
                    <a:pt x="39421" y="46317"/>
                    <a:pt x="37135" y="47079"/>
                    <a:pt x="34849" y="47079"/>
                  </a:cubicBezTo>
                  <a:lnTo>
                    <a:pt x="34849" y="47079"/>
                  </a:lnTo>
                  <a:cubicBezTo>
                    <a:pt x="32277" y="47079"/>
                    <a:pt x="29610" y="46031"/>
                    <a:pt x="27801" y="43936"/>
                  </a:cubicBezTo>
                  <a:close/>
                  <a:moveTo>
                    <a:pt x="2464" y="15932"/>
                  </a:moveTo>
                  <a:cubicBezTo>
                    <a:pt x="-1060" y="12027"/>
                    <a:pt x="-774" y="5931"/>
                    <a:pt x="3131" y="2502"/>
                  </a:cubicBezTo>
                  <a:lnTo>
                    <a:pt x="3131" y="2502"/>
                  </a:lnTo>
                  <a:cubicBezTo>
                    <a:pt x="7131" y="-1117"/>
                    <a:pt x="13132" y="-736"/>
                    <a:pt x="16561" y="3169"/>
                  </a:cubicBezTo>
                  <a:lnTo>
                    <a:pt x="16561" y="3169"/>
                  </a:lnTo>
                  <a:cubicBezTo>
                    <a:pt x="20181" y="7074"/>
                    <a:pt x="19800" y="13075"/>
                    <a:pt x="15894" y="16599"/>
                  </a:cubicBezTo>
                  <a:lnTo>
                    <a:pt x="15894" y="16599"/>
                  </a:lnTo>
                  <a:cubicBezTo>
                    <a:pt x="14085" y="18218"/>
                    <a:pt x="11799" y="19076"/>
                    <a:pt x="9513" y="19076"/>
                  </a:cubicBezTo>
                  <a:lnTo>
                    <a:pt x="9513" y="19076"/>
                  </a:lnTo>
                  <a:cubicBezTo>
                    <a:pt x="6941" y="19076"/>
                    <a:pt x="4369" y="17933"/>
                    <a:pt x="2464" y="1593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77E9C87-1A34-4A6F-B2AE-17E193E68B3F}"/>
                </a:ext>
              </a:extLst>
            </p:cNvPr>
            <p:cNvSpPr/>
            <p:nvPr/>
          </p:nvSpPr>
          <p:spPr>
            <a:xfrm>
              <a:off x="6096952" y="3916774"/>
              <a:ext cx="19145" cy="19145"/>
            </a:xfrm>
            <a:custGeom>
              <a:avLst/>
              <a:gdLst>
                <a:gd name="connsiteX0" fmla="*/ 0 w 19145"/>
                <a:gd name="connsiteY0" fmla="*/ 9620 h 19145"/>
                <a:gd name="connsiteX1" fmla="*/ 9525 w 19145"/>
                <a:gd name="connsiteY1" fmla="*/ 0 h 19145"/>
                <a:gd name="connsiteX2" fmla="*/ 9525 w 19145"/>
                <a:gd name="connsiteY2" fmla="*/ 0 h 19145"/>
                <a:gd name="connsiteX3" fmla="*/ 19145 w 19145"/>
                <a:gd name="connsiteY3" fmla="*/ 9620 h 19145"/>
                <a:gd name="connsiteX4" fmla="*/ 19145 w 19145"/>
                <a:gd name="connsiteY4" fmla="*/ 9620 h 19145"/>
                <a:gd name="connsiteX5" fmla="*/ 9525 w 19145"/>
                <a:gd name="connsiteY5" fmla="*/ 19145 h 19145"/>
                <a:gd name="connsiteX6" fmla="*/ 9525 w 19145"/>
                <a:gd name="connsiteY6" fmla="*/ 19145 h 19145"/>
                <a:gd name="connsiteX7" fmla="*/ 0 w 19145"/>
                <a:gd name="connsiteY7" fmla="*/ 9620 h 1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45" h="19145">
                  <a:moveTo>
                    <a:pt x="0" y="9620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145" y="4286"/>
                    <a:pt x="19145" y="9620"/>
                  </a:cubicBezTo>
                  <a:lnTo>
                    <a:pt x="19145" y="9620"/>
                  </a:lnTo>
                  <a:cubicBezTo>
                    <a:pt x="19145" y="14859"/>
                    <a:pt x="14859" y="19145"/>
                    <a:pt x="9525" y="19145"/>
                  </a:cubicBezTo>
                  <a:lnTo>
                    <a:pt x="9525" y="19145"/>
                  </a:lnTo>
                  <a:cubicBezTo>
                    <a:pt x="4286" y="19145"/>
                    <a:pt x="0" y="14859"/>
                    <a:pt x="0" y="96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AC4199-99B6-0002-D977-7E6DB2B3EEAD}"/>
                </a:ext>
              </a:extLst>
            </p:cNvPr>
            <p:cNvSpPr/>
            <p:nvPr/>
          </p:nvSpPr>
          <p:spPr>
            <a:xfrm>
              <a:off x="6123594" y="3632901"/>
              <a:ext cx="258482" cy="274538"/>
            </a:xfrm>
            <a:custGeom>
              <a:avLst/>
              <a:gdLst>
                <a:gd name="connsiteX0" fmla="*/ 2981 w 258482"/>
                <a:gd name="connsiteY0" fmla="*/ 271967 h 274538"/>
                <a:gd name="connsiteX1" fmla="*/ 2600 w 258482"/>
                <a:gd name="connsiteY1" fmla="*/ 258536 h 274538"/>
                <a:gd name="connsiteX2" fmla="*/ 2600 w 258482"/>
                <a:gd name="connsiteY2" fmla="*/ 258536 h 274538"/>
                <a:gd name="connsiteX3" fmla="*/ 16030 w 258482"/>
                <a:gd name="connsiteY3" fmla="*/ 258060 h 274538"/>
                <a:gd name="connsiteX4" fmla="*/ 16030 w 258482"/>
                <a:gd name="connsiteY4" fmla="*/ 258060 h 274538"/>
                <a:gd name="connsiteX5" fmla="*/ 16506 w 258482"/>
                <a:gd name="connsiteY5" fmla="*/ 271586 h 274538"/>
                <a:gd name="connsiteX6" fmla="*/ 16506 w 258482"/>
                <a:gd name="connsiteY6" fmla="*/ 271586 h 274538"/>
                <a:gd name="connsiteX7" fmla="*/ 9553 w 258482"/>
                <a:gd name="connsiteY7" fmla="*/ 274538 h 274538"/>
                <a:gd name="connsiteX8" fmla="*/ 9553 w 258482"/>
                <a:gd name="connsiteY8" fmla="*/ 274538 h 274538"/>
                <a:gd name="connsiteX9" fmla="*/ 2981 w 258482"/>
                <a:gd name="connsiteY9" fmla="*/ 271967 h 274538"/>
                <a:gd name="connsiteX10" fmla="*/ 29555 w 258482"/>
                <a:gd name="connsiteY10" fmla="*/ 243582 h 274538"/>
                <a:gd name="connsiteX11" fmla="*/ 29174 w 258482"/>
                <a:gd name="connsiteY11" fmla="*/ 230152 h 274538"/>
                <a:gd name="connsiteX12" fmla="*/ 29174 w 258482"/>
                <a:gd name="connsiteY12" fmla="*/ 230152 h 274538"/>
                <a:gd name="connsiteX13" fmla="*/ 42605 w 258482"/>
                <a:gd name="connsiteY13" fmla="*/ 229676 h 274538"/>
                <a:gd name="connsiteX14" fmla="*/ 42605 w 258482"/>
                <a:gd name="connsiteY14" fmla="*/ 229676 h 274538"/>
                <a:gd name="connsiteX15" fmla="*/ 43081 w 258482"/>
                <a:gd name="connsiteY15" fmla="*/ 243201 h 274538"/>
                <a:gd name="connsiteX16" fmla="*/ 43081 w 258482"/>
                <a:gd name="connsiteY16" fmla="*/ 243201 h 274538"/>
                <a:gd name="connsiteX17" fmla="*/ 36128 w 258482"/>
                <a:gd name="connsiteY17" fmla="*/ 246154 h 274538"/>
                <a:gd name="connsiteX18" fmla="*/ 36128 w 258482"/>
                <a:gd name="connsiteY18" fmla="*/ 246154 h 274538"/>
                <a:gd name="connsiteX19" fmla="*/ 29555 w 258482"/>
                <a:gd name="connsiteY19" fmla="*/ 243582 h 274538"/>
                <a:gd name="connsiteX20" fmla="*/ 56225 w 258482"/>
                <a:gd name="connsiteY20" fmla="*/ 215198 h 274538"/>
                <a:gd name="connsiteX21" fmla="*/ 55749 w 258482"/>
                <a:gd name="connsiteY21" fmla="*/ 201767 h 274538"/>
                <a:gd name="connsiteX22" fmla="*/ 55749 w 258482"/>
                <a:gd name="connsiteY22" fmla="*/ 201767 h 274538"/>
                <a:gd name="connsiteX23" fmla="*/ 69275 w 258482"/>
                <a:gd name="connsiteY23" fmla="*/ 201291 h 274538"/>
                <a:gd name="connsiteX24" fmla="*/ 69275 w 258482"/>
                <a:gd name="connsiteY24" fmla="*/ 201291 h 274538"/>
                <a:gd name="connsiteX25" fmla="*/ 69656 w 258482"/>
                <a:gd name="connsiteY25" fmla="*/ 214721 h 274538"/>
                <a:gd name="connsiteX26" fmla="*/ 69656 w 258482"/>
                <a:gd name="connsiteY26" fmla="*/ 214721 h 274538"/>
                <a:gd name="connsiteX27" fmla="*/ 62702 w 258482"/>
                <a:gd name="connsiteY27" fmla="*/ 217769 h 274538"/>
                <a:gd name="connsiteX28" fmla="*/ 62702 w 258482"/>
                <a:gd name="connsiteY28" fmla="*/ 217769 h 274538"/>
                <a:gd name="connsiteX29" fmla="*/ 56225 w 258482"/>
                <a:gd name="connsiteY29" fmla="*/ 215198 h 274538"/>
                <a:gd name="connsiteX30" fmla="*/ 82800 w 258482"/>
                <a:gd name="connsiteY30" fmla="*/ 186813 h 274538"/>
                <a:gd name="connsiteX31" fmla="*/ 82419 w 258482"/>
                <a:gd name="connsiteY31" fmla="*/ 173383 h 274538"/>
                <a:gd name="connsiteX32" fmla="*/ 82419 w 258482"/>
                <a:gd name="connsiteY32" fmla="*/ 173383 h 274538"/>
                <a:gd name="connsiteX33" fmla="*/ 95849 w 258482"/>
                <a:gd name="connsiteY33" fmla="*/ 172907 h 274538"/>
                <a:gd name="connsiteX34" fmla="*/ 95849 w 258482"/>
                <a:gd name="connsiteY34" fmla="*/ 172907 h 274538"/>
                <a:gd name="connsiteX35" fmla="*/ 96326 w 258482"/>
                <a:gd name="connsiteY35" fmla="*/ 186432 h 274538"/>
                <a:gd name="connsiteX36" fmla="*/ 96326 w 258482"/>
                <a:gd name="connsiteY36" fmla="*/ 186432 h 274538"/>
                <a:gd name="connsiteX37" fmla="*/ 89372 w 258482"/>
                <a:gd name="connsiteY37" fmla="*/ 189385 h 274538"/>
                <a:gd name="connsiteX38" fmla="*/ 89372 w 258482"/>
                <a:gd name="connsiteY38" fmla="*/ 189385 h 274538"/>
                <a:gd name="connsiteX39" fmla="*/ 82800 w 258482"/>
                <a:gd name="connsiteY39" fmla="*/ 186813 h 274538"/>
                <a:gd name="connsiteX40" fmla="*/ 109375 w 258482"/>
                <a:gd name="connsiteY40" fmla="*/ 158429 h 274538"/>
                <a:gd name="connsiteX41" fmla="*/ 108994 w 258482"/>
                <a:gd name="connsiteY41" fmla="*/ 144998 h 274538"/>
                <a:gd name="connsiteX42" fmla="*/ 108994 w 258482"/>
                <a:gd name="connsiteY42" fmla="*/ 144998 h 274538"/>
                <a:gd name="connsiteX43" fmla="*/ 122424 w 258482"/>
                <a:gd name="connsiteY43" fmla="*/ 144522 h 274538"/>
                <a:gd name="connsiteX44" fmla="*/ 122424 w 258482"/>
                <a:gd name="connsiteY44" fmla="*/ 144522 h 274538"/>
                <a:gd name="connsiteX45" fmla="*/ 122900 w 258482"/>
                <a:gd name="connsiteY45" fmla="*/ 158048 h 274538"/>
                <a:gd name="connsiteX46" fmla="*/ 122900 w 258482"/>
                <a:gd name="connsiteY46" fmla="*/ 158048 h 274538"/>
                <a:gd name="connsiteX47" fmla="*/ 115947 w 258482"/>
                <a:gd name="connsiteY47" fmla="*/ 161000 h 274538"/>
                <a:gd name="connsiteX48" fmla="*/ 115947 w 258482"/>
                <a:gd name="connsiteY48" fmla="*/ 161000 h 274538"/>
                <a:gd name="connsiteX49" fmla="*/ 109375 w 258482"/>
                <a:gd name="connsiteY49" fmla="*/ 158429 h 274538"/>
                <a:gd name="connsiteX50" fmla="*/ 136045 w 258482"/>
                <a:gd name="connsiteY50" fmla="*/ 130044 h 274538"/>
                <a:gd name="connsiteX51" fmla="*/ 135569 w 258482"/>
                <a:gd name="connsiteY51" fmla="*/ 116614 h 274538"/>
                <a:gd name="connsiteX52" fmla="*/ 135569 w 258482"/>
                <a:gd name="connsiteY52" fmla="*/ 116614 h 274538"/>
                <a:gd name="connsiteX53" fmla="*/ 149094 w 258482"/>
                <a:gd name="connsiteY53" fmla="*/ 116138 h 274538"/>
                <a:gd name="connsiteX54" fmla="*/ 149094 w 258482"/>
                <a:gd name="connsiteY54" fmla="*/ 116138 h 274538"/>
                <a:gd name="connsiteX55" fmla="*/ 149475 w 258482"/>
                <a:gd name="connsiteY55" fmla="*/ 129568 h 274538"/>
                <a:gd name="connsiteX56" fmla="*/ 149475 w 258482"/>
                <a:gd name="connsiteY56" fmla="*/ 129568 h 274538"/>
                <a:gd name="connsiteX57" fmla="*/ 142522 w 258482"/>
                <a:gd name="connsiteY57" fmla="*/ 132616 h 274538"/>
                <a:gd name="connsiteX58" fmla="*/ 142522 w 258482"/>
                <a:gd name="connsiteY58" fmla="*/ 132616 h 274538"/>
                <a:gd name="connsiteX59" fmla="*/ 136045 w 258482"/>
                <a:gd name="connsiteY59" fmla="*/ 130044 h 274538"/>
                <a:gd name="connsiteX60" fmla="*/ 162620 w 258482"/>
                <a:gd name="connsiteY60" fmla="*/ 101660 h 274538"/>
                <a:gd name="connsiteX61" fmla="*/ 162239 w 258482"/>
                <a:gd name="connsiteY61" fmla="*/ 88134 h 274538"/>
                <a:gd name="connsiteX62" fmla="*/ 162239 w 258482"/>
                <a:gd name="connsiteY62" fmla="*/ 88134 h 274538"/>
                <a:gd name="connsiteX63" fmla="*/ 175669 w 258482"/>
                <a:gd name="connsiteY63" fmla="*/ 87753 h 274538"/>
                <a:gd name="connsiteX64" fmla="*/ 175669 w 258482"/>
                <a:gd name="connsiteY64" fmla="*/ 87753 h 274538"/>
                <a:gd name="connsiteX65" fmla="*/ 176145 w 258482"/>
                <a:gd name="connsiteY65" fmla="*/ 101183 h 274538"/>
                <a:gd name="connsiteX66" fmla="*/ 176145 w 258482"/>
                <a:gd name="connsiteY66" fmla="*/ 101183 h 274538"/>
                <a:gd name="connsiteX67" fmla="*/ 169097 w 258482"/>
                <a:gd name="connsiteY67" fmla="*/ 104231 h 274538"/>
                <a:gd name="connsiteX68" fmla="*/ 169097 w 258482"/>
                <a:gd name="connsiteY68" fmla="*/ 104231 h 274538"/>
                <a:gd name="connsiteX69" fmla="*/ 162620 w 258482"/>
                <a:gd name="connsiteY69" fmla="*/ 101660 h 274538"/>
                <a:gd name="connsiteX70" fmla="*/ 189290 w 258482"/>
                <a:gd name="connsiteY70" fmla="*/ 73275 h 274538"/>
                <a:gd name="connsiteX71" fmla="*/ 188813 w 258482"/>
                <a:gd name="connsiteY71" fmla="*/ 59845 h 274538"/>
                <a:gd name="connsiteX72" fmla="*/ 188813 w 258482"/>
                <a:gd name="connsiteY72" fmla="*/ 59845 h 274538"/>
                <a:gd name="connsiteX73" fmla="*/ 202244 w 258482"/>
                <a:gd name="connsiteY73" fmla="*/ 59369 h 274538"/>
                <a:gd name="connsiteX74" fmla="*/ 202244 w 258482"/>
                <a:gd name="connsiteY74" fmla="*/ 59369 h 274538"/>
                <a:gd name="connsiteX75" fmla="*/ 202720 w 258482"/>
                <a:gd name="connsiteY75" fmla="*/ 72799 h 274538"/>
                <a:gd name="connsiteX76" fmla="*/ 202720 w 258482"/>
                <a:gd name="connsiteY76" fmla="*/ 72799 h 274538"/>
                <a:gd name="connsiteX77" fmla="*/ 195767 w 258482"/>
                <a:gd name="connsiteY77" fmla="*/ 75847 h 274538"/>
                <a:gd name="connsiteX78" fmla="*/ 195767 w 258482"/>
                <a:gd name="connsiteY78" fmla="*/ 75847 h 274538"/>
                <a:gd name="connsiteX79" fmla="*/ 189290 w 258482"/>
                <a:gd name="connsiteY79" fmla="*/ 73275 h 274538"/>
                <a:gd name="connsiteX80" fmla="*/ 215864 w 258482"/>
                <a:gd name="connsiteY80" fmla="*/ 44891 h 274538"/>
                <a:gd name="connsiteX81" fmla="*/ 215388 w 258482"/>
                <a:gd name="connsiteY81" fmla="*/ 31365 h 274538"/>
                <a:gd name="connsiteX82" fmla="*/ 215388 w 258482"/>
                <a:gd name="connsiteY82" fmla="*/ 31365 h 274538"/>
                <a:gd name="connsiteX83" fmla="*/ 228914 w 258482"/>
                <a:gd name="connsiteY83" fmla="*/ 30984 h 274538"/>
                <a:gd name="connsiteX84" fmla="*/ 228914 w 258482"/>
                <a:gd name="connsiteY84" fmla="*/ 30984 h 274538"/>
                <a:gd name="connsiteX85" fmla="*/ 229295 w 258482"/>
                <a:gd name="connsiteY85" fmla="*/ 44414 h 274538"/>
                <a:gd name="connsiteX86" fmla="*/ 229295 w 258482"/>
                <a:gd name="connsiteY86" fmla="*/ 44414 h 274538"/>
                <a:gd name="connsiteX87" fmla="*/ 222341 w 258482"/>
                <a:gd name="connsiteY87" fmla="*/ 47462 h 274538"/>
                <a:gd name="connsiteX88" fmla="*/ 222341 w 258482"/>
                <a:gd name="connsiteY88" fmla="*/ 47462 h 274538"/>
                <a:gd name="connsiteX89" fmla="*/ 215864 w 258482"/>
                <a:gd name="connsiteY89" fmla="*/ 44891 h 274538"/>
                <a:gd name="connsiteX90" fmla="*/ 242439 w 258482"/>
                <a:gd name="connsiteY90" fmla="*/ 16506 h 274538"/>
                <a:gd name="connsiteX91" fmla="*/ 242058 w 258482"/>
                <a:gd name="connsiteY91" fmla="*/ 2981 h 274538"/>
                <a:gd name="connsiteX92" fmla="*/ 242058 w 258482"/>
                <a:gd name="connsiteY92" fmla="*/ 2981 h 274538"/>
                <a:gd name="connsiteX93" fmla="*/ 255488 w 258482"/>
                <a:gd name="connsiteY93" fmla="*/ 2600 h 274538"/>
                <a:gd name="connsiteX94" fmla="*/ 255488 w 258482"/>
                <a:gd name="connsiteY94" fmla="*/ 2600 h 274538"/>
                <a:gd name="connsiteX95" fmla="*/ 255965 w 258482"/>
                <a:gd name="connsiteY95" fmla="*/ 16030 h 274538"/>
                <a:gd name="connsiteX96" fmla="*/ 255965 w 258482"/>
                <a:gd name="connsiteY96" fmla="*/ 16030 h 274538"/>
                <a:gd name="connsiteX97" fmla="*/ 249011 w 258482"/>
                <a:gd name="connsiteY97" fmla="*/ 19078 h 274538"/>
                <a:gd name="connsiteX98" fmla="*/ 249011 w 258482"/>
                <a:gd name="connsiteY98" fmla="*/ 19078 h 274538"/>
                <a:gd name="connsiteX99" fmla="*/ 242439 w 258482"/>
                <a:gd name="connsiteY99" fmla="*/ 16506 h 27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58482" h="274538">
                  <a:moveTo>
                    <a:pt x="2981" y="271967"/>
                  </a:moveTo>
                  <a:cubicBezTo>
                    <a:pt x="-829" y="268442"/>
                    <a:pt x="-1020" y="262346"/>
                    <a:pt x="2600" y="258536"/>
                  </a:cubicBezTo>
                  <a:lnTo>
                    <a:pt x="2600" y="258536"/>
                  </a:lnTo>
                  <a:cubicBezTo>
                    <a:pt x="6124" y="254726"/>
                    <a:pt x="12220" y="254536"/>
                    <a:pt x="16030" y="258060"/>
                  </a:cubicBezTo>
                  <a:lnTo>
                    <a:pt x="16030" y="258060"/>
                  </a:lnTo>
                  <a:cubicBezTo>
                    <a:pt x="19840" y="261680"/>
                    <a:pt x="20030" y="267776"/>
                    <a:pt x="16506" y="271586"/>
                  </a:cubicBezTo>
                  <a:lnTo>
                    <a:pt x="16506" y="271586"/>
                  </a:lnTo>
                  <a:cubicBezTo>
                    <a:pt x="14601" y="273586"/>
                    <a:pt x="12029" y="274538"/>
                    <a:pt x="9553" y="274538"/>
                  </a:cubicBezTo>
                  <a:lnTo>
                    <a:pt x="9553" y="274538"/>
                  </a:lnTo>
                  <a:cubicBezTo>
                    <a:pt x="7172" y="274538"/>
                    <a:pt x="4886" y="273681"/>
                    <a:pt x="2981" y="271967"/>
                  </a:cubicBezTo>
                  <a:close/>
                  <a:moveTo>
                    <a:pt x="29555" y="243582"/>
                  </a:moveTo>
                  <a:cubicBezTo>
                    <a:pt x="25745" y="239963"/>
                    <a:pt x="25555" y="233962"/>
                    <a:pt x="29174" y="230152"/>
                  </a:cubicBezTo>
                  <a:lnTo>
                    <a:pt x="29174" y="230152"/>
                  </a:lnTo>
                  <a:cubicBezTo>
                    <a:pt x="32794" y="226342"/>
                    <a:pt x="38795" y="226056"/>
                    <a:pt x="42605" y="229676"/>
                  </a:cubicBezTo>
                  <a:lnTo>
                    <a:pt x="42605" y="229676"/>
                  </a:lnTo>
                  <a:cubicBezTo>
                    <a:pt x="46415" y="233295"/>
                    <a:pt x="46700" y="239296"/>
                    <a:pt x="43081" y="243201"/>
                  </a:cubicBezTo>
                  <a:lnTo>
                    <a:pt x="43081" y="243201"/>
                  </a:lnTo>
                  <a:cubicBezTo>
                    <a:pt x="41176" y="245201"/>
                    <a:pt x="38699" y="246154"/>
                    <a:pt x="36128" y="246154"/>
                  </a:cubicBezTo>
                  <a:lnTo>
                    <a:pt x="36128" y="246154"/>
                  </a:lnTo>
                  <a:cubicBezTo>
                    <a:pt x="33746" y="246154"/>
                    <a:pt x="31460" y="245297"/>
                    <a:pt x="29555" y="243582"/>
                  </a:cubicBezTo>
                  <a:close/>
                  <a:moveTo>
                    <a:pt x="56225" y="215198"/>
                  </a:moveTo>
                  <a:cubicBezTo>
                    <a:pt x="52320" y="211673"/>
                    <a:pt x="52225" y="205577"/>
                    <a:pt x="55749" y="201767"/>
                  </a:cubicBezTo>
                  <a:lnTo>
                    <a:pt x="55749" y="201767"/>
                  </a:lnTo>
                  <a:cubicBezTo>
                    <a:pt x="59369" y="197862"/>
                    <a:pt x="65369" y="197767"/>
                    <a:pt x="69275" y="201291"/>
                  </a:cubicBezTo>
                  <a:lnTo>
                    <a:pt x="69275" y="201291"/>
                  </a:lnTo>
                  <a:cubicBezTo>
                    <a:pt x="73085" y="204911"/>
                    <a:pt x="73275" y="210911"/>
                    <a:pt x="69656" y="214721"/>
                  </a:cubicBezTo>
                  <a:lnTo>
                    <a:pt x="69656" y="214721"/>
                  </a:lnTo>
                  <a:cubicBezTo>
                    <a:pt x="67751" y="216817"/>
                    <a:pt x="65274" y="217769"/>
                    <a:pt x="62702" y="217769"/>
                  </a:cubicBezTo>
                  <a:lnTo>
                    <a:pt x="62702" y="217769"/>
                  </a:lnTo>
                  <a:cubicBezTo>
                    <a:pt x="60416" y="217769"/>
                    <a:pt x="58035" y="216912"/>
                    <a:pt x="56225" y="215198"/>
                  </a:cubicBezTo>
                  <a:close/>
                  <a:moveTo>
                    <a:pt x="82800" y="186813"/>
                  </a:moveTo>
                  <a:cubicBezTo>
                    <a:pt x="78990" y="183194"/>
                    <a:pt x="78800" y="177193"/>
                    <a:pt x="82419" y="173383"/>
                  </a:cubicBezTo>
                  <a:lnTo>
                    <a:pt x="82419" y="173383"/>
                  </a:lnTo>
                  <a:cubicBezTo>
                    <a:pt x="85943" y="169573"/>
                    <a:pt x="92039" y="169382"/>
                    <a:pt x="95849" y="172907"/>
                  </a:cubicBezTo>
                  <a:lnTo>
                    <a:pt x="95849" y="172907"/>
                  </a:lnTo>
                  <a:cubicBezTo>
                    <a:pt x="99659" y="176526"/>
                    <a:pt x="99850" y="182527"/>
                    <a:pt x="96326" y="186432"/>
                  </a:cubicBezTo>
                  <a:lnTo>
                    <a:pt x="96326" y="186432"/>
                  </a:lnTo>
                  <a:cubicBezTo>
                    <a:pt x="94421" y="188337"/>
                    <a:pt x="91849" y="189385"/>
                    <a:pt x="89372" y="189385"/>
                  </a:cubicBezTo>
                  <a:lnTo>
                    <a:pt x="89372" y="189385"/>
                  </a:lnTo>
                  <a:cubicBezTo>
                    <a:pt x="86991" y="189385"/>
                    <a:pt x="84705" y="188528"/>
                    <a:pt x="82800" y="186813"/>
                  </a:cubicBezTo>
                  <a:close/>
                  <a:moveTo>
                    <a:pt x="109375" y="158429"/>
                  </a:moveTo>
                  <a:cubicBezTo>
                    <a:pt x="105565" y="154809"/>
                    <a:pt x="105374" y="148808"/>
                    <a:pt x="108994" y="144998"/>
                  </a:cubicBezTo>
                  <a:lnTo>
                    <a:pt x="108994" y="144998"/>
                  </a:lnTo>
                  <a:cubicBezTo>
                    <a:pt x="112613" y="141093"/>
                    <a:pt x="118614" y="140903"/>
                    <a:pt x="122424" y="144522"/>
                  </a:cubicBezTo>
                  <a:lnTo>
                    <a:pt x="122424" y="144522"/>
                  </a:lnTo>
                  <a:cubicBezTo>
                    <a:pt x="126234" y="148142"/>
                    <a:pt x="126520" y="154142"/>
                    <a:pt x="122900" y="158048"/>
                  </a:cubicBezTo>
                  <a:lnTo>
                    <a:pt x="122900" y="158048"/>
                  </a:lnTo>
                  <a:cubicBezTo>
                    <a:pt x="120995" y="159953"/>
                    <a:pt x="118519" y="161000"/>
                    <a:pt x="115947" y="161000"/>
                  </a:cubicBezTo>
                  <a:lnTo>
                    <a:pt x="115947" y="161000"/>
                  </a:lnTo>
                  <a:cubicBezTo>
                    <a:pt x="113566" y="161000"/>
                    <a:pt x="111280" y="160143"/>
                    <a:pt x="109375" y="158429"/>
                  </a:cubicBezTo>
                  <a:close/>
                  <a:moveTo>
                    <a:pt x="136045" y="130044"/>
                  </a:moveTo>
                  <a:cubicBezTo>
                    <a:pt x="132235" y="126425"/>
                    <a:pt x="132044" y="120424"/>
                    <a:pt x="135569" y="116614"/>
                  </a:cubicBezTo>
                  <a:lnTo>
                    <a:pt x="135569" y="116614"/>
                  </a:lnTo>
                  <a:cubicBezTo>
                    <a:pt x="139188" y="112709"/>
                    <a:pt x="145189" y="112518"/>
                    <a:pt x="149094" y="116138"/>
                  </a:cubicBezTo>
                  <a:lnTo>
                    <a:pt x="149094" y="116138"/>
                  </a:lnTo>
                  <a:cubicBezTo>
                    <a:pt x="152904" y="119757"/>
                    <a:pt x="153095" y="125758"/>
                    <a:pt x="149475" y="129568"/>
                  </a:cubicBezTo>
                  <a:lnTo>
                    <a:pt x="149475" y="129568"/>
                  </a:lnTo>
                  <a:cubicBezTo>
                    <a:pt x="147665" y="131663"/>
                    <a:pt x="145094" y="132616"/>
                    <a:pt x="142522" y="132616"/>
                  </a:cubicBezTo>
                  <a:lnTo>
                    <a:pt x="142522" y="132616"/>
                  </a:lnTo>
                  <a:cubicBezTo>
                    <a:pt x="140236" y="132616"/>
                    <a:pt x="137855" y="131759"/>
                    <a:pt x="136045" y="130044"/>
                  </a:cubicBezTo>
                  <a:close/>
                  <a:moveTo>
                    <a:pt x="162620" y="101660"/>
                  </a:moveTo>
                  <a:cubicBezTo>
                    <a:pt x="158810" y="98040"/>
                    <a:pt x="158619" y="92039"/>
                    <a:pt x="162239" y="88134"/>
                  </a:cubicBezTo>
                  <a:lnTo>
                    <a:pt x="162239" y="88134"/>
                  </a:lnTo>
                  <a:cubicBezTo>
                    <a:pt x="165763" y="84419"/>
                    <a:pt x="171859" y="84134"/>
                    <a:pt x="175669" y="87753"/>
                  </a:cubicBezTo>
                  <a:lnTo>
                    <a:pt x="175669" y="87753"/>
                  </a:lnTo>
                  <a:cubicBezTo>
                    <a:pt x="179479" y="91373"/>
                    <a:pt x="179669" y="97373"/>
                    <a:pt x="176145" y="101183"/>
                  </a:cubicBezTo>
                  <a:lnTo>
                    <a:pt x="176145" y="101183"/>
                  </a:lnTo>
                  <a:cubicBezTo>
                    <a:pt x="174240" y="103184"/>
                    <a:pt x="171668" y="104231"/>
                    <a:pt x="169097" y="104231"/>
                  </a:cubicBezTo>
                  <a:lnTo>
                    <a:pt x="169097" y="104231"/>
                  </a:lnTo>
                  <a:cubicBezTo>
                    <a:pt x="166811" y="104231"/>
                    <a:pt x="164525" y="103374"/>
                    <a:pt x="162620" y="101660"/>
                  </a:cubicBezTo>
                  <a:close/>
                  <a:moveTo>
                    <a:pt x="189290" y="73275"/>
                  </a:moveTo>
                  <a:cubicBezTo>
                    <a:pt x="185384" y="69656"/>
                    <a:pt x="185194" y="63655"/>
                    <a:pt x="188813" y="59845"/>
                  </a:cubicBezTo>
                  <a:lnTo>
                    <a:pt x="188813" y="59845"/>
                  </a:lnTo>
                  <a:cubicBezTo>
                    <a:pt x="192433" y="55940"/>
                    <a:pt x="198434" y="55749"/>
                    <a:pt x="202244" y="59369"/>
                  </a:cubicBezTo>
                  <a:lnTo>
                    <a:pt x="202244" y="59369"/>
                  </a:lnTo>
                  <a:cubicBezTo>
                    <a:pt x="206149" y="62988"/>
                    <a:pt x="206339" y="68989"/>
                    <a:pt x="202720" y="72799"/>
                  </a:cubicBezTo>
                  <a:lnTo>
                    <a:pt x="202720" y="72799"/>
                  </a:lnTo>
                  <a:cubicBezTo>
                    <a:pt x="200815" y="74799"/>
                    <a:pt x="198338" y="75847"/>
                    <a:pt x="195767" y="75847"/>
                  </a:cubicBezTo>
                  <a:lnTo>
                    <a:pt x="195767" y="75847"/>
                  </a:lnTo>
                  <a:cubicBezTo>
                    <a:pt x="193385" y="75847"/>
                    <a:pt x="191099" y="74990"/>
                    <a:pt x="189290" y="73275"/>
                  </a:cubicBezTo>
                  <a:close/>
                  <a:moveTo>
                    <a:pt x="215864" y="44891"/>
                  </a:moveTo>
                  <a:cubicBezTo>
                    <a:pt x="212054" y="41271"/>
                    <a:pt x="211864" y="35270"/>
                    <a:pt x="215388" y="31365"/>
                  </a:cubicBezTo>
                  <a:lnTo>
                    <a:pt x="215388" y="31365"/>
                  </a:lnTo>
                  <a:cubicBezTo>
                    <a:pt x="219008" y="27555"/>
                    <a:pt x="225008" y="27365"/>
                    <a:pt x="228914" y="30984"/>
                  </a:cubicBezTo>
                  <a:lnTo>
                    <a:pt x="228914" y="30984"/>
                  </a:lnTo>
                  <a:cubicBezTo>
                    <a:pt x="232724" y="34604"/>
                    <a:pt x="232914" y="40604"/>
                    <a:pt x="229295" y="44414"/>
                  </a:cubicBezTo>
                  <a:lnTo>
                    <a:pt x="229295" y="44414"/>
                  </a:lnTo>
                  <a:cubicBezTo>
                    <a:pt x="227485" y="46415"/>
                    <a:pt x="224913" y="47462"/>
                    <a:pt x="222341" y="47462"/>
                  </a:cubicBezTo>
                  <a:lnTo>
                    <a:pt x="222341" y="47462"/>
                  </a:lnTo>
                  <a:cubicBezTo>
                    <a:pt x="220055" y="47462"/>
                    <a:pt x="217674" y="46605"/>
                    <a:pt x="215864" y="44891"/>
                  </a:cubicBezTo>
                  <a:close/>
                  <a:moveTo>
                    <a:pt x="242439" y="16506"/>
                  </a:moveTo>
                  <a:cubicBezTo>
                    <a:pt x="238629" y="12887"/>
                    <a:pt x="238439" y="6886"/>
                    <a:pt x="242058" y="2981"/>
                  </a:cubicBezTo>
                  <a:lnTo>
                    <a:pt x="242058" y="2981"/>
                  </a:lnTo>
                  <a:cubicBezTo>
                    <a:pt x="245678" y="-829"/>
                    <a:pt x="251678" y="-1020"/>
                    <a:pt x="255488" y="2600"/>
                  </a:cubicBezTo>
                  <a:lnTo>
                    <a:pt x="255488" y="2600"/>
                  </a:lnTo>
                  <a:cubicBezTo>
                    <a:pt x="259298" y="6124"/>
                    <a:pt x="259489" y="12220"/>
                    <a:pt x="255965" y="16030"/>
                  </a:cubicBezTo>
                  <a:lnTo>
                    <a:pt x="255965" y="16030"/>
                  </a:lnTo>
                  <a:cubicBezTo>
                    <a:pt x="254060" y="18030"/>
                    <a:pt x="251488" y="19078"/>
                    <a:pt x="249011" y="19078"/>
                  </a:cubicBezTo>
                  <a:lnTo>
                    <a:pt x="249011" y="19078"/>
                  </a:lnTo>
                  <a:cubicBezTo>
                    <a:pt x="246630" y="19078"/>
                    <a:pt x="244344" y="18221"/>
                    <a:pt x="242439" y="1650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B4413EA-3EA2-1A93-F794-6FD755C6FFA5}"/>
                </a:ext>
              </a:extLst>
            </p:cNvPr>
            <p:cNvSpPr/>
            <p:nvPr/>
          </p:nvSpPr>
          <p:spPr>
            <a:xfrm>
              <a:off x="6401469" y="3213927"/>
              <a:ext cx="136581" cy="374138"/>
            </a:xfrm>
            <a:custGeom>
              <a:avLst/>
              <a:gdLst>
                <a:gd name="connsiteX0" fmla="*/ 6474 w 136581"/>
                <a:gd name="connsiteY0" fmla="*/ 373663 h 374138"/>
                <a:gd name="connsiteX1" fmla="*/ 473 w 136581"/>
                <a:gd name="connsiteY1" fmla="*/ 361661 h 374138"/>
                <a:gd name="connsiteX2" fmla="*/ 473 w 136581"/>
                <a:gd name="connsiteY2" fmla="*/ 361661 h 374138"/>
                <a:gd name="connsiteX3" fmla="*/ 12475 w 136581"/>
                <a:gd name="connsiteY3" fmla="*/ 355565 h 374138"/>
                <a:gd name="connsiteX4" fmla="*/ 12475 w 136581"/>
                <a:gd name="connsiteY4" fmla="*/ 355565 h 374138"/>
                <a:gd name="connsiteX5" fmla="*/ 18571 w 136581"/>
                <a:gd name="connsiteY5" fmla="*/ 367662 h 374138"/>
                <a:gd name="connsiteX6" fmla="*/ 18571 w 136581"/>
                <a:gd name="connsiteY6" fmla="*/ 367662 h 374138"/>
                <a:gd name="connsiteX7" fmla="*/ 9522 w 136581"/>
                <a:gd name="connsiteY7" fmla="*/ 374139 h 374138"/>
                <a:gd name="connsiteX8" fmla="*/ 9522 w 136581"/>
                <a:gd name="connsiteY8" fmla="*/ 374139 h 374138"/>
                <a:gd name="connsiteX9" fmla="*/ 6474 w 136581"/>
                <a:gd name="connsiteY9" fmla="*/ 373663 h 374138"/>
                <a:gd name="connsiteX10" fmla="*/ 18190 w 136581"/>
                <a:gd name="connsiteY10" fmla="*/ 338135 h 374138"/>
                <a:gd name="connsiteX11" fmla="*/ 12189 w 136581"/>
                <a:gd name="connsiteY11" fmla="*/ 326133 h 374138"/>
                <a:gd name="connsiteX12" fmla="*/ 12189 w 136581"/>
                <a:gd name="connsiteY12" fmla="*/ 326133 h 374138"/>
                <a:gd name="connsiteX13" fmla="*/ 24190 w 136581"/>
                <a:gd name="connsiteY13" fmla="*/ 320037 h 374138"/>
                <a:gd name="connsiteX14" fmla="*/ 24190 w 136581"/>
                <a:gd name="connsiteY14" fmla="*/ 320037 h 374138"/>
                <a:gd name="connsiteX15" fmla="*/ 30286 w 136581"/>
                <a:gd name="connsiteY15" fmla="*/ 332134 h 374138"/>
                <a:gd name="connsiteX16" fmla="*/ 30286 w 136581"/>
                <a:gd name="connsiteY16" fmla="*/ 332134 h 374138"/>
                <a:gd name="connsiteX17" fmla="*/ 21238 w 136581"/>
                <a:gd name="connsiteY17" fmla="*/ 338611 h 374138"/>
                <a:gd name="connsiteX18" fmla="*/ 21238 w 136581"/>
                <a:gd name="connsiteY18" fmla="*/ 338611 h 374138"/>
                <a:gd name="connsiteX19" fmla="*/ 18190 w 136581"/>
                <a:gd name="connsiteY19" fmla="*/ 338135 h 374138"/>
                <a:gd name="connsiteX20" fmla="*/ 30001 w 136581"/>
                <a:gd name="connsiteY20" fmla="*/ 302606 h 374138"/>
                <a:gd name="connsiteX21" fmla="*/ 24000 w 136581"/>
                <a:gd name="connsiteY21" fmla="*/ 290605 h 374138"/>
                <a:gd name="connsiteX22" fmla="*/ 24000 w 136581"/>
                <a:gd name="connsiteY22" fmla="*/ 290605 h 374138"/>
                <a:gd name="connsiteX23" fmla="*/ 36001 w 136581"/>
                <a:gd name="connsiteY23" fmla="*/ 284509 h 374138"/>
                <a:gd name="connsiteX24" fmla="*/ 36001 w 136581"/>
                <a:gd name="connsiteY24" fmla="*/ 284509 h 374138"/>
                <a:gd name="connsiteX25" fmla="*/ 42002 w 136581"/>
                <a:gd name="connsiteY25" fmla="*/ 296606 h 374138"/>
                <a:gd name="connsiteX26" fmla="*/ 42002 w 136581"/>
                <a:gd name="connsiteY26" fmla="*/ 296606 h 374138"/>
                <a:gd name="connsiteX27" fmla="*/ 32953 w 136581"/>
                <a:gd name="connsiteY27" fmla="*/ 303083 h 374138"/>
                <a:gd name="connsiteX28" fmla="*/ 32953 w 136581"/>
                <a:gd name="connsiteY28" fmla="*/ 303083 h 374138"/>
                <a:gd name="connsiteX29" fmla="*/ 30001 w 136581"/>
                <a:gd name="connsiteY29" fmla="*/ 302606 h 374138"/>
                <a:gd name="connsiteX30" fmla="*/ 41812 w 136581"/>
                <a:gd name="connsiteY30" fmla="*/ 267173 h 374138"/>
                <a:gd name="connsiteX31" fmla="*/ 35716 w 136581"/>
                <a:gd name="connsiteY31" fmla="*/ 255077 h 374138"/>
                <a:gd name="connsiteX32" fmla="*/ 35716 w 136581"/>
                <a:gd name="connsiteY32" fmla="*/ 255077 h 374138"/>
                <a:gd name="connsiteX33" fmla="*/ 47717 w 136581"/>
                <a:gd name="connsiteY33" fmla="*/ 248981 h 374138"/>
                <a:gd name="connsiteX34" fmla="*/ 47717 w 136581"/>
                <a:gd name="connsiteY34" fmla="*/ 248981 h 374138"/>
                <a:gd name="connsiteX35" fmla="*/ 53813 w 136581"/>
                <a:gd name="connsiteY35" fmla="*/ 261077 h 374138"/>
                <a:gd name="connsiteX36" fmla="*/ 53813 w 136581"/>
                <a:gd name="connsiteY36" fmla="*/ 261077 h 374138"/>
                <a:gd name="connsiteX37" fmla="*/ 44764 w 136581"/>
                <a:gd name="connsiteY37" fmla="*/ 267650 h 374138"/>
                <a:gd name="connsiteX38" fmla="*/ 44764 w 136581"/>
                <a:gd name="connsiteY38" fmla="*/ 267650 h 374138"/>
                <a:gd name="connsiteX39" fmla="*/ 41812 w 136581"/>
                <a:gd name="connsiteY39" fmla="*/ 267173 h 374138"/>
                <a:gd name="connsiteX40" fmla="*/ 53528 w 136581"/>
                <a:gd name="connsiteY40" fmla="*/ 231645 h 374138"/>
                <a:gd name="connsiteX41" fmla="*/ 47432 w 136581"/>
                <a:gd name="connsiteY41" fmla="*/ 219548 h 374138"/>
                <a:gd name="connsiteX42" fmla="*/ 47432 w 136581"/>
                <a:gd name="connsiteY42" fmla="*/ 219548 h 374138"/>
                <a:gd name="connsiteX43" fmla="*/ 59528 w 136581"/>
                <a:gd name="connsiteY43" fmla="*/ 213548 h 374138"/>
                <a:gd name="connsiteX44" fmla="*/ 59528 w 136581"/>
                <a:gd name="connsiteY44" fmla="*/ 213548 h 374138"/>
                <a:gd name="connsiteX45" fmla="*/ 65529 w 136581"/>
                <a:gd name="connsiteY45" fmla="*/ 225549 h 374138"/>
                <a:gd name="connsiteX46" fmla="*/ 65529 w 136581"/>
                <a:gd name="connsiteY46" fmla="*/ 225549 h 374138"/>
                <a:gd name="connsiteX47" fmla="*/ 56480 w 136581"/>
                <a:gd name="connsiteY47" fmla="*/ 232121 h 374138"/>
                <a:gd name="connsiteX48" fmla="*/ 56480 w 136581"/>
                <a:gd name="connsiteY48" fmla="*/ 232121 h 374138"/>
                <a:gd name="connsiteX49" fmla="*/ 53528 w 136581"/>
                <a:gd name="connsiteY49" fmla="*/ 231645 h 374138"/>
                <a:gd name="connsiteX50" fmla="*/ 65243 w 136581"/>
                <a:gd name="connsiteY50" fmla="*/ 196117 h 374138"/>
                <a:gd name="connsiteX51" fmla="*/ 59243 w 136581"/>
                <a:gd name="connsiteY51" fmla="*/ 184020 h 374138"/>
                <a:gd name="connsiteX52" fmla="*/ 59243 w 136581"/>
                <a:gd name="connsiteY52" fmla="*/ 184020 h 374138"/>
                <a:gd name="connsiteX53" fmla="*/ 71244 w 136581"/>
                <a:gd name="connsiteY53" fmla="*/ 178019 h 374138"/>
                <a:gd name="connsiteX54" fmla="*/ 71244 w 136581"/>
                <a:gd name="connsiteY54" fmla="*/ 178019 h 374138"/>
                <a:gd name="connsiteX55" fmla="*/ 77340 w 136581"/>
                <a:gd name="connsiteY55" fmla="*/ 190021 h 374138"/>
                <a:gd name="connsiteX56" fmla="*/ 77340 w 136581"/>
                <a:gd name="connsiteY56" fmla="*/ 190021 h 374138"/>
                <a:gd name="connsiteX57" fmla="*/ 68291 w 136581"/>
                <a:gd name="connsiteY57" fmla="*/ 196593 h 374138"/>
                <a:gd name="connsiteX58" fmla="*/ 68291 w 136581"/>
                <a:gd name="connsiteY58" fmla="*/ 196593 h 374138"/>
                <a:gd name="connsiteX59" fmla="*/ 65243 w 136581"/>
                <a:gd name="connsiteY59" fmla="*/ 196117 h 374138"/>
                <a:gd name="connsiteX60" fmla="*/ 77054 w 136581"/>
                <a:gd name="connsiteY60" fmla="*/ 160588 h 374138"/>
                <a:gd name="connsiteX61" fmla="*/ 70958 w 136581"/>
                <a:gd name="connsiteY61" fmla="*/ 148587 h 374138"/>
                <a:gd name="connsiteX62" fmla="*/ 70958 w 136581"/>
                <a:gd name="connsiteY62" fmla="*/ 148587 h 374138"/>
                <a:gd name="connsiteX63" fmla="*/ 83055 w 136581"/>
                <a:gd name="connsiteY63" fmla="*/ 142491 h 374138"/>
                <a:gd name="connsiteX64" fmla="*/ 83055 w 136581"/>
                <a:gd name="connsiteY64" fmla="*/ 142491 h 374138"/>
                <a:gd name="connsiteX65" fmla="*/ 89056 w 136581"/>
                <a:gd name="connsiteY65" fmla="*/ 154588 h 374138"/>
                <a:gd name="connsiteX66" fmla="*/ 89056 w 136581"/>
                <a:gd name="connsiteY66" fmla="*/ 154588 h 374138"/>
                <a:gd name="connsiteX67" fmla="*/ 80007 w 136581"/>
                <a:gd name="connsiteY67" fmla="*/ 161065 h 374138"/>
                <a:gd name="connsiteX68" fmla="*/ 80007 w 136581"/>
                <a:gd name="connsiteY68" fmla="*/ 161065 h 374138"/>
                <a:gd name="connsiteX69" fmla="*/ 77054 w 136581"/>
                <a:gd name="connsiteY69" fmla="*/ 160588 h 374138"/>
                <a:gd name="connsiteX70" fmla="*/ 88770 w 136581"/>
                <a:gd name="connsiteY70" fmla="*/ 125156 h 374138"/>
                <a:gd name="connsiteX71" fmla="*/ 82769 w 136581"/>
                <a:gd name="connsiteY71" fmla="*/ 113059 h 374138"/>
                <a:gd name="connsiteX72" fmla="*/ 82769 w 136581"/>
                <a:gd name="connsiteY72" fmla="*/ 113059 h 374138"/>
                <a:gd name="connsiteX73" fmla="*/ 94771 w 136581"/>
                <a:gd name="connsiteY73" fmla="*/ 106963 h 374138"/>
                <a:gd name="connsiteX74" fmla="*/ 94771 w 136581"/>
                <a:gd name="connsiteY74" fmla="*/ 106963 h 374138"/>
                <a:gd name="connsiteX75" fmla="*/ 100867 w 136581"/>
                <a:gd name="connsiteY75" fmla="*/ 119059 h 374138"/>
                <a:gd name="connsiteX76" fmla="*/ 100867 w 136581"/>
                <a:gd name="connsiteY76" fmla="*/ 119059 h 374138"/>
                <a:gd name="connsiteX77" fmla="*/ 91723 w 136581"/>
                <a:gd name="connsiteY77" fmla="*/ 125536 h 374138"/>
                <a:gd name="connsiteX78" fmla="*/ 91723 w 136581"/>
                <a:gd name="connsiteY78" fmla="*/ 125536 h 374138"/>
                <a:gd name="connsiteX79" fmla="*/ 88770 w 136581"/>
                <a:gd name="connsiteY79" fmla="*/ 125156 h 374138"/>
                <a:gd name="connsiteX80" fmla="*/ 100581 w 136581"/>
                <a:gd name="connsiteY80" fmla="*/ 89627 h 374138"/>
                <a:gd name="connsiteX81" fmla="*/ 94485 w 136581"/>
                <a:gd name="connsiteY81" fmla="*/ 77531 h 374138"/>
                <a:gd name="connsiteX82" fmla="*/ 94485 w 136581"/>
                <a:gd name="connsiteY82" fmla="*/ 77531 h 374138"/>
                <a:gd name="connsiteX83" fmla="*/ 106486 w 136581"/>
                <a:gd name="connsiteY83" fmla="*/ 71434 h 374138"/>
                <a:gd name="connsiteX84" fmla="*/ 106486 w 136581"/>
                <a:gd name="connsiteY84" fmla="*/ 71434 h 374138"/>
                <a:gd name="connsiteX85" fmla="*/ 112582 w 136581"/>
                <a:gd name="connsiteY85" fmla="*/ 83531 h 374138"/>
                <a:gd name="connsiteX86" fmla="*/ 112582 w 136581"/>
                <a:gd name="connsiteY86" fmla="*/ 83531 h 374138"/>
                <a:gd name="connsiteX87" fmla="*/ 103534 w 136581"/>
                <a:gd name="connsiteY87" fmla="*/ 90104 h 374138"/>
                <a:gd name="connsiteX88" fmla="*/ 103534 w 136581"/>
                <a:gd name="connsiteY88" fmla="*/ 90104 h 374138"/>
                <a:gd name="connsiteX89" fmla="*/ 100581 w 136581"/>
                <a:gd name="connsiteY89" fmla="*/ 89627 h 374138"/>
                <a:gd name="connsiteX90" fmla="*/ 112297 w 136581"/>
                <a:gd name="connsiteY90" fmla="*/ 54099 h 374138"/>
                <a:gd name="connsiteX91" fmla="*/ 106296 w 136581"/>
                <a:gd name="connsiteY91" fmla="*/ 42002 h 374138"/>
                <a:gd name="connsiteX92" fmla="*/ 106296 w 136581"/>
                <a:gd name="connsiteY92" fmla="*/ 42002 h 374138"/>
                <a:gd name="connsiteX93" fmla="*/ 118297 w 136581"/>
                <a:gd name="connsiteY93" fmla="*/ 36002 h 374138"/>
                <a:gd name="connsiteX94" fmla="*/ 118297 w 136581"/>
                <a:gd name="connsiteY94" fmla="*/ 36002 h 374138"/>
                <a:gd name="connsiteX95" fmla="*/ 124298 w 136581"/>
                <a:gd name="connsiteY95" fmla="*/ 48003 h 374138"/>
                <a:gd name="connsiteX96" fmla="*/ 124298 w 136581"/>
                <a:gd name="connsiteY96" fmla="*/ 48003 h 374138"/>
                <a:gd name="connsiteX97" fmla="*/ 115345 w 136581"/>
                <a:gd name="connsiteY97" fmla="*/ 54575 h 374138"/>
                <a:gd name="connsiteX98" fmla="*/ 115345 w 136581"/>
                <a:gd name="connsiteY98" fmla="*/ 54575 h 374138"/>
                <a:gd name="connsiteX99" fmla="*/ 112297 w 136581"/>
                <a:gd name="connsiteY99" fmla="*/ 54099 h 374138"/>
                <a:gd name="connsiteX100" fmla="*/ 124108 w 136581"/>
                <a:gd name="connsiteY100" fmla="*/ 18571 h 374138"/>
                <a:gd name="connsiteX101" fmla="*/ 118012 w 136581"/>
                <a:gd name="connsiteY101" fmla="*/ 6474 h 374138"/>
                <a:gd name="connsiteX102" fmla="*/ 118012 w 136581"/>
                <a:gd name="connsiteY102" fmla="*/ 6474 h 374138"/>
                <a:gd name="connsiteX103" fmla="*/ 130013 w 136581"/>
                <a:gd name="connsiteY103" fmla="*/ 473 h 374138"/>
                <a:gd name="connsiteX104" fmla="*/ 130013 w 136581"/>
                <a:gd name="connsiteY104" fmla="*/ 473 h 374138"/>
                <a:gd name="connsiteX105" fmla="*/ 136109 w 136581"/>
                <a:gd name="connsiteY105" fmla="*/ 12475 h 374138"/>
                <a:gd name="connsiteX106" fmla="*/ 136109 w 136581"/>
                <a:gd name="connsiteY106" fmla="*/ 12475 h 374138"/>
                <a:gd name="connsiteX107" fmla="*/ 127061 w 136581"/>
                <a:gd name="connsiteY107" fmla="*/ 19047 h 374138"/>
                <a:gd name="connsiteX108" fmla="*/ 127061 w 136581"/>
                <a:gd name="connsiteY108" fmla="*/ 19047 h 374138"/>
                <a:gd name="connsiteX109" fmla="*/ 124108 w 136581"/>
                <a:gd name="connsiteY109" fmla="*/ 18571 h 37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36581" h="374138">
                  <a:moveTo>
                    <a:pt x="6474" y="373663"/>
                  </a:moveTo>
                  <a:cubicBezTo>
                    <a:pt x="1521" y="372044"/>
                    <a:pt x="-1146" y="366614"/>
                    <a:pt x="473" y="361661"/>
                  </a:cubicBezTo>
                  <a:lnTo>
                    <a:pt x="473" y="361661"/>
                  </a:lnTo>
                  <a:cubicBezTo>
                    <a:pt x="2093" y="356613"/>
                    <a:pt x="7522" y="353946"/>
                    <a:pt x="12475" y="355565"/>
                  </a:cubicBezTo>
                  <a:lnTo>
                    <a:pt x="12475" y="355565"/>
                  </a:lnTo>
                  <a:cubicBezTo>
                    <a:pt x="17523" y="357185"/>
                    <a:pt x="20190" y="362614"/>
                    <a:pt x="18571" y="367662"/>
                  </a:cubicBezTo>
                  <a:lnTo>
                    <a:pt x="18571" y="367662"/>
                  </a:lnTo>
                  <a:cubicBezTo>
                    <a:pt x="17237" y="371567"/>
                    <a:pt x="13522" y="374139"/>
                    <a:pt x="9522" y="374139"/>
                  </a:cubicBezTo>
                  <a:lnTo>
                    <a:pt x="9522" y="374139"/>
                  </a:lnTo>
                  <a:cubicBezTo>
                    <a:pt x="8474" y="374139"/>
                    <a:pt x="7522" y="373949"/>
                    <a:pt x="6474" y="373663"/>
                  </a:cubicBezTo>
                  <a:close/>
                  <a:moveTo>
                    <a:pt x="18190" y="338135"/>
                  </a:moveTo>
                  <a:cubicBezTo>
                    <a:pt x="13237" y="336515"/>
                    <a:pt x="10570" y="331086"/>
                    <a:pt x="12189" y="326133"/>
                  </a:cubicBezTo>
                  <a:lnTo>
                    <a:pt x="12189" y="326133"/>
                  </a:lnTo>
                  <a:cubicBezTo>
                    <a:pt x="13808" y="321085"/>
                    <a:pt x="19237" y="318418"/>
                    <a:pt x="24190" y="320037"/>
                  </a:cubicBezTo>
                  <a:lnTo>
                    <a:pt x="24190" y="320037"/>
                  </a:lnTo>
                  <a:cubicBezTo>
                    <a:pt x="29239" y="321656"/>
                    <a:pt x="31906" y="327086"/>
                    <a:pt x="30286" y="332134"/>
                  </a:cubicBezTo>
                  <a:lnTo>
                    <a:pt x="30286" y="332134"/>
                  </a:lnTo>
                  <a:cubicBezTo>
                    <a:pt x="28953" y="336134"/>
                    <a:pt x="25238" y="338611"/>
                    <a:pt x="21238" y="338611"/>
                  </a:cubicBezTo>
                  <a:lnTo>
                    <a:pt x="21238" y="338611"/>
                  </a:lnTo>
                  <a:cubicBezTo>
                    <a:pt x="20285" y="338611"/>
                    <a:pt x="19237" y="338420"/>
                    <a:pt x="18190" y="338135"/>
                  </a:cubicBezTo>
                  <a:close/>
                  <a:moveTo>
                    <a:pt x="30001" y="302606"/>
                  </a:moveTo>
                  <a:cubicBezTo>
                    <a:pt x="25048" y="300987"/>
                    <a:pt x="22286" y="295653"/>
                    <a:pt x="24000" y="290605"/>
                  </a:cubicBezTo>
                  <a:lnTo>
                    <a:pt x="24000" y="290605"/>
                  </a:lnTo>
                  <a:cubicBezTo>
                    <a:pt x="25619" y="285652"/>
                    <a:pt x="30953" y="282890"/>
                    <a:pt x="36001" y="284509"/>
                  </a:cubicBezTo>
                  <a:lnTo>
                    <a:pt x="36001" y="284509"/>
                  </a:lnTo>
                  <a:cubicBezTo>
                    <a:pt x="40955" y="286223"/>
                    <a:pt x="43717" y="291557"/>
                    <a:pt x="42002" y="296606"/>
                  </a:cubicBezTo>
                  <a:lnTo>
                    <a:pt x="42002" y="296606"/>
                  </a:lnTo>
                  <a:cubicBezTo>
                    <a:pt x="40669" y="300606"/>
                    <a:pt x="36954" y="303083"/>
                    <a:pt x="32953" y="303083"/>
                  </a:cubicBezTo>
                  <a:lnTo>
                    <a:pt x="32953" y="303083"/>
                  </a:lnTo>
                  <a:cubicBezTo>
                    <a:pt x="32001" y="303083"/>
                    <a:pt x="31049" y="302987"/>
                    <a:pt x="30001" y="302606"/>
                  </a:cubicBezTo>
                  <a:close/>
                  <a:moveTo>
                    <a:pt x="41812" y="267173"/>
                  </a:moveTo>
                  <a:cubicBezTo>
                    <a:pt x="36763" y="265459"/>
                    <a:pt x="34097" y="260125"/>
                    <a:pt x="35716" y="255077"/>
                  </a:cubicBezTo>
                  <a:lnTo>
                    <a:pt x="35716" y="255077"/>
                  </a:lnTo>
                  <a:cubicBezTo>
                    <a:pt x="37335" y="250124"/>
                    <a:pt x="42764" y="247361"/>
                    <a:pt x="47717" y="248981"/>
                  </a:cubicBezTo>
                  <a:lnTo>
                    <a:pt x="47717" y="248981"/>
                  </a:lnTo>
                  <a:cubicBezTo>
                    <a:pt x="52765" y="250695"/>
                    <a:pt x="55432" y="256029"/>
                    <a:pt x="53813" y="261077"/>
                  </a:cubicBezTo>
                  <a:lnTo>
                    <a:pt x="53813" y="261077"/>
                  </a:lnTo>
                  <a:cubicBezTo>
                    <a:pt x="52480" y="265078"/>
                    <a:pt x="48765" y="267650"/>
                    <a:pt x="44764" y="267650"/>
                  </a:cubicBezTo>
                  <a:lnTo>
                    <a:pt x="44764" y="267650"/>
                  </a:lnTo>
                  <a:cubicBezTo>
                    <a:pt x="43717" y="267650"/>
                    <a:pt x="42764" y="267459"/>
                    <a:pt x="41812" y="267173"/>
                  </a:cubicBezTo>
                  <a:close/>
                  <a:moveTo>
                    <a:pt x="53528" y="231645"/>
                  </a:moveTo>
                  <a:cubicBezTo>
                    <a:pt x="48479" y="229931"/>
                    <a:pt x="45812" y="224597"/>
                    <a:pt x="47432" y="219548"/>
                  </a:cubicBezTo>
                  <a:lnTo>
                    <a:pt x="47432" y="219548"/>
                  </a:lnTo>
                  <a:cubicBezTo>
                    <a:pt x="49146" y="214595"/>
                    <a:pt x="54480" y="211928"/>
                    <a:pt x="59528" y="213548"/>
                  </a:cubicBezTo>
                  <a:lnTo>
                    <a:pt x="59528" y="213548"/>
                  </a:lnTo>
                  <a:cubicBezTo>
                    <a:pt x="64481" y="215167"/>
                    <a:pt x="67243" y="220596"/>
                    <a:pt x="65529" y="225549"/>
                  </a:cubicBezTo>
                  <a:lnTo>
                    <a:pt x="65529" y="225549"/>
                  </a:lnTo>
                  <a:cubicBezTo>
                    <a:pt x="64195" y="229550"/>
                    <a:pt x="60481" y="232121"/>
                    <a:pt x="56480" y="232121"/>
                  </a:cubicBezTo>
                  <a:lnTo>
                    <a:pt x="56480" y="232121"/>
                  </a:lnTo>
                  <a:cubicBezTo>
                    <a:pt x="55528" y="232121"/>
                    <a:pt x="54480" y="231931"/>
                    <a:pt x="53528" y="231645"/>
                  </a:cubicBezTo>
                  <a:close/>
                  <a:moveTo>
                    <a:pt x="65243" y="196117"/>
                  </a:moveTo>
                  <a:cubicBezTo>
                    <a:pt x="60290" y="194498"/>
                    <a:pt x="57528" y="189068"/>
                    <a:pt x="59243" y="184020"/>
                  </a:cubicBezTo>
                  <a:lnTo>
                    <a:pt x="59243" y="184020"/>
                  </a:lnTo>
                  <a:cubicBezTo>
                    <a:pt x="60862" y="179067"/>
                    <a:pt x="66291" y="176400"/>
                    <a:pt x="71244" y="178019"/>
                  </a:cubicBezTo>
                  <a:lnTo>
                    <a:pt x="71244" y="178019"/>
                  </a:lnTo>
                  <a:cubicBezTo>
                    <a:pt x="76197" y="179638"/>
                    <a:pt x="78959" y="185068"/>
                    <a:pt x="77340" y="190021"/>
                  </a:cubicBezTo>
                  <a:lnTo>
                    <a:pt x="77340" y="190021"/>
                  </a:lnTo>
                  <a:cubicBezTo>
                    <a:pt x="76007" y="194021"/>
                    <a:pt x="72292" y="196593"/>
                    <a:pt x="68291" y="196593"/>
                  </a:cubicBezTo>
                  <a:lnTo>
                    <a:pt x="68291" y="196593"/>
                  </a:lnTo>
                  <a:cubicBezTo>
                    <a:pt x="67243" y="196593"/>
                    <a:pt x="66291" y="196403"/>
                    <a:pt x="65243" y="196117"/>
                  </a:cubicBezTo>
                  <a:close/>
                  <a:moveTo>
                    <a:pt x="77054" y="160588"/>
                  </a:moveTo>
                  <a:cubicBezTo>
                    <a:pt x="72006" y="158969"/>
                    <a:pt x="69339" y="153540"/>
                    <a:pt x="70958" y="148587"/>
                  </a:cubicBezTo>
                  <a:lnTo>
                    <a:pt x="70958" y="148587"/>
                  </a:lnTo>
                  <a:cubicBezTo>
                    <a:pt x="72673" y="143539"/>
                    <a:pt x="78007" y="140872"/>
                    <a:pt x="83055" y="142491"/>
                  </a:cubicBezTo>
                  <a:lnTo>
                    <a:pt x="83055" y="142491"/>
                  </a:lnTo>
                  <a:cubicBezTo>
                    <a:pt x="88008" y="144206"/>
                    <a:pt x="90675" y="149540"/>
                    <a:pt x="89056" y="154588"/>
                  </a:cubicBezTo>
                  <a:lnTo>
                    <a:pt x="89056" y="154588"/>
                  </a:lnTo>
                  <a:cubicBezTo>
                    <a:pt x="87722" y="158588"/>
                    <a:pt x="84007" y="161065"/>
                    <a:pt x="80007" y="161065"/>
                  </a:cubicBezTo>
                  <a:lnTo>
                    <a:pt x="80007" y="161065"/>
                  </a:lnTo>
                  <a:cubicBezTo>
                    <a:pt x="79055" y="161065"/>
                    <a:pt x="78007" y="160874"/>
                    <a:pt x="77054" y="160588"/>
                  </a:cubicBezTo>
                  <a:close/>
                  <a:moveTo>
                    <a:pt x="88770" y="125156"/>
                  </a:moveTo>
                  <a:cubicBezTo>
                    <a:pt x="83817" y="123441"/>
                    <a:pt x="81055" y="118107"/>
                    <a:pt x="82769" y="113059"/>
                  </a:cubicBezTo>
                  <a:lnTo>
                    <a:pt x="82769" y="113059"/>
                  </a:lnTo>
                  <a:cubicBezTo>
                    <a:pt x="84388" y="108106"/>
                    <a:pt x="89818" y="105344"/>
                    <a:pt x="94771" y="106963"/>
                  </a:cubicBezTo>
                  <a:lnTo>
                    <a:pt x="94771" y="106963"/>
                  </a:lnTo>
                  <a:cubicBezTo>
                    <a:pt x="99819" y="108677"/>
                    <a:pt x="102486" y="114011"/>
                    <a:pt x="100867" y="119059"/>
                  </a:cubicBezTo>
                  <a:lnTo>
                    <a:pt x="100867" y="119059"/>
                  </a:lnTo>
                  <a:cubicBezTo>
                    <a:pt x="99533" y="123060"/>
                    <a:pt x="95818" y="125536"/>
                    <a:pt x="91723" y="125536"/>
                  </a:cubicBezTo>
                  <a:lnTo>
                    <a:pt x="91723" y="125536"/>
                  </a:lnTo>
                  <a:cubicBezTo>
                    <a:pt x="90770" y="125536"/>
                    <a:pt x="89722" y="125536"/>
                    <a:pt x="88770" y="125156"/>
                  </a:cubicBezTo>
                  <a:close/>
                  <a:moveTo>
                    <a:pt x="100581" y="89627"/>
                  </a:moveTo>
                  <a:cubicBezTo>
                    <a:pt x="95533" y="87913"/>
                    <a:pt x="92866" y="82579"/>
                    <a:pt x="94485" y="77531"/>
                  </a:cubicBezTo>
                  <a:lnTo>
                    <a:pt x="94485" y="77531"/>
                  </a:lnTo>
                  <a:cubicBezTo>
                    <a:pt x="96199" y="72578"/>
                    <a:pt x="101534" y="69815"/>
                    <a:pt x="106486" y="71434"/>
                  </a:cubicBezTo>
                  <a:lnTo>
                    <a:pt x="106486" y="71434"/>
                  </a:lnTo>
                  <a:cubicBezTo>
                    <a:pt x="111535" y="73149"/>
                    <a:pt x="114202" y="78483"/>
                    <a:pt x="112582" y="83531"/>
                  </a:cubicBezTo>
                  <a:lnTo>
                    <a:pt x="112582" y="83531"/>
                  </a:lnTo>
                  <a:cubicBezTo>
                    <a:pt x="111249" y="87532"/>
                    <a:pt x="107534" y="90104"/>
                    <a:pt x="103534" y="90104"/>
                  </a:cubicBezTo>
                  <a:lnTo>
                    <a:pt x="103534" y="90104"/>
                  </a:lnTo>
                  <a:cubicBezTo>
                    <a:pt x="102581" y="90104"/>
                    <a:pt x="101534" y="89913"/>
                    <a:pt x="100581" y="89627"/>
                  </a:cubicBezTo>
                  <a:close/>
                  <a:moveTo>
                    <a:pt x="112297" y="54099"/>
                  </a:moveTo>
                  <a:cubicBezTo>
                    <a:pt x="107249" y="52480"/>
                    <a:pt x="104582" y="47051"/>
                    <a:pt x="106296" y="42002"/>
                  </a:cubicBezTo>
                  <a:lnTo>
                    <a:pt x="106296" y="42002"/>
                  </a:lnTo>
                  <a:cubicBezTo>
                    <a:pt x="107915" y="37049"/>
                    <a:pt x="113249" y="34382"/>
                    <a:pt x="118297" y="36002"/>
                  </a:cubicBezTo>
                  <a:lnTo>
                    <a:pt x="118297" y="36002"/>
                  </a:lnTo>
                  <a:cubicBezTo>
                    <a:pt x="123251" y="37621"/>
                    <a:pt x="126013" y="43050"/>
                    <a:pt x="124298" y="48003"/>
                  </a:cubicBezTo>
                  <a:lnTo>
                    <a:pt x="124298" y="48003"/>
                  </a:lnTo>
                  <a:cubicBezTo>
                    <a:pt x="122965" y="52004"/>
                    <a:pt x="119250" y="54575"/>
                    <a:pt x="115345" y="54575"/>
                  </a:cubicBezTo>
                  <a:lnTo>
                    <a:pt x="115345" y="54575"/>
                  </a:lnTo>
                  <a:cubicBezTo>
                    <a:pt x="114297" y="54575"/>
                    <a:pt x="113345" y="54385"/>
                    <a:pt x="112297" y="54099"/>
                  </a:cubicBezTo>
                  <a:close/>
                  <a:moveTo>
                    <a:pt x="124108" y="18571"/>
                  </a:moveTo>
                  <a:cubicBezTo>
                    <a:pt x="119059" y="16952"/>
                    <a:pt x="116393" y="11522"/>
                    <a:pt x="118012" y="6474"/>
                  </a:cubicBezTo>
                  <a:lnTo>
                    <a:pt x="118012" y="6474"/>
                  </a:lnTo>
                  <a:cubicBezTo>
                    <a:pt x="119631" y="1521"/>
                    <a:pt x="125060" y="-1146"/>
                    <a:pt x="130013" y="473"/>
                  </a:cubicBezTo>
                  <a:lnTo>
                    <a:pt x="130013" y="473"/>
                  </a:lnTo>
                  <a:cubicBezTo>
                    <a:pt x="135061" y="2092"/>
                    <a:pt x="137728" y="7522"/>
                    <a:pt x="136109" y="12475"/>
                  </a:cubicBezTo>
                  <a:lnTo>
                    <a:pt x="136109" y="12475"/>
                  </a:lnTo>
                  <a:cubicBezTo>
                    <a:pt x="134776" y="16475"/>
                    <a:pt x="131061" y="19047"/>
                    <a:pt x="127061" y="19047"/>
                  </a:cubicBezTo>
                  <a:lnTo>
                    <a:pt x="127061" y="19047"/>
                  </a:lnTo>
                  <a:cubicBezTo>
                    <a:pt x="126013" y="19047"/>
                    <a:pt x="125060" y="18857"/>
                    <a:pt x="124108" y="1857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06062F5-E836-2EEA-A674-E0FE4A08DC4E}"/>
                </a:ext>
              </a:extLst>
            </p:cNvPr>
            <p:cNvSpPr/>
            <p:nvPr/>
          </p:nvSpPr>
          <p:spPr>
            <a:xfrm>
              <a:off x="6108371" y="3158478"/>
              <a:ext cx="280248" cy="433303"/>
            </a:xfrm>
            <a:custGeom>
              <a:avLst/>
              <a:gdLst>
                <a:gd name="connsiteX0" fmla="*/ 262711 w 280248"/>
                <a:gd name="connsiteY0" fmla="*/ 428827 h 433303"/>
                <a:gd name="connsiteX1" fmla="*/ 265664 w 280248"/>
                <a:gd name="connsiteY1" fmla="*/ 415682 h 433303"/>
                <a:gd name="connsiteX2" fmla="*/ 265664 w 280248"/>
                <a:gd name="connsiteY2" fmla="*/ 415682 h 433303"/>
                <a:gd name="connsiteX3" fmla="*/ 278808 w 280248"/>
                <a:gd name="connsiteY3" fmla="*/ 418635 h 433303"/>
                <a:gd name="connsiteX4" fmla="*/ 278808 w 280248"/>
                <a:gd name="connsiteY4" fmla="*/ 418635 h 433303"/>
                <a:gd name="connsiteX5" fmla="*/ 275855 w 280248"/>
                <a:gd name="connsiteY5" fmla="*/ 431780 h 433303"/>
                <a:gd name="connsiteX6" fmla="*/ 275855 w 280248"/>
                <a:gd name="connsiteY6" fmla="*/ 431780 h 433303"/>
                <a:gd name="connsiteX7" fmla="*/ 270807 w 280248"/>
                <a:gd name="connsiteY7" fmla="*/ 433304 h 433303"/>
                <a:gd name="connsiteX8" fmla="*/ 270807 w 280248"/>
                <a:gd name="connsiteY8" fmla="*/ 433304 h 433303"/>
                <a:gd name="connsiteX9" fmla="*/ 262711 w 280248"/>
                <a:gd name="connsiteY9" fmla="*/ 428827 h 433303"/>
                <a:gd name="connsiteX10" fmla="*/ 242613 w 280248"/>
                <a:gd name="connsiteY10" fmla="*/ 396918 h 433303"/>
                <a:gd name="connsiteX11" fmla="*/ 245566 w 280248"/>
                <a:gd name="connsiteY11" fmla="*/ 383869 h 433303"/>
                <a:gd name="connsiteX12" fmla="*/ 245566 w 280248"/>
                <a:gd name="connsiteY12" fmla="*/ 383869 h 433303"/>
                <a:gd name="connsiteX13" fmla="*/ 258710 w 280248"/>
                <a:gd name="connsiteY13" fmla="*/ 386822 h 433303"/>
                <a:gd name="connsiteX14" fmla="*/ 258710 w 280248"/>
                <a:gd name="connsiteY14" fmla="*/ 386822 h 433303"/>
                <a:gd name="connsiteX15" fmla="*/ 255758 w 280248"/>
                <a:gd name="connsiteY15" fmla="*/ 399966 h 433303"/>
                <a:gd name="connsiteX16" fmla="*/ 255758 w 280248"/>
                <a:gd name="connsiteY16" fmla="*/ 399966 h 433303"/>
                <a:gd name="connsiteX17" fmla="*/ 250709 w 280248"/>
                <a:gd name="connsiteY17" fmla="*/ 401395 h 433303"/>
                <a:gd name="connsiteX18" fmla="*/ 250709 w 280248"/>
                <a:gd name="connsiteY18" fmla="*/ 401395 h 433303"/>
                <a:gd name="connsiteX19" fmla="*/ 242613 w 280248"/>
                <a:gd name="connsiteY19" fmla="*/ 396918 h 433303"/>
                <a:gd name="connsiteX20" fmla="*/ 222516 w 280248"/>
                <a:gd name="connsiteY20" fmla="*/ 365105 h 433303"/>
                <a:gd name="connsiteX21" fmla="*/ 225468 w 280248"/>
                <a:gd name="connsiteY21" fmla="*/ 351960 h 433303"/>
                <a:gd name="connsiteX22" fmla="*/ 225468 w 280248"/>
                <a:gd name="connsiteY22" fmla="*/ 351960 h 433303"/>
                <a:gd name="connsiteX23" fmla="*/ 238613 w 280248"/>
                <a:gd name="connsiteY23" fmla="*/ 354913 h 433303"/>
                <a:gd name="connsiteX24" fmla="*/ 238613 w 280248"/>
                <a:gd name="connsiteY24" fmla="*/ 354913 h 433303"/>
                <a:gd name="connsiteX25" fmla="*/ 235660 w 280248"/>
                <a:gd name="connsiteY25" fmla="*/ 368057 h 433303"/>
                <a:gd name="connsiteX26" fmla="*/ 235660 w 280248"/>
                <a:gd name="connsiteY26" fmla="*/ 368057 h 433303"/>
                <a:gd name="connsiteX27" fmla="*/ 230612 w 280248"/>
                <a:gd name="connsiteY27" fmla="*/ 369581 h 433303"/>
                <a:gd name="connsiteX28" fmla="*/ 230612 w 280248"/>
                <a:gd name="connsiteY28" fmla="*/ 369581 h 433303"/>
                <a:gd name="connsiteX29" fmla="*/ 222516 w 280248"/>
                <a:gd name="connsiteY29" fmla="*/ 365105 h 433303"/>
                <a:gd name="connsiteX30" fmla="*/ 202418 w 280248"/>
                <a:gd name="connsiteY30" fmla="*/ 333291 h 433303"/>
                <a:gd name="connsiteX31" fmla="*/ 205370 w 280248"/>
                <a:gd name="connsiteY31" fmla="*/ 320051 h 433303"/>
                <a:gd name="connsiteX32" fmla="*/ 205370 w 280248"/>
                <a:gd name="connsiteY32" fmla="*/ 320051 h 433303"/>
                <a:gd name="connsiteX33" fmla="*/ 218515 w 280248"/>
                <a:gd name="connsiteY33" fmla="*/ 323099 h 433303"/>
                <a:gd name="connsiteX34" fmla="*/ 218515 w 280248"/>
                <a:gd name="connsiteY34" fmla="*/ 323099 h 433303"/>
                <a:gd name="connsiteX35" fmla="*/ 215562 w 280248"/>
                <a:gd name="connsiteY35" fmla="*/ 336244 h 433303"/>
                <a:gd name="connsiteX36" fmla="*/ 215562 w 280248"/>
                <a:gd name="connsiteY36" fmla="*/ 336244 h 433303"/>
                <a:gd name="connsiteX37" fmla="*/ 210514 w 280248"/>
                <a:gd name="connsiteY37" fmla="*/ 337673 h 433303"/>
                <a:gd name="connsiteX38" fmla="*/ 210514 w 280248"/>
                <a:gd name="connsiteY38" fmla="*/ 337673 h 433303"/>
                <a:gd name="connsiteX39" fmla="*/ 202418 w 280248"/>
                <a:gd name="connsiteY39" fmla="*/ 333291 h 433303"/>
                <a:gd name="connsiteX40" fmla="*/ 182320 w 280248"/>
                <a:gd name="connsiteY40" fmla="*/ 301382 h 433303"/>
                <a:gd name="connsiteX41" fmla="*/ 185273 w 280248"/>
                <a:gd name="connsiteY41" fmla="*/ 288238 h 433303"/>
                <a:gd name="connsiteX42" fmla="*/ 185273 w 280248"/>
                <a:gd name="connsiteY42" fmla="*/ 288238 h 433303"/>
                <a:gd name="connsiteX43" fmla="*/ 198417 w 280248"/>
                <a:gd name="connsiteY43" fmla="*/ 291191 h 433303"/>
                <a:gd name="connsiteX44" fmla="*/ 198417 w 280248"/>
                <a:gd name="connsiteY44" fmla="*/ 291191 h 433303"/>
                <a:gd name="connsiteX45" fmla="*/ 195464 w 280248"/>
                <a:gd name="connsiteY45" fmla="*/ 304335 h 433303"/>
                <a:gd name="connsiteX46" fmla="*/ 195464 w 280248"/>
                <a:gd name="connsiteY46" fmla="*/ 304335 h 433303"/>
                <a:gd name="connsiteX47" fmla="*/ 190416 w 280248"/>
                <a:gd name="connsiteY47" fmla="*/ 305859 h 433303"/>
                <a:gd name="connsiteX48" fmla="*/ 190416 w 280248"/>
                <a:gd name="connsiteY48" fmla="*/ 305859 h 433303"/>
                <a:gd name="connsiteX49" fmla="*/ 182320 w 280248"/>
                <a:gd name="connsiteY49" fmla="*/ 301382 h 433303"/>
                <a:gd name="connsiteX50" fmla="*/ 162222 w 280248"/>
                <a:gd name="connsiteY50" fmla="*/ 269474 h 433303"/>
                <a:gd name="connsiteX51" fmla="*/ 165175 w 280248"/>
                <a:gd name="connsiteY51" fmla="*/ 256329 h 433303"/>
                <a:gd name="connsiteX52" fmla="*/ 165175 w 280248"/>
                <a:gd name="connsiteY52" fmla="*/ 256329 h 433303"/>
                <a:gd name="connsiteX53" fmla="*/ 178319 w 280248"/>
                <a:gd name="connsiteY53" fmla="*/ 259377 h 433303"/>
                <a:gd name="connsiteX54" fmla="*/ 178319 w 280248"/>
                <a:gd name="connsiteY54" fmla="*/ 259377 h 433303"/>
                <a:gd name="connsiteX55" fmla="*/ 175367 w 280248"/>
                <a:gd name="connsiteY55" fmla="*/ 272522 h 433303"/>
                <a:gd name="connsiteX56" fmla="*/ 175367 w 280248"/>
                <a:gd name="connsiteY56" fmla="*/ 272522 h 433303"/>
                <a:gd name="connsiteX57" fmla="*/ 170318 w 280248"/>
                <a:gd name="connsiteY57" fmla="*/ 273950 h 433303"/>
                <a:gd name="connsiteX58" fmla="*/ 170318 w 280248"/>
                <a:gd name="connsiteY58" fmla="*/ 273950 h 433303"/>
                <a:gd name="connsiteX59" fmla="*/ 162222 w 280248"/>
                <a:gd name="connsiteY59" fmla="*/ 269474 h 433303"/>
                <a:gd name="connsiteX60" fmla="*/ 142124 w 280248"/>
                <a:gd name="connsiteY60" fmla="*/ 237660 h 433303"/>
                <a:gd name="connsiteX61" fmla="*/ 145077 w 280248"/>
                <a:gd name="connsiteY61" fmla="*/ 224516 h 433303"/>
                <a:gd name="connsiteX62" fmla="*/ 145077 w 280248"/>
                <a:gd name="connsiteY62" fmla="*/ 224516 h 433303"/>
                <a:gd name="connsiteX63" fmla="*/ 158222 w 280248"/>
                <a:gd name="connsiteY63" fmla="*/ 227468 h 433303"/>
                <a:gd name="connsiteX64" fmla="*/ 158222 w 280248"/>
                <a:gd name="connsiteY64" fmla="*/ 227468 h 433303"/>
                <a:gd name="connsiteX65" fmla="*/ 155269 w 280248"/>
                <a:gd name="connsiteY65" fmla="*/ 240613 h 433303"/>
                <a:gd name="connsiteX66" fmla="*/ 155269 w 280248"/>
                <a:gd name="connsiteY66" fmla="*/ 240613 h 433303"/>
                <a:gd name="connsiteX67" fmla="*/ 150221 w 280248"/>
                <a:gd name="connsiteY67" fmla="*/ 242137 h 433303"/>
                <a:gd name="connsiteX68" fmla="*/ 150221 w 280248"/>
                <a:gd name="connsiteY68" fmla="*/ 242137 h 433303"/>
                <a:gd name="connsiteX69" fmla="*/ 142124 w 280248"/>
                <a:gd name="connsiteY69" fmla="*/ 237660 h 433303"/>
                <a:gd name="connsiteX70" fmla="*/ 122027 w 280248"/>
                <a:gd name="connsiteY70" fmla="*/ 205751 h 433303"/>
                <a:gd name="connsiteX71" fmla="*/ 124979 w 280248"/>
                <a:gd name="connsiteY71" fmla="*/ 192607 h 433303"/>
                <a:gd name="connsiteX72" fmla="*/ 124979 w 280248"/>
                <a:gd name="connsiteY72" fmla="*/ 192607 h 433303"/>
                <a:gd name="connsiteX73" fmla="*/ 138124 w 280248"/>
                <a:gd name="connsiteY73" fmla="*/ 195655 h 433303"/>
                <a:gd name="connsiteX74" fmla="*/ 138124 w 280248"/>
                <a:gd name="connsiteY74" fmla="*/ 195655 h 433303"/>
                <a:gd name="connsiteX75" fmla="*/ 135171 w 280248"/>
                <a:gd name="connsiteY75" fmla="*/ 208799 h 433303"/>
                <a:gd name="connsiteX76" fmla="*/ 135171 w 280248"/>
                <a:gd name="connsiteY76" fmla="*/ 208799 h 433303"/>
                <a:gd name="connsiteX77" fmla="*/ 130123 w 280248"/>
                <a:gd name="connsiteY77" fmla="*/ 210228 h 433303"/>
                <a:gd name="connsiteX78" fmla="*/ 130123 w 280248"/>
                <a:gd name="connsiteY78" fmla="*/ 210228 h 433303"/>
                <a:gd name="connsiteX79" fmla="*/ 122027 w 280248"/>
                <a:gd name="connsiteY79" fmla="*/ 205751 h 433303"/>
                <a:gd name="connsiteX80" fmla="*/ 101929 w 280248"/>
                <a:gd name="connsiteY80" fmla="*/ 173938 h 433303"/>
                <a:gd name="connsiteX81" fmla="*/ 104882 w 280248"/>
                <a:gd name="connsiteY81" fmla="*/ 160793 h 433303"/>
                <a:gd name="connsiteX82" fmla="*/ 104882 w 280248"/>
                <a:gd name="connsiteY82" fmla="*/ 160793 h 433303"/>
                <a:gd name="connsiteX83" fmla="*/ 118026 w 280248"/>
                <a:gd name="connsiteY83" fmla="*/ 163746 h 433303"/>
                <a:gd name="connsiteX84" fmla="*/ 118026 w 280248"/>
                <a:gd name="connsiteY84" fmla="*/ 163746 h 433303"/>
                <a:gd name="connsiteX85" fmla="*/ 115073 w 280248"/>
                <a:gd name="connsiteY85" fmla="*/ 176891 h 433303"/>
                <a:gd name="connsiteX86" fmla="*/ 115073 w 280248"/>
                <a:gd name="connsiteY86" fmla="*/ 176891 h 433303"/>
                <a:gd name="connsiteX87" fmla="*/ 110025 w 280248"/>
                <a:gd name="connsiteY87" fmla="*/ 178319 h 433303"/>
                <a:gd name="connsiteX88" fmla="*/ 110025 w 280248"/>
                <a:gd name="connsiteY88" fmla="*/ 178319 h 433303"/>
                <a:gd name="connsiteX89" fmla="*/ 101929 w 280248"/>
                <a:gd name="connsiteY89" fmla="*/ 173938 h 433303"/>
                <a:gd name="connsiteX90" fmla="*/ 81831 w 280248"/>
                <a:gd name="connsiteY90" fmla="*/ 142029 h 433303"/>
                <a:gd name="connsiteX91" fmla="*/ 84784 w 280248"/>
                <a:gd name="connsiteY91" fmla="*/ 128885 h 433303"/>
                <a:gd name="connsiteX92" fmla="*/ 84784 w 280248"/>
                <a:gd name="connsiteY92" fmla="*/ 128885 h 433303"/>
                <a:gd name="connsiteX93" fmla="*/ 97928 w 280248"/>
                <a:gd name="connsiteY93" fmla="*/ 131837 h 433303"/>
                <a:gd name="connsiteX94" fmla="*/ 97928 w 280248"/>
                <a:gd name="connsiteY94" fmla="*/ 131837 h 433303"/>
                <a:gd name="connsiteX95" fmla="*/ 94976 w 280248"/>
                <a:gd name="connsiteY95" fmla="*/ 145077 h 433303"/>
                <a:gd name="connsiteX96" fmla="*/ 94976 w 280248"/>
                <a:gd name="connsiteY96" fmla="*/ 145077 h 433303"/>
                <a:gd name="connsiteX97" fmla="*/ 89927 w 280248"/>
                <a:gd name="connsiteY97" fmla="*/ 146506 h 433303"/>
                <a:gd name="connsiteX98" fmla="*/ 89927 w 280248"/>
                <a:gd name="connsiteY98" fmla="*/ 146506 h 433303"/>
                <a:gd name="connsiteX99" fmla="*/ 81831 w 280248"/>
                <a:gd name="connsiteY99" fmla="*/ 142029 h 433303"/>
                <a:gd name="connsiteX100" fmla="*/ 61733 w 280248"/>
                <a:gd name="connsiteY100" fmla="*/ 110216 h 433303"/>
                <a:gd name="connsiteX101" fmla="*/ 64686 w 280248"/>
                <a:gd name="connsiteY101" fmla="*/ 97071 h 433303"/>
                <a:gd name="connsiteX102" fmla="*/ 64686 w 280248"/>
                <a:gd name="connsiteY102" fmla="*/ 97071 h 433303"/>
                <a:gd name="connsiteX103" fmla="*/ 77831 w 280248"/>
                <a:gd name="connsiteY103" fmla="*/ 100024 h 433303"/>
                <a:gd name="connsiteX104" fmla="*/ 77831 w 280248"/>
                <a:gd name="connsiteY104" fmla="*/ 100024 h 433303"/>
                <a:gd name="connsiteX105" fmla="*/ 74878 w 280248"/>
                <a:gd name="connsiteY105" fmla="*/ 113168 h 433303"/>
                <a:gd name="connsiteX106" fmla="*/ 74878 w 280248"/>
                <a:gd name="connsiteY106" fmla="*/ 113168 h 433303"/>
                <a:gd name="connsiteX107" fmla="*/ 69830 w 280248"/>
                <a:gd name="connsiteY107" fmla="*/ 114597 h 433303"/>
                <a:gd name="connsiteX108" fmla="*/ 69830 w 280248"/>
                <a:gd name="connsiteY108" fmla="*/ 114597 h 433303"/>
                <a:gd name="connsiteX109" fmla="*/ 61733 w 280248"/>
                <a:gd name="connsiteY109" fmla="*/ 110216 h 433303"/>
                <a:gd name="connsiteX110" fmla="*/ 41636 w 280248"/>
                <a:gd name="connsiteY110" fmla="*/ 78307 h 433303"/>
                <a:gd name="connsiteX111" fmla="*/ 44588 w 280248"/>
                <a:gd name="connsiteY111" fmla="*/ 65162 h 433303"/>
                <a:gd name="connsiteX112" fmla="*/ 44588 w 280248"/>
                <a:gd name="connsiteY112" fmla="*/ 65162 h 433303"/>
                <a:gd name="connsiteX113" fmla="*/ 57733 w 280248"/>
                <a:gd name="connsiteY113" fmla="*/ 68210 h 433303"/>
                <a:gd name="connsiteX114" fmla="*/ 57733 w 280248"/>
                <a:gd name="connsiteY114" fmla="*/ 68210 h 433303"/>
                <a:gd name="connsiteX115" fmla="*/ 54780 w 280248"/>
                <a:gd name="connsiteY115" fmla="*/ 81260 h 433303"/>
                <a:gd name="connsiteX116" fmla="*/ 54780 w 280248"/>
                <a:gd name="connsiteY116" fmla="*/ 81260 h 433303"/>
                <a:gd name="connsiteX117" fmla="*/ 49732 w 280248"/>
                <a:gd name="connsiteY117" fmla="*/ 82784 h 433303"/>
                <a:gd name="connsiteX118" fmla="*/ 49732 w 280248"/>
                <a:gd name="connsiteY118" fmla="*/ 82784 h 433303"/>
                <a:gd name="connsiteX119" fmla="*/ 41636 w 280248"/>
                <a:gd name="connsiteY119" fmla="*/ 78307 h 433303"/>
                <a:gd name="connsiteX120" fmla="*/ 21538 w 280248"/>
                <a:gd name="connsiteY120" fmla="*/ 46493 h 433303"/>
                <a:gd name="connsiteX121" fmla="*/ 24491 w 280248"/>
                <a:gd name="connsiteY121" fmla="*/ 33349 h 433303"/>
                <a:gd name="connsiteX122" fmla="*/ 24491 w 280248"/>
                <a:gd name="connsiteY122" fmla="*/ 33349 h 433303"/>
                <a:gd name="connsiteX123" fmla="*/ 37635 w 280248"/>
                <a:gd name="connsiteY123" fmla="*/ 36302 h 433303"/>
                <a:gd name="connsiteX124" fmla="*/ 37635 w 280248"/>
                <a:gd name="connsiteY124" fmla="*/ 36302 h 433303"/>
                <a:gd name="connsiteX125" fmla="*/ 34682 w 280248"/>
                <a:gd name="connsiteY125" fmla="*/ 49446 h 433303"/>
                <a:gd name="connsiteX126" fmla="*/ 34682 w 280248"/>
                <a:gd name="connsiteY126" fmla="*/ 49446 h 433303"/>
                <a:gd name="connsiteX127" fmla="*/ 29634 w 280248"/>
                <a:gd name="connsiteY127" fmla="*/ 50875 h 433303"/>
                <a:gd name="connsiteX128" fmla="*/ 29634 w 280248"/>
                <a:gd name="connsiteY128" fmla="*/ 50875 h 433303"/>
                <a:gd name="connsiteX129" fmla="*/ 21538 w 280248"/>
                <a:gd name="connsiteY129" fmla="*/ 46493 h 433303"/>
                <a:gd name="connsiteX130" fmla="*/ 1440 w 280248"/>
                <a:gd name="connsiteY130" fmla="*/ 14585 h 433303"/>
                <a:gd name="connsiteX131" fmla="*/ 4393 w 280248"/>
                <a:gd name="connsiteY131" fmla="*/ 1440 h 433303"/>
                <a:gd name="connsiteX132" fmla="*/ 4393 w 280248"/>
                <a:gd name="connsiteY132" fmla="*/ 1440 h 433303"/>
                <a:gd name="connsiteX133" fmla="*/ 17633 w 280248"/>
                <a:gd name="connsiteY133" fmla="*/ 4393 h 433303"/>
                <a:gd name="connsiteX134" fmla="*/ 17633 w 280248"/>
                <a:gd name="connsiteY134" fmla="*/ 4393 h 433303"/>
                <a:gd name="connsiteX135" fmla="*/ 14585 w 280248"/>
                <a:gd name="connsiteY135" fmla="*/ 17633 h 433303"/>
                <a:gd name="connsiteX136" fmla="*/ 14585 w 280248"/>
                <a:gd name="connsiteY136" fmla="*/ 17633 h 433303"/>
                <a:gd name="connsiteX137" fmla="*/ 9536 w 280248"/>
                <a:gd name="connsiteY137" fmla="*/ 19061 h 433303"/>
                <a:gd name="connsiteX138" fmla="*/ 9536 w 280248"/>
                <a:gd name="connsiteY138" fmla="*/ 19061 h 433303"/>
                <a:gd name="connsiteX139" fmla="*/ 1440 w 280248"/>
                <a:gd name="connsiteY139" fmla="*/ 14585 h 433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80248" h="433303">
                  <a:moveTo>
                    <a:pt x="262711" y="428827"/>
                  </a:moveTo>
                  <a:cubicBezTo>
                    <a:pt x="259853" y="424350"/>
                    <a:pt x="261187" y="418445"/>
                    <a:pt x="265664" y="415682"/>
                  </a:cubicBezTo>
                  <a:lnTo>
                    <a:pt x="265664" y="415682"/>
                  </a:lnTo>
                  <a:cubicBezTo>
                    <a:pt x="270141" y="412920"/>
                    <a:pt x="276046" y="414254"/>
                    <a:pt x="278808" y="418635"/>
                  </a:cubicBezTo>
                  <a:lnTo>
                    <a:pt x="278808" y="418635"/>
                  </a:lnTo>
                  <a:cubicBezTo>
                    <a:pt x="281570" y="423112"/>
                    <a:pt x="280237" y="429017"/>
                    <a:pt x="275855" y="431780"/>
                  </a:cubicBezTo>
                  <a:lnTo>
                    <a:pt x="275855" y="431780"/>
                  </a:lnTo>
                  <a:cubicBezTo>
                    <a:pt x="274236" y="432827"/>
                    <a:pt x="272522" y="433304"/>
                    <a:pt x="270807" y="433304"/>
                  </a:cubicBezTo>
                  <a:lnTo>
                    <a:pt x="270807" y="433304"/>
                  </a:lnTo>
                  <a:cubicBezTo>
                    <a:pt x="267569" y="433304"/>
                    <a:pt x="264521" y="431684"/>
                    <a:pt x="262711" y="428827"/>
                  </a:cubicBezTo>
                  <a:close/>
                  <a:moveTo>
                    <a:pt x="242613" y="396918"/>
                  </a:moveTo>
                  <a:cubicBezTo>
                    <a:pt x="239756" y="392537"/>
                    <a:pt x="241089" y="386631"/>
                    <a:pt x="245566" y="383869"/>
                  </a:cubicBezTo>
                  <a:lnTo>
                    <a:pt x="245566" y="383869"/>
                  </a:lnTo>
                  <a:cubicBezTo>
                    <a:pt x="250043" y="381011"/>
                    <a:pt x="255853" y="382345"/>
                    <a:pt x="258710" y="386822"/>
                  </a:cubicBezTo>
                  <a:lnTo>
                    <a:pt x="258710" y="386822"/>
                  </a:lnTo>
                  <a:cubicBezTo>
                    <a:pt x="261473" y="391298"/>
                    <a:pt x="260234" y="397109"/>
                    <a:pt x="255758" y="399966"/>
                  </a:cubicBezTo>
                  <a:lnTo>
                    <a:pt x="255758" y="399966"/>
                  </a:lnTo>
                  <a:cubicBezTo>
                    <a:pt x="254138" y="400919"/>
                    <a:pt x="252424" y="401395"/>
                    <a:pt x="250709" y="401395"/>
                  </a:cubicBezTo>
                  <a:lnTo>
                    <a:pt x="250709" y="401395"/>
                  </a:lnTo>
                  <a:cubicBezTo>
                    <a:pt x="247471" y="401395"/>
                    <a:pt x="244423" y="399871"/>
                    <a:pt x="242613" y="396918"/>
                  </a:cubicBezTo>
                  <a:close/>
                  <a:moveTo>
                    <a:pt x="222516" y="365105"/>
                  </a:moveTo>
                  <a:cubicBezTo>
                    <a:pt x="219658" y="360628"/>
                    <a:pt x="220991" y="354818"/>
                    <a:pt x="225468" y="351960"/>
                  </a:cubicBezTo>
                  <a:lnTo>
                    <a:pt x="225468" y="351960"/>
                  </a:lnTo>
                  <a:cubicBezTo>
                    <a:pt x="229945" y="349103"/>
                    <a:pt x="235850" y="350436"/>
                    <a:pt x="238613" y="354913"/>
                  </a:cubicBezTo>
                  <a:lnTo>
                    <a:pt x="238613" y="354913"/>
                  </a:lnTo>
                  <a:cubicBezTo>
                    <a:pt x="241470" y="359390"/>
                    <a:pt x="240041" y="365295"/>
                    <a:pt x="235660" y="368057"/>
                  </a:cubicBezTo>
                  <a:lnTo>
                    <a:pt x="235660" y="368057"/>
                  </a:lnTo>
                  <a:cubicBezTo>
                    <a:pt x="234041" y="369105"/>
                    <a:pt x="232326" y="369581"/>
                    <a:pt x="230612" y="369581"/>
                  </a:cubicBezTo>
                  <a:lnTo>
                    <a:pt x="230612" y="369581"/>
                  </a:lnTo>
                  <a:cubicBezTo>
                    <a:pt x="227373" y="369581"/>
                    <a:pt x="224325" y="367962"/>
                    <a:pt x="222516" y="365105"/>
                  </a:cubicBezTo>
                  <a:close/>
                  <a:moveTo>
                    <a:pt x="202418" y="333291"/>
                  </a:moveTo>
                  <a:cubicBezTo>
                    <a:pt x="199560" y="328719"/>
                    <a:pt x="200894" y="322909"/>
                    <a:pt x="205370" y="320051"/>
                  </a:cubicBezTo>
                  <a:lnTo>
                    <a:pt x="205370" y="320051"/>
                  </a:lnTo>
                  <a:cubicBezTo>
                    <a:pt x="209847" y="317289"/>
                    <a:pt x="215657" y="318623"/>
                    <a:pt x="218515" y="323099"/>
                  </a:cubicBezTo>
                  <a:lnTo>
                    <a:pt x="218515" y="323099"/>
                  </a:lnTo>
                  <a:cubicBezTo>
                    <a:pt x="221277" y="327481"/>
                    <a:pt x="220039" y="333386"/>
                    <a:pt x="215562" y="336244"/>
                  </a:cubicBezTo>
                  <a:lnTo>
                    <a:pt x="215562" y="336244"/>
                  </a:lnTo>
                  <a:cubicBezTo>
                    <a:pt x="213943" y="337196"/>
                    <a:pt x="212228" y="337673"/>
                    <a:pt x="210514" y="337673"/>
                  </a:cubicBezTo>
                  <a:lnTo>
                    <a:pt x="210514" y="337673"/>
                  </a:lnTo>
                  <a:cubicBezTo>
                    <a:pt x="207275" y="337673"/>
                    <a:pt x="204227" y="336149"/>
                    <a:pt x="202418" y="333291"/>
                  </a:cubicBezTo>
                  <a:close/>
                  <a:moveTo>
                    <a:pt x="182320" y="301382"/>
                  </a:moveTo>
                  <a:cubicBezTo>
                    <a:pt x="179558" y="296906"/>
                    <a:pt x="180891" y="291000"/>
                    <a:pt x="185273" y="288238"/>
                  </a:cubicBezTo>
                  <a:lnTo>
                    <a:pt x="185273" y="288238"/>
                  </a:lnTo>
                  <a:cubicBezTo>
                    <a:pt x="189749" y="285476"/>
                    <a:pt x="195655" y="286809"/>
                    <a:pt x="198417" y="291191"/>
                  </a:cubicBezTo>
                  <a:lnTo>
                    <a:pt x="198417" y="291191"/>
                  </a:lnTo>
                  <a:cubicBezTo>
                    <a:pt x="201275" y="295667"/>
                    <a:pt x="199846" y="301573"/>
                    <a:pt x="195464" y="304335"/>
                  </a:cubicBezTo>
                  <a:lnTo>
                    <a:pt x="195464" y="304335"/>
                  </a:lnTo>
                  <a:cubicBezTo>
                    <a:pt x="193845" y="305383"/>
                    <a:pt x="192131" y="305859"/>
                    <a:pt x="190416" y="305859"/>
                  </a:cubicBezTo>
                  <a:lnTo>
                    <a:pt x="190416" y="305859"/>
                  </a:lnTo>
                  <a:cubicBezTo>
                    <a:pt x="187273" y="305859"/>
                    <a:pt x="184130" y="304240"/>
                    <a:pt x="182320" y="301382"/>
                  </a:cubicBezTo>
                  <a:close/>
                  <a:moveTo>
                    <a:pt x="162222" y="269474"/>
                  </a:moveTo>
                  <a:cubicBezTo>
                    <a:pt x="159365" y="265092"/>
                    <a:pt x="160698" y="259187"/>
                    <a:pt x="165175" y="256329"/>
                  </a:cubicBezTo>
                  <a:lnTo>
                    <a:pt x="165175" y="256329"/>
                  </a:lnTo>
                  <a:cubicBezTo>
                    <a:pt x="169652" y="253567"/>
                    <a:pt x="175557" y="254900"/>
                    <a:pt x="178319" y="259377"/>
                  </a:cubicBezTo>
                  <a:lnTo>
                    <a:pt x="178319" y="259377"/>
                  </a:lnTo>
                  <a:cubicBezTo>
                    <a:pt x="181082" y="263759"/>
                    <a:pt x="179843" y="269664"/>
                    <a:pt x="175367" y="272522"/>
                  </a:cubicBezTo>
                  <a:lnTo>
                    <a:pt x="175367" y="272522"/>
                  </a:lnTo>
                  <a:cubicBezTo>
                    <a:pt x="173747" y="273474"/>
                    <a:pt x="172033" y="273950"/>
                    <a:pt x="170318" y="273950"/>
                  </a:cubicBezTo>
                  <a:lnTo>
                    <a:pt x="170318" y="273950"/>
                  </a:lnTo>
                  <a:cubicBezTo>
                    <a:pt x="167080" y="273950"/>
                    <a:pt x="164032" y="272426"/>
                    <a:pt x="162222" y="269474"/>
                  </a:cubicBezTo>
                  <a:close/>
                  <a:moveTo>
                    <a:pt x="142124" y="237660"/>
                  </a:moveTo>
                  <a:cubicBezTo>
                    <a:pt x="139362" y="233183"/>
                    <a:pt x="140600" y="227278"/>
                    <a:pt x="145077" y="224516"/>
                  </a:cubicBezTo>
                  <a:lnTo>
                    <a:pt x="145077" y="224516"/>
                  </a:lnTo>
                  <a:cubicBezTo>
                    <a:pt x="149554" y="221658"/>
                    <a:pt x="155459" y="222992"/>
                    <a:pt x="158222" y="227468"/>
                  </a:cubicBezTo>
                  <a:lnTo>
                    <a:pt x="158222" y="227468"/>
                  </a:lnTo>
                  <a:cubicBezTo>
                    <a:pt x="161079" y="231945"/>
                    <a:pt x="159650" y="237755"/>
                    <a:pt x="155269" y="240613"/>
                  </a:cubicBezTo>
                  <a:lnTo>
                    <a:pt x="155269" y="240613"/>
                  </a:lnTo>
                  <a:cubicBezTo>
                    <a:pt x="153650" y="241661"/>
                    <a:pt x="151935" y="242137"/>
                    <a:pt x="150221" y="242137"/>
                  </a:cubicBezTo>
                  <a:lnTo>
                    <a:pt x="150221" y="242137"/>
                  </a:lnTo>
                  <a:cubicBezTo>
                    <a:pt x="147077" y="242137"/>
                    <a:pt x="143934" y="240518"/>
                    <a:pt x="142124" y="237660"/>
                  </a:cubicBezTo>
                  <a:close/>
                  <a:moveTo>
                    <a:pt x="122027" y="205751"/>
                  </a:moveTo>
                  <a:cubicBezTo>
                    <a:pt x="119169" y="201275"/>
                    <a:pt x="120598" y="195464"/>
                    <a:pt x="124979" y="192607"/>
                  </a:cubicBezTo>
                  <a:lnTo>
                    <a:pt x="124979" y="192607"/>
                  </a:lnTo>
                  <a:cubicBezTo>
                    <a:pt x="129456" y="189845"/>
                    <a:pt x="135362" y="191178"/>
                    <a:pt x="138124" y="195655"/>
                  </a:cubicBezTo>
                  <a:lnTo>
                    <a:pt x="138124" y="195655"/>
                  </a:lnTo>
                  <a:cubicBezTo>
                    <a:pt x="140886" y="200036"/>
                    <a:pt x="139648" y="205942"/>
                    <a:pt x="135171" y="208799"/>
                  </a:cubicBezTo>
                  <a:lnTo>
                    <a:pt x="135171" y="208799"/>
                  </a:lnTo>
                  <a:cubicBezTo>
                    <a:pt x="133552" y="209752"/>
                    <a:pt x="131837" y="210228"/>
                    <a:pt x="130123" y="210228"/>
                  </a:cubicBezTo>
                  <a:lnTo>
                    <a:pt x="130123" y="210228"/>
                  </a:lnTo>
                  <a:cubicBezTo>
                    <a:pt x="126980" y="210228"/>
                    <a:pt x="123836" y="208609"/>
                    <a:pt x="122027" y="205751"/>
                  </a:cubicBezTo>
                  <a:close/>
                  <a:moveTo>
                    <a:pt x="101929" y="173938"/>
                  </a:moveTo>
                  <a:cubicBezTo>
                    <a:pt x="99167" y="169461"/>
                    <a:pt x="100405" y="163556"/>
                    <a:pt x="104882" y="160793"/>
                  </a:cubicBezTo>
                  <a:lnTo>
                    <a:pt x="104882" y="160793"/>
                  </a:lnTo>
                  <a:cubicBezTo>
                    <a:pt x="109358" y="157936"/>
                    <a:pt x="115264" y="159269"/>
                    <a:pt x="118026" y="163746"/>
                  </a:cubicBezTo>
                  <a:lnTo>
                    <a:pt x="118026" y="163746"/>
                  </a:lnTo>
                  <a:cubicBezTo>
                    <a:pt x="120884" y="168223"/>
                    <a:pt x="119550" y="174128"/>
                    <a:pt x="115073" y="176891"/>
                  </a:cubicBezTo>
                  <a:lnTo>
                    <a:pt x="115073" y="176891"/>
                  </a:lnTo>
                  <a:cubicBezTo>
                    <a:pt x="113454" y="177843"/>
                    <a:pt x="111740" y="178319"/>
                    <a:pt x="110025" y="178319"/>
                  </a:cubicBezTo>
                  <a:lnTo>
                    <a:pt x="110025" y="178319"/>
                  </a:lnTo>
                  <a:cubicBezTo>
                    <a:pt x="106882" y="178319"/>
                    <a:pt x="103739" y="176795"/>
                    <a:pt x="101929" y="173938"/>
                  </a:cubicBezTo>
                  <a:close/>
                  <a:moveTo>
                    <a:pt x="81831" y="142029"/>
                  </a:moveTo>
                  <a:cubicBezTo>
                    <a:pt x="78974" y="137648"/>
                    <a:pt x="80402" y="131742"/>
                    <a:pt x="84784" y="128885"/>
                  </a:cubicBezTo>
                  <a:lnTo>
                    <a:pt x="84784" y="128885"/>
                  </a:lnTo>
                  <a:cubicBezTo>
                    <a:pt x="89261" y="126122"/>
                    <a:pt x="95166" y="127456"/>
                    <a:pt x="97928" y="131837"/>
                  </a:cubicBezTo>
                  <a:lnTo>
                    <a:pt x="97928" y="131837"/>
                  </a:lnTo>
                  <a:cubicBezTo>
                    <a:pt x="100786" y="136314"/>
                    <a:pt x="99452" y="142220"/>
                    <a:pt x="94976" y="145077"/>
                  </a:cubicBezTo>
                  <a:lnTo>
                    <a:pt x="94976" y="145077"/>
                  </a:lnTo>
                  <a:cubicBezTo>
                    <a:pt x="93452" y="146030"/>
                    <a:pt x="91642" y="146506"/>
                    <a:pt x="89927" y="146506"/>
                  </a:cubicBezTo>
                  <a:lnTo>
                    <a:pt x="89927" y="146506"/>
                  </a:lnTo>
                  <a:cubicBezTo>
                    <a:pt x="86784" y="146506"/>
                    <a:pt x="83641" y="144887"/>
                    <a:pt x="81831" y="142029"/>
                  </a:cubicBezTo>
                  <a:close/>
                  <a:moveTo>
                    <a:pt x="61733" y="110216"/>
                  </a:moveTo>
                  <a:cubicBezTo>
                    <a:pt x="58971" y="105739"/>
                    <a:pt x="60305" y="99833"/>
                    <a:pt x="64686" y="97071"/>
                  </a:cubicBezTo>
                  <a:lnTo>
                    <a:pt x="64686" y="97071"/>
                  </a:lnTo>
                  <a:cubicBezTo>
                    <a:pt x="69163" y="94214"/>
                    <a:pt x="75068" y="95547"/>
                    <a:pt x="77831" y="100024"/>
                  </a:cubicBezTo>
                  <a:lnTo>
                    <a:pt x="77831" y="100024"/>
                  </a:lnTo>
                  <a:cubicBezTo>
                    <a:pt x="80688" y="104501"/>
                    <a:pt x="79355" y="110311"/>
                    <a:pt x="74878" y="113168"/>
                  </a:cubicBezTo>
                  <a:lnTo>
                    <a:pt x="74878" y="113168"/>
                  </a:lnTo>
                  <a:cubicBezTo>
                    <a:pt x="73259" y="114121"/>
                    <a:pt x="71544" y="114597"/>
                    <a:pt x="69830" y="114597"/>
                  </a:cubicBezTo>
                  <a:lnTo>
                    <a:pt x="69830" y="114597"/>
                  </a:lnTo>
                  <a:cubicBezTo>
                    <a:pt x="66591" y="114597"/>
                    <a:pt x="63543" y="113073"/>
                    <a:pt x="61733" y="110216"/>
                  </a:cubicBezTo>
                  <a:close/>
                  <a:moveTo>
                    <a:pt x="41636" y="78307"/>
                  </a:moveTo>
                  <a:cubicBezTo>
                    <a:pt x="38873" y="73830"/>
                    <a:pt x="40207" y="68020"/>
                    <a:pt x="44588" y="65162"/>
                  </a:cubicBezTo>
                  <a:lnTo>
                    <a:pt x="44588" y="65162"/>
                  </a:lnTo>
                  <a:cubicBezTo>
                    <a:pt x="49065" y="62400"/>
                    <a:pt x="54971" y="63734"/>
                    <a:pt x="57733" y="68210"/>
                  </a:cubicBezTo>
                  <a:lnTo>
                    <a:pt x="57733" y="68210"/>
                  </a:lnTo>
                  <a:cubicBezTo>
                    <a:pt x="60590" y="72592"/>
                    <a:pt x="59257" y="78497"/>
                    <a:pt x="54780" y="81260"/>
                  </a:cubicBezTo>
                  <a:lnTo>
                    <a:pt x="54780" y="81260"/>
                  </a:lnTo>
                  <a:cubicBezTo>
                    <a:pt x="53256" y="82307"/>
                    <a:pt x="51446" y="82784"/>
                    <a:pt x="49732" y="82784"/>
                  </a:cubicBezTo>
                  <a:lnTo>
                    <a:pt x="49732" y="82784"/>
                  </a:lnTo>
                  <a:cubicBezTo>
                    <a:pt x="46589" y="82784"/>
                    <a:pt x="43445" y="81164"/>
                    <a:pt x="41636" y="78307"/>
                  </a:cubicBezTo>
                  <a:close/>
                  <a:moveTo>
                    <a:pt x="21538" y="46493"/>
                  </a:moveTo>
                  <a:cubicBezTo>
                    <a:pt x="18776" y="42017"/>
                    <a:pt x="20109" y="36111"/>
                    <a:pt x="24491" y="33349"/>
                  </a:cubicBezTo>
                  <a:lnTo>
                    <a:pt x="24491" y="33349"/>
                  </a:lnTo>
                  <a:cubicBezTo>
                    <a:pt x="28967" y="30491"/>
                    <a:pt x="34873" y="31825"/>
                    <a:pt x="37635" y="36302"/>
                  </a:cubicBezTo>
                  <a:lnTo>
                    <a:pt x="37635" y="36302"/>
                  </a:lnTo>
                  <a:cubicBezTo>
                    <a:pt x="40493" y="40778"/>
                    <a:pt x="39159" y="46684"/>
                    <a:pt x="34682" y="49446"/>
                  </a:cubicBezTo>
                  <a:lnTo>
                    <a:pt x="34682" y="49446"/>
                  </a:lnTo>
                  <a:cubicBezTo>
                    <a:pt x="33063" y="50399"/>
                    <a:pt x="31349" y="50875"/>
                    <a:pt x="29634" y="50875"/>
                  </a:cubicBezTo>
                  <a:lnTo>
                    <a:pt x="29634" y="50875"/>
                  </a:lnTo>
                  <a:cubicBezTo>
                    <a:pt x="26491" y="50875"/>
                    <a:pt x="23348" y="49351"/>
                    <a:pt x="21538" y="46493"/>
                  </a:cubicBezTo>
                  <a:close/>
                  <a:moveTo>
                    <a:pt x="1440" y="14585"/>
                  </a:moveTo>
                  <a:cubicBezTo>
                    <a:pt x="-1322" y="10108"/>
                    <a:pt x="11" y="4298"/>
                    <a:pt x="4393" y="1440"/>
                  </a:cubicBezTo>
                  <a:lnTo>
                    <a:pt x="4393" y="1440"/>
                  </a:lnTo>
                  <a:cubicBezTo>
                    <a:pt x="8870" y="-1322"/>
                    <a:pt x="14775" y="11"/>
                    <a:pt x="17633" y="4393"/>
                  </a:cubicBezTo>
                  <a:lnTo>
                    <a:pt x="17633" y="4393"/>
                  </a:lnTo>
                  <a:cubicBezTo>
                    <a:pt x="20395" y="8870"/>
                    <a:pt x="19061" y="14775"/>
                    <a:pt x="14585" y="17633"/>
                  </a:cubicBezTo>
                  <a:lnTo>
                    <a:pt x="14585" y="17633"/>
                  </a:lnTo>
                  <a:cubicBezTo>
                    <a:pt x="13061" y="18585"/>
                    <a:pt x="11251" y="19061"/>
                    <a:pt x="9536" y="19061"/>
                  </a:cubicBezTo>
                  <a:lnTo>
                    <a:pt x="9536" y="19061"/>
                  </a:lnTo>
                  <a:cubicBezTo>
                    <a:pt x="6393" y="19061"/>
                    <a:pt x="3250" y="17442"/>
                    <a:pt x="1440" y="1458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68FFFF9-757C-7D46-2602-D0A832999C2A}"/>
                </a:ext>
              </a:extLst>
            </p:cNvPr>
            <p:cNvSpPr/>
            <p:nvPr/>
          </p:nvSpPr>
          <p:spPr>
            <a:xfrm>
              <a:off x="6423610" y="3619694"/>
              <a:ext cx="86912" cy="49429"/>
            </a:xfrm>
            <a:custGeom>
              <a:avLst/>
              <a:gdLst>
                <a:gd name="connsiteX0" fmla="*/ 73487 w 86912"/>
                <a:gd name="connsiteY0" fmla="*/ 48573 h 49429"/>
                <a:gd name="connsiteX1" fmla="*/ 68725 w 86912"/>
                <a:gd name="connsiteY1" fmla="*/ 36000 h 49429"/>
                <a:gd name="connsiteX2" fmla="*/ 68725 w 86912"/>
                <a:gd name="connsiteY2" fmla="*/ 36000 h 49429"/>
                <a:gd name="connsiteX3" fmla="*/ 81298 w 86912"/>
                <a:gd name="connsiteY3" fmla="*/ 31237 h 49429"/>
                <a:gd name="connsiteX4" fmla="*/ 81298 w 86912"/>
                <a:gd name="connsiteY4" fmla="*/ 31237 h 49429"/>
                <a:gd name="connsiteX5" fmla="*/ 86060 w 86912"/>
                <a:gd name="connsiteY5" fmla="*/ 43810 h 49429"/>
                <a:gd name="connsiteX6" fmla="*/ 86060 w 86912"/>
                <a:gd name="connsiteY6" fmla="*/ 43810 h 49429"/>
                <a:gd name="connsiteX7" fmla="*/ 77392 w 86912"/>
                <a:gd name="connsiteY7" fmla="*/ 49430 h 49429"/>
                <a:gd name="connsiteX8" fmla="*/ 77392 w 86912"/>
                <a:gd name="connsiteY8" fmla="*/ 49430 h 49429"/>
                <a:gd name="connsiteX9" fmla="*/ 73487 w 86912"/>
                <a:gd name="connsiteY9" fmla="*/ 48573 h 49429"/>
                <a:gd name="connsiteX10" fmla="*/ 39578 w 86912"/>
                <a:gd name="connsiteY10" fmla="*/ 33428 h 49429"/>
                <a:gd name="connsiteX11" fmla="*/ 34720 w 86912"/>
                <a:gd name="connsiteY11" fmla="*/ 20855 h 49429"/>
                <a:gd name="connsiteX12" fmla="*/ 34720 w 86912"/>
                <a:gd name="connsiteY12" fmla="*/ 20855 h 49429"/>
                <a:gd name="connsiteX13" fmla="*/ 47293 w 86912"/>
                <a:gd name="connsiteY13" fmla="*/ 16092 h 49429"/>
                <a:gd name="connsiteX14" fmla="*/ 47293 w 86912"/>
                <a:gd name="connsiteY14" fmla="*/ 16092 h 49429"/>
                <a:gd name="connsiteX15" fmla="*/ 52151 w 86912"/>
                <a:gd name="connsiteY15" fmla="*/ 28665 h 49429"/>
                <a:gd name="connsiteX16" fmla="*/ 52151 w 86912"/>
                <a:gd name="connsiteY16" fmla="*/ 28665 h 49429"/>
                <a:gd name="connsiteX17" fmla="*/ 43483 w 86912"/>
                <a:gd name="connsiteY17" fmla="*/ 34285 h 49429"/>
                <a:gd name="connsiteX18" fmla="*/ 43483 w 86912"/>
                <a:gd name="connsiteY18" fmla="*/ 34285 h 49429"/>
                <a:gd name="connsiteX19" fmla="*/ 39578 w 86912"/>
                <a:gd name="connsiteY19" fmla="*/ 33428 h 49429"/>
                <a:gd name="connsiteX20" fmla="*/ 5574 w 86912"/>
                <a:gd name="connsiteY20" fmla="*/ 18188 h 49429"/>
                <a:gd name="connsiteX21" fmla="*/ 811 w 86912"/>
                <a:gd name="connsiteY21" fmla="*/ 5615 h 49429"/>
                <a:gd name="connsiteX22" fmla="*/ 811 w 86912"/>
                <a:gd name="connsiteY22" fmla="*/ 5615 h 49429"/>
                <a:gd name="connsiteX23" fmla="*/ 13384 w 86912"/>
                <a:gd name="connsiteY23" fmla="*/ 852 h 49429"/>
                <a:gd name="connsiteX24" fmla="*/ 13384 w 86912"/>
                <a:gd name="connsiteY24" fmla="*/ 852 h 49429"/>
                <a:gd name="connsiteX25" fmla="*/ 18242 w 86912"/>
                <a:gd name="connsiteY25" fmla="*/ 13425 h 49429"/>
                <a:gd name="connsiteX26" fmla="*/ 18242 w 86912"/>
                <a:gd name="connsiteY26" fmla="*/ 13425 h 49429"/>
                <a:gd name="connsiteX27" fmla="*/ 9479 w 86912"/>
                <a:gd name="connsiteY27" fmla="*/ 19045 h 49429"/>
                <a:gd name="connsiteX28" fmla="*/ 9479 w 86912"/>
                <a:gd name="connsiteY28" fmla="*/ 19045 h 49429"/>
                <a:gd name="connsiteX29" fmla="*/ 5574 w 86912"/>
                <a:gd name="connsiteY29" fmla="*/ 18188 h 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6912" h="49429">
                  <a:moveTo>
                    <a:pt x="73487" y="48573"/>
                  </a:moveTo>
                  <a:cubicBezTo>
                    <a:pt x="68725" y="46477"/>
                    <a:pt x="66534" y="40857"/>
                    <a:pt x="68725" y="36000"/>
                  </a:cubicBezTo>
                  <a:lnTo>
                    <a:pt x="68725" y="36000"/>
                  </a:lnTo>
                  <a:cubicBezTo>
                    <a:pt x="70820" y="31237"/>
                    <a:pt x="76440" y="29046"/>
                    <a:pt x="81298" y="31237"/>
                  </a:cubicBezTo>
                  <a:lnTo>
                    <a:pt x="81298" y="31237"/>
                  </a:lnTo>
                  <a:cubicBezTo>
                    <a:pt x="86060" y="33428"/>
                    <a:pt x="88251" y="39048"/>
                    <a:pt x="86060" y="43810"/>
                  </a:cubicBezTo>
                  <a:lnTo>
                    <a:pt x="86060" y="43810"/>
                  </a:lnTo>
                  <a:cubicBezTo>
                    <a:pt x="84441" y="47334"/>
                    <a:pt x="81012" y="49430"/>
                    <a:pt x="77392" y="49430"/>
                  </a:cubicBezTo>
                  <a:lnTo>
                    <a:pt x="77392" y="49430"/>
                  </a:lnTo>
                  <a:cubicBezTo>
                    <a:pt x="76059" y="49430"/>
                    <a:pt x="74725" y="49144"/>
                    <a:pt x="73487" y="48573"/>
                  </a:cubicBezTo>
                  <a:close/>
                  <a:moveTo>
                    <a:pt x="39578" y="33428"/>
                  </a:moveTo>
                  <a:cubicBezTo>
                    <a:pt x="34720" y="31332"/>
                    <a:pt x="32625" y="25617"/>
                    <a:pt x="34720" y="20855"/>
                  </a:cubicBezTo>
                  <a:lnTo>
                    <a:pt x="34720" y="20855"/>
                  </a:lnTo>
                  <a:cubicBezTo>
                    <a:pt x="36911" y="16092"/>
                    <a:pt x="42531" y="13902"/>
                    <a:pt x="47293" y="16092"/>
                  </a:cubicBezTo>
                  <a:lnTo>
                    <a:pt x="47293" y="16092"/>
                  </a:lnTo>
                  <a:cubicBezTo>
                    <a:pt x="52151" y="18188"/>
                    <a:pt x="54247" y="23807"/>
                    <a:pt x="52151" y="28665"/>
                  </a:cubicBezTo>
                  <a:lnTo>
                    <a:pt x="52151" y="28665"/>
                  </a:lnTo>
                  <a:cubicBezTo>
                    <a:pt x="50532" y="32190"/>
                    <a:pt x="47103" y="34285"/>
                    <a:pt x="43483" y="34285"/>
                  </a:cubicBezTo>
                  <a:lnTo>
                    <a:pt x="43483" y="34285"/>
                  </a:lnTo>
                  <a:cubicBezTo>
                    <a:pt x="42150" y="34285"/>
                    <a:pt x="40816" y="33999"/>
                    <a:pt x="39578" y="33428"/>
                  </a:cubicBezTo>
                  <a:close/>
                  <a:moveTo>
                    <a:pt x="5574" y="18188"/>
                  </a:moveTo>
                  <a:cubicBezTo>
                    <a:pt x="811" y="16092"/>
                    <a:pt x="-1284" y="10473"/>
                    <a:pt x="811" y="5615"/>
                  </a:cubicBezTo>
                  <a:lnTo>
                    <a:pt x="811" y="5615"/>
                  </a:lnTo>
                  <a:cubicBezTo>
                    <a:pt x="3002" y="852"/>
                    <a:pt x="8622" y="-1339"/>
                    <a:pt x="13384" y="852"/>
                  </a:cubicBezTo>
                  <a:lnTo>
                    <a:pt x="13384" y="852"/>
                  </a:lnTo>
                  <a:cubicBezTo>
                    <a:pt x="18242" y="3043"/>
                    <a:pt x="20338" y="8663"/>
                    <a:pt x="18242" y="13425"/>
                  </a:cubicBezTo>
                  <a:lnTo>
                    <a:pt x="18242" y="13425"/>
                  </a:lnTo>
                  <a:cubicBezTo>
                    <a:pt x="16623" y="16950"/>
                    <a:pt x="13194" y="19045"/>
                    <a:pt x="9479" y="19045"/>
                  </a:cubicBezTo>
                  <a:lnTo>
                    <a:pt x="9479" y="19045"/>
                  </a:lnTo>
                  <a:cubicBezTo>
                    <a:pt x="8241" y="19045"/>
                    <a:pt x="6907" y="18759"/>
                    <a:pt x="5574" y="181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3E84A09-1DED-BC96-E16F-31113CADAF62}"/>
                </a:ext>
              </a:extLst>
            </p:cNvPr>
            <p:cNvSpPr/>
            <p:nvPr/>
          </p:nvSpPr>
          <p:spPr>
            <a:xfrm>
              <a:off x="5695910" y="3124540"/>
              <a:ext cx="372220" cy="50713"/>
            </a:xfrm>
            <a:custGeom>
              <a:avLst/>
              <a:gdLst>
                <a:gd name="connsiteX0" fmla="*/ 39 w 372220"/>
                <a:gd name="connsiteY0" fmla="*/ 42045 h 50713"/>
                <a:gd name="connsiteX1" fmla="*/ 8707 w 372220"/>
                <a:gd name="connsiteY1" fmla="*/ 31758 h 50713"/>
                <a:gd name="connsiteX2" fmla="*/ 8707 w 372220"/>
                <a:gd name="connsiteY2" fmla="*/ 31758 h 50713"/>
                <a:gd name="connsiteX3" fmla="*/ 18994 w 372220"/>
                <a:gd name="connsiteY3" fmla="*/ 40426 h 50713"/>
                <a:gd name="connsiteX4" fmla="*/ 18994 w 372220"/>
                <a:gd name="connsiteY4" fmla="*/ 40426 h 50713"/>
                <a:gd name="connsiteX5" fmla="*/ 10422 w 372220"/>
                <a:gd name="connsiteY5" fmla="*/ 50713 h 50713"/>
                <a:gd name="connsiteX6" fmla="*/ 10422 w 372220"/>
                <a:gd name="connsiteY6" fmla="*/ 50713 h 50713"/>
                <a:gd name="connsiteX7" fmla="*/ 9564 w 372220"/>
                <a:gd name="connsiteY7" fmla="*/ 50713 h 50713"/>
                <a:gd name="connsiteX8" fmla="*/ 9564 w 372220"/>
                <a:gd name="connsiteY8" fmla="*/ 50713 h 50713"/>
                <a:gd name="connsiteX9" fmla="*/ 39 w 372220"/>
                <a:gd name="connsiteY9" fmla="*/ 41950 h 50713"/>
                <a:gd name="connsiteX10" fmla="*/ 39282 w 372220"/>
                <a:gd name="connsiteY10" fmla="*/ 38521 h 50713"/>
                <a:gd name="connsiteX11" fmla="*/ 47950 w 372220"/>
                <a:gd name="connsiteY11" fmla="*/ 28234 h 50713"/>
                <a:gd name="connsiteX12" fmla="*/ 47950 w 372220"/>
                <a:gd name="connsiteY12" fmla="*/ 28234 h 50713"/>
                <a:gd name="connsiteX13" fmla="*/ 58237 w 372220"/>
                <a:gd name="connsiteY13" fmla="*/ 36807 h 50713"/>
                <a:gd name="connsiteX14" fmla="*/ 58237 w 372220"/>
                <a:gd name="connsiteY14" fmla="*/ 36807 h 50713"/>
                <a:gd name="connsiteX15" fmla="*/ 49665 w 372220"/>
                <a:gd name="connsiteY15" fmla="*/ 47189 h 50713"/>
                <a:gd name="connsiteX16" fmla="*/ 48712 w 372220"/>
                <a:gd name="connsiteY16" fmla="*/ 47189 h 50713"/>
                <a:gd name="connsiteX17" fmla="*/ 39282 w 372220"/>
                <a:gd name="connsiteY17" fmla="*/ 38521 h 50713"/>
                <a:gd name="connsiteX18" fmla="*/ 78525 w 372220"/>
                <a:gd name="connsiteY18" fmla="*/ 34997 h 50713"/>
                <a:gd name="connsiteX19" fmla="*/ 87193 w 372220"/>
                <a:gd name="connsiteY19" fmla="*/ 24710 h 50713"/>
                <a:gd name="connsiteX20" fmla="*/ 87193 w 372220"/>
                <a:gd name="connsiteY20" fmla="*/ 24710 h 50713"/>
                <a:gd name="connsiteX21" fmla="*/ 97480 w 372220"/>
                <a:gd name="connsiteY21" fmla="*/ 33378 h 50713"/>
                <a:gd name="connsiteX22" fmla="*/ 97480 w 372220"/>
                <a:gd name="connsiteY22" fmla="*/ 33378 h 50713"/>
                <a:gd name="connsiteX23" fmla="*/ 88908 w 372220"/>
                <a:gd name="connsiteY23" fmla="*/ 43665 h 50713"/>
                <a:gd name="connsiteX24" fmla="*/ 88908 w 372220"/>
                <a:gd name="connsiteY24" fmla="*/ 43665 h 50713"/>
                <a:gd name="connsiteX25" fmla="*/ 87955 w 372220"/>
                <a:gd name="connsiteY25" fmla="*/ 43665 h 50713"/>
                <a:gd name="connsiteX26" fmla="*/ 87955 w 372220"/>
                <a:gd name="connsiteY26" fmla="*/ 43665 h 50713"/>
                <a:gd name="connsiteX27" fmla="*/ 78525 w 372220"/>
                <a:gd name="connsiteY27" fmla="*/ 34902 h 50713"/>
                <a:gd name="connsiteX28" fmla="*/ 117768 w 372220"/>
                <a:gd name="connsiteY28" fmla="*/ 31473 h 50713"/>
                <a:gd name="connsiteX29" fmla="*/ 126436 w 372220"/>
                <a:gd name="connsiteY29" fmla="*/ 21186 h 50713"/>
                <a:gd name="connsiteX30" fmla="*/ 126436 w 372220"/>
                <a:gd name="connsiteY30" fmla="*/ 21186 h 50713"/>
                <a:gd name="connsiteX31" fmla="*/ 136723 w 372220"/>
                <a:gd name="connsiteY31" fmla="*/ 29758 h 50713"/>
                <a:gd name="connsiteX32" fmla="*/ 136723 w 372220"/>
                <a:gd name="connsiteY32" fmla="*/ 29758 h 50713"/>
                <a:gd name="connsiteX33" fmla="*/ 128151 w 372220"/>
                <a:gd name="connsiteY33" fmla="*/ 40140 h 50713"/>
                <a:gd name="connsiteX34" fmla="*/ 127198 w 372220"/>
                <a:gd name="connsiteY34" fmla="*/ 40140 h 50713"/>
                <a:gd name="connsiteX35" fmla="*/ 117768 w 372220"/>
                <a:gd name="connsiteY35" fmla="*/ 31473 h 50713"/>
                <a:gd name="connsiteX36" fmla="*/ 157011 w 372220"/>
                <a:gd name="connsiteY36" fmla="*/ 27948 h 50713"/>
                <a:gd name="connsiteX37" fmla="*/ 165679 w 372220"/>
                <a:gd name="connsiteY37" fmla="*/ 17661 h 50713"/>
                <a:gd name="connsiteX38" fmla="*/ 165679 w 372220"/>
                <a:gd name="connsiteY38" fmla="*/ 17661 h 50713"/>
                <a:gd name="connsiteX39" fmla="*/ 175966 w 372220"/>
                <a:gd name="connsiteY39" fmla="*/ 26329 h 50713"/>
                <a:gd name="connsiteX40" fmla="*/ 175966 w 372220"/>
                <a:gd name="connsiteY40" fmla="*/ 26329 h 50713"/>
                <a:gd name="connsiteX41" fmla="*/ 167394 w 372220"/>
                <a:gd name="connsiteY41" fmla="*/ 36616 h 50713"/>
                <a:gd name="connsiteX42" fmla="*/ 167394 w 372220"/>
                <a:gd name="connsiteY42" fmla="*/ 36616 h 50713"/>
                <a:gd name="connsiteX43" fmla="*/ 166441 w 372220"/>
                <a:gd name="connsiteY43" fmla="*/ 36616 h 50713"/>
                <a:gd name="connsiteX44" fmla="*/ 166441 w 372220"/>
                <a:gd name="connsiteY44" fmla="*/ 36616 h 50713"/>
                <a:gd name="connsiteX45" fmla="*/ 157011 w 372220"/>
                <a:gd name="connsiteY45" fmla="*/ 27853 h 50713"/>
                <a:gd name="connsiteX46" fmla="*/ 196254 w 372220"/>
                <a:gd name="connsiteY46" fmla="*/ 24424 h 50713"/>
                <a:gd name="connsiteX47" fmla="*/ 204922 w 372220"/>
                <a:gd name="connsiteY47" fmla="*/ 14137 h 50713"/>
                <a:gd name="connsiteX48" fmla="*/ 204922 w 372220"/>
                <a:gd name="connsiteY48" fmla="*/ 14137 h 50713"/>
                <a:gd name="connsiteX49" fmla="*/ 215209 w 372220"/>
                <a:gd name="connsiteY49" fmla="*/ 22710 h 50713"/>
                <a:gd name="connsiteX50" fmla="*/ 215209 w 372220"/>
                <a:gd name="connsiteY50" fmla="*/ 22710 h 50713"/>
                <a:gd name="connsiteX51" fmla="*/ 206541 w 372220"/>
                <a:gd name="connsiteY51" fmla="*/ 33092 h 50713"/>
                <a:gd name="connsiteX52" fmla="*/ 205684 w 372220"/>
                <a:gd name="connsiteY52" fmla="*/ 33092 h 50713"/>
                <a:gd name="connsiteX53" fmla="*/ 196254 w 372220"/>
                <a:gd name="connsiteY53" fmla="*/ 24424 h 50713"/>
                <a:gd name="connsiteX54" fmla="*/ 235497 w 372220"/>
                <a:gd name="connsiteY54" fmla="*/ 20900 h 50713"/>
                <a:gd name="connsiteX55" fmla="*/ 244070 w 372220"/>
                <a:gd name="connsiteY55" fmla="*/ 10613 h 50713"/>
                <a:gd name="connsiteX56" fmla="*/ 244070 w 372220"/>
                <a:gd name="connsiteY56" fmla="*/ 10613 h 50713"/>
                <a:gd name="connsiteX57" fmla="*/ 254452 w 372220"/>
                <a:gd name="connsiteY57" fmla="*/ 19281 h 50713"/>
                <a:gd name="connsiteX58" fmla="*/ 254452 w 372220"/>
                <a:gd name="connsiteY58" fmla="*/ 19281 h 50713"/>
                <a:gd name="connsiteX59" fmla="*/ 245784 w 372220"/>
                <a:gd name="connsiteY59" fmla="*/ 29568 h 50713"/>
                <a:gd name="connsiteX60" fmla="*/ 244927 w 372220"/>
                <a:gd name="connsiteY60" fmla="*/ 29568 h 50713"/>
                <a:gd name="connsiteX61" fmla="*/ 235497 w 372220"/>
                <a:gd name="connsiteY61" fmla="*/ 20900 h 50713"/>
                <a:gd name="connsiteX62" fmla="*/ 274740 w 372220"/>
                <a:gd name="connsiteY62" fmla="*/ 17376 h 50713"/>
                <a:gd name="connsiteX63" fmla="*/ 283313 w 372220"/>
                <a:gd name="connsiteY63" fmla="*/ 7089 h 50713"/>
                <a:gd name="connsiteX64" fmla="*/ 283313 w 372220"/>
                <a:gd name="connsiteY64" fmla="*/ 7089 h 50713"/>
                <a:gd name="connsiteX65" fmla="*/ 293695 w 372220"/>
                <a:gd name="connsiteY65" fmla="*/ 15661 h 50713"/>
                <a:gd name="connsiteX66" fmla="*/ 293695 w 372220"/>
                <a:gd name="connsiteY66" fmla="*/ 15661 h 50713"/>
                <a:gd name="connsiteX67" fmla="*/ 285027 w 372220"/>
                <a:gd name="connsiteY67" fmla="*/ 26043 h 50713"/>
                <a:gd name="connsiteX68" fmla="*/ 284170 w 372220"/>
                <a:gd name="connsiteY68" fmla="*/ 26043 h 50713"/>
                <a:gd name="connsiteX69" fmla="*/ 274740 w 372220"/>
                <a:gd name="connsiteY69" fmla="*/ 17376 h 50713"/>
                <a:gd name="connsiteX70" fmla="*/ 313983 w 372220"/>
                <a:gd name="connsiteY70" fmla="*/ 13851 h 50713"/>
                <a:gd name="connsiteX71" fmla="*/ 322556 w 372220"/>
                <a:gd name="connsiteY71" fmla="*/ 3564 h 50713"/>
                <a:gd name="connsiteX72" fmla="*/ 322556 w 372220"/>
                <a:gd name="connsiteY72" fmla="*/ 3564 h 50713"/>
                <a:gd name="connsiteX73" fmla="*/ 332938 w 372220"/>
                <a:gd name="connsiteY73" fmla="*/ 12137 h 50713"/>
                <a:gd name="connsiteX74" fmla="*/ 332938 w 372220"/>
                <a:gd name="connsiteY74" fmla="*/ 12137 h 50713"/>
                <a:gd name="connsiteX75" fmla="*/ 324270 w 372220"/>
                <a:gd name="connsiteY75" fmla="*/ 22519 h 50713"/>
                <a:gd name="connsiteX76" fmla="*/ 323413 w 372220"/>
                <a:gd name="connsiteY76" fmla="*/ 22519 h 50713"/>
                <a:gd name="connsiteX77" fmla="*/ 313983 w 372220"/>
                <a:gd name="connsiteY77" fmla="*/ 13851 h 50713"/>
                <a:gd name="connsiteX78" fmla="*/ 353226 w 372220"/>
                <a:gd name="connsiteY78" fmla="*/ 10327 h 50713"/>
                <a:gd name="connsiteX79" fmla="*/ 361799 w 372220"/>
                <a:gd name="connsiteY79" fmla="*/ 40 h 50713"/>
                <a:gd name="connsiteX80" fmla="*/ 361799 w 372220"/>
                <a:gd name="connsiteY80" fmla="*/ 40 h 50713"/>
                <a:gd name="connsiteX81" fmla="*/ 372181 w 372220"/>
                <a:gd name="connsiteY81" fmla="*/ 8613 h 50713"/>
                <a:gd name="connsiteX82" fmla="*/ 372181 w 372220"/>
                <a:gd name="connsiteY82" fmla="*/ 8613 h 50713"/>
                <a:gd name="connsiteX83" fmla="*/ 363513 w 372220"/>
                <a:gd name="connsiteY83" fmla="*/ 18995 h 50713"/>
                <a:gd name="connsiteX84" fmla="*/ 362656 w 372220"/>
                <a:gd name="connsiteY84" fmla="*/ 18995 h 50713"/>
                <a:gd name="connsiteX85" fmla="*/ 353226 w 372220"/>
                <a:gd name="connsiteY85" fmla="*/ 10327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372220" h="50713">
                  <a:moveTo>
                    <a:pt x="39" y="42045"/>
                  </a:moveTo>
                  <a:cubicBezTo>
                    <a:pt x="-437" y="36807"/>
                    <a:pt x="3468" y="32235"/>
                    <a:pt x="8707" y="31758"/>
                  </a:cubicBezTo>
                  <a:lnTo>
                    <a:pt x="8707" y="31758"/>
                  </a:lnTo>
                  <a:cubicBezTo>
                    <a:pt x="13946" y="31282"/>
                    <a:pt x="18518" y="35092"/>
                    <a:pt x="18994" y="40426"/>
                  </a:cubicBezTo>
                  <a:lnTo>
                    <a:pt x="18994" y="40426"/>
                  </a:lnTo>
                  <a:cubicBezTo>
                    <a:pt x="19470" y="45570"/>
                    <a:pt x="15660" y="50237"/>
                    <a:pt x="10422" y="50713"/>
                  </a:cubicBezTo>
                  <a:lnTo>
                    <a:pt x="10422" y="50713"/>
                  </a:lnTo>
                  <a:cubicBezTo>
                    <a:pt x="10422" y="50713"/>
                    <a:pt x="9850" y="50713"/>
                    <a:pt x="9564" y="50713"/>
                  </a:cubicBezTo>
                  <a:lnTo>
                    <a:pt x="9564" y="50713"/>
                  </a:lnTo>
                  <a:cubicBezTo>
                    <a:pt x="4611" y="50713"/>
                    <a:pt x="516" y="46903"/>
                    <a:pt x="39" y="41950"/>
                  </a:cubicBezTo>
                  <a:close/>
                  <a:moveTo>
                    <a:pt x="39282" y="38521"/>
                  </a:moveTo>
                  <a:cubicBezTo>
                    <a:pt x="38806" y="33378"/>
                    <a:pt x="42711" y="28710"/>
                    <a:pt x="47950" y="28234"/>
                  </a:cubicBezTo>
                  <a:lnTo>
                    <a:pt x="47950" y="28234"/>
                  </a:lnTo>
                  <a:cubicBezTo>
                    <a:pt x="53189" y="27758"/>
                    <a:pt x="57761" y="31663"/>
                    <a:pt x="58237" y="36807"/>
                  </a:cubicBezTo>
                  <a:lnTo>
                    <a:pt x="58237" y="36807"/>
                  </a:lnTo>
                  <a:cubicBezTo>
                    <a:pt x="58713" y="42141"/>
                    <a:pt x="54903" y="46713"/>
                    <a:pt x="49665" y="47189"/>
                  </a:cubicBezTo>
                  <a:lnTo>
                    <a:pt x="48712" y="47189"/>
                  </a:lnTo>
                  <a:cubicBezTo>
                    <a:pt x="43854" y="47189"/>
                    <a:pt x="39759" y="43474"/>
                    <a:pt x="39282" y="38521"/>
                  </a:cubicBezTo>
                  <a:close/>
                  <a:moveTo>
                    <a:pt x="78525" y="34997"/>
                  </a:moveTo>
                  <a:cubicBezTo>
                    <a:pt x="78049" y="29758"/>
                    <a:pt x="81954" y="25186"/>
                    <a:pt x="87193" y="24710"/>
                  </a:cubicBezTo>
                  <a:lnTo>
                    <a:pt x="87193" y="24710"/>
                  </a:lnTo>
                  <a:cubicBezTo>
                    <a:pt x="92432" y="24234"/>
                    <a:pt x="97004" y="28044"/>
                    <a:pt x="97480" y="33378"/>
                  </a:cubicBezTo>
                  <a:lnTo>
                    <a:pt x="97480" y="33378"/>
                  </a:lnTo>
                  <a:cubicBezTo>
                    <a:pt x="97956" y="38521"/>
                    <a:pt x="94051" y="43188"/>
                    <a:pt x="88908" y="43665"/>
                  </a:cubicBezTo>
                  <a:lnTo>
                    <a:pt x="88908" y="43665"/>
                  </a:lnTo>
                  <a:cubicBezTo>
                    <a:pt x="88908" y="43665"/>
                    <a:pt x="88241" y="43665"/>
                    <a:pt x="87955" y="43665"/>
                  </a:cubicBezTo>
                  <a:lnTo>
                    <a:pt x="87955" y="43665"/>
                  </a:lnTo>
                  <a:cubicBezTo>
                    <a:pt x="83097" y="43665"/>
                    <a:pt x="79002" y="39855"/>
                    <a:pt x="78525" y="34902"/>
                  </a:cubicBezTo>
                  <a:close/>
                  <a:moveTo>
                    <a:pt x="117768" y="31473"/>
                  </a:moveTo>
                  <a:cubicBezTo>
                    <a:pt x="117292" y="26329"/>
                    <a:pt x="121197" y="21662"/>
                    <a:pt x="126436" y="21186"/>
                  </a:cubicBezTo>
                  <a:lnTo>
                    <a:pt x="126436" y="21186"/>
                  </a:lnTo>
                  <a:cubicBezTo>
                    <a:pt x="131580" y="20709"/>
                    <a:pt x="136247" y="24615"/>
                    <a:pt x="136723" y="29758"/>
                  </a:cubicBezTo>
                  <a:lnTo>
                    <a:pt x="136723" y="29758"/>
                  </a:lnTo>
                  <a:cubicBezTo>
                    <a:pt x="137199" y="35092"/>
                    <a:pt x="133294" y="39664"/>
                    <a:pt x="128151" y="40140"/>
                  </a:cubicBezTo>
                  <a:lnTo>
                    <a:pt x="127198" y="40140"/>
                  </a:lnTo>
                  <a:cubicBezTo>
                    <a:pt x="122340" y="40140"/>
                    <a:pt x="118245" y="36426"/>
                    <a:pt x="117768" y="31473"/>
                  </a:cubicBezTo>
                  <a:close/>
                  <a:moveTo>
                    <a:pt x="157011" y="27948"/>
                  </a:moveTo>
                  <a:cubicBezTo>
                    <a:pt x="156535" y="22710"/>
                    <a:pt x="160440" y="18138"/>
                    <a:pt x="165679" y="17661"/>
                  </a:cubicBezTo>
                  <a:lnTo>
                    <a:pt x="165679" y="17661"/>
                  </a:lnTo>
                  <a:cubicBezTo>
                    <a:pt x="170823" y="17185"/>
                    <a:pt x="175490" y="20995"/>
                    <a:pt x="175966" y="26329"/>
                  </a:cubicBezTo>
                  <a:lnTo>
                    <a:pt x="175966" y="26329"/>
                  </a:lnTo>
                  <a:cubicBezTo>
                    <a:pt x="176442" y="31473"/>
                    <a:pt x="172537" y="36140"/>
                    <a:pt x="167394" y="36616"/>
                  </a:cubicBezTo>
                  <a:lnTo>
                    <a:pt x="167394" y="36616"/>
                  </a:lnTo>
                  <a:cubicBezTo>
                    <a:pt x="167394" y="36616"/>
                    <a:pt x="166727" y="36616"/>
                    <a:pt x="166441" y="36616"/>
                  </a:cubicBezTo>
                  <a:lnTo>
                    <a:pt x="166441" y="36616"/>
                  </a:lnTo>
                  <a:cubicBezTo>
                    <a:pt x="161583" y="36616"/>
                    <a:pt x="157488" y="32806"/>
                    <a:pt x="157011" y="27853"/>
                  </a:cubicBezTo>
                  <a:close/>
                  <a:moveTo>
                    <a:pt x="196254" y="24424"/>
                  </a:moveTo>
                  <a:cubicBezTo>
                    <a:pt x="195778" y="19281"/>
                    <a:pt x="199588" y="14613"/>
                    <a:pt x="204922" y="14137"/>
                  </a:cubicBezTo>
                  <a:lnTo>
                    <a:pt x="204922" y="14137"/>
                  </a:lnTo>
                  <a:cubicBezTo>
                    <a:pt x="210066" y="13661"/>
                    <a:pt x="214733" y="17566"/>
                    <a:pt x="215209" y="22710"/>
                  </a:cubicBezTo>
                  <a:lnTo>
                    <a:pt x="215209" y="22710"/>
                  </a:lnTo>
                  <a:cubicBezTo>
                    <a:pt x="215685" y="28044"/>
                    <a:pt x="211875" y="32616"/>
                    <a:pt x="206541" y="33092"/>
                  </a:cubicBezTo>
                  <a:lnTo>
                    <a:pt x="205684" y="33092"/>
                  </a:lnTo>
                  <a:cubicBezTo>
                    <a:pt x="200826" y="33092"/>
                    <a:pt x="196731" y="29377"/>
                    <a:pt x="196254" y="24424"/>
                  </a:cubicBezTo>
                  <a:close/>
                  <a:moveTo>
                    <a:pt x="235497" y="20900"/>
                  </a:moveTo>
                  <a:cubicBezTo>
                    <a:pt x="235021" y="15661"/>
                    <a:pt x="238831" y="11089"/>
                    <a:pt x="244070" y="10613"/>
                  </a:cubicBezTo>
                  <a:lnTo>
                    <a:pt x="244070" y="10613"/>
                  </a:lnTo>
                  <a:cubicBezTo>
                    <a:pt x="249309" y="10137"/>
                    <a:pt x="253976" y="13947"/>
                    <a:pt x="254452" y="19281"/>
                  </a:cubicBezTo>
                  <a:lnTo>
                    <a:pt x="254452" y="19281"/>
                  </a:lnTo>
                  <a:cubicBezTo>
                    <a:pt x="254928" y="24424"/>
                    <a:pt x="251023" y="29091"/>
                    <a:pt x="245784" y="29568"/>
                  </a:cubicBezTo>
                  <a:lnTo>
                    <a:pt x="244927" y="29568"/>
                  </a:lnTo>
                  <a:cubicBezTo>
                    <a:pt x="240069" y="29568"/>
                    <a:pt x="235974" y="25853"/>
                    <a:pt x="235497" y="20900"/>
                  </a:cubicBezTo>
                  <a:close/>
                  <a:moveTo>
                    <a:pt x="274740" y="17376"/>
                  </a:moveTo>
                  <a:cubicBezTo>
                    <a:pt x="274264" y="12137"/>
                    <a:pt x="278169" y="7565"/>
                    <a:pt x="283313" y="7089"/>
                  </a:cubicBezTo>
                  <a:lnTo>
                    <a:pt x="283313" y="7089"/>
                  </a:lnTo>
                  <a:cubicBezTo>
                    <a:pt x="288552" y="6612"/>
                    <a:pt x="293219" y="10518"/>
                    <a:pt x="293695" y="15661"/>
                  </a:cubicBezTo>
                  <a:lnTo>
                    <a:pt x="293695" y="15661"/>
                  </a:lnTo>
                  <a:cubicBezTo>
                    <a:pt x="294171" y="20995"/>
                    <a:pt x="290266" y="25567"/>
                    <a:pt x="285027" y="26043"/>
                  </a:cubicBezTo>
                  <a:lnTo>
                    <a:pt x="284170" y="26043"/>
                  </a:lnTo>
                  <a:cubicBezTo>
                    <a:pt x="279312" y="26043"/>
                    <a:pt x="275121" y="22329"/>
                    <a:pt x="274740" y="17376"/>
                  </a:cubicBezTo>
                  <a:close/>
                  <a:moveTo>
                    <a:pt x="313983" y="13851"/>
                  </a:moveTo>
                  <a:cubicBezTo>
                    <a:pt x="313507" y="8613"/>
                    <a:pt x="317412" y="4041"/>
                    <a:pt x="322556" y="3564"/>
                  </a:cubicBezTo>
                  <a:lnTo>
                    <a:pt x="322556" y="3564"/>
                  </a:lnTo>
                  <a:cubicBezTo>
                    <a:pt x="327795" y="3088"/>
                    <a:pt x="332462" y="6898"/>
                    <a:pt x="332938" y="12137"/>
                  </a:cubicBezTo>
                  <a:lnTo>
                    <a:pt x="332938" y="12137"/>
                  </a:lnTo>
                  <a:cubicBezTo>
                    <a:pt x="333414" y="17376"/>
                    <a:pt x="329509" y="22043"/>
                    <a:pt x="324270" y="22519"/>
                  </a:cubicBezTo>
                  <a:lnTo>
                    <a:pt x="323413" y="22519"/>
                  </a:lnTo>
                  <a:cubicBezTo>
                    <a:pt x="318555" y="22519"/>
                    <a:pt x="314364" y="18804"/>
                    <a:pt x="313983" y="13851"/>
                  </a:cubicBezTo>
                  <a:close/>
                  <a:moveTo>
                    <a:pt x="353226" y="10327"/>
                  </a:moveTo>
                  <a:cubicBezTo>
                    <a:pt x="352750" y="5088"/>
                    <a:pt x="356560" y="516"/>
                    <a:pt x="361799" y="40"/>
                  </a:cubicBezTo>
                  <a:lnTo>
                    <a:pt x="361799" y="40"/>
                  </a:lnTo>
                  <a:cubicBezTo>
                    <a:pt x="367038" y="-436"/>
                    <a:pt x="371705" y="3374"/>
                    <a:pt x="372181" y="8613"/>
                  </a:cubicBezTo>
                  <a:lnTo>
                    <a:pt x="372181" y="8613"/>
                  </a:lnTo>
                  <a:cubicBezTo>
                    <a:pt x="372657" y="13947"/>
                    <a:pt x="368752" y="18519"/>
                    <a:pt x="363513" y="18995"/>
                  </a:cubicBezTo>
                  <a:lnTo>
                    <a:pt x="362656" y="18995"/>
                  </a:lnTo>
                  <a:cubicBezTo>
                    <a:pt x="357798" y="18995"/>
                    <a:pt x="353607" y="15280"/>
                    <a:pt x="353226" y="103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033B315-2DA6-9EBE-B60C-A18F2F7A7FB0}"/>
                </a:ext>
              </a:extLst>
            </p:cNvPr>
            <p:cNvSpPr/>
            <p:nvPr/>
          </p:nvSpPr>
          <p:spPr>
            <a:xfrm>
              <a:off x="6127583" y="3124540"/>
              <a:ext cx="372887" cy="50713"/>
            </a:xfrm>
            <a:custGeom>
              <a:avLst/>
              <a:gdLst>
                <a:gd name="connsiteX0" fmla="*/ 362466 w 372887"/>
                <a:gd name="connsiteY0" fmla="*/ 50713 h 50713"/>
                <a:gd name="connsiteX1" fmla="*/ 353893 w 372887"/>
                <a:gd name="connsiteY1" fmla="*/ 40331 h 50713"/>
                <a:gd name="connsiteX2" fmla="*/ 353893 w 372887"/>
                <a:gd name="connsiteY2" fmla="*/ 40331 h 50713"/>
                <a:gd name="connsiteX3" fmla="*/ 364180 w 372887"/>
                <a:gd name="connsiteY3" fmla="*/ 31758 h 50713"/>
                <a:gd name="connsiteX4" fmla="*/ 364180 w 372887"/>
                <a:gd name="connsiteY4" fmla="*/ 31758 h 50713"/>
                <a:gd name="connsiteX5" fmla="*/ 372848 w 372887"/>
                <a:gd name="connsiteY5" fmla="*/ 42141 h 50713"/>
                <a:gd name="connsiteX6" fmla="*/ 372848 w 372887"/>
                <a:gd name="connsiteY6" fmla="*/ 42141 h 50713"/>
                <a:gd name="connsiteX7" fmla="*/ 363323 w 372887"/>
                <a:gd name="connsiteY7" fmla="*/ 50713 h 50713"/>
                <a:gd name="connsiteX8" fmla="*/ 362466 w 372887"/>
                <a:gd name="connsiteY8" fmla="*/ 50713 h 50713"/>
                <a:gd name="connsiteX9" fmla="*/ 323223 w 372887"/>
                <a:gd name="connsiteY9" fmla="*/ 47189 h 50713"/>
                <a:gd name="connsiteX10" fmla="*/ 314555 w 372887"/>
                <a:gd name="connsiteY10" fmla="*/ 36902 h 50713"/>
                <a:gd name="connsiteX11" fmla="*/ 314555 w 372887"/>
                <a:gd name="connsiteY11" fmla="*/ 36902 h 50713"/>
                <a:gd name="connsiteX12" fmla="*/ 324842 w 372887"/>
                <a:gd name="connsiteY12" fmla="*/ 28234 h 50713"/>
                <a:gd name="connsiteX13" fmla="*/ 324842 w 372887"/>
                <a:gd name="connsiteY13" fmla="*/ 28234 h 50713"/>
                <a:gd name="connsiteX14" fmla="*/ 333510 w 372887"/>
                <a:gd name="connsiteY14" fmla="*/ 38521 h 50713"/>
                <a:gd name="connsiteX15" fmla="*/ 333510 w 372887"/>
                <a:gd name="connsiteY15" fmla="*/ 38521 h 50713"/>
                <a:gd name="connsiteX16" fmla="*/ 324080 w 372887"/>
                <a:gd name="connsiteY16" fmla="*/ 47189 h 50713"/>
                <a:gd name="connsiteX17" fmla="*/ 323223 w 372887"/>
                <a:gd name="connsiteY17" fmla="*/ 47189 h 50713"/>
                <a:gd name="connsiteX18" fmla="*/ 283884 w 372887"/>
                <a:gd name="connsiteY18" fmla="*/ 43665 h 50713"/>
                <a:gd name="connsiteX19" fmla="*/ 275217 w 372887"/>
                <a:gd name="connsiteY19" fmla="*/ 33378 h 50713"/>
                <a:gd name="connsiteX20" fmla="*/ 275217 w 372887"/>
                <a:gd name="connsiteY20" fmla="*/ 33378 h 50713"/>
                <a:gd name="connsiteX21" fmla="*/ 285504 w 372887"/>
                <a:gd name="connsiteY21" fmla="*/ 24710 h 50713"/>
                <a:gd name="connsiteX22" fmla="*/ 285504 w 372887"/>
                <a:gd name="connsiteY22" fmla="*/ 24710 h 50713"/>
                <a:gd name="connsiteX23" fmla="*/ 294171 w 372887"/>
                <a:gd name="connsiteY23" fmla="*/ 34997 h 50713"/>
                <a:gd name="connsiteX24" fmla="*/ 294171 w 372887"/>
                <a:gd name="connsiteY24" fmla="*/ 34997 h 50713"/>
                <a:gd name="connsiteX25" fmla="*/ 284742 w 372887"/>
                <a:gd name="connsiteY25" fmla="*/ 43665 h 50713"/>
                <a:gd name="connsiteX26" fmla="*/ 283884 w 372887"/>
                <a:gd name="connsiteY26" fmla="*/ 43665 h 50713"/>
                <a:gd name="connsiteX27" fmla="*/ 244546 w 372887"/>
                <a:gd name="connsiteY27" fmla="*/ 40140 h 50713"/>
                <a:gd name="connsiteX28" fmla="*/ 235878 w 372887"/>
                <a:gd name="connsiteY28" fmla="*/ 29758 h 50713"/>
                <a:gd name="connsiteX29" fmla="*/ 235878 w 372887"/>
                <a:gd name="connsiteY29" fmla="*/ 29758 h 50713"/>
                <a:gd name="connsiteX30" fmla="*/ 246261 w 372887"/>
                <a:gd name="connsiteY30" fmla="*/ 21186 h 50713"/>
                <a:gd name="connsiteX31" fmla="*/ 246261 w 372887"/>
                <a:gd name="connsiteY31" fmla="*/ 21186 h 50713"/>
                <a:gd name="connsiteX32" fmla="*/ 254833 w 372887"/>
                <a:gd name="connsiteY32" fmla="*/ 31473 h 50713"/>
                <a:gd name="connsiteX33" fmla="*/ 254833 w 372887"/>
                <a:gd name="connsiteY33" fmla="*/ 31473 h 50713"/>
                <a:gd name="connsiteX34" fmla="*/ 245403 w 372887"/>
                <a:gd name="connsiteY34" fmla="*/ 40236 h 50713"/>
                <a:gd name="connsiteX35" fmla="*/ 245403 w 372887"/>
                <a:gd name="connsiteY35" fmla="*/ 40236 h 50713"/>
                <a:gd name="connsiteX36" fmla="*/ 244546 w 372887"/>
                <a:gd name="connsiteY36" fmla="*/ 40236 h 50713"/>
                <a:gd name="connsiteX37" fmla="*/ 205208 w 372887"/>
                <a:gd name="connsiteY37" fmla="*/ 36616 h 50713"/>
                <a:gd name="connsiteX38" fmla="*/ 196635 w 372887"/>
                <a:gd name="connsiteY38" fmla="*/ 26234 h 50713"/>
                <a:gd name="connsiteX39" fmla="*/ 196635 w 372887"/>
                <a:gd name="connsiteY39" fmla="*/ 26234 h 50713"/>
                <a:gd name="connsiteX40" fmla="*/ 206922 w 372887"/>
                <a:gd name="connsiteY40" fmla="*/ 17661 h 50713"/>
                <a:gd name="connsiteX41" fmla="*/ 206922 w 372887"/>
                <a:gd name="connsiteY41" fmla="*/ 17661 h 50713"/>
                <a:gd name="connsiteX42" fmla="*/ 215590 w 372887"/>
                <a:gd name="connsiteY42" fmla="*/ 28044 h 50713"/>
                <a:gd name="connsiteX43" fmla="*/ 215590 w 372887"/>
                <a:gd name="connsiteY43" fmla="*/ 28044 h 50713"/>
                <a:gd name="connsiteX44" fmla="*/ 206160 w 372887"/>
                <a:gd name="connsiteY44" fmla="*/ 36616 h 50713"/>
                <a:gd name="connsiteX45" fmla="*/ 205208 w 372887"/>
                <a:gd name="connsiteY45" fmla="*/ 36616 h 50713"/>
                <a:gd name="connsiteX46" fmla="*/ 165870 w 372887"/>
                <a:gd name="connsiteY46" fmla="*/ 33092 h 50713"/>
                <a:gd name="connsiteX47" fmla="*/ 157297 w 372887"/>
                <a:gd name="connsiteY47" fmla="*/ 22805 h 50713"/>
                <a:gd name="connsiteX48" fmla="*/ 157297 w 372887"/>
                <a:gd name="connsiteY48" fmla="*/ 22805 h 50713"/>
                <a:gd name="connsiteX49" fmla="*/ 167584 w 372887"/>
                <a:gd name="connsiteY49" fmla="*/ 14137 h 50713"/>
                <a:gd name="connsiteX50" fmla="*/ 167584 w 372887"/>
                <a:gd name="connsiteY50" fmla="*/ 14137 h 50713"/>
                <a:gd name="connsiteX51" fmla="*/ 176252 w 372887"/>
                <a:gd name="connsiteY51" fmla="*/ 24424 h 50713"/>
                <a:gd name="connsiteX52" fmla="*/ 176252 w 372887"/>
                <a:gd name="connsiteY52" fmla="*/ 24424 h 50713"/>
                <a:gd name="connsiteX53" fmla="*/ 166822 w 372887"/>
                <a:gd name="connsiteY53" fmla="*/ 33092 h 50713"/>
                <a:gd name="connsiteX54" fmla="*/ 165870 w 372887"/>
                <a:gd name="connsiteY54" fmla="*/ 33092 h 50713"/>
                <a:gd name="connsiteX55" fmla="*/ 126627 w 372887"/>
                <a:gd name="connsiteY55" fmla="*/ 29568 h 50713"/>
                <a:gd name="connsiteX56" fmla="*/ 117959 w 372887"/>
                <a:gd name="connsiteY56" fmla="*/ 19281 h 50713"/>
                <a:gd name="connsiteX57" fmla="*/ 117959 w 372887"/>
                <a:gd name="connsiteY57" fmla="*/ 19281 h 50713"/>
                <a:gd name="connsiteX58" fmla="*/ 128341 w 372887"/>
                <a:gd name="connsiteY58" fmla="*/ 10613 h 50713"/>
                <a:gd name="connsiteX59" fmla="*/ 128341 w 372887"/>
                <a:gd name="connsiteY59" fmla="*/ 10613 h 50713"/>
                <a:gd name="connsiteX60" fmla="*/ 136914 w 372887"/>
                <a:gd name="connsiteY60" fmla="*/ 20900 h 50713"/>
                <a:gd name="connsiteX61" fmla="*/ 136914 w 372887"/>
                <a:gd name="connsiteY61" fmla="*/ 20900 h 50713"/>
                <a:gd name="connsiteX62" fmla="*/ 127484 w 372887"/>
                <a:gd name="connsiteY62" fmla="*/ 29568 h 50713"/>
                <a:gd name="connsiteX63" fmla="*/ 126627 w 372887"/>
                <a:gd name="connsiteY63" fmla="*/ 29568 h 50713"/>
                <a:gd name="connsiteX64" fmla="*/ 87288 w 372887"/>
                <a:gd name="connsiteY64" fmla="*/ 26043 h 50713"/>
                <a:gd name="connsiteX65" fmla="*/ 78621 w 372887"/>
                <a:gd name="connsiteY65" fmla="*/ 15661 h 50713"/>
                <a:gd name="connsiteX66" fmla="*/ 78621 w 372887"/>
                <a:gd name="connsiteY66" fmla="*/ 15661 h 50713"/>
                <a:gd name="connsiteX67" fmla="*/ 89003 w 372887"/>
                <a:gd name="connsiteY67" fmla="*/ 7089 h 50713"/>
                <a:gd name="connsiteX68" fmla="*/ 89003 w 372887"/>
                <a:gd name="connsiteY68" fmla="*/ 7089 h 50713"/>
                <a:gd name="connsiteX69" fmla="*/ 97575 w 372887"/>
                <a:gd name="connsiteY69" fmla="*/ 17376 h 50713"/>
                <a:gd name="connsiteX70" fmla="*/ 97575 w 372887"/>
                <a:gd name="connsiteY70" fmla="*/ 17376 h 50713"/>
                <a:gd name="connsiteX71" fmla="*/ 88146 w 372887"/>
                <a:gd name="connsiteY71" fmla="*/ 26043 h 50713"/>
                <a:gd name="connsiteX72" fmla="*/ 87288 w 372887"/>
                <a:gd name="connsiteY72" fmla="*/ 26043 h 50713"/>
                <a:gd name="connsiteX73" fmla="*/ 47950 w 372887"/>
                <a:gd name="connsiteY73" fmla="*/ 22519 h 50713"/>
                <a:gd name="connsiteX74" fmla="*/ 39378 w 372887"/>
                <a:gd name="connsiteY74" fmla="*/ 12137 h 50713"/>
                <a:gd name="connsiteX75" fmla="*/ 39378 w 372887"/>
                <a:gd name="connsiteY75" fmla="*/ 12137 h 50713"/>
                <a:gd name="connsiteX76" fmla="*/ 49665 w 372887"/>
                <a:gd name="connsiteY76" fmla="*/ 3564 h 50713"/>
                <a:gd name="connsiteX77" fmla="*/ 49665 w 372887"/>
                <a:gd name="connsiteY77" fmla="*/ 3564 h 50713"/>
                <a:gd name="connsiteX78" fmla="*/ 58332 w 372887"/>
                <a:gd name="connsiteY78" fmla="*/ 13851 h 50713"/>
                <a:gd name="connsiteX79" fmla="*/ 58332 w 372887"/>
                <a:gd name="connsiteY79" fmla="*/ 13851 h 50713"/>
                <a:gd name="connsiteX80" fmla="*/ 48903 w 372887"/>
                <a:gd name="connsiteY80" fmla="*/ 22519 h 50713"/>
                <a:gd name="connsiteX81" fmla="*/ 47950 w 372887"/>
                <a:gd name="connsiteY81" fmla="*/ 22519 h 50713"/>
                <a:gd name="connsiteX82" fmla="*/ 8707 w 372887"/>
                <a:gd name="connsiteY82" fmla="*/ 18995 h 50713"/>
                <a:gd name="connsiteX83" fmla="*/ 39 w 372887"/>
                <a:gd name="connsiteY83" fmla="*/ 8613 h 50713"/>
                <a:gd name="connsiteX84" fmla="*/ 39 w 372887"/>
                <a:gd name="connsiteY84" fmla="*/ 8613 h 50713"/>
                <a:gd name="connsiteX85" fmla="*/ 10326 w 372887"/>
                <a:gd name="connsiteY85" fmla="*/ 40 h 50713"/>
                <a:gd name="connsiteX86" fmla="*/ 10326 w 372887"/>
                <a:gd name="connsiteY86" fmla="*/ 40 h 50713"/>
                <a:gd name="connsiteX87" fmla="*/ 18994 w 372887"/>
                <a:gd name="connsiteY87" fmla="*/ 10327 h 50713"/>
                <a:gd name="connsiteX88" fmla="*/ 18994 w 372887"/>
                <a:gd name="connsiteY88" fmla="*/ 10327 h 50713"/>
                <a:gd name="connsiteX89" fmla="*/ 9564 w 372887"/>
                <a:gd name="connsiteY89" fmla="*/ 18995 h 50713"/>
                <a:gd name="connsiteX90" fmla="*/ 8707 w 372887"/>
                <a:gd name="connsiteY90" fmla="*/ 18995 h 5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72887" h="50713">
                  <a:moveTo>
                    <a:pt x="362466" y="50713"/>
                  </a:moveTo>
                  <a:cubicBezTo>
                    <a:pt x="357227" y="50237"/>
                    <a:pt x="353417" y="45570"/>
                    <a:pt x="353893" y="40331"/>
                  </a:cubicBezTo>
                  <a:lnTo>
                    <a:pt x="353893" y="40331"/>
                  </a:lnTo>
                  <a:cubicBezTo>
                    <a:pt x="354274" y="35187"/>
                    <a:pt x="358941" y="31282"/>
                    <a:pt x="364180" y="31758"/>
                  </a:cubicBezTo>
                  <a:lnTo>
                    <a:pt x="364180" y="31758"/>
                  </a:lnTo>
                  <a:cubicBezTo>
                    <a:pt x="369419" y="32235"/>
                    <a:pt x="373324" y="36902"/>
                    <a:pt x="372848" y="42141"/>
                  </a:cubicBezTo>
                  <a:lnTo>
                    <a:pt x="372848" y="42141"/>
                  </a:lnTo>
                  <a:cubicBezTo>
                    <a:pt x="372372" y="46998"/>
                    <a:pt x="368181" y="50713"/>
                    <a:pt x="363323" y="50713"/>
                  </a:cubicBezTo>
                  <a:lnTo>
                    <a:pt x="362466" y="50713"/>
                  </a:lnTo>
                  <a:close/>
                  <a:moveTo>
                    <a:pt x="323223" y="47189"/>
                  </a:moveTo>
                  <a:cubicBezTo>
                    <a:pt x="317984" y="46713"/>
                    <a:pt x="314079" y="42141"/>
                    <a:pt x="314555" y="36902"/>
                  </a:cubicBezTo>
                  <a:lnTo>
                    <a:pt x="314555" y="36902"/>
                  </a:lnTo>
                  <a:cubicBezTo>
                    <a:pt x="315031" y="31663"/>
                    <a:pt x="319603" y="27758"/>
                    <a:pt x="324842" y="28234"/>
                  </a:cubicBezTo>
                  <a:lnTo>
                    <a:pt x="324842" y="28234"/>
                  </a:lnTo>
                  <a:cubicBezTo>
                    <a:pt x="330081" y="28710"/>
                    <a:pt x="333986" y="33282"/>
                    <a:pt x="333510" y="38521"/>
                  </a:cubicBezTo>
                  <a:lnTo>
                    <a:pt x="333510" y="38521"/>
                  </a:lnTo>
                  <a:cubicBezTo>
                    <a:pt x="333033" y="43474"/>
                    <a:pt x="328938" y="47189"/>
                    <a:pt x="324080" y="47189"/>
                  </a:cubicBezTo>
                  <a:lnTo>
                    <a:pt x="323223" y="47189"/>
                  </a:lnTo>
                  <a:close/>
                  <a:moveTo>
                    <a:pt x="283884" y="43665"/>
                  </a:moveTo>
                  <a:cubicBezTo>
                    <a:pt x="278646" y="43188"/>
                    <a:pt x="274740" y="38616"/>
                    <a:pt x="275217" y="33378"/>
                  </a:cubicBezTo>
                  <a:lnTo>
                    <a:pt x="275217" y="33378"/>
                  </a:lnTo>
                  <a:cubicBezTo>
                    <a:pt x="275693" y="28139"/>
                    <a:pt x="280360" y="24234"/>
                    <a:pt x="285504" y="24710"/>
                  </a:cubicBezTo>
                  <a:lnTo>
                    <a:pt x="285504" y="24710"/>
                  </a:lnTo>
                  <a:cubicBezTo>
                    <a:pt x="290742" y="25186"/>
                    <a:pt x="294648" y="29758"/>
                    <a:pt x="294171" y="34997"/>
                  </a:cubicBezTo>
                  <a:lnTo>
                    <a:pt x="294171" y="34997"/>
                  </a:lnTo>
                  <a:cubicBezTo>
                    <a:pt x="293790" y="39950"/>
                    <a:pt x="289599" y="43665"/>
                    <a:pt x="284742" y="43665"/>
                  </a:cubicBezTo>
                  <a:lnTo>
                    <a:pt x="283884" y="43665"/>
                  </a:lnTo>
                  <a:close/>
                  <a:moveTo>
                    <a:pt x="244546" y="40140"/>
                  </a:moveTo>
                  <a:cubicBezTo>
                    <a:pt x="239307" y="39664"/>
                    <a:pt x="235497" y="34997"/>
                    <a:pt x="235878" y="29758"/>
                  </a:cubicBezTo>
                  <a:lnTo>
                    <a:pt x="235878" y="29758"/>
                  </a:lnTo>
                  <a:cubicBezTo>
                    <a:pt x="236355" y="24519"/>
                    <a:pt x="241022" y="20709"/>
                    <a:pt x="246261" y="21186"/>
                  </a:cubicBezTo>
                  <a:lnTo>
                    <a:pt x="246261" y="21186"/>
                  </a:lnTo>
                  <a:cubicBezTo>
                    <a:pt x="251499" y="21662"/>
                    <a:pt x="255405" y="26234"/>
                    <a:pt x="254833" y="31473"/>
                  </a:cubicBezTo>
                  <a:lnTo>
                    <a:pt x="254833" y="31473"/>
                  </a:lnTo>
                  <a:cubicBezTo>
                    <a:pt x="254452" y="36426"/>
                    <a:pt x="250261" y="40236"/>
                    <a:pt x="245403" y="40236"/>
                  </a:cubicBezTo>
                  <a:lnTo>
                    <a:pt x="245403" y="40236"/>
                  </a:lnTo>
                  <a:cubicBezTo>
                    <a:pt x="245403" y="40236"/>
                    <a:pt x="244832" y="40236"/>
                    <a:pt x="244546" y="40236"/>
                  </a:cubicBezTo>
                  <a:close/>
                  <a:moveTo>
                    <a:pt x="205208" y="36616"/>
                  </a:moveTo>
                  <a:cubicBezTo>
                    <a:pt x="199969" y="36140"/>
                    <a:pt x="196159" y="31473"/>
                    <a:pt x="196635" y="26234"/>
                  </a:cubicBezTo>
                  <a:lnTo>
                    <a:pt x="196635" y="26234"/>
                  </a:lnTo>
                  <a:cubicBezTo>
                    <a:pt x="197016" y="20995"/>
                    <a:pt x="201684" y="17185"/>
                    <a:pt x="206922" y="17661"/>
                  </a:cubicBezTo>
                  <a:lnTo>
                    <a:pt x="206922" y="17661"/>
                  </a:lnTo>
                  <a:cubicBezTo>
                    <a:pt x="212161" y="18138"/>
                    <a:pt x="216066" y="22805"/>
                    <a:pt x="215590" y="28044"/>
                  </a:cubicBezTo>
                  <a:lnTo>
                    <a:pt x="215590" y="28044"/>
                  </a:lnTo>
                  <a:cubicBezTo>
                    <a:pt x="215114" y="32901"/>
                    <a:pt x="211018" y="36616"/>
                    <a:pt x="206160" y="36616"/>
                  </a:cubicBezTo>
                  <a:lnTo>
                    <a:pt x="205208" y="36616"/>
                  </a:lnTo>
                  <a:close/>
                  <a:moveTo>
                    <a:pt x="165870" y="33092"/>
                  </a:moveTo>
                  <a:cubicBezTo>
                    <a:pt x="160631" y="32616"/>
                    <a:pt x="156821" y="28044"/>
                    <a:pt x="157297" y="22805"/>
                  </a:cubicBezTo>
                  <a:lnTo>
                    <a:pt x="157297" y="22805"/>
                  </a:lnTo>
                  <a:cubicBezTo>
                    <a:pt x="157773" y="17566"/>
                    <a:pt x="162345" y="13661"/>
                    <a:pt x="167584" y="14137"/>
                  </a:cubicBezTo>
                  <a:lnTo>
                    <a:pt x="167584" y="14137"/>
                  </a:lnTo>
                  <a:cubicBezTo>
                    <a:pt x="172823" y="14613"/>
                    <a:pt x="176728" y="19185"/>
                    <a:pt x="176252" y="24424"/>
                  </a:cubicBezTo>
                  <a:lnTo>
                    <a:pt x="176252" y="24424"/>
                  </a:lnTo>
                  <a:cubicBezTo>
                    <a:pt x="175776" y="29377"/>
                    <a:pt x="171680" y="33092"/>
                    <a:pt x="166822" y="33092"/>
                  </a:cubicBezTo>
                  <a:lnTo>
                    <a:pt x="165870" y="33092"/>
                  </a:lnTo>
                  <a:close/>
                  <a:moveTo>
                    <a:pt x="126627" y="29568"/>
                  </a:moveTo>
                  <a:cubicBezTo>
                    <a:pt x="121388" y="29091"/>
                    <a:pt x="117483" y="24519"/>
                    <a:pt x="117959" y="19281"/>
                  </a:cubicBezTo>
                  <a:lnTo>
                    <a:pt x="117959" y="19281"/>
                  </a:lnTo>
                  <a:cubicBezTo>
                    <a:pt x="118435" y="14042"/>
                    <a:pt x="123102" y="10137"/>
                    <a:pt x="128341" y="10613"/>
                  </a:cubicBezTo>
                  <a:lnTo>
                    <a:pt x="128341" y="10613"/>
                  </a:lnTo>
                  <a:cubicBezTo>
                    <a:pt x="133485" y="11089"/>
                    <a:pt x="137390" y="15661"/>
                    <a:pt x="136914" y="20900"/>
                  </a:cubicBezTo>
                  <a:lnTo>
                    <a:pt x="136914" y="20900"/>
                  </a:lnTo>
                  <a:cubicBezTo>
                    <a:pt x="136533" y="25853"/>
                    <a:pt x="132342" y="29568"/>
                    <a:pt x="127484" y="29568"/>
                  </a:cubicBezTo>
                  <a:lnTo>
                    <a:pt x="126627" y="29568"/>
                  </a:lnTo>
                  <a:close/>
                  <a:moveTo>
                    <a:pt x="87288" y="26043"/>
                  </a:moveTo>
                  <a:cubicBezTo>
                    <a:pt x="82050" y="25567"/>
                    <a:pt x="78240" y="20900"/>
                    <a:pt x="78621" y="15661"/>
                  </a:cubicBezTo>
                  <a:lnTo>
                    <a:pt x="78621" y="15661"/>
                  </a:lnTo>
                  <a:cubicBezTo>
                    <a:pt x="79097" y="10518"/>
                    <a:pt x="83764" y="6612"/>
                    <a:pt x="89003" y="7089"/>
                  </a:cubicBezTo>
                  <a:lnTo>
                    <a:pt x="89003" y="7089"/>
                  </a:lnTo>
                  <a:cubicBezTo>
                    <a:pt x="94242" y="7565"/>
                    <a:pt x="98147" y="12137"/>
                    <a:pt x="97575" y="17376"/>
                  </a:cubicBezTo>
                  <a:lnTo>
                    <a:pt x="97575" y="17376"/>
                  </a:lnTo>
                  <a:cubicBezTo>
                    <a:pt x="97194" y="22329"/>
                    <a:pt x="93003" y="26043"/>
                    <a:pt x="88146" y="26043"/>
                  </a:cubicBezTo>
                  <a:lnTo>
                    <a:pt x="87288" y="26043"/>
                  </a:lnTo>
                  <a:close/>
                  <a:moveTo>
                    <a:pt x="47950" y="22519"/>
                  </a:moveTo>
                  <a:cubicBezTo>
                    <a:pt x="42711" y="22043"/>
                    <a:pt x="38901" y="17376"/>
                    <a:pt x="39378" y="12137"/>
                  </a:cubicBezTo>
                  <a:lnTo>
                    <a:pt x="39378" y="12137"/>
                  </a:lnTo>
                  <a:cubicBezTo>
                    <a:pt x="39854" y="6898"/>
                    <a:pt x="44426" y="3088"/>
                    <a:pt x="49665" y="3564"/>
                  </a:cubicBezTo>
                  <a:lnTo>
                    <a:pt x="49665" y="3564"/>
                  </a:lnTo>
                  <a:cubicBezTo>
                    <a:pt x="54903" y="4041"/>
                    <a:pt x="58809" y="8613"/>
                    <a:pt x="58332" y="13851"/>
                  </a:cubicBezTo>
                  <a:lnTo>
                    <a:pt x="58332" y="13851"/>
                  </a:lnTo>
                  <a:cubicBezTo>
                    <a:pt x="57856" y="18804"/>
                    <a:pt x="53760" y="22519"/>
                    <a:pt x="48903" y="22519"/>
                  </a:cubicBezTo>
                  <a:lnTo>
                    <a:pt x="47950" y="22519"/>
                  </a:lnTo>
                  <a:close/>
                  <a:moveTo>
                    <a:pt x="8707" y="18995"/>
                  </a:moveTo>
                  <a:cubicBezTo>
                    <a:pt x="3468" y="18519"/>
                    <a:pt x="-437" y="13851"/>
                    <a:pt x="39" y="8613"/>
                  </a:cubicBezTo>
                  <a:lnTo>
                    <a:pt x="39" y="8613"/>
                  </a:lnTo>
                  <a:cubicBezTo>
                    <a:pt x="516" y="3374"/>
                    <a:pt x="5088" y="-436"/>
                    <a:pt x="10326" y="40"/>
                  </a:cubicBezTo>
                  <a:lnTo>
                    <a:pt x="10326" y="40"/>
                  </a:lnTo>
                  <a:cubicBezTo>
                    <a:pt x="15565" y="516"/>
                    <a:pt x="19470" y="5088"/>
                    <a:pt x="18994" y="10327"/>
                  </a:cubicBezTo>
                  <a:lnTo>
                    <a:pt x="18994" y="10327"/>
                  </a:lnTo>
                  <a:cubicBezTo>
                    <a:pt x="18518" y="15280"/>
                    <a:pt x="14422" y="18995"/>
                    <a:pt x="9564" y="18995"/>
                  </a:cubicBezTo>
                  <a:lnTo>
                    <a:pt x="8707" y="1899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DF10599-C3C2-258F-94BE-58E81DA1733B}"/>
                </a:ext>
              </a:extLst>
            </p:cNvPr>
            <p:cNvSpPr/>
            <p:nvPr/>
          </p:nvSpPr>
          <p:spPr>
            <a:xfrm>
              <a:off x="5687906" y="3621891"/>
              <a:ext cx="92996" cy="48852"/>
            </a:xfrm>
            <a:custGeom>
              <a:avLst/>
              <a:gdLst>
                <a:gd name="connsiteX0" fmla="*/ 709 w 92996"/>
                <a:gd name="connsiteY0" fmla="*/ 42852 h 48852"/>
                <a:gd name="connsiteX1" fmla="*/ 5948 w 92996"/>
                <a:gd name="connsiteY1" fmla="*/ 30470 h 48852"/>
                <a:gd name="connsiteX2" fmla="*/ 5948 w 92996"/>
                <a:gd name="connsiteY2" fmla="*/ 30470 h 48852"/>
                <a:gd name="connsiteX3" fmla="*/ 18331 w 92996"/>
                <a:gd name="connsiteY3" fmla="*/ 35708 h 48852"/>
                <a:gd name="connsiteX4" fmla="*/ 18331 w 92996"/>
                <a:gd name="connsiteY4" fmla="*/ 35708 h 48852"/>
                <a:gd name="connsiteX5" fmla="*/ 13092 w 92996"/>
                <a:gd name="connsiteY5" fmla="*/ 48091 h 48852"/>
                <a:gd name="connsiteX6" fmla="*/ 13092 w 92996"/>
                <a:gd name="connsiteY6" fmla="*/ 48091 h 48852"/>
                <a:gd name="connsiteX7" fmla="*/ 9568 w 92996"/>
                <a:gd name="connsiteY7" fmla="*/ 48853 h 48852"/>
                <a:gd name="connsiteX8" fmla="*/ 9568 w 92996"/>
                <a:gd name="connsiteY8" fmla="*/ 48853 h 48852"/>
                <a:gd name="connsiteX9" fmla="*/ 709 w 92996"/>
                <a:gd name="connsiteY9" fmla="*/ 42852 h 48852"/>
                <a:gd name="connsiteX10" fmla="*/ 37666 w 92996"/>
                <a:gd name="connsiteY10" fmla="*/ 27993 h 48852"/>
                <a:gd name="connsiteX11" fmla="*/ 42905 w 92996"/>
                <a:gd name="connsiteY11" fmla="*/ 15611 h 48852"/>
                <a:gd name="connsiteX12" fmla="*/ 42905 w 92996"/>
                <a:gd name="connsiteY12" fmla="*/ 15611 h 48852"/>
                <a:gd name="connsiteX13" fmla="*/ 55383 w 92996"/>
                <a:gd name="connsiteY13" fmla="*/ 20849 h 48852"/>
                <a:gd name="connsiteX14" fmla="*/ 55383 w 92996"/>
                <a:gd name="connsiteY14" fmla="*/ 20849 h 48852"/>
                <a:gd name="connsiteX15" fmla="*/ 50049 w 92996"/>
                <a:gd name="connsiteY15" fmla="*/ 33232 h 48852"/>
                <a:gd name="connsiteX16" fmla="*/ 50049 w 92996"/>
                <a:gd name="connsiteY16" fmla="*/ 33232 h 48852"/>
                <a:gd name="connsiteX17" fmla="*/ 46525 w 92996"/>
                <a:gd name="connsiteY17" fmla="*/ 33899 h 48852"/>
                <a:gd name="connsiteX18" fmla="*/ 46525 w 92996"/>
                <a:gd name="connsiteY18" fmla="*/ 33899 h 48852"/>
                <a:gd name="connsiteX19" fmla="*/ 37666 w 92996"/>
                <a:gd name="connsiteY19" fmla="*/ 27993 h 48852"/>
                <a:gd name="connsiteX20" fmla="*/ 74623 w 92996"/>
                <a:gd name="connsiteY20" fmla="*/ 13134 h 48852"/>
                <a:gd name="connsiteX21" fmla="*/ 79957 w 92996"/>
                <a:gd name="connsiteY21" fmla="*/ 656 h 48852"/>
                <a:gd name="connsiteX22" fmla="*/ 79957 w 92996"/>
                <a:gd name="connsiteY22" fmla="*/ 656 h 48852"/>
                <a:gd name="connsiteX23" fmla="*/ 92340 w 92996"/>
                <a:gd name="connsiteY23" fmla="*/ 5990 h 48852"/>
                <a:gd name="connsiteX24" fmla="*/ 92340 w 92996"/>
                <a:gd name="connsiteY24" fmla="*/ 5990 h 48852"/>
                <a:gd name="connsiteX25" fmla="*/ 87006 w 92996"/>
                <a:gd name="connsiteY25" fmla="*/ 18373 h 48852"/>
                <a:gd name="connsiteX26" fmla="*/ 87006 w 92996"/>
                <a:gd name="connsiteY26" fmla="*/ 18373 h 48852"/>
                <a:gd name="connsiteX27" fmla="*/ 83482 w 92996"/>
                <a:gd name="connsiteY27" fmla="*/ 19040 h 48852"/>
                <a:gd name="connsiteX28" fmla="*/ 83482 w 92996"/>
                <a:gd name="connsiteY28" fmla="*/ 19040 h 48852"/>
                <a:gd name="connsiteX29" fmla="*/ 74623 w 92996"/>
                <a:gd name="connsiteY29" fmla="*/ 13134 h 48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2996" h="48852">
                  <a:moveTo>
                    <a:pt x="709" y="42852"/>
                  </a:moveTo>
                  <a:cubicBezTo>
                    <a:pt x="-1291" y="37994"/>
                    <a:pt x="1090" y="32375"/>
                    <a:pt x="5948" y="30470"/>
                  </a:cubicBezTo>
                  <a:lnTo>
                    <a:pt x="5948" y="30470"/>
                  </a:lnTo>
                  <a:cubicBezTo>
                    <a:pt x="10901" y="28469"/>
                    <a:pt x="16426" y="30851"/>
                    <a:pt x="18331" y="35708"/>
                  </a:cubicBezTo>
                  <a:lnTo>
                    <a:pt x="18331" y="35708"/>
                  </a:lnTo>
                  <a:cubicBezTo>
                    <a:pt x="20331" y="40566"/>
                    <a:pt x="17950" y="46186"/>
                    <a:pt x="13092" y="48091"/>
                  </a:cubicBezTo>
                  <a:lnTo>
                    <a:pt x="13092" y="48091"/>
                  </a:lnTo>
                  <a:cubicBezTo>
                    <a:pt x="11949" y="48567"/>
                    <a:pt x="10711" y="48853"/>
                    <a:pt x="9568" y="48853"/>
                  </a:cubicBezTo>
                  <a:lnTo>
                    <a:pt x="9568" y="48853"/>
                  </a:lnTo>
                  <a:cubicBezTo>
                    <a:pt x="5758" y="48853"/>
                    <a:pt x="2233" y="46567"/>
                    <a:pt x="709" y="42852"/>
                  </a:cubicBezTo>
                  <a:close/>
                  <a:moveTo>
                    <a:pt x="37666" y="27993"/>
                  </a:moveTo>
                  <a:cubicBezTo>
                    <a:pt x="35666" y="23135"/>
                    <a:pt x="38047" y="17516"/>
                    <a:pt x="42905" y="15611"/>
                  </a:cubicBezTo>
                  <a:lnTo>
                    <a:pt x="42905" y="15611"/>
                  </a:lnTo>
                  <a:cubicBezTo>
                    <a:pt x="47858" y="13610"/>
                    <a:pt x="53383" y="15992"/>
                    <a:pt x="55383" y="20849"/>
                  </a:cubicBezTo>
                  <a:lnTo>
                    <a:pt x="55383" y="20849"/>
                  </a:lnTo>
                  <a:cubicBezTo>
                    <a:pt x="57288" y="25707"/>
                    <a:pt x="54907" y="31327"/>
                    <a:pt x="50049" y="33232"/>
                  </a:cubicBezTo>
                  <a:lnTo>
                    <a:pt x="50049" y="33232"/>
                  </a:lnTo>
                  <a:cubicBezTo>
                    <a:pt x="48906" y="33708"/>
                    <a:pt x="47668" y="33899"/>
                    <a:pt x="46525" y="33899"/>
                  </a:cubicBezTo>
                  <a:lnTo>
                    <a:pt x="46525" y="33899"/>
                  </a:lnTo>
                  <a:cubicBezTo>
                    <a:pt x="42715" y="33899"/>
                    <a:pt x="39190" y="31708"/>
                    <a:pt x="37666" y="27993"/>
                  </a:cubicBezTo>
                  <a:close/>
                  <a:moveTo>
                    <a:pt x="74623" y="13134"/>
                  </a:moveTo>
                  <a:cubicBezTo>
                    <a:pt x="72623" y="8181"/>
                    <a:pt x="75004" y="2657"/>
                    <a:pt x="79957" y="656"/>
                  </a:cubicBezTo>
                  <a:lnTo>
                    <a:pt x="79957" y="656"/>
                  </a:lnTo>
                  <a:cubicBezTo>
                    <a:pt x="84815" y="-1249"/>
                    <a:pt x="90340" y="1133"/>
                    <a:pt x="92340" y="5990"/>
                  </a:cubicBezTo>
                  <a:lnTo>
                    <a:pt x="92340" y="5990"/>
                  </a:lnTo>
                  <a:cubicBezTo>
                    <a:pt x="94245" y="10848"/>
                    <a:pt x="91864" y="16373"/>
                    <a:pt x="87006" y="18373"/>
                  </a:cubicBezTo>
                  <a:lnTo>
                    <a:pt x="87006" y="18373"/>
                  </a:lnTo>
                  <a:cubicBezTo>
                    <a:pt x="85863" y="18849"/>
                    <a:pt x="84625" y="19040"/>
                    <a:pt x="83482" y="19040"/>
                  </a:cubicBezTo>
                  <a:lnTo>
                    <a:pt x="83482" y="19040"/>
                  </a:lnTo>
                  <a:cubicBezTo>
                    <a:pt x="79672" y="19040"/>
                    <a:pt x="76147" y="16849"/>
                    <a:pt x="74623" y="1313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1C25B6A-77F5-AA71-BBE1-FF73B97C6507}"/>
                </a:ext>
              </a:extLst>
            </p:cNvPr>
            <p:cNvSpPr/>
            <p:nvPr/>
          </p:nvSpPr>
          <p:spPr>
            <a:xfrm>
              <a:off x="5660653" y="3210727"/>
              <a:ext cx="144686" cy="379339"/>
            </a:xfrm>
            <a:custGeom>
              <a:avLst/>
              <a:gdLst>
                <a:gd name="connsiteX0" fmla="*/ 126165 w 144686"/>
                <a:gd name="connsiteY0" fmla="*/ 372958 h 379339"/>
                <a:gd name="connsiteX1" fmla="*/ 131975 w 144686"/>
                <a:gd name="connsiteY1" fmla="*/ 360861 h 379339"/>
                <a:gd name="connsiteX2" fmla="*/ 131975 w 144686"/>
                <a:gd name="connsiteY2" fmla="*/ 360861 h 379339"/>
                <a:gd name="connsiteX3" fmla="*/ 144167 w 144686"/>
                <a:gd name="connsiteY3" fmla="*/ 366672 h 379339"/>
                <a:gd name="connsiteX4" fmla="*/ 144167 w 144686"/>
                <a:gd name="connsiteY4" fmla="*/ 366672 h 379339"/>
                <a:gd name="connsiteX5" fmla="*/ 138261 w 144686"/>
                <a:gd name="connsiteY5" fmla="*/ 378768 h 379339"/>
                <a:gd name="connsiteX6" fmla="*/ 138261 w 144686"/>
                <a:gd name="connsiteY6" fmla="*/ 378768 h 379339"/>
                <a:gd name="connsiteX7" fmla="*/ 135118 w 144686"/>
                <a:gd name="connsiteY7" fmla="*/ 379340 h 379339"/>
                <a:gd name="connsiteX8" fmla="*/ 135118 w 144686"/>
                <a:gd name="connsiteY8" fmla="*/ 379340 h 379339"/>
                <a:gd name="connsiteX9" fmla="*/ 126165 w 144686"/>
                <a:gd name="connsiteY9" fmla="*/ 372958 h 379339"/>
                <a:gd name="connsiteX10" fmla="*/ 113592 w 144686"/>
                <a:gd name="connsiteY10" fmla="*/ 336954 h 379339"/>
                <a:gd name="connsiteX11" fmla="*/ 119402 w 144686"/>
                <a:gd name="connsiteY11" fmla="*/ 324762 h 379339"/>
                <a:gd name="connsiteX12" fmla="*/ 119402 w 144686"/>
                <a:gd name="connsiteY12" fmla="*/ 324762 h 379339"/>
                <a:gd name="connsiteX13" fmla="*/ 131594 w 144686"/>
                <a:gd name="connsiteY13" fmla="*/ 330667 h 379339"/>
                <a:gd name="connsiteX14" fmla="*/ 131594 w 144686"/>
                <a:gd name="connsiteY14" fmla="*/ 330667 h 379339"/>
                <a:gd name="connsiteX15" fmla="*/ 125688 w 144686"/>
                <a:gd name="connsiteY15" fmla="*/ 342764 h 379339"/>
                <a:gd name="connsiteX16" fmla="*/ 125688 w 144686"/>
                <a:gd name="connsiteY16" fmla="*/ 342764 h 379339"/>
                <a:gd name="connsiteX17" fmla="*/ 122545 w 144686"/>
                <a:gd name="connsiteY17" fmla="*/ 343335 h 379339"/>
                <a:gd name="connsiteX18" fmla="*/ 122545 w 144686"/>
                <a:gd name="connsiteY18" fmla="*/ 343335 h 379339"/>
                <a:gd name="connsiteX19" fmla="*/ 113592 w 144686"/>
                <a:gd name="connsiteY19" fmla="*/ 336954 h 379339"/>
                <a:gd name="connsiteX20" fmla="*/ 101019 w 144686"/>
                <a:gd name="connsiteY20" fmla="*/ 300854 h 379339"/>
                <a:gd name="connsiteX21" fmla="*/ 106924 w 144686"/>
                <a:gd name="connsiteY21" fmla="*/ 288757 h 379339"/>
                <a:gd name="connsiteX22" fmla="*/ 106924 w 144686"/>
                <a:gd name="connsiteY22" fmla="*/ 288757 h 379339"/>
                <a:gd name="connsiteX23" fmla="*/ 119021 w 144686"/>
                <a:gd name="connsiteY23" fmla="*/ 294567 h 379339"/>
                <a:gd name="connsiteX24" fmla="*/ 119021 w 144686"/>
                <a:gd name="connsiteY24" fmla="*/ 294567 h 379339"/>
                <a:gd name="connsiteX25" fmla="*/ 113115 w 144686"/>
                <a:gd name="connsiteY25" fmla="*/ 306759 h 379339"/>
                <a:gd name="connsiteX26" fmla="*/ 113115 w 144686"/>
                <a:gd name="connsiteY26" fmla="*/ 306759 h 379339"/>
                <a:gd name="connsiteX27" fmla="*/ 109972 w 144686"/>
                <a:gd name="connsiteY27" fmla="*/ 307236 h 379339"/>
                <a:gd name="connsiteX28" fmla="*/ 109972 w 144686"/>
                <a:gd name="connsiteY28" fmla="*/ 307236 h 379339"/>
                <a:gd name="connsiteX29" fmla="*/ 101019 w 144686"/>
                <a:gd name="connsiteY29" fmla="*/ 300854 h 379339"/>
                <a:gd name="connsiteX30" fmla="*/ 88446 w 144686"/>
                <a:gd name="connsiteY30" fmla="*/ 264849 h 379339"/>
                <a:gd name="connsiteX31" fmla="*/ 94351 w 144686"/>
                <a:gd name="connsiteY31" fmla="*/ 252753 h 379339"/>
                <a:gd name="connsiteX32" fmla="*/ 94351 w 144686"/>
                <a:gd name="connsiteY32" fmla="*/ 252753 h 379339"/>
                <a:gd name="connsiteX33" fmla="*/ 106448 w 144686"/>
                <a:gd name="connsiteY33" fmla="*/ 258563 h 379339"/>
                <a:gd name="connsiteX34" fmla="*/ 106448 w 144686"/>
                <a:gd name="connsiteY34" fmla="*/ 258563 h 379339"/>
                <a:gd name="connsiteX35" fmla="*/ 100638 w 144686"/>
                <a:gd name="connsiteY35" fmla="*/ 270660 h 379339"/>
                <a:gd name="connsiteX36" fmla="*/ 100638 w 144686"/>
                <a:gd name="connsiteY36" fmla="*/ 270660 h 379339"/>
                <a:gd name="connsiteX37" fmla="*/ 97494 w 144686"/>
                <a:gd name="connsiteY37" fmla="*/ 271231 h 379339"/>
                <a:gd name="connsiteX38" fmla="*/ 97494 w 144686"/>
                <a:gd name="connsiteY38" fmla="*/ 271231 h 379339"/>
                <a:gd name="connsiteX39" fmla="*/ 88446 w 144686"/>
                <a:gd name="connsiteY39" fmla="*/ 264849 h 379339"/>
                <a:gd name="connsiteX40" fmla="*/ 75873 w 144686"/>
                <a:gd name="connsiteY40" fmla="*/ 228845 h 379339"/>
                <a:gd name="connsiteX41" fmla="*/ 81778 w 144686"/>
                <a:gd name="connsiteY41" fmla="*/ 216653 h 379339"/>
                <a:gd name="connsiteX42" fmla="*/ 81778 w 144686"/>
                <a:gd name="connsiteY42" fmla="*/ 216653 h 379339"/>
                <a:gd name="connsiteX43" fmla="*/ 93875 w 144686"/>
                <a:gd name="connsiteY43" fmla="*/ 222558 h 379339"/>
                <a:gd name="connsiteX44" fmla="*/ 93875 w 144686"/>
                <a:gd name="connsiteY44" fmla="*/ 222558 h 379339"/>
                <a:gd name="connsiteX45" fmla="*/ 88065 w 144686"/>
                <a:gd name="connsiteY45" fmla="*/ 234655 h 379339"/>
                <a:gd name="connsiteX46" fmla="*/ 88065 w 144686"/>
                <a:gd name="connsiteY46" fmla="*/ 234655 h 379339"/>
                <a:gd name="connsiteX47" fmla="*/ 84921 w 144686"/>
                <a:gd name="connsiteY47" fmla="*/ 235227 h 379339"/>
                <a:gd name="connsiteX48" fmla="*/ 84921 w 144686"/>
                <a:gd name="connsiteY48" fmla="*/ 235227 h 379339"/>
                <a:gd name="connsiteX49" fmla="*/ 75873 w 144686"/>
                <a:gd name="connsiteY49" fmla="*/ 228845 h 379339"/>
                <a:gd name="connsiteX50" fmla="*/ 63395 w 144686"/>
                <a:gd name="connsiteY50" fmla="*/ 192840 h 379339"/>
                <a:gd name="connsiteX51" fmla="*/ 69205 w 144686"/>
                <a:gd name="connsiteY51" fmla="*/ 180648 h 379339"/>
                <a:gd name="connsiteX52" fmla="*/ 69205 w 144686"/>
                <a:gd name="connsiteY52" fmla="*/ 180648 h 379339"/>
                <a:gd name="connsiteX53" fmla="*/ 81302 w 144686"/>
                <a:gd name="connsiteY53" fmla="*/ 186459 h 379339"/>
                <a:gd name="connsiteX54" fmla="*/ 81302 w 144686"/>
                <a:gd name="connsiteY54" fmla="*/ 186459 h 379339"/>
                <a:gd name="connsiteX55" fmla="*/ 75492 w 144686"/>
                <a:gd name="connsiteY55" fmla="*/ 198651 h 379339"/>
                <a:gd name="connsiteX56" fmla="*/ 75492 w 144686"/>
                <a:gd name="connsiteY56" fmla="*/ 198651 h 379339"/>
                <a:gd name="connsiteX57" fmla="*/ 72348 w 144686"/>
                <a:gd name="connsiteY57" fmla="*/ 199222 h 379339"/>
                <a:gd name="connsiteX58" fmla="*/ 72348 w 144686"/>
                <a:gd name="connsiteY58" fmla="*/ 199222 h 379339"/>
                <a:gd name="connsiteX59" fmla="*/ 63395 w 144686"/>
                <a:gd name="connsiteY59" fmla="*/ 192840 h 379339"/>
                <a:gd name="connsiteX60" fmla="*/ 50822 w 144686"/>
                <a:gd name="connsiteY60" fmla="*/ 156741 h 379339"/>
                <a:gd name="connsiteX61" fmla="*/ 56632 w 144686"/>
                <a:gd name="connsiteY61" fmla="*/ 144644 h 379339"/>
                <a:gd name="connsiteX62" fmla="*/ 56632 w 144686"/>
                <a:gd name="connsiteY62" fmla="*/ 144644 h 379339"/>
                <a:gd name="connsiteX63" fmla="*/ 68729 w 144686"/>
                <a:gd name="connsiteY63" fmla="*/ 150454 h 379339"/>
                <a:gd name="connsiteX64" fmla="*/ 68729 w 144686"/>
                <a:gd name="connsiteY64" fmla="*/ 150454 h 379339"/>
                <a:gd name="connsiteX65" fmla="*/ 62919 w 144686"/>
                <a:gd name="connsiteY65" fmla="*/ 162551 h 379339"/>
                <a:gd name="connsiteX66" fmla="*/ 62919 w 144686"/>
                <a:gd name="connsiteY66" fmla="*/ 162551 h 379339"/>
                <a:gd name="connsiteX67" fmla="*/ 59775 w 144686"/>
                <a:gd name="connsiteY67" fmla="*/ 163122 h 379339"/>
                <a:gd name="connsiteX68" fmla="*/ 59775 w 144686"/>
                <a:gd name="connsiteY68" fmla="*/ 163122 h 379339"/>
                <a:gd name="connsiteX69" fmla="*/ 50822 w 144686"/>
                <a:gd name="connsiteY69" fmla="*/ 156741 h 379339"/>
                <a:gd name="connsiteX70" fmla="*/ 38249 w 144686"/>
                <a:gd name="connsiteY70" fmla="*/ 120736 h 379339"/>
                <a:gd name="connsiteX71" fmla="*/ 44059 w 144686"/>
                <a:gd name="connsiteY71" fmla="*/ 108639 h 379339"/>
                <a:gd name="connsiteX72" fmla="*/ 44059 w 144686"/>
                <a:gd name="connsiteY72" fmla="*/ 108639 h 379339"/>
                <a:gd name="connsiteX73" fmla="*/ 56251 w 144686"/>
                <a:gd name="connsiteY73" fmla="*/ 114450 h 379339"/>
                <a:gd name="connsiteX74" fmla="*/ 56251 w 144686"/>
                <a:gd name="connsiteY74" fmla="*/ 114450 h 379339"/>
                <a:gd name="connsiteX75" fmla="*/ 50346 w 144686"/>
                <a:gd name="connsiteY75" fmla="*/ 126546 h 379339"/>
                <a:gd name="connsiteX76" fmla="*/ 50346 w 144686"/>
                <a:gd name="connsiteY76" fmla="*/ 126546 h 379339"/>
                <a:gd name="connsiteX77" fmla="*/ 47202 w 144686"/>
                <a:gd name="connsiteY77" fmla="*/ 127118 h 379339"/>
                <a:gd name="connsiteX78" fmla="*/ 47202 w 144686"/>
                <a:gd name="connsiteY78" fmla="*/ 127118 h 379339"/>
                <a:gd name="connsiteX79" fmla="*/ 38249 w 144686"/>
                <a:gd name="connsiteY79" fmla="*/ 120736 h 379339"/>
                <a:gd name="connsiteX80" fmla="*/ 25676 w 144686"/>
                <a:gd name="connsiteY80" fmla="*/ 84732 h 379339"/>
                <a:gd name="connsiteX81" fmla="*/ 31486 w 144686"/>
                <a:gd name="connsiteY81" fmla="*/ 72540 h 379339"/>
                <a:gd name="connsiteX82" fmla="*/ 31486 w 144686"/>
                <a:gd name="connsiteY82" fmla="*/ 72540 h 379339"/>
                <a:gd name="connsiteX83" fmla="*/ 43678 w 144686"/>
                <a:gd name="connsiteY83" fmla="*/ 78350 h 379339"/>
                <a:gd name="connsiteX84" fmla="*/ 43678 w 144686"/>
                <a:gd name="connsiteY84" fmla="*/ 78350 h 379339"/>
                <a:gd name="connsiteX85" fmla="*/ 37773 w 144686"/>
                <a:gd name="connsiteY85" fmla="*/ 90542 h 379339"/>
                <a:gd name="connsiteX86" fmla="*/ 37773 w 144686"/>
                <a:gd name="connsiteY86" fmla="*/ 90542 h 379339"/>
                <a:gd name="connsiteX87" fmla="*/ 34629 w 144686"/>
                <a:gd name="connsiteY87" fmla="*/ 91113 h 379339"/>
                <a:gd name="connsiteX88" fmla="*/ 34629 w 144686"/>
                <a:gd name="connsiteY88" fmla="*/ 91113 h 379339"/>
                <a:gd name="connsiteX89" fmla="*/ 25676 w 144686"/>
                <a:gd name="connsiteY89" fmla="*/ 84732 h 379339"/>
                <a:gd name="connsiteX90" fmla="*/ 13103 w 144686"/>
                <a:gd name="connsiteY90" fmla="*/ 48632 h 379339"/>
                <a:gd name="connsiteX91" fmla="*/ 19008 w 144686"/>
                <a:gd name="connsiteY91" fmla="*/ 36535 h 379339"/>
                <a:gd name="connsiteX92" fmla="*/ 19008 w 144686"/>
                <a:gd name="connsiteY92" fmla="*/ 36535 h 379339"/>
                <a:gd name="connsiteX93" fmla="*/ 31105 w 144686"/>
                <a:gd name="connsiteY93" fmla="*/ 42345 h 379339"/>
                <a:gd name="connsiteX94" fmla="*/ 31105 w 144686"/>
                <a:gd name="connsiteY94" fmla="*/ 42345 h 379339"/>
                <a:gd name="connsiteX95" fmla="*/ 25200 w 144686"/>
                <a:gd name="connsiteY95" fmla="*/ 54537 h 379339"/>
                <a:gd name="connsiteX96" fmla="*/ 25200 w 144686"/>
                <a:gd name="connsiteY96" fmla="*/ 54537 h 379339"/>
                <a:gd name="connsiteX97" fmla="*/ 22056 w 144686"/>
                <a:gd name="connsiteY97" fmla="*/ 55014 h 379339"/>
                <a:gd name="connsiteX98" fmla="*/ 22056 w 144686"/>
                <a:gd name="connsiteY98" fmla="*/ 55014 h 379339"/>
                <a:gd name="connsiteX99" fmla="*/ 13103 w 144686"/>
                <a:gd name="connsiteY99" fmla="*/ 48632 h 379339"/>
                <a:gd name="connsiteX100" fmla="*/ 530 w 144686"/>
                <a:gd name="connsiteY100" fmla="*/ 12627 h 379339"/>
                <a:gd name="connsiteX101" fmla="*/ 6435 w 144686"/>
                <a:gd name="connsiteY101" fmla="*/ 531 h 379339"/>
                <a:gd name="connsiteX102" fmla="*/ 6435 w 144686"/>
                <a:gd name="connsiteY102" fmla="*/ 531 h 379339"/>
                <a:gd name="connsiteX103" fmla="*/ 18532 w 144686"/>
                <a:gd name="connsiteY103" fmla="*/ 6341 h 379339"/>
                <a:gd name="connsiteX104" fmla="*/ 18532 w 144686"/>
                <a:gd name="connsiteY104" fmla="*/ 6341 h 379339"/>
                <a:gd name="connsiteX105" fmla="*/ 12722 w 144686"/>
                <a:gd name="connsiteY105" fmla="*/ 18438 h 379339"/>
                <a:gd name="connsiteX106" fmla="*/ 12722 w 144686"/>
                <a:gd name="connsiteY106" fmla="*/ 18438 h 379339"/>
                <a:gd name="connsiteX107" fmla="*/ 9579 w 144686"/>
                <a:gd name="connsiteY107" fmla="*/ 19009 h 379339"/>
                <a:gd name="connsiteX108" fmla="*/ 9579 w 144686"/>
                <a:gd name="connsiteY108" fmla="*/ 19009 h 379339"/>
                <a:gd name="connsiteX109" fmla="*/ 530 w 144686"/>
                <a:gd name="connsiteY109" fmla="*/ 12627 h 37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44686" h="379339">
                  <a:moveTo>
                    <a:pt x="126165" y="372958"/>
                  </a:moveTo>
                  <a:cubicBezTo>
                    <a:pt x="124355" y="368005"/>
                    <a:pt x="127022" y="362576"/>
                    <a:pt x="131975" y="360861"/>
                  </a:cubicBezTo>
                  <a:lnTo>
                    <a:pt x="131975" y="360861"/>
                  </a:lnTo>
                  <a:cubicBezTo>
                    <a:pt x="137023" y="359052"/>
                    <a:pt x="142357" y="361719"/>
                    <a:pt x="144167" y="366672"/>
                  </a:cubicBezTo>
                  <a:lnTo>
                    <a:pt x="144167" y="366672"/>
                  </a:lnTo>
                  <a:cubicBezTo>
                    <a:pt x="145881" y="371625"/>
                    <a:pt x="143214" y="377054"/>
                    <a:pt x="138261" y="378768"/>
                  </a:cubicBezTo>
                  <a:lnTo>
                    <a:pt x="138261" y="378768"/>
                  </a:lnTo>
                  <a:cubicBezTo>
                    <a:pt x="137214" y="379149"/>
                    <a:pt x="136166" y="379340"/>
                    <a:pt x="135118" y="379340"/>
                  </a:cubicBezTo>
                  <a:lnTo>
                    <a:pt x="135118" y="379340"/>
                  </a:lnTo>
                  <a:cubicBezTo>
                    <a:pt x="131213" y="379340"/>
                    <a:pt x="127498" y="376863"/>
                    <a:pt x="126165" y="372958"/>
                  </a:cubicBezTo>
                  <a:close/>
                  <a:moveTo>
                    <a:pt x="113592" y="336954"/>
                  </a:moveTo>
                  <a:cubicBezTo>
                    <a:pt x="111877" y="331905"/>
                    <a:pt x="114449" y="326476"/>
                    <a:pt x="119402" y="324762"/>
                  </a:cubicBezTo>
                  <a:lnTo>
                    <a:pt x="119402" y="324762"/>
                  </a:lnTo>
                  <a:cubicBezTo>
                    <a:pt x="124355" y="323047"/>
                    <a:pt x="129879" y="325619"/>
                    <a:pt x="131594" y="330667"/>
                  </a:cubicBezTo>
                  <a:lnTo>
                    <a:pt x="131594" y="330667"/>
                  </a:lnTo>
                  <a:cubicBezTo>
                    <a:pt x="133308" y="335620"/>
                    <a:pt x="130737" y="341049"/>
                    <a:pt x="125688" y="342764"/>
                  </a:cubicBezTo>
                  <a:lnTo>
                    <a:pt x="125688" y="342764"/>
                  </a:lnTo>
                  <a:cubicBezTo>
                    <a:pt x="124641" y="343145"/>
                    <a:pt x="123593" y="343335"/>
                    <a:pt x="122545" y="343335"/>
                  </a:cubicBezTo>
                  <a:lnTo>
                    <a:pt x="122545" y="343335"/>
                  </a:lnTo>
                  <a:cubicBezTo>
                    <a:pt x="118640" y="343335"/>
                    <a:pt x="114925" y="340859"/>
                    <a:pt x="113592" y="336954"/>
                  </a:cubicBezTo>
                  <a:close/>
                  <a:moveTo>
                    <a:pt x="101019" y="300854"/>
                  </a:moveTo>
                  <a:cubicBezTo>
                    <a:pt x="99304" y="295901"/>
                    <a:pt x="101876" y="290472"/>
                    <a:pt x="106924" y="288757"/>
                  </a:cubicBezTo>
                  <a:lnTo>
                    <a:pt x="106924" y="288757"/>
                  </a:lnTo>
                  <a:cubicBezTo>
                    <a:pt x="111877" y="287043"/>
                    <a:pt x="117306" y="289614"/>
                    <a:pt x="119021" y="294567"/>
                  </a:cubicBezTo>
                  <a:lnTo>
                    <a:pt x="119021" y="294567"/>
                  </a:lnTo>
                  <a:cubicBezTo>
                    <a:pt x="120735" y="299520"/>
                    <a:pt x="118068" y="305045"/>
                    <a:pt x="113115" y="306759"/>
                  </a:cubicBezTo>
                  <a:lnTo>
                    <a:pt x="113115" y="306759"/>
                  </a:lnTo>
                  <a:cubicBezTo>
                    <a:pt x="112068" y="307045"/>
                    <a:pt x="111020" y="307236"/>
                    <a:pt x="109972" y="307236"/>
                  </a:cubicBezTo>
                  <a:lnTo>
                    <a:pt x="109972" y="307236"/>
                  </a:lnTo>
                  <a:cubicBezTo>
                    <a:pt x="106067" y="307236"/>
                    <a:pt x="102352" y="304759"/>
                    <a:pt x="101019" y="300854"/>
                  </a:cubicBezTo>
                  <a:close/>
                  <a:moveTo>
                    <a:pt x="88446" y="264849"/>
                  </a:moveTo>
                  <a:cubicBezTo>
                    <a:pt x="86731" y="259896"/>
                    <a:pt x="89398" y="254467"/>
                    <a:pt x="94351" y="252753"/>
                  </a:cubicBezTo>
                  <a:lnTo>
                    <a:pt x="94351" y="252753"/>
                  </a:lnTo>
                  <a:cubicBezTo>
                    <a:pt x="99304" y="250943"/>
                    <a:pt x="104733" y="253610"/>
                    <a:pt x="106448" y="258563"/>
                  </a:cubicBezTo>
                  <a:lnTo>
                    <a:pt x="106448" y="258563"/>
                  </a:lnTo>
                  <a:cubicBezTo>
                    <a:pt x="108162" y="263516"/>
                    <a:pt x="105591" y="268945"/>
                    <a:pt x="100638" y="270660"/>
                  </a:cubicBezTo>
                  <a:lnTo>
                    <a:pt x="100638" y="270660"/>
                  </a:lnTo>
                  <a:cubicBezTo>
                    <a:pt x="99590" y="271041"/>
                    <a:pt x="98542" y="271231"/>
                    <a:pt x="97494" y="271231"/>
                  </a:cubicBezTo>
                  <a:lnTo>
                    <a:pt x="97494" y="271231"/>
                  </a:lnTo>
                  <a:cubicBezTo>
                    <a:pt x="93494" y="271231"/>
                    <a:pt x="89874" y="268755"/>
                    <a:pt x="88446" y="264849"/>
                  </a:cubicBezTo>
                  <a:close/>
                  <a:moveTo>
                    <a:pt x="75873" y="228845"/>
                  </a:moveTo>
                  <a:cubicBezTo>
                    <a:pt x="74158" y="223892"/>
                    <a:pt x="76825" y="218463"/>
                    <a:pt x="81778" y="216653"/>
                  </a:cubicBezTo>
                  <a:lnTo>
                    <a:pt x="81778" y="216653"/>
                  </a:lnTo>
                  <a:cubicBezTo>
                    <a:pt x="86731" y="214938"/>
                    <a:pt x="92160" y="217605"/>
                    <a:pt x="93875" y="222558"/>
                  </a:cubicBezTo>
                  <a:lnTo>
                    <a:pt x="93875" y="222558"/>
                  </a:lnTo>
                  <a:cubicBezTo>
                    <a:pt x="95685" y="227511"/>
                    <a:pt x="93018" y="232941"/>
                    <a:pt x="88065" y="234655"/>
                  </a:cubicBezTo>
                  <a:lnTo>
                    <a:pt x="88065" y="234655"/>
                  </a:lnTo>
                  <a:cubicBezTo>
                    <a:pt x="87017" y="235036"/>
                    <a:pt x="85969" y="235227"/>
                    <a:pt x="84921" y="235227"/>
                  </a:cubicBezTo>
                  <a:lnTo>
                    <a:pt x="84921" y="235227"/>
                  </a:lnTo>
                  <a:cubicBezTo>
                    <a:pt x="80921" y="235227"/>
                    <a:pt x="77301" y="232750"/>
                    <a:pt x="75873" y="228845"/>
                  </a:cubicBezTo>
                  <a:close/>
                  <a:moveTo>
                    <a:pt x="63395" y="192840"/>
                  </a:moveTo>
                  <a:cubicBezTo>
                    <a:pt x="61585" y="187792"/>
                    <a:pt x="64252" y="182363"/>
                    <a:pt x="69205" y="180648"/>
                  </a:cubicBezTo>
                  <a:lnTo>
                    <a:pt x="69205" y="180648"/>
                  </a:lnTo>
                  <a:cubicBezTo>
                    <a:pt x="74158" y="178934"/>
                    <a:pt x="79587" y="181506"/>
                    <a:pt x="81302" y="186459"/>
                  </a:cubicBezTo>
                  <a:lnTo>
                    <a:pt x="81302" y="186459"/>
                  </a:lnTo>
                  <a:cubicBezTo>
                    <a:pt x="83016" y="191412"/>
                    <a:pt x="80445" y="196936"/>
                    <a:pt x="75492" y="198651"/>
                  </a:cubicBezTo>
                  <a:lnTo>
                    <a:pt x="75492" y="198651"/>
                  </a:lnTo>
                  <a:cubicBezTo>
                    <a:pt x="74444" y="199032"/>
                    <a:pt x="73396" y="199222"/>
                    <a:pt x="72348" y="199222"/>
                  </a:cubicBezTo>
                  <a:lnTo>
                    <a:pt x="72348" y="199222"/>
                  </a:lnTo>
                  <a:cubicBezTo>
                    <a:pt x="68443" y="199222"/>
                    <a:pt x="64728" y="196746"/>
                    <a:pt x="63395" y="192840"/>
                  </a:cubicBezTo>
                  <a:close/>
                  <a:moveTo>
                    <a:pt x="50822" y="156741"/>
                  </a:moveTo>
                  <a:cubicBezTo>
                    <a:pt x="49107" y="151788"/>
                    <a:pt x="51679" y="146358"/>
                    <a:pt x="56632" y="144644"/>
                  </a:cubicBezTo>
                  <a:lnTo>
                    <a:pt x="56632" y="144644"/>
                  </a:lnTo>
                  <a:cubicBezTo>
                    <a:pt x="61585" y="142929"/>
                    <a:pt x="67014" y="145501"/>
                    <a:pt x="68729" y="150454"/>
                  </a:cubicBezTo>
                  <a:lnTo>
                    <a:pt x="68729" y="150454"/>
                  </a:lnTo>
                  <a:cubicBezTo>
                    <a:pt x="70539" y="155407"/>
                    <a:pt x="67872" y="160932"/>
                    <a:pt x="62919" y="162551"/>
                  </a:cubicBezTo>
                  <a:lnTo>
                    <a:pt x="62919" y="162551"/>
                  </a:lnTo>
                  <a:cubicBezTo>
                    <a:pt x="61871" y="162932"/>
                    <a:pt x="60823" y="163122"/>
                    <a:pt x="59775" y="163122"/>
                  </a:cubicBezTo>
                  <a:lnTo>
                    <a:pt x="59775" y="163122"/>
                  </a:lnTo>
                  <a:cubicBezTo>
                    <a:pt x="55870" y="163122"/>
                    <a:pt x="52155" y="160646"/>
                    <a:pt x="50822" y="156741"/>
                  </a:cubicBezTo>
                  <a:close/>
                  <a:moveTo>
                    <a:pt x="38249" y="120736"/>
                  </a:moveTo>
                  <a:cubicBezTo>
                    <a:pt x="36439" y="115783"/>
                    <a:pt x="39106" y="110354"/>
                    <a:pt x="44059" y="108639"/>
                  </a:cubicBezTo>
                  <a:lnTo>
                    <a:pt x="44059" y="108639"/>
                  </a:lnTo>
                  <a:cubicBezTo>
                    <a:pt x="49107" y="106830"/>
                    <a:pt x="54537" y="109497"/>
                    <a:pt x="56251" y="114450"/>
                  </a:cubicBezTo>
                  <a:lnTo>
                    <a:pt x="56251" y="114450"/>
                  </a:lnTo>
                  <a:cubicBezTo>
                    <a:pt x="57966" y="119403"/>
                    <a:pt x="55299" y="124832"/>
                    <a:pt x="50346" y="126546"/>
                  </a:cubicBezTo>
                  <a:lnTo>
                    <a:pt x="50346" y="126546"/>
                  </a:lnTo>
                  <a:cubicBezTo>
                    <a:pt x="49298" y="126927"/>
                    <a:pt x="48250" y="127118"/>
                    <a:pt x="47202" y="127118"/>
                  </a:cubicBezTo>
                  <a:lnTo>
                    <a:pt x="47202" y="127118"/>
                  </a:lnTo>
                  <a:cubicBezTo>
                    <a:pt x="43297" y="127118"/>
                    <a:pt x="39582" y="124641"/>
                    <a:pt x="38249" y="120736"/>
                  </a:cubicBezTo>
                  <a:close/>
                  <a:moveTo>
                    <a:pt x="25676" y="84732"/>
                  </a:moveTo>
                  <a:cubicBezTo>
                    <a:pt x="23961" y="79779"/>
                    <a:pt x="26533" y="74254"/>
                    <a:pt x="31486" y="72540"/>
                  </a:cubicBezTo>
                  <a:lnTo>
                    <a:pt x="31486" y="72540"/>
                  </a:lnTo>
                  <a:cubicBezTo>
                    <a:pt x="36439" y="70825"/>
                    <a:pt x="41868" y="73397"/>
                    <a:pt x="43678" y="78350"/>
                  </a:cubicBezTo>
                  <a:lnTo>
                    <a:pt x="43678" y="78350"/>
                  </a:lnTo>
                  <a:cubicBezTo>
                    <a:pt x="45393" y="83398"/>
                    <a:pt x="42726" y="88827"/>
                    <a:pt x="37773" y="90542"/>
                  </a:cubicBezTo>
                  <a:lnTo>
                    <a:pt x="37773" y="90542"/>
                  </a:lnTo>
                  <a:cubicBezTo>
                    <a:pt x="36725" y="90923"/>
                    <a:pt x="35677" y="91113"/>
                    <a:pt x="34629" y="91113"/>
                  </a:cubicBezTo>
                  <a:lnTo>
                    <a:pt x="34629" y="91113"/>
                  </a:lnTo>
                  <a:cubicBezTo>
                    <a:pt x="30724" y="91113"/>
                    <a:pt x="27009" y="88637"/>
                    <a:pt x="25676" y="84732"/>
                  </a:cubicBezTo>
                  <a:close/>
                  <a:moveTo>
                    <a:pt x="13103" y="48632"/>
                  </a:moveTo>
                  <a:cubicBezTo>
                    <a:pt x="11388" y="43679"/>
                    <a:pt x="13960" y="38250"/>
                    <a:pt x="19008" y="36535"/>
                  </a:cubicBezTo>
                  <a:lnTo>
                    <a:pt x="19008" y="36535"/>
                  </a:lnTo>
                  <a:cubicBezTo>
                    <a:pt x="23961" y="34821"/>
                    <a:pt x="29391" y="37392"/>
                    <a:pt x="31105" y="42345"/>
                  </a:cubicBezTo>
                  <a:lnTo>
                    <a:pt x="31105" y="42345"/>
                  </a:lnTo>
                  <a:cubicBezTo>
                    <a:pt x="32820" y="47298"/>
                    <a:pt x="30248" y="52728"/>
                    <a:pt x="25200" y="54537"/>
                  </a:cubicBezTo>
                  <a:lnTo>
                    <a:pt x="25200" y="54537"/>
                  </a:lnTo>
                  <a:cubicBezTo>
                    <a:pt x="24152" y="54823"/>
                    <a:pt x="23104" y="55014"/>
                    <a:pt x="22056" y="55014"/>
                  </a:cubicBezTo>
                  <a:lnTo>
                    <a:pt x="22056" y="55014"/>
                  </a:lnTo>
                  <a:cubicBezTo>
                    <a:pt x="18151" y="55014"/>
                    <a:pt x="14436" y="52537"/>
                    <a:pt x="13103" y="48632"/>
                  </a:cubicBezTo>
                  <a:close/>
                  <a:moveTo>
                    <a:pt x="530" y="12627"/>
                  </a:moveTo>
                  <a:cubicBezTo>
                    <a:pt x="-1185" y="7674"/>
                    <a:pt x="1387" y="2245"/>
                    <a:pt x="6435" y="531"/>
                  </a:cubicBezTo>
                  <a:lnTo>
                    <a:pt x="6435" y="531"/>
                  </a:lnTo>
                  <a:cubicBezTo>
                    <a:pt x="11388" y="-1184"/>
                    <a:pt x="16818" y="1388"/>
                    <a:pt x="18532" y="6341"/>
                  </a:cubicBezTo>
                  <a:lnTo>
                    <a:pt x="18532" y="6341"/>
                  </a:lnTo>
                  <a:cubicBezTo>
                    <a:pt x="20247" y="11294"/>
                    <a:pt x="17675" y="16723"/>
                    <a:pt x="12722" y="18438"/>
                  </a:cubicBezTo>
                  <a:lnTo>
                    <a:pt x="12722" y="18438"/>
                  </a:lnTo>
                  <a:cubicBezTo>
                    <a:pt x="11674" y="18819"/>
                    <a:pt x="10626" y="19009"/>
                    <a:pt x="9579" y="19009"/>
                  </a:cubicBezTo>
                  <a:lnTo>
                    <a:pt x="9579" y="19009"/>
                  </a:lnTo>
                  <a:cubicBezTo>
                    <a:pt x="5578" y="19009"/>
                    <a:pt x="1959" y="16533"/>
                    <a:pt x="530" y="1262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81C807D-6FA4-8C14-D33C-87D6EFBE6BCA}"/>
                </a:ext>
              </a:extLst>
            </p:cNvPr>
            <p:cNvSpPr/>
            <p:nvPr/>
          </p:nvSpPr>
          <p:spPr>
            <a:xfrm>
              <a:off x="5835777" y="3607021"/>
              <a:ext cx="535971" cy="19050"/>
            </a:xfrm>
            <a:custGeom>
              <a:avLst/>
              <a:gdLst>
                <a:gd name="connsiteX0" fmla="*/ 517017 w 535971"/>
                <a:gd name="connsiteY0" fmla="*/ 9525 h 19050"/>
                <a:gd name="connsiteX1" fmla="*/ 526542 w 535971"/>
                <a:gd name="connsiteY1" fmla="*/ 0 h 19050"/>
                <a:gd name="connsiteX2" fmla="*/ 526542 w 535971"/>
                <a:gd name="connsiteY2" fmla="*/ 0 h 19050"/>
                <a:gd name="connsiteX3" fmla="*/ 535972 w 535971"/>
                <a:gd name="connsiteY3" fmla="*/ 9525 h 19050"/>
                <a:gd name="connsiteX4" fmla="*/ 535972 w 535971"/>
                <a:gd name="connsiteY4" fmla="*/ 9525 h 19050"/>
                <a:gd name="connsiteX5" fmla="*/ 526542 w 535971"/>
                <a:gd name="connsiteY5" fmla="*/ 19050 h 19050"/>
                <a:gd name="connsiteX6" fmla="*/ 526542 w 535971"/>
                <a:gd name="connsiteY6" fmla="*/ 19050 h 19050"/>
                <a:gd name="connsiteX7" fmla="*/ 517017 w 535971"/>
                <a:gd name="connsiteY7" fmla="*/ 9525 h 19050"/>
                <a:gd name="connsiteX8" fmla="*/ 480060 w 535971"/>
                <a:gd name="connsiteY8" fmla="*/ 9525 h 19050"/>
                <a:gd name="connsiteX9" fmla="*/ 489585 w 535971"/>
                <a:gd name="connsiteY9" fmla="*/ 0 h 19050"/>
                <a:gd name="connsiteX10" fmla="*/ 489585 w 535971"/>
                <a:gd name="connsiteY10" fmla="*/ 0 h 19050"/>
                <a:gd name="connsiteX11" fmla="*/ 499110 w 535971"/>
                <a:gd name="connsiteY11" fmla="*/ 9525 h 19050"/>
                <a:gd name="connsiteX12" fmla="*/ 499110 w 535971"/>
                <a:gd name="connsiteY12" fmla="*/ 9525 h 19050"/>
                <a:gd name="connsiteX13" fmla="*/ 489585 w 535971"/>
                <a:gd name="connsiteY13" fmla="*/ 19050 h 19050"/>
                <a:gd name="connsiteX14" fmla="*/ 489585 w 535971"/>
                <a:gd name="connsiteY14" fmla="*/ 19050 h 19050"/>
                <a:gd name="connsiteX15" fmla="*/ 480060 w 535971"/>
                <a:gd name="connsiteY15" fmla="*/ 9525 h 19050"/>
                <a:gd name="connsiteX16" fmla="*/ 443103 w 535971"/>
                <a:gd name="connsiteY16" fmla="*/ 9525 h 19050"/>
                <a:gd name="connsiteX17" fmla="*/ 452628 w 535971"/>
                <a:gd name="connsiteY17" fmla="*/ 0 h 19050"/>
                <a:gd name="connsiteX18" fmla="*/ 452628 w 535971"/>
                <a:gd name="connsiteY18" fmla="*/ 0 h 19050"/>
                <a:gd name="connsiteX19" fmla="*/ 462153 w 535971"/>
                <a:gd name="connsiteY19" fmla="*/ 9525 h 19050"/>
                <a:gd name="connsiteX20" fmla="*/ 462153 w 535971"/>
                <a:gd name="connsiteY20" fmla="*/ 9525 h 19050"/>
                <a:gd name="connsiteX21" fmla="*/ 452628 w 535971"/>
                <a:gd name="connsiteY21" fmla="*/ 19050 h 19050"/>
                <a:gd name="connsiteX22" fmla="*/ 452628 w 535971"/>
                <a:gd name="connsiteY22" fmla="*/ 19050 h 19050"/>
                <a:gd name="connsiteX23" fmla="*/ 443103 w 535971"/>
                <a:gd name="connsiteY23" fmla="*/ 9525 h 19050"/>
                <a:gd name="connsiteX24" fmla="*/ 406146 w 535971"/>
                <a:gd name="connsiteY24" fmla="*/ 9525 h 19050"/>
                <a:gd name="connsiteX25" fmla="*/ 415671 w 535971"/>
                <a:gd name="connsiteY25" fmla="*/ 0 h 19050"/>
                <a:gd name="connsiteX26" fmla="*/ 415671 w 535971"/>
                <a:gd name="connsiteY26" fmla="*/ 0 h 19050"/>
                <a:gd name="connsiteX27" fmla="*/ 425291 w 535971"/>
                <a:gd name="connsiteY27" fmla="*/ 9525 h 19050"/>
                <a:gd name="connsiteX28" fmla="*/ 425291 w 535971"/>
                <a:gd name="connsiteY28" fmla="*/ 9525 h 19050"/>
                <a:gd name="connsiteX29" fmla="*/ 415671 w 535971"/>
                <a:gd name="connsiteY29" fmla="*/ 19050 h 19050"/>
                <a:gd name="connsiteX30" fmla="*/ 415671 w 535971"/>
                <a:gd name="connsiteY30" fmla="*/ 19050 h 19050"/>
                <a:gd name="connsiteX31" fmla="*/ 406146 w 535971"/>
                <a:gd name="connsiteY31" fmla="*/ 9525 h 19050"/>
                <a:gd name="connsiteX32" fmla="*/ 369284 w 535971"/>
                <a:gd name="connsiteY32" fmla="*/ 9525 h 19050"/>
                <a:gd name="connsiteX33" fmla="*/ 378809 w 535971"/>
                <a:gd name="connsiteY33" fmla="*/ 0 h 19050"/>
                <a:gd name="connsiteX34" fmla="*/ 378809 w 535971"/>
                <a:gd name="connsiteY34" fmla="*/ 0 h 19050"/>
                <a:gd name="connsiteX35" fmla="*/ 388334 w 535971"/>
                <a:gd name="connsiteY35" fmla="*/ 9525 h 19050"/>
                <a:gd name="connsiteX36" fmla="*/ 388334 w 535971"/>
                <a:gd name="connsiteY36" fmla="*/ 9525 h 19050"/>
                <a:gd name="connsiteX37" fmla="*/ 378809 w 535971"/>
                <a:gd name="connsiteY37" fmla="*/ 19050 h 19050"/>
                <a:gd name="connsiteX38" fmla="*/ 378809 w 535971"/>
                <a:gd name="connsiteY38" fmla="*/ 19050 h 19050"/>
                <a:gd name="connsiteX39" fmla="*/ 369284 w 535971"/>
                <a:gd name="connsiteY39" fmla="*/ 9525 h 19050"/>
                <a:gd name="connsiteX40" fmla="*/ 332327 w 535971"/>
                <a:gd name="connsiteY40" fmla="*/ 9525 h 19050"/>
                <a:gd name="connsiteX41" fmla="*/ 341852 w 535971"/>
                <a:gd name="connsiteY41" fmla="*/ 0 h 19050"/>
                <a:gd name="connsiteX42" fmla="*/ 341852 w 535971"/>
                <a:gd name="connsiteY42" fmla="*/ 0 h 19050"/>
                <a:gd name="connsiteX43" fmla="*/ 351377 w 535971"/>
                <a:gd name="connsiteY43" fmla="*/ 9525 h 19050"/>
                <a:gd name="connsiteX44" fmla="*/ 351377 w 535971"/>
                <a:gd name="connsiteY44" fmla="*/ 9525 h 19050"/>
                <a:gd name="connsiteX45" fmla="*/ 341852 w 535971"/>
                <a:gd name="connsiteY45" fmla="*/ 19050 h 19050"/>
                <a:gd name="connsiteX46" fmla="*/ 341852 w 535971"/>
                <a:gd name="connsiteY46" fmla="*/ 19050 h 19050"/>
                <a:gd name="connsiteX47" fmla="*/ 332327 w 535971"/>
                <a:gd name="connsiteY47" fmla="*/ 9525 h 19050"/>
                <a:gd name="connsiteX48" fmla="*/ 295466 w 535971"/>
                <a:gd name="connsiteY48" fmla="*/ 9525 h 19050"/>
                <a:gd name="connsiteX49" fmla="*/ 304991 w 535971"/>
                <a:gd name="connsiteY49" fmla="*/ 0 h 19050"/>
                <a:gd name="connsiteX50" fmla="*/ 304991 w 535971"/>
                <a:gd name="connsiteY50" fmla="*/ 0 h 19050"/>
                <a:gd name="connsiteX51" fmla="*/ 314420 w 535971"/>
                <a:gd name="connsiteY51" fmla="*/ 9525 h 19050"/>
                <a:gd name="connsiteX52" fmla="*/ 314420 w 535971"/>
                <a:gd name="connsiteY52" fmla="*/ 9525 h 19050"/>
                <a:gd name="connsiteX53" fmla="*/ 304991 w 535971"/>
                <a:gd name="connsiteY53" fmla="*/ 19050 h 19050"/>
                <a:gd name="connsiteX54" fmla="*/ 304991 w 535971"/>
                <a:gd name="connsiteY54" fmla="*/ 19050 h 19050"/>
                <a:gd name="connsiteX55" fmla="*/ 295466 w 535971"/>
                <a:gd name="connsiteY55" fmla="*/ 9525 h 19050"/>
                <a:gd name="connsiteX56" fmla="*/ 258509 w 535971"/>
                <a:gd name="connsiteY56" fmla="*/ 9525 h 19050"/>
                <a:gd name="connsiteX57" fmla="*/ 268034 w 535971"/>
                <a:gd name="connsiteY57" fmla="*/ 0 h 19050"/>
                <a:gd name="connsiteX58" fmla="*/ 268034 w 535971"/>
                <a:gd name="connsiteY58" fmla="*/ 0 h 19050"/>
                <a:gd name="connsiteX59" fmla="*/ 277559 w 535971"/>
                <a:gd name="connsiteY59" fmla="*/ 9525 h 19050"/>
                <a:gd name="connsiteX60" fmla="*/ 277559 w 535971"/>
                <a:gd name="connsiteY60" fmla="*/ 9525 h 19050"/>
                <a:gd name="connsiteX61" fmla="*/ 268034 w 535971"/>
                <a:gd name="connsiteY61" fmla="*/ 19050 h 19050"/>
                <a:gd name="connsiteX62" fmla="*/ 268034 w 535971"/>
                <a:gd name="connsiteY62" fmla="*/ 19050 h 19050"/>
                <a:gd name="connsiteX63" fmla="*/ 258509 w 535971"/>
                <a:gd name="connsiteY63" fmla="*/ 9525 h 19050"/>
                <a:gd name="connsiteX64" fmla="*/ 221551 w 535971"/>
                <a:gd name="connsiteY64" fmla="*/ 9525 h 19050"/>
                <a:gd name="connsiteX65" fmla="*/ 231076 w 535971"/>
                <a:gd name="connsiteY65" fmla="*/ 0 h 19050"/>
                <a:gd name="connsiteX66" fmla="*/ 231076 w 535971"/>
                <a:gd name="connsiteY66" fmla="*/ 0 h 19050"/>
                <a:gd name="connsiteX67" fmla="*/ 240601 w 535971"/>
                <a:gd name="connsiteY67" fmla="*/ 9525 h 19050"/>
                <a:gd name="connsiteX68" fmla="*/ 240601 w 535971"/>
                <a:gd name="connsiteY68" fmla="*/ 9525 h 19050"/>
                <a:gd name="connsiteX69" fmla="*/ 231076 w 535971"/>
                <a:gd name="connsiteY69" fmla="*/ 19050 h 19050"/>
                <a:gd name="connsiteX70" fmla="*/ 231076 w 535971"/>
                <a:gd name="connsiteY70" fmla="*/ 19050 h 19050"/>
                <a:gd name="connsiteX71" fmla="*/ 221551 w 535971"/>
                <a:gd name="connsiteY71" fmla="*/ 9525 h 19050"/>
                <a:gd name="connsiteX72" fmla="*/ 184595 w 535971"/>
                <a:gd name="connsiteY72" fmla="*/ 9525 h 19050"/>
                <a:gd name="connsiteX73" fmla="*/ 194120 w 535971"/>
                <a:gd name="connsiteY73" fmla="*/ 0 h 19050"/>
                <a:gd name="connsiteX74" fmla="*/ 194120 w 535971"/>
                <a:gd name="connsiteY74" fmla="*/ 0 h 19050"/>
                <a:gd name="connsiteX75" fmla="*/ 203645 w 535971"/>
                <a:gd name="connsiteY75" fmla="*/ 9525 h 19050"/>
                <a:gd name="connsiteX76" fmla="*/ 203645 w 535971"/>
                <a:gd name="connsiteY76" fmla="*/ 9525 h 19050"/>
                <a:gd name="connsiteX77" fmla="*/ 194120 w 535971"/>
                <a:gd name="connsiteY77" fmla="*/ 19050 h 19050"/>
                <a:gd name="connsiteX78" fmla="*/ 194120 w 535971"/>
                <a:gd name="connsiteY78" fmla="*/ 19050 h 19050"/>
                <a:gd name="connsiteX79" fmla="*/ 184595 w 535971"/>
                <a:gd name="connsiteY79" fmla="*/ 9525 h 19050"/>
                <a:gd name="connsiteX80" fmla="*/ 147638 w 535971"/>
                <a:gd name="connsiteY80" fmla="*/ 9525 h 19050"/>
                <a:gd name="connsiteX81" fmla="*/ 157258 w 535971"/>
                <a:gd name="connsiteY81" fmla="*/ 0 h 19050"/>
                <a:gd name="connsiteX82" fmla="*/ 157258 w 535971"/>
                <a:gd name="connsiteY82" fmla="*/ 0 h 19050"/>
                <a:gd name="connsiteX83" fmla="*/ 166783 w 535971"/>
                <a:gd name="connsiteY83" fmla="*/ 9525 h 19050"/>
                <a:gd name="connsiteX84" fmla="*/ 166783 w 535971"/>
                <a:gd name="connsiteY84" fmla="*/ 9525 h 19050"/>
                <a:gd name="connsiteX85" fmla="*/ 157258 w 535971"/>
                <a:gd name="connsiteY85" fmla="*/ 19050 h 19050"/>
                <a:gd name="connsiteX86" fmla="*/ 157258 w 535971"/>
                <a:gd name="connsiteY86" fmla="*/ 19050 h 19050"/>
                <a:gd name="connsiteX87" fmla="*/ 147638 w 535971"/>
                <a:gd name="connsiteY87" fmla="*/ 9525 h 19050"/>
                <a:gd name="connsiteX88" fmla="*/ 110776 w 535971"/>
                <a:gd name="connsiteY88" fmla="*/ 9525 h 19050"/>
                <a:gd name="connsiteX89" fmla="*/ 120301 w 535971"/>
                <a:gd name="connsiteY89" fmla="*/ 0 h 19050"/>
                <a:gd name="connsiteX90" fmla="*/ 120301 w 535971"/>
                <a:gd name="connsiteY90" fmla="*/ 0 h 19050"/>
                <a:gd name="connsiteX91" fmla="*/ 129826 w 535971"/>
                <a:gd name="connsiteY91" fmla="*/ 9525 h 19050"/>
                <a:gd name="connsiteX92" fmla="*/ 129826 w 535971"/>
                <a:gd name="connsiteY92" fmla="*/ 9525 h 19050"/>
                <a:gd name="connsiteX93" fmla="*/ 120301 w 535971"/>
                <a:gd name="connsiteY93" fmla="*/ 19050 h 19050"/>
                <a:gd name="connsiteX94" fmla="*/ 120301 w 535971"/>
                <a:gd name="connsiteY94" fmla="*/ 19050 h 19050"/>
                <a:gd name="connsiteX95" fmla="*/ 110776 w 535971"/>
                <a:gd name="connsiteY95" fmla="*/ 9525 h 19050"/>
                <a:gd name="connsiteX96" fmla="*/ 73819 w 535971"/>
                <a:gd name="connsiteY96" fmla="*/ 9525 h 19050"/>
                <a:gd name="connsiteX97" fmla="*/ 83344 w 535971"/>
                <a:gd name="connsiteY97" fmla="*/ 0 h 19050"/>
                <a:gd name="connsiteX98" fmla="*/ 83344 w 535971"/>
                <a:gd name="connsiteY98" fmla="*/ 0 h 19050"/>
                <a:gd name="connsiteX99" fmla="*/ 92869 w 535971"/>
                <a:gd name="connsiteY99" fmla="*/ 9525 h 19050"/>
                <a:gd name="connsiteX100" fmla="*/ 92869 w 535971"/>
                <a:gd name="connsiteY100" fmla="*/ 9525 h 19050"/>
                <a:gd name="connsiteX101" fmla="*/ 83344 w 535971"/>
                <a:gd name="connsiteY101" fmla="*/ 19050 h 19050"/>
                <a:gd name="connsiteX102" fmla="*/ 83344 w 535971"/>
                <a:gd name="connsiteY102" fmla="*/ 19050 h 19050"/>
                <a:gd name="connsiteX103" fmla="*/ 73819 w 535971"/>
                <a:gd name="connsiteY103" fmla="*/ 9525 h 19050"/>
                <a:gd name="connsiteX104" fmla="*/ 36957 w 535971"/>
                <a:gd name="connsiteY104" fmla="*/ 9525 h 19050"/>
                <a:gd name="connsiteX105" fmla="*/ 46482 w 535971"/>
                <a:gd name="connsiteY105" fmla="*/ 0 h 19050"/>
                <a:gd name="connsiteX106" fmla="*/ 46482 w 535971"/>
                <a:gd name="connsiteY106" fmla="*/ 0 h 19050"/>
                <a:gd name="connsiteX107" fmla="*/ 55912 w 535971"/>
                <a:gd name="connsiteY107" fmla="*/ 9525 h 19050"/>
                <a:gd name="connsiteX108" fmla="*/ 55912 w 535971"/>
                <a:gd name="connsiteY108" fmla="*/ 9525 h 19050"/>
                <a:gd name="connsiteX109" fmla="*/ 46482 w 535971"/>
                <a:gd name="connsiteY109" fmla="*/ 19050 h 19050"/>
                <a:gd name="connsiteX110" fmla="*/ 46482 w 535971"/>
                <a:gd name="connsiteY110" fmla="*/ 19050 h 19050"/>
                <a:gd name="connsiteX111" fmla="*/ 36957 w 535971"/>
                <a:gd name="connsiteY111" fmla="*/ 9525 h 19050"/>
                <a:gd name="connsiteX112" fmla="*/ 0 w 535971"/>
                <a:gd name="connsiteY112" fmla="*/ 9525 h 19050"/>
                <a:gd name="connsiteX113" fmla="*/ 9525 w 535971"/>
                <a:gd name="connsiteY113" fmla="*/ 0 h 19050"/>
                <a:gd name="connsiteX114" fmla="*/ 9525 w 535971"/>
                <a:gd name="connsiteY114" fmla="*/ 0 h 19050"/>
                <a:gd name="connsiteX115" fmla="*/ 19050 w 535971"/>
                <a:gd name="connsiteY115" fmla="*/ 9525 h 19050"/>
                <a:gd name="connsiteX116" fmla="*/ 19050 w 535971"/>
                <a:gd name="connsiteY116" fmla="*/ 9525 h 19050"/>
                <a:gd name="connsiteX117" fmla="*/ 9525 w 535971"/>
                <a:gd name="connsiteY117" fmla="*/ 19050 h 19050"/>
                <a:gd name="connsiteX118" fmla="*/ 9525 w 535971"/>
                <a:gd name="connsiteY118" fmla="*/ 19050 h 19050"/>
                <a:gd name="connsiteX119" fmla="*/ 0 w 535971"/>
                <a:gd name="connsiteY119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535971" h="19050">
                  <a:moveTo>
                    <a:pt x="517017" y="9525"/>
                  </a:moveTo>
                  <a:cubicBezTo>
                    <a:pt x="517017" y="4286"/>
                    <a:pt x="521208" y="0"/>
                    <a:pt x="526542" y="0"/>
                  </a:cubicBezTo>
                  <a:lnTo>
                    <a:pt x="526542" y="0"/>
                  </a:lnTo>
                  <a:cubicBezTo>
                    <a:pt x="531781" y="0"/>
                    <a:pt x="535972" y="4286"/>
                    <a:pt x="535972" y="9525"/>
                  </a:cubicBezTo>
                  <a:lnTo>
                    <a:pt x="535972" y="9525"/>
                  </a:lnTo>
                  <a:cubicBezTo>
                    <a:pt x="535972" y="14764"/>
                    <a:pt x="531781" y="19050"/>
                    <a:pt x="526542" y="19050"/>
                  </a:cubicBezTo>
                  <a:lnTo>
                    <a:pt x="526542" y="19050"/>
                  </a:lnTo>
                  <a:cubicBezTo>
                    <a:pt x="521208" y="19050"/>
                    <a:pt x="517017" y="14764"/>
                    <a:pt x="517017" y="9525"/>
                  </a:cubicBezTo>
                  <a:close/>
                  <a:moveTo>
                    <a:pt x="480060" y="9525"/>
                  </a:moveTo>
                  <a:cubicBezTo>
                    <a:pt x="480060" y="4286"/>
                    <a:pt x="484346" y="0"/>
                    <a:pt x="489585" y="0"/>
                  </a:cubicBezTo>
                  <a:lnTo>
                    <a:pt x="489585" y="0"/>
                  </a:lnTo>
                  <a:cubicBezTo>
                    <a:pt x="494824" y="0"/>
                    <a:pt x="499110" y="4286"/>
                    <a:pt x="499110" y="9525"/>
                  </a:cubicBezTo>
                  <a:lnTo>
                    <a:pt x="499110" y="9525"/>
                  </a:lnTo>
                  <a:cubicBezTo>
                    <a:pt x="499110" y="14764"/>
                    <a:pt x="494824" y="19050"/>
                    <a:pt x="489585" y="19050"/>
                  </a:cubicBezTo>
                  <a:lnTo>
                    <a:pt x="489585" y="19050"/>
                  </a:lnTo>
                  <a:cubicBezTo>
                    <a:pt x="484346" y="19050"/>
                    <a:pt x="480060" y="14764"/>
                    <a:pt x="480060" y="9525"/>
                  </a:cubicBezTo>
                  <a:close/>
                  <a:moveTo>
                    <a:pt x="443103" y="9525"/>
                  </a:moveTo>
                  <a:cubicBezTo>
                    <a:pt x="443103" y="4286"/>
                    <a:pt x="447389" y="0"/>
                    <a:pt x="452628" y="0"/>
                  </a:cubicBezTo>
                  <a:lnTo>
                    <a:pt x="452628" y="0"/>
                  </a:lnTo>
                  <a:cubicBezTo>
                    <a:pt x="457867" y="0"/>
                    <a:pt x="462153" y="4286"/>
                    <a:pt x="462153" y="9525"/>
                  </a:cubicBezTo>
                  <a:lnTo>
                    <a:pt x="462153" y="9525"/>
                  </a:lnTo>
                  <a:cubicBezTo>
                    <a:pt x="462153" y="14764"/>
                    <a:pt x="457867" y="19050"/>
                    <a:pt x="452628" y="19050"/>
                  </a:cubicBezTo>
                  <a:lnTo>
                    <a:pt x="452628" y="19050"/>
                  </a:lnTo>
                  <a:cubicBezTo>
                    <a:pt x="447389" y="19050"/>
                    <a:pt x="443103" y="14764"/>
                    <a:pt x="443103" y="9525"/>
                  </a:cubicBezTo>
                  <a:close/>
                  <a:moveTo>
                    <a:pt x="406146" y="9525"/>
                  </a:moveTo>
                  <a:cubicBezTo>
                    <a:pt x="406146" y="4286"/>
                    <a:pt x="410432" y="0"/>
                    <a:pt x="415671" y="0"/>
                  </a:cubicBezTo>
                  <a:lnTo>
                    <a:pt x="415671" y="0"/>
                  </a:lnTo>
                  <a:cubicBezTo>
                    <a:pt x="421005" y="0"/>
                    <a:pt x="425291" y="4286"/>
                    <a:pt x="425291" y="9525"/>
                  </a:cubicBezTo>
                  <a:lnTo>
                    <a:pt x="425291" y="9525"/>
                  </a:lnTo>
                  <a:cubicBezTo>
                    <a:pt x="425291" y="14764"/>
                    <a:pt x="421005" y="19050"/>
                    <a:pt x="415671" y="19050"/>
                  </a:cubicBezTo>
                  <a:lnTo>
                    <a:pt x="415671" y="19050"/>
                  </a:lnTo>
                  <a:cubicBezTo>
                    <a:pt x="410432" y="19050"/>
                    <a:pt x="406146" y="14764"/>
                    <a:pt x="406146" y="9525"/>
                  </a:cubicBezTo>
                  <a:close/>
                  <a:moveTo>
                    <a:pt x="369284" y="9525"/>
                  </a:moveTo>
                  <a:cubicBezTo>
                    <a:pt x="369284" y="4286"/>
                    <a:pt x="373475" y="0"/>
                    <a:pt x="378809" y="0"/>
                  </a:cubicBezTo>
                  <a:lnTo>
                    <a:pt x="378809" y="0"/>
                  </a:lnTo>
                  <a:cubicBezTo>
                    <a:pt x="384048" y="0"/>
                    <a:pt x="388334" y="4286"/>
                    <a:pt x="388334" y="9525"/>
                  </a:cubicBezTo>
                  <a:lnTo>
                    <a:pt x="388334" y="9525"/>
                  </a:lnTo>
                  <a:cubicBezTo>
                    <a:pt x="388334" y="14764"/>
                    <a:pt x="384048" y="19050"/>
                    <a:pt x="378809" y="19050"/>
                  </a:cubicBezTo>
                  <a:lnTo>
                    <a:pt x="378809" y="19050"/>
                  </a:lnTo>
                  <a:cubicBezTo>
                    <a:pt x="373475" y="19050"/>
                    <a:pt x="369284" y="14764"/>
                    <a:pt x="369284" y="9525"/>
                  </a:cubicBezTo>
                  <a:close/>
                  <a:moveTo>
                    <a:pt x="332327" y="9525"/>
                  </a:moveTo>
                  <a:cubicBezTo>
                    <a:pt x="332327" y="4286"/>
                    <a:pt x="336614" y="0"/>
                    <a:pt x="341852" y="0"/>
                  </a:cubicBezTo>
                  <a:lnTo>
                    <a:pt x="341852" y="0"/>
                  </a:lnTo>
                  <a:cubicBezTo>
                    <a:pt x="347091" y="0"/>
                    <a:pt x="351377" y="4286"/>
                    <a:pt x="351377" y="9525"/>
                  </a:cubicBezTo>
                  <a:lnTo>
                    <a:pt x="351377" y="9525"/>
                  </a:lnTo>
                  <a:cubicBezTo>
                    <a:pt x="351377" y="14764"/>
                    <a:pt x="347091" y="19050"/>
                    <a:pt x="341852" y="19050"/>
                  </a:cubicBezTo>
                  <a:lnTo>
                    <a:pt x="341852" y="19050"/>
                  </a:lnTo>
                  <a:cubicBezTo>
                    <a:pt x="336614" y="19050"/>
                    <a:pt x="332327" y="14764"/>
                    <a:pt x="332327" y="9525"/>
                  </a:cubicBezTo>
                  <a:close/>
                  <a:moveTo>
                    <a:pt x="295466" y="9525"/>
                  </a:moveTo>
                  <a:cubicBezTo>
                    <a:pt x="295466" y="4286"/>
                    <a:pt x="299657" y="0"/>
                    <a:pt x="304991" y="0"/>
                  </a:cubicBezTo>
                  <a:lnTo>
                    <a:pt x="304991" y="0"/>
                  </a:lnTo>
                  <a:cubicBezTo>
                    <a:pt x="310229" y="0"/>
                    <a:pt x="314420" y="4286"/>
                    <a:pt x="314420" y="9525"/>
                  </a:cubicBezTo>
                  <a:lnTo>
                    <a:pt x="314420" y="9525"/>
                  </a:lnTo>
                  <a:cubicBezTo>
                    <a:pt x="314420" y="14764"/>
                    <a:pt x="310229" y="19050"/>
                    <a:pt x="304991" y="19050"/>
                  </a:cubicBezTo>
                  <a:lnTo>
                    <a:pt x="304991" y="19050"/>
                  </a:lnTo>
                  <a:cubicBezTo>
                    <a:pt x="299657" y="19050"/>
                    <a:pt x="295466" y="14764"/>
                    <a:pt x="295466" y="9525"/>
                  </a:cubicBezTo>
                  <a:close/>
                  <a:moveTo>
                    <a:pt x="258509" y="9525"/>
                  </a:moveTo>
                  <a:cubicBezTo>
                    <a:pt x="258509" y="4286"/>
                    <a:pt x="262699" y="0"/>
                    <a:pt x="268034" y="0"/>
                  </a:cubicBezTo>
                  <a:lnTo>
                    <a:pt x="268034" y="0"/>
                  </a:lnTo>
                  <a:cubicBezTo>
                    <a:pt x="273272" y="0"/>
                    <a:pt x="277559" y="4286"/>
                    <a:pt x="277559" y="9525"/>
                  </a:cubicBezTo>
                  <a:lnTo>
                    <a:pt x="277559" y="9525"/>
                  </a:lnTo>
                  <a:cubicBezTo>
                    <a:pt x="277559" y="14764"/>
                    <a:pt x="273272" y="19050"/>
                    <a:pt x="268034" y="19050"/>
                  </a:cubicBezTo>
                  <a:lnTo>
                    <a:pt x="268034" y="19050"/>
                  </a:lnTo>
                  <a:cubicBezTo>
                    <a:pt x="262699" y="19050"/>
                    <a:pt x="258509" y="14764"/>
                    <a:pt x="258509" y="9525"/>
                  </a:cubicBezTo>
                  <a:close/>
                  <a:moveTo>
                    <a:pt x="221551" y="9525"/>
                  </a:moveTo>
                  <a:cubicBezTo>
                    <a:pt x="221551" y="4286"/>
                    <a:pt x="225838" y="0"/>
                    <a:pt x="231076" y="0"/>
                  </a:cubicBezTo>
                  <a:lnTo>
                    <a:pt x="231076" y="0"/>
                  </a:lnTo>
                  <a:cubicBezTo>
                    <a:pt x="236315" y="0"/>
                    <a:pt x="240601" y="4286"/>
                    <a:pt x="240601" y="9525"/>
                  </a:cubicBezTo>
                  <a:lnTo>
                    <a:pt x="240601" y="9525"/>
                  </a:lnTo>
                  <a:cubicBezTo>
                    <a:pt x="240601" y="14764"/>
                    <a:pt x="236315" y="19050"/>
                    <a:pt x="231076" y="19050"/>
                  </a:cubicBezTo>
                  <a:lnTo>
                    <a:pt x="231076" y="19050"/>
                  </a:lnTo>
                  <a:cubicBezTo>
                    <a:pt x="225838" y="19050"/>
                    <a:pt x="221551" y="14764"/>
                    <a:pt x="221551" y="9525"/>
                  </a:cubicBezTo>
                  <a:close/>
                  <a:moveTo>
                    <a:pt x="184595" y="9525"/>
                  </a:moveTo>
                  <a:cubicBezTo>
                    <a:pt x="184595" y="4286"/>
                    <a:pt x="188881" y="0"/>
                    <a:pt x="194120" y="0"/>
                  </a:cubicBezTo>
                  <a:lnTo>
                    <a:pt x="194120" y="0"/>
                  </a:lnTo>
                  <a:cubicBezTo>
                    <a:pt x="199453" y="0"/>
                    <a:pt x="203645" y="4286"/>
                    <a:pt x="203645" y="9525"/>
                  </a:cubicBezTo>
                  <a:lnTo>
                    <a:pt x="203645" y="9525"/>
                  </a:lnTo>
                  <a:cubicBezTo>
                    <a:pt x="203645" y="14764"/>
                    <a:pt x="199453" y="19050"/>
                    <a:pt x="194120" y="19050"/>
                  </a:cubicBezTo>
                  <a:lnTo>
                    <a:pt x="194120" y="19050"/>
                  </a:lnTo>
                  <a:cubicBezTo>
                    <a:pt x="188881" y="19050"/>
                    <a:pt x="184595" y="14764"/>
                    <a:pt x="184595" y="9525"/>
                  </a:cubicBezTo>
                  <a:close/>
                  <a:moveTo>
                    <a:pt x="147638" y="9525"/>
                  </a:moveTo>
                  <a:cubicBezTo>
                    <a:pt x="147638" y="4286"/>
                    <a:pt x="151924" y="0"/>
                    <a:pt x="157258" y="0"/>
                  </a:cubicBezTo>
                  <a:lnTo>
                    <a:pt x="157258" y="0"/>
                  </a:lnTo>
                  <a:cubicBezTo>
                    <a:pt x="162497" y="0"/>
                    <a:pt x="166783" y="4286"/>
                    <a:pt x="166783" y="9525"/>
                  </a:cubicBezTo>
                  <a:lnTo>
                    <a:pt x="166783" y="9525"/>
                  </a:lnTo>
                  <a:cubicBezTo>
                    <a:pt x="166783" y="14764"/>
                    <a:pt x="162497" y="19050"/>
                    <a:pt x="157258" y="19050"/>
                  </a:cubicBezTo>
                  <a:lnTo>
                    <a:pt x="157258" y="19050"/>
                  </a:lnTo>
                  <a:cubicBezTo>
                    <a:pt x="151924" y="19050"/>
                    <a:pt x="147638" y="14764"/>
                    <a:pt x="147638" y="9525"/>
                  </a:cubicBezTo>
                  <a:close/>
                  <a:moveTo>
                    <a:pt x="110776" y="9525"/>
                  </a:moveTo>
                  <a:cubicBezTo>
                    <a:pt x="110776" y="4286"/>
                    <a:pt x="114967" y="0"/>
                    <a:pt x="120301" y="0"/>
                  </a:cubicBezTo>
                  <a:lnTo>
                    <a:pt x="120301" y="0"/>
                  </a:lnTo>
                  <a:cubicBezTo>
                    <a:pt x="125540" y="0"/>
                    <a:pt x="129826" y="4286"/>
                    <a:pt x="129826" y="9525"/>
                  </a:cubicBezTo>
                  <a:lnTo>
                    <a:pt x="129826" y="9525"/>
                  </a:lnTo>
                  <a:cubicBezTo>
                    <a:pt x="129826" y="14764"/>
                    <a:pt x="125540" y="19050"/>
                    <a:pt x="120301" y="19050"/>
                  </a:cubicBezTo>
                  <a:lnTo>
                    <a:pt x="120301" y="19050"/>
                  </a:lnTo>
                  <a:cubicBezTo>
                    <a:pt x="114967" y="19050"/>
                    <a:pt x="110776" y="14764"/>
                    <a:pt x="110776" y="9525"/>
                  </a:cubicBezTo>
                  <a:close/>
                  <a:moveTo>
                    <a:pt x="73819" y="9525"/>
                  </a:moveTo>
                  <a:cubicBezTo>
                    <a:pt x="73819" y="4286"/>
                    <a:pt x="78105" y="0"/>
                    <a:pt x="83344" y="0"/>
                  </a:cubicBezTo>
                  <a:lnTo>
                    <a:pt x="83344" y="0"/>
                  </a:lnTo>
                  <a:cubicBezTo>
                    <a:pt x="88582" y="0"/>
                    <a:pt x="92869" y="4286"/>
                    <a:pt x="92869" y="9525"/>
                  </a:cubicBezTo>
                  <a:lnTo>
                    <a:pt x="92869" y="9525"/>
                  </a:lnTo>
                  <a:cubicBezTo>
                    <a:pt x="92869" y="14764"/>
                    <a:pt x="88582" y="19050"/>
                    <a:pt x="83344" y="19050"/>
                  </a:cubicBezTo>
                  <a:lnTo>
                    <a:pt x="83344" y="19050"/>
                  </a:lnTo>
                  <a:cubicBezTo>
                    <a:pt x="78105" y="19050"/>
                    <a:pt x="73819" y="14764"/>
                    <a:pt x="73819" y="9525"/>
                  </a:cubicBezTo>
                  <a:close/>
                  <a:moveTo>
                    <a:pt x="36957" y="9525"/>
                  </a:moveTo>
                  <a:cubicBezTo>
                    <a:pt x="36957" y="4286"/>
                    <a:pt x="41148" y="0"/>
                    <a:pt x="46482" y="0"/>
                  </a:cubicBezTo>
                  <a:lnTo>
                    <a:pt x="46482" y="0"/>
                  </a:lnTo>
                  <a:cubicBezTo>
                    <a:pt x="51721" y="0"/>
                    <a:pt x="55912" y="4286"/>
                    <a:pt x="55912" y="9525"/>
                  </a:cubicBezTo>
                  <a:lnTo>
                    <a:pt x="55912" y="9525"/>
                  </a:lnTo>
                  <a:cubicBezTo>
                    <a:pt x="55912" y="14764"/>
                    <a:pt x="51721" y="19050"/>
                    <a:pt x="46482" y="19050"/>
                  </a:cubicBezTo>
                  <a:lnTo>
                    <a:pt x="46482" y="19050"/>
                  </a:lnTo>
                  <a:cubicBezTo>
                    <a:pt x="41148" y="19050"/>
                    <a:pt x="36957" y="14764"/>
                    <a:pt x="36957" y="9525"/>
                  </a:cubicBezTo>
                  <a:close/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764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764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B0557E0-986E-65C7-B1ED-8F29A3D7A88D}"/>
                </a:ext>
              </a:extLst>
            </p:cNvPr>
            <p:cNvSpPr/>
            <p:nvPr/>
          </p:nvSpPr>
          <p:spPr>
            <a:xfrm>
              <a:off x="6538341" y="341585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C2F50E6-0E71-C588-FB7B-17C09C63901D}"/>
                </a:ext>
              </a:extLst>
            </p:cNvPr>
            <p:cNvSpPr/>
            <p:nvPr/>
          </p:nvSpPr>
          <p:spPr>
            <a:xfrm>
              <a:off x="6535483" y="361121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0C9242E-EAC5-5463-C8D7-F2F437A98DBD}"/>
                </a:ext>
              </a:extLst>
            </p:cNvPr>
            <p:cNvSpPr/>
            <p:nvPr/>
          </p:nvSpPr>
          <p:spPr>
            <a:xfrm>
              <a:off x="6483381" y="370255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55A5135-AF5E-77A7-ADF5-4818F867D82B}"/>
                </a:ext>
              </a:extLst>
            </p:cNvPr>
            <p:cNvSpPr/>
            <p:nvPr/>
          </p:nvSpPr>
          <p:spPr>
            <a:xfrm>
              <a:off x="5801296" y="3610164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521F782-72F7-6BB8-3046-5BFD37362788}"/>
                </a:ext>
              </a:extLst>
            </p:cNvPr>
            <p:cNvSpPr/>
            <p:nvPr/>
          </p:nvSpPr>
          <p:spPr>
            <a:xfrm>
              <a:off x="5641943" y="3618547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5034704-5FCC-063F-CFF5-49C71BC21041}"/>
                </a:ext>
              </a:extLst>
            </p:cNvPr>
            <p:cNvSpPr/>
            <p:nvPr/>
          </p:nvSpPr>
          <p:spPr>
            <a:xfrm>
              <a:off x="5639180" y="3454526"/>
              <a:ext cx="19049" cy="19050"/>
            </a:xfrm>
            <a:custGeom>
              <a:avLst/>
              <a:gdLst>
                <a:gd name="connsiteX0" fmla="*/ 0 w 19049"/>
                <a:gd name="connsiteY0" fmla="*/ 9525 h 19050"/>
                <a:gd name="connsiteX1" fmla="*/ 9525 w 19049"/>
                <a:gd name="connsiteY1" fmla="*/ 0 h 19050"/>
                <a:gd name="connsiteX2" fmla="*/ 9525 w 19049"/>
                <a:gd name="connsiteY2" fmla="*/ 0 h 19050"/>
                <a:gd name="connsiteX3" fmla="*/ 19050 w 19049"/>
                <a:gd name="connsiteY3" fmla="*/ 9525 h 19050"/>
                <a:gd name="connsiteX4" fmla="*/ 19050 w 19049"/>
                <a:gd name="connsiteY4" fmla="*/ 9525 h 19050"/>
                <a:gd name="connsiteX5" fmla="*/ 9525 w 19049"/>
                <a:gd name="connsiteY5" fmla="*/ 19050 h 19050"/>
                <a:gd name="connsiteX6" fmla="*/ 9525 w 19049"/>
                <a:gd name="connsiteY6" fmla="*/ 19050 h 19050"/>
                <a:gd name="connsiteX7" fmla="*/ 0 w 19049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9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628FD3D-22CF-42F8-2056-31C54C05876A}"/>
                </a:ext>
              </a:extLst>
            </p:cNvPr>
            <p:cNvSpPr/>
            <p:nvPr/>
          </p:nvSpPr>
          <p:spPr>
            <a:xfrm>
              <a:off x="5640038" y="3226307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3C403ED-AD9D-B20F-0B3C-244606C574F0}"/>
                </a:ext>
              </a:extLst>
            </p:cNvPr>
            <p:cNvSpPr/>
            <p:nvPr/>
          </p:nvSpPr>
          <p:spPr>
            <a:xfrm>
              <a:off x="5696902" y="312753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40A7CF5-ACB1-7F8B-ED84-F39F62361CBA}"/>
                </a:ext>
              </a:extLst>
            </p:cNvPr>
            <p:cNvSpPr/>
            <p:nvPr/>
          </p:nvSpPr>
          <p:spPr>
            <a:xfrm>
              <a:off x="6036087" y="293646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6E8ABF1-4A87-6182-B13E-8709D30C4E66}"/>
                </a:ext>
              </a:extLst>
            </p:cNvPr>
            <p:cNvSpPr/>
            <p:nvPr/>
          </p:nvSpPr>
          <p:spPr>
            <a:xfrm>
              <a:off x="6143243" y="2933699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30DCFDA-DE89-A430-1629-EC39EA434E94}"/>
                </a:ext>
              </a:extLst>
            </p:cNvPr>
            <p:cNvSpPr/>
            <p:nvPr/>
          </p:nvSpPr>
          <p:spPr>
            <a:xfrm>
              <a:off x="6088284" y="3122866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02945FB-E67C-8407-B455-261DFC174402}"/>
                </a:ext>
              </a:extLst>
            </p:cNvPr>
            <p:cNvSpPr/>
            <p:nvPr/>
          </p:nvSpPr>
          <p:spPr>
            <a:xfrm>
              <a:off x="6391084" y="3604545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1EDF072-76DC-347B-9595-93DB7A1EAD12}"/>
                </a:ext>
              </a:extLst>
            </p:cNvPr>
            <p:cNvSpPr/>
            <p:nvPr/>
          </p:nvSpPr>
          <p:spPr>
            <a:xfrm>
              <a:off x="6537388" y="322259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6AC18F3-B47D-F795-2245-2001A88FE89E}"/>
                </a:ext>
              </a:extLst>
            </p:cNvPr>
            <p:cNvSpPr/>
            <p:nvPr/>
          </p:nvSpPr>
          <p:spPr>
            <a:xfrm>
              <a:off x="6069901" y="3911250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26D5CC2-1877-9179-95D4-17C166E6F58E}"/>
                </a:ext>
              </a:extLst>
            </p:cNvPr>
            <p:cNvSpPr/>
            <p:nvPr/>
          </p:nvSpPr>
          <p:spPr>
            <a:xfrm>
              <a:off x="5692235" y="3706272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1FDCAD2-4DF5-E3A5-826F-7265D0DD08F4}"/>
                </a:ext>
              </a:extLst>
            </p:cNvPr>
            <p:cNvSpPr/>
            <p:nvPr/>
          </p:nvSpPr>
          <p:spPr>
            <a:xfrm>
              <a:off x="6033611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DFEA4A4-4476-7420-55AE-FC1CD93EC992}"/>
                </a:ext>
              </a:extLst>
            </p:cNvPr>
            <p:cNvSpPr/>
            <p:nvPr/>
          </p:nvSpPr>
          <p:spPr>
            <a:xfrm>
              <a:off x="6149149" y="3896391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E392948-0291-E37D-B49B-53CFC44A6532}"/>
                </a:ext>
              </a:extLst>
            </p:cNvPr>
            <p:cNvSpPr/>
            <p:nvPr/>
          </p:nvSpPr>
          <p:spPr>
            <a:xfrm>
              <a:off x="6121812" y="3912583"/>
              <a:ext cx="19050" cy="19050"/>
            </a:xfrm>
            <a:custGeom>
              <a:avLst/>
              <a:gdLst>
                <a:gd name="connsiteX0" fmla="*/ 0 w 19050"/>
                <a:gd name="connsiteY0" fmla="*/ 9525 h 19050"/>
                <a:gd name="connsiteX1" fmla="*/ 9525 w 19050"/>
                <a:gd name="connsiteY1" fmla="*/ 0 h 19050"/>
                <a:gd name="connsiteX2" fmla="*/ 9525 w 19050"/>
                <a:gd name="connsiteY2" fmla="*/ 0 h 19050"/>
                <a:gd name="connsiteX3" fmla="*/ 19050 w 19050"/>
                <a:gd name="connsiteY3" fmla="*/ 9525 h 19050"/>
                <a:gd name="connsiteX4" fmla="*/ 19050 w 19050"/>
                <a:gd name="connsiteY4" fmla="*/ 9525 h 19050"/>
                <a:gd name="connsiteX5" fmla="*/ 9525 w 19050"/>
                <a:gd name="connsiteY5" fmla="*/ 19050 h 19050"/>
                <a:gd name="connsiteX6" fmla="*/ 9525 w 19050"/>
                <a:gd name="connsiteY6" fmla="*/ 19050 h 19050"/>
                <a:gd name="connsiteX7" fmla="*/ 0 w 19050"/>
                <a:gd name="connsiteY7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4286"/>
                    <a:pt x="4286" y="0"/>
                    <a:pt x="9525" y="0"/>
                  </a:cubicBezTo>
                  <a:lnTo>
                    <a:pt x="9525" y="0"/>
                  </a:lnTo>
                  <a:cubicBezTo>
                    <a:pt x="14859" y="0"/>
                    <a:pt x="19050" y="4286"/>
                    <a:pt x="19050" y="9525"/>
                  </a:cubicBezTo>
                  <a:lnTo>
                    <a:pt x="19050" y="9525"/>
                  </a:lnTo>
                  <a:cubicBezTo>
                    <a:pt x="19050" y="14764"/>
                    <a:pt x="14859" y="19050"/>
                    <a:pt x="9525" y="19050"/>
                  </a:cubicBezTo>
                  <a:lnTo>
                    <a:pt x="9525" y="19050"/>
                  </a:lnTo>
                  <a:cubicBezTo>
                    <a:pt x="4286" y="19050"/>
                    <a:pt x="0" y="14764"/>
                    <a:pt x="0" y="95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64" name="Graphic 43">
            <a:extLst>
              <a:ext uri="{FF2B5EF4-FFF2-40B4-BE49-F238E27FC236}">
                <a16:creationId xmlns:a16="http://schemas.microsoft.com/office/drawing/2014/main" id="{B87C3DED-2BEC-47E4-87BA-5968FE04928F}"/>
              </a:ext>
            </a:extLst>
          </p:cNvPr>
          <p:cNvSpPr/>
          <p:nvPr userDrawn="1"/>
        </p:nvSpPr>
        <p:spPr>
          <a:xfrm>
            <a:off x="8067068" y="318315"/>
            <a:ext cx="295729" cy="295729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rgbClr val="3CAB6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64135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21271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red logo&#10;&#10;Description automatically generated">
            <a:extLst>
              <a:ext uri="{FF2B5EF4-FFF2-40B4-BE49-F238E27FC236}">
                <a16:creationId xmlns:a16="http://schemas.microsoft.com/office/drawing/2014/main" id="{EE1C22A3-08A2-1A8D-A8BC-B6F773BFA1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8756" y="6071571"/>
            <a:ext cx="1766587" cy="69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20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0683C-FEF2-B5EC-8ACB-30E84F416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90451-8CA3-E648-A35C-03AB36D89D55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3B70A-F3F1-C5A5-9BF9-808A64E86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5CE0F-1156-FD7B-7F30-A4C6766CB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D987C-3A0F-8D43-A6C2-50BEE082979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7A49B5E7-014B-C38B-9E02-61B1DAC55A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l="-2" r="62523"/>
          <a:stretch/>
        </p:blipFill>
        <p:spPr>
          <a:xfrm>
            <a:off x="11481496" y="271464"/>
            <a:ext cx="422953" cy="4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489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6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84" r:id="rId12"/>
    <p:sldLayoutId id="2147483685" r:id="rId13"/>
    <p:sldLayoutId id="2147483687" r:id="rId14"/>
    <p:sldLayoutId id="2147483658" r:id="rId15"/>
    <p:sldLayoutId id="2147483693" r:id="rId16"/>
    <p:sldLayoutId id="2147483694" r:id="rId17"/>
    <p:sldLayoutId id="2147483659" r:id="rId18"/>
    <p:sldLayoutId id="2147483688" r:id="rId19"/>
    <p:sldLayoutId id="2147483689" r:id="rId20"/>
    <p:sldLayoutId id="2147483692" r:id="rId21"/>
    <p:sldLayoutId id="2147483695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B5F64-9A3A-6B34-5F8E-7220518A4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7D7AD92B-5EB9-EB35-2E91-C7E6C2019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000" b="97333" l="9778" r="89778">
                        <a14:foregroundMark x1="68444" y1="4444" x2="68444" y2="4444"/>
                        <a14:foregroundMark x1="76000" y1="92000" x2="32444" y2="89778"/>
                        <a14:foregroundMark x1="43556" y1="96889" x2="43556" y2="96889"/>
                        <a14:foregroundMark x1="58667" y1="97333" x2="58667" y2="97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2335" y="941004"/>
            <a:ext cx="3246509" cy="324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raphic 2">
            <a:extLst>
              <a:ext uri="{FF2B5EF4-FFF2-40B4-BE49-F238E27FC236}">
                <a16:creationId xmlns:a16="http://schemas.microsoft.com/office/drawing/2014/main" id="{E80A792F-5F7B-65BB-256A-001A38682658}"/>
              </a:ext>
            </a:extLst>
          </p:cNvPr>
          <p:cNvSpPr/>
          <p:nvPr/>
        </p:nvSpPr>
        <p:spPr>
          <a:xfrm rot="1802222">
            <a:off x="7029375" y="191767"/>
            <a:ext cx="1007938" cy="900971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rgbClr val="AA29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Graphic 40">
            <a:extLst>
              <a:ext uri="{FF2B5EF4-FFF2-40B4-BE49-F238E27FC236}">
                <a16:creationId xmlns:a16="http://schemas.microsoft.com/office/drawing/2014/main" id="{81E5CB6E-2008-541A-BCFA-184284A261B5}"/>
              </a:ext>
            </a:extLst>
          </p:cNvPr>
          <p:cNvSpPr/>
          <p:nvPr/>
        </p:nvSpPr>
        <p:spPr>
          <a:xfrm rot="20340354">
            <a:off x="11410429" y="4216659"/>
            <a:ext cx="1233330" cy="1370906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C5F7B7B-6F5F-F47E-E18A-37EC864B4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 l="18" r="18"/>
          <a:stretch/>
        </p:blipFill>
        <p:spPr bwMode="auto">
          <a:xfrm>
            <a:off x="8814963" y="3212536"/>
            <a:ext cx="2149422" cy="2150197"/>
          </a:xfrm>
          <a:prstGeom prst="ellipse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29638F4-617E-3127-11B5-CFC0C0D81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888" y="1779575"/>
            <a:ext cx="5508891" cy="1325563"/>
          </a:xfrm>
        </p:spPr>
        <p:txBody>
          <a:bodyPr/>
          <a:lstStyle/>
          <a:p>
            <a:r>
              <a:rPr lang="en-GB" sz="4400"/>
              <a:t>A lightning-fast </a:t>
            </a:r>
            <a:r>
              <a:rPr lang="en-GB" sz="4400" dirty="0"/>
              <a:t>guide to Slowly Changing Dimension (SCD) Types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955A8E1E-AA2B-7577-1FC3-3067BDB958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6888" y="4538015"/>
            <a:ext cx="5851564" cy="557212"/>
          </a:xfrm>
        </p:spPr>
        <p:txBody>
          <a:bodyPr/>
          <a:lstStyle/>
          <a:p>
            <a:r>
              <a:rPr lang="en-GB" sz="2400" dirty="0"/>
              <a:t>Ashley Warren</a:t>
            </a:r>
          </a:p>
          <a:p>
            <a:r>
              <a:rPr lang="en-GB" sz="2400" dirty="0"/>
              <a:t>Senior Analytics Consultant @</a:t>
            </a:r>
          </a:p>
          <a:p>
            <a:r>
              <a:rPr lang="en-GB" sz="2400" dirty="0"/>
              <a:t>Advancing Analytics</a:t>
            </a:r>
          </a:p>
        </p:txBody>
      </p:sp>
    </p:spTree>
    <p:extLst>
      <p:ext uri="{BB962C8B-B14F-4D97-AF65-F5344CB8AC3E}">
        <p14:creationId xmlns:p14="http://schemas.microsoft.com/office/powerpoint/2010/main" val="3438599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4044A8-5499-5101-1C1B-7E48C9D8A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154" y="2845346"/>
            <a:ext cx="3300228" cy="3292218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9410BC7-3FB6-969F-9019-B6E469E118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3600" dirty="0"/>
              <a:t>Why should I care about SCDs?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3E6DE6A-7377-62DE-2322-F54BDDDDA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653884"/>
              </p:ext>
            </p:extLst>
          </p:nvPr>
        </p:nvGraphicFramePr>
        <p:xfrm>
          <a:off x="3534797" y="1331917"/>
          <a:ext cx="81280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3803738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247667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0516896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3584733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22848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PersonKey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Country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51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Pengu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p3ngu@igloo.co.uk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United Kingdom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24132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1B58F29-C70A-3E45-EA7D-CD23D4C00764}"/>
              </a:ext>
            </a:extLst>
          </p:cNvPr>
          <p:cNvSpPr txBox="1"/>
          <p:nvPr/>
        </p:nvSpPr>
        <p:spPr>
          <a:xfrm>
            <a:off x="715617" y="1606544"/>
            <a:ext cx="2119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Your HR Data: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3281C2-41A8-1B0D-BE6B-DA9B399A6B69}"/>
              </a:ext>
            </a:extLst>
          </p:cNvPr>
          <p:cNvSpPr txBox="1"/>
          <p:nvPr/>
        </p:nvSpPr>
        <p:spPr>
          <a:xfrm>
            <a:off x="733741" y="2981472"/>
            <a:ext cx="22820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 year later, </a:t>
            </a:r>
            <a:r>
              <a:rPr lang="en-GB" sz="2400" dirty="0" err="1"/>
              <a:t>Pengu</a:t>
            </a:r>
            <a:r>
              <a:rPr lang="en-GB" sz="2400" dirty="0"/>
              <a:t> tells you:</a:t>
            </a:r>
          </a:p>
        </p:txBody>
      </p:sp>
      <p:sp>
        <p:nvSpPr>
          <p:cNvPr id="17" name="Speech Bubble: Oval 16">
            <a:extLst>
              <a:ext uri="{FF2B5EF4-FFF2-40B4-BE49-F238E27FC236}">
                <a16:creationId xmlns:a16="http://schemas.microsoft.com/office/drawing/2014/main" id="{429D0192-6CEA-6F30-A6EF-27B179BF548A}"/>
              </a:ext>
            </a:extLst>
          </p:cNvPr>
          <p:cNvSpPr/>
          <p:nvPr/>
        </p:nvSpPr>
        <p:spPr>
          <a:xfrm>
            <a:off x="6671144" y="2671689"/>
            <a:ext cx="2735249" cy="1256306"/>
          </a:xfrm>
          <a:prstGeom prst="wedgeEllipseCallout">
            <a:avLst>
              <a:gd name="adj1" fmla="val -71124"/>
              <a:gd name="adj2" fmla="val 48576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I’m moving to Dublin!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062063-7703-4BDB-37A5-08833FA3D86A}"/>
              </a:ext>
            </a:extLst>
          </p:cNvPr>
          <p:cNvSpPr txBox="1"/>
          <p:nvPr/>
        </p:nvSpPr>
        <p:spPr>
          <a:xfrm>
            <a:off x="7704815" y="4636669"/>
            <a:ext cx="3745064" cy="10772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3200" dirty="0"/>
              <a:t>What happens to your data?</a:t>
            </a:r>
          </a:p>
        </p:txBody>
      </p:sp>
    </p:spTree>
    <p:extLst>
      <p:ext uri="{BB962C8B-B14F-4D97-AF65-F5344CB8AC3E}">
        <p14:creationId xmlns:p14="http://schemas.microsoft.com/office/powerpoint/2010/main" val="3509082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A830F-7C62-7CA4-A039-29FDB3E15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45430A-530E-0373-DD29-979BFE357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979" y="3164670"/>
            <a:ext cx="3405269" cy="3397004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C66856C-AA4F-6C76-E7E8-F11BF148C2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388" y="179456"/>
            <a:ext cx="7021456" cy="1010920"/>
          </a:xfrm>
        </p:spPr>
        <p:txBody>
          <a:bodyPr/>
          <a:lstStyle/>
          <a:p>
            <a:pPr marL="0" indent="0">
              <a:buNone/>
            </a:pPr>
            <a:r>
              <a:rPr lang="en-GB" sz="4800" dirty="0">
                <a:solidFill>
                  <a:schemeClr val="accent1"/>
                </a:solidFill>
              </a:rPr>
              <a:t>Type 0: retain original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EB5EE33-24F2-E0A3-E8AB-34B94211B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085335"/>
              </p:ext>
            </p:extLst>
          </p:nvPr>
        </p:nvGraphicFramePr>
        <p:xfrm>
          <a:off x="1872975" y="1609134"/>
          <a:ext cx="81280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3803738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247667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0516896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3584733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22848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PersonKey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Country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51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Pengu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p3ngu@igloo.co.uk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United Kingdom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241321"/>
                  </a:ext>
                </a:extLst>
              </a:tr>
            </a:tbl>
          </a:graphicData>
        </a:graphic>
      </p:graphicFrame>
      <p:sp>
        <p:nvSpPr>
          <p:cNvPr id="17" name="Speech Bubble: Oval 16">
            <a:extLst>
              <a:ext uri="{FF2B5EF4-FFF2-40B4-BE49-F238E27FC236}">
                <a16:creationId xmlns:a16="http://schemas.microsoft.com/office/drawing/2014/main" id="{9860E58D-39D7-06FE-585B-2A2F19CEEE5B}"/>
              </a:ext>
            </a:extLst>
          </p:cNvPr>
          <p:cNvSpPr/>
          <p:nvPr/>
        </p:nvSpPr>
        <p:spPr>
          <a:xfrm>
            <a:off x="3959750" y="3196526"/>
            <a:ext cx="2735249" cy="1256306"/>
          </a:xfrm>
          <a:prstGeom prst="wedgeEllipseCallout">
            <a:avLst>
              <a:gd name="adj1" fmla="val -71124"/>
              <a:gd name="adj2" fmla="val 48576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I’m moving to Dublin!</a:t>
            </a:r>
          </a:p>
        </p:txBody>
      </p:sp>
      <p:pic>
        <p:nvPicPr>
          <p:cNvPr id="2050" name="Picture 2" descr="Windows Recycle Bin Forensics. The Recycle Bin | by thismanera | Medium">
            <a:extLst>
              <a:ext uri="{FF2B5EF4-FFF2-40B4-BE49-F238E27FC236}">
                <a16:creationId xmlns:a16="http://schemas.microsoft.com/office/drawing/2014/main" id="{B6CEAAA4-BD7B-F27D-DEFB-C205CD352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9525" y="3768918"/>
            <a:ext cx="3089082" cy="3089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FC77C8-E542-B147-79DB-2296C17A8FA8}"/>
              </a:ext>
            </a:extLst>
          </p:cNvPr>
          <p:cNvSpPr/>
          <p:nvPr/>
        </p:nvSpPr>
        <p:spPr>
          <a:xfrm>
            <a:off x="1399430" y="4794637"/>
            <a:ext cx="2703443" cy="1645920"/>
          </a:xfrm>
          <a:custGeom>
            <a:avLst/>
            <a:gdLst>
              <a:gd name="csX0" fmla="*/ 135172 w 2703443"/>
              <a:gd name="csY0" fmla="*/ 0 h 1645920"/>
              <a:gd name="csX1" fmla="*/ 906448 w 2703443"/>
              <a:gd name="csY1" fmla="*/ 182880 h 1645920"/>
              <a:gd name="csX2" fmla="*/ 1351721 w 2703443"/>
              <a:gd name="csY2" fmla="*/ 222636 h 1645920"/>
              <a:gd name="csX3" fmla="*/ 1709530 w 2703443"/>
              <a:gd name="csY3" fmla="*/ 174928 h 1645920"/>
              <a:gd name="csX4" fmla="*/ 2242267 w 2703443"/>
              <a:gd name="csY4" fmla="*/ 71561 h 1645920"/>
              <a:gd name="csX5" fmla="*/ 2488758 w 2703443"/>
              <a:gd name="csY5" fmla="*/ 0 h 1645920"/>
              <a:gd name="csX6" fmla="*/ 2528514 w 2703443"/>
              <a:gd name="csY6" fmla="*/ 15902 h 1645920"/>
              <a:gd name="csX7" fmla="*/ 2703443 w 2703443"/>
              <a:gd name="csY7" fmla="*/ 1510747 h 1645920"/>
              <a:gd name="csX8" fmla="*/ 2313829 w 2703443"/>
              <a:gd name="csY8" fmla="*/ 1645920 h 1645920"/>
              <a:gd name="csX9" fmla="*/ 166977 w 2703443"/>
              <a:gd name="csY9" fmla="*/ 1645920 h 1645920"/>
              <a:gd name="csX10" fmla="*/ 0 w 2703443"/>
              <a:gd name="csY10" fmla="*/ 1590260 h 1645920"/>
              <a:gd name="csX11" fmla="*/ 103367 w 2703443"/>
              <a:gd name="csY11" fmla="*/ 87464 h 1645920"/>
              <a:gd name="csX12" fmla="*/ 135172 w 2703443"/>
              <a:gd name="csY12" fmla="*/ 0 h 164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703443" h="1645920">
                <a:moveTo>
                  <a:pt x="135172" y="0"/>
                </a:moveTo>
                <a:lnTo>
                  <a:pt x="906448" y="182880"/>
                </a:lnTo>
                <a:lnTo>
                  <a:pt x="1351721" y="222636"/>
                </a:lnTo>
                <a:lnTo>
                  <a:pt x="1709530" y="174928"/>
                </a:lnTo>
                <a:lnTo>
                  <a:pt x="2242267" y="71561"/>
                </a:lnTo>
                <a:lnTo>
                  <a:pt x="2488758" y="0"/>
                </a:lnTo>
                <a:lnTo>
                  <a:pt x="2528514" y="15902"/>
                </a:lnTo>
                <a:lnTo>
                  <a:pt x="2703443" y="1510747"/>
                </a:lnTo>
                <a:lnTo>
                  <a:pt x="2313829" y="1645920"/>
                </a:lnTo>
                <a:lnTo>
                  <a:pt x="166977" y="1645920"/>
                </a:lnTo>
                <a:lnTo>
                  <a:pt x="0" y="1590260"/>
                </a:lnTo>
                <a:lnTo>
                  <a:pt x="103367" y="87464"/>
                </a:lnTo>
                <a:lnTo>
                  <a:pt x="135172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</a:rPr>
              <a:t>Bin the new data &amp; keep the original</a:t>
            </a:r>
          </a:p>
        </p:txBody>
      </p:sp>
    </p:spTree>
    <p:extLst>
      <p:ext uri="{BB962C8B-B14F-4D97-AF65-F5344CB8AC3E}">
        <p14:creationId xmlns:p14="http://schemas.microsoft.com/office/powerpoint/2010/main" val="404349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4.16667E-6 -2.96296E-6 L -4.16667E-6 0.00023 C 0.00378 -0.00995 0.00977 -0.02615 0.01433 -0.03333 C 0.02084 -0.04398 0.02787 -0.0544 0.03594 -0.06227 C 0.06954 -0.09629 0.0892 -0.11875 0.1237 -0.13217 C 0.13125 -0.13518 0.1392 -0.13657 0.14675 -0.13865 C 0.16472 -0.13703 0.18282 -0.13727 0.20079 -0.13333 C 0.20873 -0.13171 0.21628 -0.12615 0.22383 -0.12222 C 0.22956 -0.11921 0.23555 -0.11643 0.24115 -0.11227 C 0.25157 -0.10463 0.26198 -0.08958 0.26914 -0.07662 C 0.27279 -0.07037 0.275 -0.06273 0.27774 -0.05555 C 0.28217 -0.04444 0.28073 -0.04722 0.28425 -0.03565 C 0.28737 -0.02546 0.2875 -0.02546 0.29089 -0.01666 C 0.29154 -0.01157 0.29206 -0.00578 0.29375 -0.00115 C 0.3017 0.02107 0.30235 0.01806 0.30599 0.03426 C 0.30821 0.04514 0.30664 0.06181 0.30664 0.07014 " pathEditMode="relative" rAng="0" ptsTypes="AAAAAAAAAAAAAAAA">
                                      <p:cBhvr>
                                        <p:cTn id="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352" y="-3426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7" grpId="0" build="allAtOnce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DF6EA-D4FD-3884-F692-83A28CC3A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CA438F7-98CD-33FD-CCC3-DE3B5B61B1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511394"/>
              </p:ext>
            </p:extLst>
          </p:nvPr>
        </p:nvGraphicFramePr>
        <p:xfrm>
          <a:off x="1872975" y="1609134"/>
          <a:ext cx="81280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3803738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247667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0516896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3584733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22848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PersonKey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Country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51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Pengu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p3ngu@igloo.co.uk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24132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8C2BD5B-A3F9-0EAF-5466-367F73121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510538"/>
              </p:ext>
            </p:extLst>
          </p:nvPr>
        </p:nvGraphicFramePr>
        <p:xfrm>
          <a:off x="1872975" y="1609134"/>
          <a:ext cx="81280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3803738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247667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0516896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3584733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22848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PersonKey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Country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51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Pengu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p3ngu@igloo.co.uk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Dublin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Ireland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24132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0FEFCCE-C3D9-7BDA-6DA8-F34749F6D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979" y="3164670"/>
            <a:ext cx="3405269" cy="3397004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7336CD-DB42-E99D-3AD3-78841BD77B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387" y="179456"/>
            <a:ext cx="7786865" cy="1010920"/>
          </a:xfrm>
        </p:spPr>
        <p:txBody>
          <a:bodyPr/>
          <a:lstStyle/>
          <a:p>
            <a:pPr marL="0" indent="0">
              <a:buNone/>
            </a:pPr>
            <a:r>
              <a:rPr lang="en-GB" sz="4800" dirty="0">
                <a:solidFill>
                  <a:schemeClr val="accent1"/>
                </a:solidFill>
              </a:rPr>
              <a:t>Type 1: Overwrite with new</a:t>
            </a:r>
          </a:p>
        </p:txBody>
      </p:sp>
      <p:sp>
        <p:nvSpPr>
          <p:cNvPr id="17" name="Speech Bubble: Oval 16">
            <a:extLst>
              <a:ext uri="{FF2B5EF4-FFF2-40B4-BE49-F238E27FC236}">
                <a16:creationId xmlns:a16="http://schemas.microsoft.com/office/drawing/2014/main" id="{A7FD071D-9E29-6BA3-75F1-C4DCCBF44B32}"/>
              </a:ext>
            </a:extLst>
          </p:cNvPr>
          <p:cNvSpPr/>
          <p:nvPr/>
        </p:nvSpPr>
        <p:spPr>
          <a:xfrm>
            <a:off x="3959750" y="3196526"/>
            <a:ext cx="2735249" cy="1256306"/>
          </a:xfrm>
          <a:prstGeom prst="wedgeEllipseCallout">
            <a:avLst>
              <a:gd name="adj1" fmla="val -71124"/>
              <a:gd name="adj2" fmla="val 48576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I’m moving to Dublin!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6C12FA-D61B-0B42-3A2A-7FF871F90C7A}"/>
              </a:ext>
            </a:extLst>
          </p:cNvPr>
          <p:cNvSpPr/>
          <p:nvPr/>
        </p:nvSpPr>
        <p:spPr>
          <a:xfrm>
            <a:off x="6763391" y="1993487"/>
            <a:ext cx="1329049" cy="345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Bath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584D63-1B61-FFE3-C189-00C57FD75892}"/>
              </a:ext>
            </a:extLst>
          </p:cNvPr>
          <p:cNvSpPr/>
          <p:nvPr/>
        </p:nvSpPr>
        <p:spPr>
          <a:xfrm>
            <a:off x="8388342" y="1993487"/>
            <a:ext cx="1503219" cy="5608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United Kingdom</a:t>
            </a:r>
          </a:p>
        </p:txBody>
      </p:sp>
      <p:pic>
        <p:nvPicPr>
          <p:cNvPr id="8" name="Picture 2" descr="Windows Recycle Bin Forensics. The Recycle Bin | by thismanera | Medium">
            <a:extLst>
              <a:ext uri="{FF2B5EF4-FFF2-40B4-BE49-F238E27FC236}">
                <a16:creationId xmlns:a16="http://schemas.microsoft.com/office/drawing/2014/main" id="{F06230B8-E20B-9F13-5C37-C780A975C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9525" y="3768918"/>
            <a:ext cx="3089082" cy="3089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878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79167E-6 -2.22222E-6 L 0.10899 0.37732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43" y="18866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6.25E-7 -1.48148E-6 L -0.03529 0.36852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18426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C5CB9-70B2-4D6D-6116-3E1C86BB8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CDDAF5-FEF7-9B40-B617-9F112685D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645446"/>
              </p:ext>
            </p:extLst>
          </p:nvPr>
        </p:nvGraphicFramePr>
        <p:xfrm>
          <a:off x="719724" y="1312322"/>
          <a:ext cx="11106512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314">
                  <a:extLst>
                    <a:ext uri="{9D8B030D-6E8A-4147-A177-3AD203B41FA5}">
                      <a16:colId xmlns:a16="http://schemas.microsoft.com/office/drawing/2014/main" val="1380373828"/>
                    </a:ext>
                  </a:extLst>
                </a:gridCol>
                <a:gridCol w="1388314">
                  <a:extLst>
                    <a:ext uri="{9D8B030D-6E8A-4147-A177-3AD203B41FA5}">
                      <a16:colId xmlns:a16="http://schemas.microsoft.com/office/drawing/2014/main" val="3724766780"/>
                    </a:ext>
                  </a:extLst>
                </a:gridCol>
                <a:gridCol w="1388314">
                  <a:extLst>
                    <a:ext uri="{9D8B030D-6E8A-4147-A177-3AD203B41FA5}">
                      <a16:colId xmlns:a16="http://schemas.microsoft.com/office/drawing/2014/main" val="2305168968"/>
                    </a:ext>
                  </a:extLst>
                </a:gridCol>
                <a:gridCol w="1388314">
                  <a:extLst>
                    <a:ext uri="{9D8B030D-6E8A-4147-A177-3AD203B41FA5}">
                      <a16:colId xmlns:a16="http://schemas.microsoft.com/office/drawing/2014/main" val="835847330"/>
                    </a:ext>
                  </a:extLst>
                </a:gridCol>
                <a:gridCol w="1388314">
                  <a:extLst>
                    <a:ext uri="{9D8B030D-6E8A-4147-A177-3AD203B41FA5}">
                      <a16:colId xmlns:a16="http://schemas.microsoft.com/office/drawing/2014/main" val="2622848828"/>
                    </a:ext>
                  </a:extLst>
                </a:gridCol>
                <a:gridCol w="1388314">
                  <a:extLst>
                    <a:ext uri="{9D8B030D-6E8A-4147-A177-3AD203B41FA5}">
                      <a16:colId xmlns:a16="http://schemas.microsoft.com/office/drawing/2014/main" val="3241316589"/>
                    </a:ext>
                  </a:extLst>
                </a:gridCol>
                <a:gridCol w="1388314">
                  <a:extLst>
                    <a:ext uri="{9D8B030D-6E8A-4147-A177-3AD203B41FA5}">
                      <a16:colId xmlns:a16="http://schemas.microsoft.com/office/drawing/2014/main" val="2099840004"/>
                    </a:ext>
                  </a:extLst>
                </a:gridCol>
                <a:gridCol w="1388314">
                  <a:extLst>
                    <a:ext uri="{9D8B030D-6E8A-4147-A177-3AD203B41FA5}">
                      <a16:colId xmlns:a16="http://schemas.microsoft.com/office/drawing/2014/main" val="1372588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 err="1"/>
                        <a:t>PersonKey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err="1"/>
                        <a:t>ValidFrom</a:t>
                      </a:r>
                      <a:endParaRPr lang="en-GB" sz="16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ValidTo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err="1"/>
                        <a:t>CurrentYN</a:t>
                      </a:r>
                      <a:endParaRPr lang="en-GB" sz="16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51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err="1"/>
                        <a:t>Pengu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p3ngu@igloo.co.uk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United Kingdom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2025-06-13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2026-06-11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N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241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001</a:t>
                      </a:r>
                    </a:p>
                  </a:txBody>
                  <a:tcPr>
                    <a:solidFill>
                      <a:srgbClr val="E2CD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err="1"/>
                        <a:t>Pengu</a:t>
                      </a:r>
                      <a:endParaRPr lang="en-GB" sz="1600" dirty="0"/>
                    </a:p>
                  </a:txBody>
                  <a:tcPr>
                    <a:solidFill>
                      <a:srgbClr val="E2CD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p3ngu@igloo.co.uk</a:t>
                      </a:r>
                    </a:p>
                  </a:txBody>
                  <a:tcPr>
                    <a:solidFill>
                      <a:srgbClr val="E2CD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Dublin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Ireland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2026-06-12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Y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60477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D276167-AA06-4B8F-B707-F58E08C14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503308"/>
              </p:ext>
            </p:extLst>
          </p:nvPr>
        </p:nvGraphicFramePr>
        <p:xfrm>
          <a:off x="719725" y="1312322"/>
          <a:ext cx="6938375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7675">
                  <a:extLst>
                    <a:ext uri="{9D8B030D-6E8A-4147-A177-3AD203B41FA5}">
                      <a16:colId xmlns:a16="http://schemas.microsoft.com/office/drawing/2014/main" val="1380373828"/>
                    </a:ext>
                  </a:extLst>
                </a:gridCol>
                <a:gridCol w="1387675">
                  <a:extLst>
                    <a:ext uri="{9D8B030D-6E8A-4147-A177-3AD203B41FA5}">
                      <a16:colId xmlns:a16="http://schemas.microsoft.com/office/drawing/2014/main" val="3724766780"/>
                    </a:ext>
                  </a:extLst>
                </a:gridCol>
                <a:gridCol w="1387675">
                  <a:extLst>
                    <a:ext uri="{9D8B030D-6E8A-4147-A177-3AD203B41FA5}">
                      <a16:colId xmlns:a16="http://schemas.microsoft.com/office/drawing/2014/main" val="2305168968"/>
                    </a:ext>
                  </a:extLst>
                </a:gridCol>
                <a:gridCol w="1387675">
                  <a:extLst>
                    <a:ext uri="{9D8B030D-6E8A-4147-A177-3AD203B41FA5}">
                      <a16:colId xmlns:a16="http://schemas.microsoft.com/office/drawing/2014/main" val="835847330"/>
                    </a:ext>
                  </a:extLst>
                </a:gridCol>
                <a:gridCol w="1387675">
                  <a:extLst>
                    <a:ext uri="{9D8B030D-6E8A-4147-A177-3AD203B41FA5}">
                      <a16:colId xmlns:a16="http://schemas.microsoft.com/office/drawing/2014/main" val="2622848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 err="1"/>
                        <a:t>PersonKey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Country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51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err="1"/>
                        <a:t>Pengu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p3ngu@igloo.co.uk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United Kingdom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24132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73DBE8F-688A-7C39-5BDF-CF037FFE9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979" y="3164670"/>
            <a:ext cx="3405269" cy="3397004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A9C081A-F9A7-865D-13C7-5EB4FB62C5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387" y="179456"/>
            <a:ext cx="8042897" cy="1010920"/>
          </a:xfrm>
        </p:spPr>
        <p:txBody>
          <a:bodyPr/>
          <a:lstStyle/>
          <a:p>
            <a:pPr marL="0" indent="0">
              <a:buNone/>
            </a:pPr>
            <a:r>
              <a:rPr lang="en-GB" sz="4800" dirty="0">
                <a:solidFill>
                  <a:schemeClr val="accent1"/>
                </a:solidFill>
              </a:rPr>
              <a:t>Type 2: Track History</a:t>
            </a:r>
          </a:p>
        </p:txBody>
      </p:sp>
      <p:sp>
        <p:nvSpPr>
          <p:cNvPr id="17" name="Speech Bubble: Oval 16">
            <a:extLst>
              <a:ext uri="{FF2B5EF4-FFF2-40B4-BE49-F238E27FC236}">
                <a16:creationId xmlns:a16="http://schemas.microsoft.com/office/drawing/2014/main" id="{C5D1C728-EDB4-7DF5-4A8A-5030E3AEEB90}"/>
              </a:ext>
            </a:extLst>
          </p:cNvPr>
          <p:cNvSpPr/>
          <p:nvPr/>
        </p:nvSpPr>
        <p:spPr>
          <a:xfrm>
            <a:off x="3959750" y="3196526"/>
            <a:ext cx="2735249" cy="1256306"/>
          </a:xfrm>
          <a:prstGeom prst="wedgeEllipseCallout">
            <a:avLst>
              <a:gd name="adj1" fmla="val -71124"/>
              <a:gd name="adj2" fmla="val 48576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I’m moving to Dublin!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9DC02-98EE-9639-EEE6-F23D2C79D9B3}"/>
              </a:ext>
            </a:extLst>
          </p:cNvPr>
          <p:cNvSpPr txBox="1"/>
          <p:nvPr/>
        </p:nvSpPr>
        <p:spPr>
          <a:xfrm>
            <a:off x="7365019" y="3572743"/>
            <a:ext cx="373500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u="sng" dirty="0"/>
              <a:t>How it works: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Track the history in the table as 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 a record valid from and to range to the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Can also have a flag for the current record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085684-9C45-8EDF-227E-EFD38EFE3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949995"/>
              </p:ext>
            </p:extLst>
          </p:nvPr>
        </p:nvGraphicFramePr>
        <p:xfrm>
          <a:off x="719725" y="1312322"/>
          <a:ext cx="11106512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314">
                  <a:extLst>
                    <a:ext uri="{9D8B030D-6E8A-4147-A177-3AD203B41FA5}">
                      <a16:colId xmlns:a16="http://schemas.microsoft.com/office/drawing/2014/main" val="1380373828"/>
                    </a:ext>
                  </a:extLst>
                </a:gridCol>
                <a:gridCol w="1388314">
                  <a:extLst>
                    <a:ext uri="{9D8B030D-6E8A-4147-A177-3AD203B41FA5}">
                      <a16:colId xmlns:a16="http://schemas.microsoft.com/office/drawing/2014/main" val="3724766780"/>
                    </a:ext>
                  </a:extLst>
                </a:gridCol>
                <a:gridCol w="1388314">
                  <a:extLst>
                    <a:ext uri="{9D8B030D-6E8A-4147-A177-3AD203B41FA5}">
                      <a16:colId xmlns:a16="http://schemas.microsoft.com/office/drawing/2014/main" val="2305168968"/>
                    </a:ext>
                  </a:extLst>
                </a:gridCol>
                <a:gridCol w="1388314">
                  <a:extLst>
                    <a:ext uri="{9D8B030D-6E8A-4147-A177-3AD203B41FA5}">
                      <a16:colId xmlns:a16="http://schemas.microsoft.com/office/drawing/2014/main" val="835847330"/>
                    </a:ext>
                  </a:extLst>
                </a:gridCol>
                <a:gridCol w="1388314">
                  <a:extLst>
                    <a:ext uri="{9D8B030D-6E8A-4147-A177-3AD203B41FA5}">
                      <a16:colId xmlns:a16="http://schemas.microsoft.com/office/drawing/2014/main" val="2622848828"/>
                    </a:ext>
                  </a:extLst>
                </a:gridCol>
                <a:gridCol w="1388314">
                  <a:extLst>
                    <a:ext uri="{9D8B030D-6E8A-4147-A177-3AD203B41FA5}">
                      <a16:colId xmlns:a16="http://schemas.microsoft.com/office/drawing/2014/main" val="3241316589"/>
                    </a:ext>
                  </a:extLst>
                </a:gridCol>
                <a:gridCol w="1388314">
                  <a:extLst>
                    <a:ext uri="{9D8B030D-6E8A-4147-A177-3AD203B41FA5}">
                      <a16:colId xmlns:a16="http://schemas.microsoft.com/office/drawing/2014/main" val="2099840004"/>
                    </a:ext>
                  </a:extLst>
                </a:gridCol>
                <a:gridCol w="1388314">
                  <a:extLst>
                    <a:ext uri="{9D8B030D-6E8A-4147-A177-3AD203B41FA5}">
                      <a16:colId xmlns:a16="http://schemas.microsoft.com/office/drawing/2014/main" val="10521609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 err="1"/>
                        <a:t>PersonKey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err="1"/>
                        <a:t>ValidFrom</a:t>
                      </a:r>
                      <a:endParaRPr lang="en-GB" sz="16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ValidTo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err="1"/>
                        <a:t>CurrentYN</a:t>
                      </a:r>
                      <a:endParaRPr lang="en-GB" sz="16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51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err="1"/>
                        <a:t>Pengu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p3ngu@igloo.co.uk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United Kingdom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2025-06-12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2026-06-11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N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241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215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E64C1D-B670-D375-47A8-AA1760EFE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And that’s all of them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025E00-E32F-DF6B-C157-12828F9B01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06563" y="3304205"/>
            <a:ext cx="8778875" cy="511175"/>
          </a:xfrm>
        </p:spPr>
        <p:txBody>
          <a:bodyPr/>
          <a:lstStyle/>
          <a:p>
            <a:r>
              <a:rPr lang="en-GB" sz="3200" dirty="0"/>
              <a:t>There are no other SCD types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E5BF71C-E841-8E92-33FB-03CD5A258D37}"/>
              </a:ext>
            </a:extLst>
          </p:cNvPr>
          <p:cNvSpPr txBox="1">
            <a:spLocks/>
          </p:cNvSpPr>
          <p:nvPr/>
        </p:nvSpPr>
        <p:spPr>
          <a:xfrm>
            <a:off x="1706563" y="3969453"/>
            <a:ext cx="8778875" cy="511175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dirty="0">
                <a:solidFill>
                  <a:schemeClr val="accent1"/>
                </a:solidFill>
              </a:rPr>
              <a:t>Or at least, not ones you’ll use regularly!</a:t>
            </a:r>
          </a:p>
        </p:txBody>
      </p:sp>
    </p:spTree>
    <p:extLst>
      <p:ext uri="{BB962C8B-B14F-4D97-AF65-F5344CB8AC3E}">
        <p14:creationId xmlns:p14="http://schemas.microsoft.com/office/powerpoint/2010/main" val="1472054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A97910-C651-1C96-5AE4-4308F599E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26296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/>
          <a:lstStyle/>
          <a:p>
            <a:pPr algn="ctr"/>
            <a:r>
              <a:rPr lang="en-GB" dirty="0"/>
              <a:t>A few more to go! You might see this very occasionally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DD0A02B-9FBE-32F8-9CC7-0289551B36DE}"/>
              </a:ext>
            </a:extLst>
          </p:cNvPr>
          <p:cNvCxnSpPr>
            <a:cxnSpLocks/>
          </p:cNvCxnSpPr>
          <p:nvPr/>
        </p:nvCxnSpPr>
        <p:spPr>
          <a:xfrm flipH="1" flipV="1">
            <a:off x="0" y="2817686"/>
            <a:ext cx="12192000" cy="66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3">
            <a:extLst>
              <a:ext uri="{FF2B5EF4-FFF2-40B4-BE49-F238E27FC236}">
                <a16:creationId xmlns:a16="http://schemas.microsoft.com/office/drawing/2014/main" id="{C8D0BAA9-69A5-0D8E-AA49-E64645A41D88}"/>
              </a:ext>
            </a:extLst>
          </p:cNvPr>
          <p:cNvSpPr txBox="1">
            <a:spLocks/>
          </p:cNvSpPr>
          <p:nvPr/>
        </p:nvSpPr>
        <p:spPr>
          <a:xfrm>
            <a:off x="0" y="849921"/>
            <a:ext cx="12192000" cy="533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solidFill>
                  <a:schemeClr val="accent1"/>
                </a:solidFill>
              </a:rPr>
              <a:t>Type 3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0FD7CB1E-A244-DE65-5843-8EB713565059}"/>
              </a:ext>
            </a:extLst>
          </p:cNvPr>
          <p:cNvSpPr txBox="1">
            <a:spLocks/>
          </p:cNvSpPr>
          <p:nvPr/>
        </p:nvSpPr>
        <p:spPr>
          <a:xfrm>
            <a:off x="0" y="3053706"/>
            <a:ext cx="12192000" cy="533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solidFill>
                  <a:schemeClr val="accent1"/>
                </a:solidFill>
              </a:rPr>
              <a:t>Type 6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5126642-4C67-E929-0B70-5F50688809D3}"/>
              </a:ext>
            </a:extLst>
          </p:cNvPr>
          <p:cNvSpPr txBox="1">
            <a:spLocks/>
          </p:cNvSpPr>
          <p:nvPr/>
        </p:nvSpPr>
        <p:spPr>
          <a:xfrm>
            <a:off x="492916" y="3778277"/>
            <a:ext cx="4793460" cy="1892908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It’s Types 1, 2 and 3 all at the same time!</a:t>
            </a:r>
          </a:p>
          <a:p>
            <a:r>
              <a:rPr lang="en-GB" sz="1800" dirty="0"/>
              <a:t>If you have a field you want to know the current state and the historical state for then have a Type 1 Current Value and a make the Original Value from Type 3, a Type 2 Field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6E02DC3-A211-60CA-BAAB-72F44DCAE9F7}"/>
              </a:ext>
            </a:extLst>
          </p:cNvPr>
          <p:cNvSpPr txBox="1">
            <a:spLocks/>
          </p:cNvSpPr>
          <p:nvPr/>
        </p:nvSpPr>
        <p:spPr>
          <a:xfrm>
            <a:off x="492917" y="1492982"/>
            <a:ext cx="3995904" cy="8994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Type 1 but then for certain fields, have a field that records their original value</a:t>
            </a:r>
          </a:p>
          <a:p>
            <a:endParaRPr lang="en-GB" sz="1800" dirty="0"/>
          </a:p>
          <a:p>
            <a:endParaRPr lang="en-GB" sz="1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A4933E-22F2-2594-2BA3-35139F5815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57"/>
          <a:stretch>
            <a:fillRect/>
          </a:stretch>
        </p:blipFill>
        <p:spPr>
          <a:xfrm>
            <a:off x="5362134" y="3778276"/>
            <a:ext cx="6639367" cy="1628429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EE14C414-D6D9-E8E4-70B1-B86F23A86107}"/>
              </a:ext>
            </a:extLst>
          </p:cNvPr>
          <p:cNvGrpSpPr/>
          <p:nvPr/>
        </p:nvGrpSpPr>
        <p:grpSpPr>
          <a:xfrm>
            <a:off x="4488821" y="1577698"/>
            <a:ext cx="7626979" cy="729988"/>
            <a:chOff x="4488821" y="1501728"/>
            <a:chExt cx="7626979" cy="72998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4A19AA20-B120-81A6-CB34-2CCBAE70D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6176" b="7743"/>
            <a:stretch>
              <a:fillRect/>
            </a:stretch>
          </p:blipFill>
          <p:spPr>
            <a:xfrm>
              <a:off x="4488821" y="1501728"/>
              <a:ext cx="7626979" cy="729988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4F91206-8FA4-6D1A-0417-ED66EC9555D1}"/>
                </a:ext>
              </a:extLst>
            </p:cNvPr>
            <p:cNvSpPr/>
            <p:nvPr/>
          </p:nvSpPr>
          <p:spPr>
            <a:xfrm>
              <a:off x="7581900" y="1501728"/>
              <a:ext cx="1552575" cy="681393"/>
            </a:xfrm>
            <a:prstGeom prst="rect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742F4F6-1F07-0FF0-60EC-F9FC480802EF}"/>
                </a:ext>
              </a:extLst>
            </p:cNvPr>
            <p:cNvSpPr/>
            <p:nvPr/>
          </p:nvSpPr>
          <p:spPr>
            <a:xfrm>
              <a:off x="10410825" y="1501728"/>
              <a:ext cx="1590676" cy="681393"/>
            </a:xfrm>
            <a:prstGeom prst="rect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FB949A41-1E27-7187-ECCD-A32AD0F598A4}"/>
              </a:ext>
            </a:extLst>
          </p:cNvPr>
          <p:cNvSpPr/>
          <p:nvPr/>
        </p:nvSpPr>
        <p:spPr>
          <a:xfrm>
            <a:off x="8001001" y="3787571"/>
            <a:ext cx="781049" cy="1474039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8EB9BF-4C43-3F75-E7CF-3E134D7CED7A}"/>
              </a:ext>
            </a:extLst>
          </p:cNvPr>
          <p:cNvSpPr/>
          <p:nvPr/>
        </p:nvSpPr>
        <p:spPr>
          <a:xfrm>
            <a:off x="8839201" y="3787571"/>
            <a:ext cx="3067048" cy="1474039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7E325E-97CB-BBA1-C706-7652B941DFFD}"/>
              </a:ext>
            </a:extLst>
          </p:cNvPr>
          <p:cNvSpPr txBox="1"/>
          <p:nvPr/>
        </p:nvSpPr>
        <p:spPr>
          <a:xfrm>
            <a:off x="7581900" y="5294587"/>
            <a:ext cx="1200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dirty="0">
                <a:solidFill>
                  <a:schemeClr val="accent2"/>
                </a:solidFill>
              </a:rPr>
              <a:t>Type 1</a:t>
            </a:r>
          </a:p>
          <a:p>
            <a:pPr algn="r"/>
            <a:r>
              <a:rPr lang="en-GB" sz="1400" dirty="0">
                <a:solidFill>
                  <a:schemeClr val="accent2"/>
                </a:solidFill>
              </a:rPr>
              <a:t>Overwrite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F88608-E73E-C205-0A56-292238C33158}"/>
              </a:ext>
            </a:extLst>
          </p:cNvPr>
          <p:cNvSpPr txBox="1"/>
          <p:nvPr/>
        </p:nvSpPr>
        <p:spPr>
          <a:xfrm>
            <a:off x="8839200" y="5261610"/>
            <a:ext cx="3067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accent3"/>
                </a:solidFill>
              </a:rPr>
              <a:t>Type 2</a:t>
            </a:r>
          </a:p>
          <a:p>
            <a:pPr algn="ctr"/>
            <a:r>
              <a:rPr lang="en-GB" sz="1400" dirty="0">
                <a:solidFill>
                  <a:schemeClr val="accent3"/>
                </a:solidFill>
              </a:rPr>
              <a:t>Track History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755B38-FAD3-E450-A302-56877F93D15B}"/>
              </a:ext>
            </a:extLst>
          </p:cNvPr>
          <p:cNvSpPr txBox="1"/>
          <p:nvPr/>
        </p:nvSpPr>
        <p:spPr>
          <a:xfrm>
            <a:off x="7018020" y="2262058"/>
            <a:ext cx="2910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accent1"/>
                </a:solidFill>
              </a:rPr>
              <a:t>Can be original or previous but you only keep 1 extra value </a:t>
            </a:r>
          </a:p>
        </p:txBody>
      </p:sp>
    </p:spTree>
    <p:extLst>
      <p:ext uri="{BB962C8B-B14F-4D97-AF65-F5344CB8AC3E}">
        <p14:creationId xmlns:p14="http://schemas.microsoft.com/office/powerpoint/2010/main" val="2507523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animBg="1"/>
      <p:bldP spid="11" grpId="0"/>
      <p:bldP spid="23" grpId="0" animBg="1"/>
      <p:bldP spid="24" grpId="0" animBg="1"/>
      <p:bldP spid="26" grpId="0"/>
      <p:bldP spid="27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643CC68-BB79-8251-43CE-24F2E613BDD6}"/>
              </a:ext>
            </a:extLst>
          </p:cNvPr>
          <p:cNvSpPr/>
          <p:nvPr/>
        </p:nvSpPr>
        <p:spPr>
          <a:xfrm>
            <a:off x="7961305" y="4514850"/>
            <a:ext cx="3118774" cy="14238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7769B4-F505-A03B-6039-5F0D54BD8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44" y="680876"/>
            <a:ext cx="10515600" cy="1258136"/>
          </a:xfrm>
        </p:spPr>
        <p:txBody>
          <a:bodyPr/>
          <a:lstStyle/>
          <a:p>
            <a:r>
              <a:rPr lang="en-GB" dirty="0">
                <a:solidFill>
                  <a:schemeClr val="accent3"/>
                </a:solidFill>
              </a:rPr>
              <a:t>Rapid fire round</a:t>
            </a:r>
            <a:br>
              <a:rPr lang="en-GB" dirty="0">
                <a:solidFill>
                  <a:schemeClr val="accent3"/>
                </a:solidFill>
              </a:rPr>
            </a:br>
            <a:r>
              <a:rPr lang="en-GB" sz="3200" dirty="0">
                <a:solidFill>
                  <a:schemeClr val="accent1"/>
                </a:solidFill>
              </a:rPr>
              <a:t>AKA Ones that I’ve never seen in the wild!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328C73-A2D8-9B73-2E22-7057701D1A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Type 4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44E078-44AE-90E5-7558-2128088EE3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Type 5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3C72A17-3DBD-7025-B60E-CE77135843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Type 7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DD70FEC-98CF-A08D-5B1B-0ABDA95F42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sz="1800" dirty="0"/>
              <a:t>Have a Type 1 Table for records that don’t change frequently</a:t>
            </a:r>
          </a:p>
          <a:p>
            <a:r>
              <a:rPr lang="en-GB" sz="1800" dirty="0"/>
              <a:t>Have a separate history table as a mini-dimension for those that do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E13B3A0-7421-37D9-D7F2-3477F7D561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sz="1800" dirty="0"/>
              <a:t>Type 4 &amp; Type 1 at the same time</a:t>
            </a:r>
          </a:p>
          <a:p>
            <a:r>
              <a:rPr lang="en-GB" sz="1800" dirty="0"/>
              <a:t>Create a Type 4 table for you dimension</a:t>
            </a:r>
          </a:p>
          <a:p>
            <a:r>
              <a:rPr lang="en-GB" sz="1800" dirty="0"/>
              <a:t>Then create a Type 1 outrigger for the current record from the mini-dimension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B1939D-18EE-811A-1DF3-67C6B24EE0E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sz="1800" dirty="0"/>
              <a:t>Type 2 but you put both the Surrogate Key and the Natural Key on the fact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81B78F-2CEF-92ED-9F70-E1D1703C4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4720005"/>
            <a:ext cx="3087688" cy="9354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8CCCB7-7F40-D606-E7CA-12D8DDE1B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502" y="5095188"/>
            <a:ext cx="3087689" cy="8435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46A8DBE-3906-60AA-85C1-9E7B5D87BF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" r="-1"/>
          <a:stretch>
            <a:fillRect/>
          </a:stretch>
        </p:blipFill>
        <p:spPr>
          <a:xfrm>
            <a:off x="7978616" y="3962400"/>
            <a:ext cx="3097441" cy="100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12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5" grpId="0" build="p"/>
      <p:bldP spid="6" grpId="0" build="p"/>
      <p:bldP spid="7" grpId="0" build="p"/>
      <p:bldP spid="8" grpId="0" uiExpand="1" build="p"/>
      <p:bldP spid="9" grpId="0" uiExpand="1" build="p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hank You So Much GIF by Pudgy Penguins">
            <a:extLst>
              <a:ext uri="{FF2B5EF4-FFF2-40B4-BE49-F238E27FC236}">
                <a16:creationId xmlns:a16="http://schemas.microsoft.com/office/drawing/2014/main" id="{13226D91-67C3-475D-8526-BF973B72E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308" y="1097849"/>
            <a:ext cx="4860000" cy="48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A16467-5CFA-186C-3FFC-3AFB21B5F5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4" t="955" r="357" b="124"/>
          <a:stretch>
            <a:fillRect/>
          </a:stretch>
        </p:blipFill>
        <p:spPr>
          <a:xfrm>
            <a:off x="1100155" y="1097849"/>
            <a:ext cx="4859316" cy="4860000"/>
          </a:xfrm>
          <a:prstGeom prst="rect">
            <a:avLst/>
          </a:prstGeom>
        </p:spPr>
      </p:pic>
      <p:sp>
        <p:nvSpPr>
          <p:cNvPr id="18" name="Graphic 40">
            <a:extLst>
              <a:ext uri="{FF2B5EF4-FFF2-40B4-BE49-F238E27FC236}">
                <a16:creationId xmlns:a16="http://schemas.microsoft.com/office/drawing/2014/main" id="{EDC712D6-196D-1040-CA14-14845A277C76}"/>
              </a:ext>
            </a:extLst>
          </p:cNvPr>
          <p:cNvSpPr/>
          <p:nvPr/>
        </p:nvSpPr>
        <p:spPr>
          <a:xfrm rot="1428725">
            <a:off x="4467301" y="-858527"/>
            <a:ext cx="1486994" cy="1652866"/>
          </a:xfrm>
          <a:custGeom>
            <a:avLst/>
            <a:gdLst>
              <a:gd name="connsiteX0" fmla="*/ 160216 w 899169"/>
              <a:gd name="connsiteY0" fmla="*/ 689717 h 999470"/>
              <a:gd name="connsiteX1" fmla="*/ 751052 w 899169"/>
              <a:gd name="connsiteY1" fmla="*/ 689717 h 999470"/>
              <a:gd name="connsiteX2" fmla="*/ 12388 w 899169"/>
              <a:gd name="connsiteY2" fmla="*/ 749153 h 999470"/>
              <a:gd name="connsiteX3" fmla="*/ 160216 w 899169"/>
              <a:gd name="connsiteY3" fmla="*/ 689622 h 999470"/>
              <a:gd name="connsiteX4" fmla="*/ 9531 w 899169"/>
              <a:gd name="connsiteY4" fmla="*/ 257282 h 999470"/>
              <a:gd name="connsiteX5" fmla="*/ 18103 w 899169"/>
              <a:gd name="connsiteY5" fmla="*/ 242423 h 999470"/>
              <a:gd name="connsiteX6" fmla="*/ 449681 w 899169"/>
              <a:gd name="connsiteY6" fmla="*/ 203656 h 999470"/>
              <a:gd name="connsiteX7" fmla="*/ 882211 w 899169"/>
              <a:gd name="connsiteY7" fmla="*/ 242423 h 999470"/>
              <a:gd name="connsiteX8" fmla="*/ 449681 w 899169"/>
              <a:gd name="connsiteY8" fmla="*/ 209276 h 999470"/>
              <a:gd name="connsiteX9" fmla="*/ 751052 w 899169"/>
              <a:gd name="connsiteY9" fmla="*/ 687145 h 999470"/>
              <a:gd name="connsiteX10" fmla="*/ 886783 w 899169"/>
              <a:gd name="connsiteY10" fmla="*/ 747915 h 999470"/>
              <a:gd name="connsiteX11" fmla="*/ 449681 w 899169"/>
              <a:gd name="connsiteY11" fmla="*/ 107 h 999470"/>
              <a:gd name="connsiteX12" fmla="*/ 449681 w 899169"/>
              <a:gd name="connsiteY12" fmla="*/ 209276 h 999470"/>
              <a:gd name="connsiteX13" fmla="*/ 161740 w 899169"/>
              <a:gd name="connsiteY13" fmla="*/ 690860 h 999470"/>
              <a:gd name="connsiteX14" fmla="*/ 440061 w 899169"/>
              <a:gd name="connsiteY14" fmla="*/ 999470 h 999470"/>
              <a:gd name="connsiteX15" fmla="*/ 458349 w 899169"/>
              <a:gd name="connsiteY15" fmla="*/ 999470 h 999470"/>
              <a:gd name="connsiteX16" fmla="*/ 751052 w 899169"/>
              <a:gd name="connsiteY16" fmla="*/ 687145 h 999470"/>
              <a:gd name="connsiteX17" fmla="*/ 892117 w 899169"/>
              <a:gd name="connsiteY17" fmla="*/ 260997 h 999470"/>
              <a:gd name="connsiteX18" fmla="*/ 899071 w 899169"/>
              <a:gd name="connsiteY18" fmla="*/ 499789 h 999470"/>
              <a:gd name="connsiteX19" fmla="*/ 899166 w 899169"/>
              <a:gd name="connsiteY19" fmla="*/ 695146 h 999470"/>
              <a:gd name="connsiteX20" fmla="*/ 845921 w 899169"/>
              <a:gd name="connsiteY20" fmla="*/ 787063 h 999470"/>
              <a:gd name="connsiteX21" fmla="*/ 504831 w 899169"/>
              <a:gd name="connsiteY21" fmla="*/ 983278 h 999470"/>
              <a:gd name="connsiteX22" fmla="*/ 395198 w 899169"/>
              <a:gd name="connsiteY22" fmla="*/ 983659 h 999470"/>
              <a:gd name="connsiteX23" fmla="*/ 49060 w 899169"/>
              <a:gd name="connsiteY23" fmla="*/ 784396 h 999470"/>
              <a:gd name="connsiteX24" fmla="*/ 863 w 899169"/>
              <a:gd name="connsiteY24" fmla="*/ 706100 h 999470"/>
              <a:gd name="connsiteX25" fmla="*/ 196 w 899169"/>
              <a:gd name="connsiteY25" fmla="*/ 536936 h 999470"/>
              <a:gd name="connsiteX26" fmla="*/ 6 w 899169"/>
              <a:gd name="connsiteY26" fmla="*/ 305098 h 999470"/>
              <a:gd name="connsiteX27" fmla="*/ 55441 w 899169"/>
              <a:gd name="connsiteY27" fmla="*/ 209752 h 999470"/>
              <a:gd name="connsiteX28" fmla="*/ 396151 w 899169"/>
              <a:gd name="connsiteY28" fmla="*/ 15823 h 999470"/>
              <a:gd name="connsiteX29" fmla="*/ 505783 w 899169"/>
              <a:gd name="connsiteY29" fmla="*/ 15823 h 999470"/>
              <a:gd name="connsiteX30" fmla="*/ 848302 w 899169"/>
              <a:gd name="connsiteY30" fmla="*/ 212419 h 999470"/>
              <a:gd name="connsiteX31" fmla="*/ 898975 w 899169"/>
              <a:gd name="connsiteY31" fmla="*/ 299859 h 999470"/>
              <a:gd name="connsiteX32" fmla="*/ 898975 w 899169"/>
              <a:gd name="connsiteY32" fmla="*/ 499598 h 9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9169" h="999470">
                <a:moveTo>
                  <a:pt x="160216" y="689717"/>
                </a:moveTo>
                <a:lnTo>
                  <a:pt x="751052" y="689717"/>
                </a:lnTo>
                <a:moveTo>
                  <a:pt x="12388" y="749153"/>
                </a:moveTo>
                <a:lnTo>
                  <a:pt x="160216" y="689622"/>
                </a:lnTo>
                <a:lnTo>
                  <a:pt x="9531" y="257282"/>
                </a:lnTo>
                <a:moveTo>
                  <a:pt x="18103" y="242423"/>
                </a:moveTo>
                <a:lnTo>
                  <a:pt x="449681" y="203656"/>
                </a:lnTo>
                <a:lnTo>
                  <a:pt x="882211" y="242423"/>
                </a:lnTo>
                <a:moveTo>
                  <a:pt x="449681" y="209276"/>
                </a:moveTo>
                <a:lnTo>
                  <a:pt x="751052" y="687145"/>
                </a:lnTo>
                <a:lnTo>
                  <a:pt x="886783" y="747915"/>
                </a:lnTo>
                <a:moveTo>
                  <a:pt x="449681" y="107"/>
                </a:moveTo>
                <a:lnTo>
                  <a:pt x="449681" y="209276"/>
                </a:lnTo>
                <a:lnTo>
                  <a:pt x="161740" y="690860"/>
                </a:lnTo>
                <a:lnTo>
                  <a:pt x="440061" y="999470"/>
                </a:lnTo>
                <a:lnTo>
                  <a:pt x="458349" y="999470"/>
                </a:lnTo>
                <a:lnTo>
                  <a:pt x="751052" y="687145"/>
                </a:lnTo>
                <a:lnTo>
                  <a:pt x="892117" y="260997"/>
                </a:lnTo>
                <a:moveTo>
                  <a:pt x="899071" y="499789"/>
                </a:moveTo>
                <a:cubicBezTo>
                  <a:pt x="899071" y="564940"/>
                  <a:pt x="898690" y="630091"/>
                  <a:pt x="899166" y="695146"/>
                </a:cubicBezTo>
                <a:cubicBezTo>
                  <a:pt x="899452" y="736485"/>
                  <a:pt x="881926" y="766489"/>
                  <a:pt x="845921" y="787063"/>
                </a:cubicBezTo>
                <a:cubicBezTo>
                  <a:pt x="732097" y="852214"/>
                  <a:pt x="618369" y="917650"/>
                  <a:pt x="504831" y="983278"/>
                </a:cubicBezTo>
                <a:cubicBezTo>
                  <a:pt x="468160" y="1004518"/>
                  <a:pt x="432060" y="1004899"/>
                  <a:pt x="395198" y="983659"/>
                </a:cubicBezTo>
                <a:cubicBezTo>
                  <a:pt x="279850" y="917079"/>
                  <a:pt x="164407" y="850880"/>
                  <a:pt x="49060" y="784396"/>
                </a:cubicBezTo>
                <a:cubicBezTo>
                  <a:pt x="18961" y="767060"/>
                  <a:pt x="1435" y="740962"/>
                  <a:pt x="863" y="706100"/>
                </a:cubicBezTo>
                <a:cubicBezTo>
                  <a:pt x="-185" y="649712"/>
                  <a:pt x="292" y="593324"/>
                  <a:pt x="196" y="536936"/>
                </a:cubicBezTo>
                <a:cubicBezTo>
                  <a:pt x="196" y="459688"/>
                  <a:pt x="577" y="382345"/>
                  <a:pt x="6" y="305098"/>
                </a:cubicBezTo>
                <a:cubicBezTo>
                  <a:pt x="-375" y="262045"/>
                  <a:pt x="17818" y="231088"/>
                  <a:pt x="55441" y="209752"/>
                </a:cubicBezTo>
                <a:cubicBezTo>
                  <a:pt x="169170" y="145459"/>
                  <a:pt x="282708" y="80689"/>
                  <a:pt x="396151" y="15823"/>
                </a:cubicBezTo>
                <a:cubicBezTo>
                  <a:pt x="433012" y="-5227"/>
                  <a:pt x="469017" y="-5322"/>
                  <a:pt x="505783" y="15823"/>
                </a:cubicBezTo>
                <a:cubicBezTo>
                  <a:pt x="619893" y="81546"/>
                  <a:pt x="734098" y="146983"/>
                  <a:pt x="848302" y="212419"/>
                </a:cubicBezTo>
                <a:cubicBezTo>
                  <a:pt x="882307" y="231946"/>
                  <a:pt x="898880" y="261187"/>
                  <a:pt x="898975" y="299859"/>
                </a:cubicBezTo>
                <a:cubicBezTo>
                  <a:pt x="899071" y="366439"/>
                  <a:pt x="898975" y="433018"/>
                  <a:pt x="898975" y="499598"/>
                </a:cubicBezTo>
                <a:close/>
              </a:path>
            </a:pathLst>
          </a:custGeom>
          <a:noFill/>
          <a:ln w="19050" cap="flat">
            <a:solidFill>
              <a:srgbClr val="212D5E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15" name="Graphic 43">
            <a:extLst>
              <a:ext uri="{FF2B5EF4-FFF2-40B4-BE49-F238E27FC236}">
                <a16:creationId xmlns:a16="http://schemas.microsoft.com/office/drawing/2014/main" id="{28AED58A-23BC-4CA2-53BE-9D3612073DB3}"/>
              </a:ext>
            </a:extLst>
          </p:cNvPr>
          <p:cNvSpPr/>
          <p:nvPr/>
        </p:nvSpPr>
        <p:spPr>
          <a:xfrm>
            <a:off x="-1430049" y="5025984"/>
            <a:ext cx="2520000" cy="2520000"/>
          </a:xfrm>
          <a:custGeom>
            <a:avLst/>
            <a:gdLst>
              <a:gd name="connsiteX0" fmla="*/ 489871 w 979741"/>
              <a:gd name="connsiteY0" fmla="*/ 979742 h 979741"/>
              <a:gd name="connsiteX1" fmla="*/ 979742 w 979741"/>
              <a:gd name="connsiteY1" fmla="*/ 489871 h 979741"/>
              <a:gd name="connsiteX2" fmla="*/ 489871 w 979741"/>
              <a:gd name="connsiteY2" fmla="*/ 0 h 979741"/>
              <a:gd name="connsiteX3" fmla="*/ 0 w 979741"/>
              <a:gd name="connsiteY3" fmla="*/ 489871 h 979741"/>
              <a:gd name="connsiteX4" fmla="*/ 489871 w 979741"/>
              <a:gd name="connsiteY4" fmla="*/ 979742 h 97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41" h="979741">
                <a:moveTo>
                  <a:pt x="489871" y="979742"/>
                </a:moveTo>
                <a:cubicBezTo>
                  <a:pt x="760381" y="979742"/>
                  <a:pt x="979742" y="760381"/>
                  <a:pt x="979742" y="489871"/>
                </a:cubicBezTo>
                <a:cubicBezTo>
                  <a:pt x="979742" y="219361"/>
                  <a:pt x="760476" y="0"/>
                  <a:pt x="489871" y="0"/>
                </a:cubicBezTo>
                <a:cubicBezTo>
                  <a:pt x="219266" y="0"/>
                  <a:pt x="0" y="219361"/>
                  <a:pt x="0" y="489871"/>
                </a:cubicBezTo>
                <a:cubicBezTo>
                  <a:pt x="0" y="760381"/>
                  <a:pt x="219361" y="979742"/>
                  <a:pt x="489871" y="979742"/>
                </a:cubicBezTo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16" name="Graphic 3">
            <a:extLst>
              <a:ext uri="{FF2B5EF4-FFF2-40B4-BE49-F238E27FC236}">
                <a16:creationId xmlns:a16="http://schemas.microsoft.com/office/drawing/2014/main" id="{4C4AF5FC-A63A-2CDA-AE56-45A7D1A08B0A}"/>
              </a:ext>
            </a:extLst>
          </p:cNvPr>
          <p:cNvSpPr/>
          <p:nvPr/>
        </p:nvSpPr>
        <p:spPr>
          <a:xfrm rot="20288501">
            <a:off x="7674280" y="-674352"/>
            <a:ext cx="1568079" cy="1717017"/>
          </a:xfrm>
          <a:custGeom>
            <a:avLst/>
            <a:gdLst>
              <a:gd name="connsiteX0" fmla="*/ 1548296 w 1548492"/>
              <a:gd name="connsiteY0" fmla="*/ 847856 h 1695571"/>
              <a:gd name="connsiteX1" fmla="*/ 1548487 w 1548492"/>
              <a:gd name="connsiteY1" fmla="*/ 1179326 h 1695571"/>
              <a:gd name="connsiteX2" fmla="*/ 1456761 w 1548492"/>
              <a:gd name="connsiteY2" fmla="*/ 1335346 h 1695571"/>
              <a:gd name="connsiteX3" fmla="*/ 869355 w 1548492"/>
              <a:gd name="connsiteY3" fmla="*/ 1668244 h 1695571"/>
              <a:gd name="connsiteX4" fmla="*/ 680569 w 1548492"/>
              <a:gd name="connsiteY4" fmla="*/ 1668816 h 1695571"/>
              <a:gd name="connsiteX5" fmla="*/ 84494 w 1548492"/>
              <a:gd name="connsiteY5" fmla="*/ 1330774 h 1695571"/>
              <a:gd name="connsiteX6" fmla="*/ 1436 w 1548492"/>
              <a:gd name="connsiteY6" fmla="*/ 1197995 h 1695571"/>
              <a:gd name="connsiteX7" fmla="*/ 293 w 1548492"/>
              <a:gd name="connsiteY7" fmla="*/ 911102 h 1695571"/>
              <a:gd name="connsiteX8" fmla="*/ 8 w 1548492"/>
              <a:gd name="connsiteY8" fmla="*/ 517815 h 1695571"/>
              <a:gd name="connsiteX9" fmla="*/ 95448 w 1548492"/>
              <a:gd name="connsiteY9" fmla="*/ 356080 h 1695571"/>
              <a:gd name="connsiteX10" fmla="*/ 682284 w 1548492"/>
              <a:gd name="connsiteY10" fmla="*/ 26896 h 1695571"/>
              <a:gd name="connsiteX11" fmla="*/ 871069 w 1548492"/>
              <a:gd name="connsiteY11" fmla="*/ 26896 h 1695571"/>
              <a:gd name="connsiteX12" fmla="*/ 1460952 w 1548492"/>
              <a:gd name="connsiteY12" fmla="*/ 360462 h 1695571"/>
              <a:gd name="connsiteX13" fmla="*/ 1548201 w 1548492"/>
              <a:gd name="connsiteY13" fmla="*/ 508861 h 1695571"/>
              <a:gd name="connsiteX14" fmla="*/ 1548201 w 1548492"/>
              <a:gd name="connsiteY14" fmla="*/ 847761 h 169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8492" h="1695571">
                <a:moveTo>
                  <a:pt x="1548296" y="847856"/>
                </a:moveTo>
                <a:cubicBezTo>
                  <a:pt x="1548296" y="958346"/>
                  <a:pt x="1547725" y="1068836"/>
                  <a:pt x="1548487" y="1179326"/>
                </a:cubicBezTo>
                <a:cubicBezTo>
                  <a:pt x="1548963" y="1249430"/>
                  <a:pt x="1518769" y="1300389"/>
                  <a:pt x="1456761" y="1335346"/>
                </a:cubicBezTo>
                <a:cubicBezTo>
                  <a:pt x="1260737" y="1445835"/>
                  <a:pt x="1064998" y="1556992"/>
                  <a:pt x="869355" y="1668244"/>
                </a:cubicBezTo>
                <a:cubicBezTo>
                  <a:pt x="806204" y="1704249"/>
                  <a:pt x="744005" y="1704916"/>
                  <a:pt x="680569" y="1668816"/>
                </a:cubicBezTo>
                <a:cubicBezTo>
                  <a:pt x="481973" y="1555849"/>
                  <a:pt x="283091" y="1443645"/>
                  <a:pt x="84494" y="1330774"/>
                </a:cubicBezTo>
                <a:cubicBezTo>
                  <a:pt x="32678" y="1301341"/>
                  <a:pt x="2579" y="1257050"/>
                  <a:pt x="1436" y="1197995"/>
                </a:cubicBezTo>
                <a:cubicBezTo>
                  <a:pt x="-278" y="1102364"/>
                  <a:pt x="389" y="1006733"/>
                  <a:pt x="293" y="911102"/>
                </a:cubicBezTo>
                <a:cubicBezTo>
                  <a:pt x="198" y="780038"/>
                  <a:pt x="960" y="648879"/>
                  <a:pt x="8" y="517815"/>
                </a:cubicBezTo>
                <a:cubicBezTo>
                  <a:pt x="-564" y="444758"/>
                  <a:pt x="30678" y="392180"/>
                  <a:pt x="95448" y="356080"/>
                </a:cubicBezTo>
                <a:cubicBezTo>
                  <a:pt x="291473" y="246828"/>
                  <a:pt x="486926" y="137005"/>
                  <a:pt x="682284" y="26896"/>
                </a:cubicBezTo>
                <a:cubicBezTo>
                  <a:pt x="745720" y="-8918"/>
                  <a:pt x="807823" y="-9013"/>
                  <a:pt x="871069" y="26896"/>
                </a:cubicBezTo>
                <a:cubicBezTo>
                  <a:pt x="1067570" y="138339"/>
                  <a:pt x="1264261" y="249495"/>
                  <a:pt x="1460952" y="360462"/>
                </a:cubicBezTo>
                <a:cubicBezTo>
                  <a:pt x="1519531" y="393514"/>
                  <a:pt x="1548011" y="443234"/>
                  <a:pt x="1548201" y="508861"/>
                </a:cubicBezTo>
                <a:cubicBezTo>
                  <a:pt x="1548392" y="621828"/>
                  <a:pt x="1548201" y="734794"/>
                  <a:pt x="1548201" y="847761"/>
                </a:cubicBezTo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17" name="Graphic 2">
            <a:extLst>
              <a:ext uri="{FF2B5EF4-FFF2-40B4-BE49-F238E27FC236}">
                <a16:creationId xmlns:a16="http://schemas.microsoft.com/office/drawing/2014/main" id="{259D8DD8-EA6B-BEE8-B075-3CD443AFAF2C}"/>
              </a:ext>
            </a:extLst>
          </p:cNvPr>
          <p:cNvSpPr/>
          <p:nvPr/>
        </p:nvSpPr>
        <p:spPr>
          <a:xfrm rot="1401518">
            <a:off x="1117904" y="-1062370"/>
            <a:ext cx="1660077" cy="1483902"/>
          </a:xfrm>
          <a:custGeom>
            <a:avLst/>
            <a:gdLst>
              <a:gd name="connsiteX0" fmla="*/ 503740 w 1007938"/>
              <a:gd name="connsiteY0" fmla="*/ 900876 h 900971"/>
              <a:gd name="connsiteX1" fmla="*/ 96166 w 1007938"/>
              <a:gd name="connsiteY1" fmla="*/ 900876 h 900971"/>
              <a:gd name="connsiteX2" fmla="*/ 29586 w 1007938"/>
              <a:gd name="connsiteY2" fmla="*/ 877350 h 900971"/>
              <a:gd name="connsiteX3" fmla="*/ 13965 w 1007938"/>
              <a:gd name="connsiteY3" fmla="*/ 760287 h 900971"/>
              <a:gd name="connsiteX4" fmla="*/ 127979 w 1007938"/>
              <a:gd name="connsiteY4" fmla="*/ 562453 h 900971"/>
              <a:gd name="connsiteX5" fmla="*/ 424111 w 1007938"/>
              <a:gd name="connsiteY5" fmla="*/ 47151 h 900971"/>
              <a:gd name="connsiteX6" fmla="*/ 584417 w 1007938"/>
              <a:gd name="connsiteY6" fmla="*/ 46960 h 900971"/>
              <a:gd name="connsiteX7" fmla="*/ 721768 w 1007938"/>
              <a:gd name="connsiteY7" fmla="*/ 286800 h 900971"/>
              <a:gd name="connsiteX8" fmla="*/ 994468 w 1007938"/>
              <a:gd name="connsiteY8" fmla="*/ 761430 h 900971"/>
              <a:gd name="connsiteX9" fmla="*/ 972370 w 1007938"/>
              <a:gd name="connsiteY9" fmla="*/ 883065 h 900971"/>
              <a:gd name="connsiteX10" fmla="*/ 912363 w 1007938"/>
              <a:gd name="connsiteY10" fmla="*/ 900972 h 900971"/>
              <a:gd name="connsiteX11" fmla="*/ 503740 w 1007938"/>
              <a:gd name="connsiteY11" fmla="*/ 900972 h 90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7938" h="900971">
                <a:moveTo>
                  <a:pt x="503740" y="900876"/>
                </a:moveTo>
                <a:cubicBezTo>
                  <a:pt x="367914" y="900876"/>
                  <a:pt x="231992" y="900876"/>
                  <a:pt x="96166" y="900876"/>
                </a:cubicBezTo>
                <a:cubicBezTo>
                  <a:pt x="71115" y="900876"/>
                  <a:pt x="48541" y="894495"/>
                  <a:pt x="29586" y="877350"/>
                </a:cubicBezTo>
                <a:cubicBezTo>
                  <a:pt x="-2990" y="847917"/>
                  <a:pt x="-9371" y="801150"/>
                  <a:pt x="13965" y="760287"/>
                </a:cubicBezTo>
                <a:cubicBezTo>
                  <a:pt x="51779" y="694279"/>
                  <a:pt x="89974" y="628366"/>
                  <a:pt x="127979" y="562453"/>
                </a:cubicBezTo>
                <a:cubicBezTo>
                  <a:pt x="226944" y="390813"/>
                  <a:pt x="327052" y="219839"/>
                  <a:pt x="424111" y="47151"/>
                </a:cubicBezTo>
                <a:cubicBezTo>
                  <a:pt x="458306" y="-13619"/>
                  <a:pt x="548032" y="-17715"/>
                  <a:pt x="584417" y="46960"/>
                </a:cubicBezTo>
                <a:cubicBezTo>
                  <a:pt x="629566" y="127256"/>
                  <a:pt x="675952" y="206885"/>
                  <a:pt x="721768" y="286800"/>
                </a:cubicBezTo>
                <a:cubicBezTo>
                  <a:pt x="812541" y="445010"/>
                  <a:pt x="903028" y="603506"/>
                  <a:pt x="994468" y="761430"/>
                </a:cubicBezTo>
                <a:cubicBezTo>
                  <a:pt x="1020757" y="806865"/>
                  <a:pt x="1005994" y="856871"/>
                  <a:pt x="972370" y="883065"/>
                </a:cubicBezTo>
                <a:cubicBezTo>
                  <a:pt x="954749" y="896781"/>
                  <a:pt x="934175" y="900972"/>
                  <a:pt x="912363" y="900972"/>
                </a:cubicBezTo>
                <a:cubicBezTo>
                  <a:pt x="776155" y="900972"/>
                  <a:pt x="639948" y="900972"/>
                  <a:pt x="503740" y="900972"/>
                </a:cubicBezTo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43127E-DBCD-F713-D02C-DE477C416A04}"/>
              </a:ext>
            </a:extLst>
          </p:cNvPr>
          <p:cNvSpPr/>
          <p:nvPr/>
        </p:nvSpPr>
        <p:spPr>
          <a:xfrm>
            <a:off x="6510841" y="2228255"/>
            <a:ext cx="4530851" cy="240149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4B64FF"/>
                </a:solidFill>
                <a:effectLst/>
                <a:uLnTx/>
                <a:uFillTx/>
                <a:latin typeface="DM Sans"/>
                <a:ea typeface="+mn-ea"/>
                <a:cs typeface="+mn-cs"/>
              </a:rPr>
              <a:t>Add me on LinkedIn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4B64FF"/>
                </a:solidFill>
                <a:effectLst/>
                <a:uLnTx/>
                <a:uFillTx/>
                <a:latin typeface="DM Sans"/>
                <a:ea typeface="+mn-ea"/>
                <a:cs typeface="+mn-cs"/>
              </a:rPr>
              <a:t>I post tips, tricks and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B64FF"/>
                </a:solidFill>
                <a:effectLst/>
                <a:uLnTx/>
                <a:uFillTx/>
                <a:latin typeface="DM Sans"/>
                <a:ea typeface="+mn-ea"/>
                <a:cs typeface="+mn-cs"/>
              </a:rPr>
              <a:t>Pengu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4B64FF"/>
                </a:solidFill>
                <a:effectLst/>
                <a:uLnTx/>
                <a:uFillTx/>
                <a:latin typeface="DM Sans"/>
                <a:ea typeface="+mn-ea"/>
                <a:cs typeface="+mn-cs"/>
              </a:rPr>
              <a:t> gifs every Monday at 9:15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8B323CF-2E5F-BA57-0754-C80B93064CAD}"/>
              </a:ext>
            </a:extLst>
          </p:cNvPr>
          <p:cNvGrpSpPr/>
          <p:nvPr/>
        </p:nvGrpSpPr>
        <p:grpSpPr>
          <a:xfrm>
            <a:off x="6967467" y="3493805"/>
            <a:ext cx="1867135" cy="698509"/>
            <a:chOff x="3018651" y="3429000"/>
            <a:chExt cx="1867135" cy="698509"/>
          </a:xfrm>
        </p:grpSpPr>
        <p:pic>
          <p:nvPicPr>
            <p:cNvPr id="1026" name="Picture 2" descr="Linkedin logo png, Linkedin logo transparent png, Linkedin icon transparent  free png 23986926 PNG">
              <a:extLst>
                <a:ext uri="{FF2B5EF4-FFF2-40B4-BE49-F238E27FC236}">
                  <a16:creationId xmlns:a16="http://schemas.microsoft.com/office/drawing/2014/main" id="{9936EC07-FE78-32DE-BE62-B0D3F34587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8651" y="3429000"/>
              <a:ext cx="698509" cy="6985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0E17017-9394-ED9D-B76A-D871F0D8AF3D}"/>
                </a:ext>
              </a:extLst>
            </p:cNvPr>
            <p:cNvSpPr txBox="1"/>
            <p:nvPr/>
          </p:nvSpPr>
          <p:spPr>
            <a:xfrm>
              <a:off x="3656843" y="3575250"/>
              <a:ext cx="12289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B64FF"/>
                  </a:solidFill>
                  <a:effectLst/>
                  <a:uLnTx/>
                  <a:uFillTx/>
                  <a:latin typeface="DM Sans"/>
                  <a:ea typeface="+mn-ea"/>
                  <a:cs typeface="+mn-cs"/>
                </a:rPr>
                <a:t>/aw2571</a:t>
              </a:r>
            </a:p>
          </p:txBody>
        </p:sp>
      </p:grpSp>
      <p:pic>
        <p:nvPicPr>
          <p:cNvPr id="13" name="Picture 1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BDF0EB20-633C-DAAA-23FA-4DC80D6DD84B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10085" t="10083" r="9988" b="9049"/>
          <a:stretch>
            <a:fillRect/>
          </a:stretch>
        </p:blipFill>
        <p:spPr>
          <a:xfrm>
            <a:off x="9455348" y="3261378"/>
            <a:ext cx="1149837" cy="1163365"/>
          </a:xfrm>
          <a:prstGeom prst="rect">
            <a:avLst/>
          </a:prstGeom>
        </p:spPr>
      </p:pic>
      <p:sp>
        <p:nvSpPr>
          <p:cNvPr id="5" name="AutoShape 2" descr="QR preview">
            <a:extLst>
              <a:ext uri="{FF2B5EF4-FFF2-40B4-BE49-F238E27FC236}">
                <a16:creationId xmlns:a16="http://schemas.microsoft.com/office/drawing/2014/main" id="{99B56B84-3749-B16B-5BD6-ECEC03EE1B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89185" y="275157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9807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AA2024">
      <a:dk1>
        <a:sysClr val="windowText" lastClr="000000"/>
      </a:dk1>
      <a:lt1>
        <a:sysClr val="window" lastClr="FFFFFF"/>
      </a:lt1>
      <a:dk2>
        <a:srgbClr val="212D5E"/>
      </a:dk2>
      <a:lt2>
        <a:srgbClr val="F5F5F5"/>
      </a:lt2>
      <a:accent1>
        <a:srgbClr val="AA2923"/>
      </a:accent1>
      <a:accent2>
        <a:srgbClr val="3CAB68"/>
      </a:accent2>
      <a:accent3>
        <a:srgbClr val="4B64FF"/>
      </a:accent3>
      <a:accent4>
        <a:srgbClr val="212D5E"/>
      </a:accent4>
      <a:accent5>
        <a:srgbClr val="000000"/>
      </a:accent5>
      <a:accent6>
        <a:srgbClr val="F5F5F5"/>
      </a:accent6>
      <a:hlink>
        <a:srgbClr val="0563C1"/>
      </a:hlink>
      <a:folHlink>
        <a:srgbClr val="AA2923"/>
      </a:folHlink>
    </a:clrScheme>
    <a:fontScheme name="AA2024">
      <a:majorFont>
        <a:latin typeface="Marcellus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vancing Analytics _ MasterSlides" id="{0F9AAEBB-44E9-4E90-AF66-EDF72BF09A9F}" vid="{1D3A9F41-0BC6-4BD3-A926-8AA1C3186E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EE88AFD973DD4AB3CC9E62F6F2671B" ma:contentTypeVersion="4" ma:contentTypeDescription="Create a new document." ma:contentTypeScope="" ma:versionID="e568289064f5ca37a485ac4220dfb400">
  <xsd:schema xmlns:xsd="http://www.w3.org/2001/XMLSchema" xmlns:xs="http://www.w3.org/2001/XMLSchema" xmlns:p="http://schemas.microsoft.com/office/2006/metadata/properties" xmlns:ns2="775fadea-5d59-4dfe-85ff-e03405e93791" targetNamespace="http://schemas.microsoft.com/office/2006/metadata/properties" ma:root="true" ma:fieldsID="62331140b9e3d6f2419a37818ed15ab4" ns2:_="">
    <xsd:import namespace="775fadea-5d59-4dfe-85ff-e03405e93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5fadea-5d59-4dfe-85ff-e03405e93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B3898A-F883-4E29-BE02-2AD388BBA7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5fadea-5d59-4dfe-85ff-e03405e93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E31CC7D-1807-44EF-A5CA-C8194E4D1AD5}">
  <ds:schemaRefs>
    <ds:schemaRef ds:uri="http://schemas.microsoft.com/office/2006/documentManagement/types"/>
    <ds:schemaRef ds:uri="http://purl.org/dc/terms/"/>
    <ds:schemaRef ds:uri="http://purl.org/dc/dcmitype/"/>
    <ds:schemaRef ds:uri="775fadea-5d59-4dfe-85ff-e03405e93791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45C3E039-589E-453E-BDE3-8CEB63CE79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Advancing Analytics _ MasterSlides</Template>
  <TotalTime>184</TotalTime>
  <Words>494</Words>
  <Application>Microsoft Office PowerPoint</Application>
  <PresentationFormat>Widescreen</PresentationFormat>
  <Paragraphs>137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DM Sans</vt:lpstr>
      <vt:lpstr>DM Sans 14pt</vt:lpstr>
      <vt:lpstr>DM Sans 14pt Black</vt:lpstr>
      <vt:lpstr>Marcellus</vt:lpstr>
      <vt:lpstr>Office Theme</vt:lpstr>
      <vt:lpstr>A lightning-fast guide to Slowly Changing Dimension (SCD) Types</vt:lpstr>
      <vt:lpstr>PowerPoint Presentation</vt:lpstr>
      <vt:lpstr>PowerPoint Presentation</vt:lpstr>
      <vt:lpstr>PowerPoint Presentation</vt:lpstr>
      <vt:lpstr>PowerPoint Presentation</vt:lpstr>
      <vt:lpstr>And that’s all of them</vt:lpstr>
      <vt:lpstr>A few more to go! You might see this very occasionally</vt:lpstr>
      <vt:lpstr>Rapid fire round AKA Ones that I’ve never seen in the wild!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Ashley Warren</dc:creator>
  <cp:lastModifiedBy>Ashley Warren</cp:lastModifiedBy>
  <cp:revision>12</cp:revision>
  <dcterms:created xsi:type="dcterms:W3CDTF">2025-02-14T14:37:08Z</dcterms:created>
  <dcterms:modified xsi:type="dcterms:W3CDTF">2026-06-11T12:36:23Z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0x0101007AEE88AFD973DD4AB3CC9E62F6F2671B</vt:lpwstr>
  </property>
  <property fmtid="{D5CDD505-2E9C-101B-9397-08002B2CF9AE}" pid="3" name="MSIP_Label_2ae59dc7-f9b0-4305-9613-ee7e95dc7b04_Enabled">
    <vt:lpwstr>true</vt:lpwstr>
  </property>
  <property fmtid="{D5CDD505-2E9C-101B-9397-08002B2CF9AE}" pid="4" name="MSIP_Label_2ae59dc7-f9b0-4305-9613-ee7e95dc7b04_SetDate">
    <vt:lpwstr>2026-03-19T16:35:44Z</vt:lpwstr>
  </property>
  <property fmtid="{D5CDD505-2E9C-101B-9397-08002B2CF9AE}" pid="5" name="MSIP_Label_2ae59dc7-f9b0-4305-9613-ee7e95dc7b04_Method">
    <vt:lpwstr>Standard</vt:lpwstr>
  </property>
  <property fmtid="{D5CDD505-2E9C-101B-9397-08002B2CF9AE}" pid="6" name="MSIP_Label_2ae59dc7-f9b0-4305-9613-ee7e95dc7b04_Name">
    <vt:lpwstr>CONFIDENTIAL</vt:lpwstr>
  </property>
  <property fmtid="{D5CDD505-2E9C-101B-9397-08002B2CF9AE}" pid="7" name="MSIP_Label_2ae59dc7-f9b0-4305-9613-ee7e95dc7b04_SiteId">
    <vt:lpwstr>6d2c78dd-1f85-4ccb-9ae3-cd5ea1cca361</vt:lpwstr>
  </property>
  <property fmtid="{D5CDD505-2E9C-101B-9397-08002B2CF9AE}" pid="8" name="MSIP_Label_2ae59dc7-f9b0-4305-9613-ee7e95dc7b04_ActionId">
    <vt:lpwstr>a60496ca-59c4-4a22-84dd-303fccc2497c</vt:lpwstr>
  </property>
  <property fmtid="{D5CDD505-2E9C-101B-9397-08002B2CF9AE}" pid="9" name="MSIP_Label_2ae59dc7-f9b0-4305-9613-ee7e95dc7b04_ContentBits">
    <vt:lpwstr>0</vt:lpwstr>
  </property>
  <property fmtid="{D5CDD505-2E9C-101B-9397-08002B2CF9AE}" pid="10" name="MSIP_Label_2ae59dc7-f9b0-4305-9613-ee7e95dc7b04_Tag">
    <vt:lpwstr>10, 3, 0, 1</vt:lpwstr>
  </property>
</Properties>
</file>